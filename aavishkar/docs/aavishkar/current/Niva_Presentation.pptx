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bffcf2e145243af" /><Relationship Type="http://schemas.openxmlformats.org/officeDocument/2006/relationships/extended-properties" Target="/docProps/app.xml" Id="Rf863cb47e5744240" /><Relationship Type="http://schemas.openxmlformats.org/officeDocument/2006/relationships/officeDocument" Target="/ppt/presentation.xml" Id="R3657e725b6c543f9" /></Relationships>
</file>

<file path=ppt/presentation.xml><?xml version="1.0" encoding="utf-8"?>
<p:presentation xmlns:p="http://schemas.openxmlformats.org/presentationml/2006/main">
  <p:sldMasterIdLst>
    <p:sldMasterId xmlns:r="http://schemas.openxmlformats.org/officeDocument/2006/relationships" id="2147483648" r:id="R25be810cf7394fe1"/>
  </p:sldMasterIdLst>
  <p:notesMasterIdLst>
    <p:notesMasterId xmlns:r="http://schemas.openxmlformats.org/officeDocument/2006/relationships" r:id="Rebebac2194a9469c"/>
  </p:notesMasterIdLst>
  <p:sldIdLst>
    <p:sldId xmlns:r="http://schemas.openxmlformats.org/officeDocument/2006/relationships" id="256" r:id="R4a28c4ddc7354963"/>
    <p:sldId xmlns:r="http://schemas.openxmlformats.org/officeDocument/2006/relationships" id="257" r:id="R90e42a6e4be0437b"/>
    <p:sldId xmlns:r="http://schemas.openxmlformats.org/officeDocument/2006/relationships" id="258" r:id="R2f8ddb34680b408f"/>
    <p:sldId xmlns:r="http://schemas.openxmlformats.org/officeDocument/2006/relationships" id="259" r:id="Rb7d30eadf10a4e6b"/>
    <p:sldId xmlns:r="http://schemas.openxmlformats.org/officeDocument/2006/relationships" id="260" r:id="R59eb290612fa4579"/>
    <p:sldId xmlns:r="http://schemas.openxmlformats.org/officeDocument/2006/relationships" id="261" r:id="Ra6f4e3967ca042a0"/>
    <p:sldId xmlns:r="http://schemas.openxmlformats.org/officeDocument/2006/relationships" id="262" r:id="R578d4998720b4bd2"/>
    <p:sldId xmlns:r="http://schemas.openxmlformats.org/officeDocument/2006/relationships" id="263" r:id="R75f20b1b054d479c"/>
    <p:sldId xmlns:r="http://schemas.openxmlformats.org/officeDocument/2006/relationships" id="264" r:id="R4c73cf4457e943e7"/>
    <p:sldId xmlns:r="http://schemas.openxmlformats.org/officeDocument/2006/relationships" id="265" r:id="R8dd7957ef1394d82"/>
    <p:sldId xmlns:r="http://schemas.openxmlformats.org/officeDocument/2006/relationships" id="266" r:id="R8766cf92dbe74abb"/>
    <p:sldId xmlns:r="http://schemas.openxmlformats.org/officeDocument/2006/relationships" id="267" r:id="R80c613df383840e6"/>
    <p:sldId xmlns:r="http://schemas.openxmlformats.org/officeDocument/2006/relationships" id="268" r:id="R251730f135d544a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7a1c252f8d45a5" /><Relationship Type="http://schemas.openxmlformats.org/officeDocument/2006/relationships/slideMaster" Target="/ppt/slideMasters/slideMaster1.xml" Id="R25be810cf7394fe1" /><Relationship Type="http://schemas.openxmlformats.org/officeDocument/2006/relationships/notesMaster" Target="/ppt/notesMasters/notesMaster1.xml" Id="Rebebac2194a9469c" /><Relationship Type="http://schemas.openxmlformats.org/officeDocument/2006/relationships/presProps" Target="/ppt/presProps.xml" Id="R916e903e50dc4e34" /><Relationship Type="http://schemas.openxmlformats.org/officeDocument/2006/relationships/tableStyles" Target="/ppt/tableStyles.xml" Id="R37bdba79c62942d3" /><Relationship Type="http://schemas.openxmlformats.org/officeDocument/2006/relationships/slide" Target="/ppt/slides/slide1.xml" Id="R4a28c4ddc7354963" /><Relationship Type="http://schemas.openxmlformats.org/officeDocument/2006/relationships/slide" Target="/ppt/slides/slide2.xml" Id="R90e42a6e4be0437b" /><Relationship Type="http://schemas.openxmlformats.org/officeDocument/2006/relationships/slide" Target="/ppt/slides/slide3.xml" Id="R2f8ddb34680b408f" /><Relationship Type="http://schemas.openxmlformats.org/officeDocument/2006/relationships/slide" Target="/ppt/slides/slide4.xml" Id="Rb7d30eadf10a4e6b" /><Relationship Type="http://schemas.openxmlformats.org/officeDocument/2006/relationships/slide" Target="/ppt/slides/slide5.xml" Id="R59eb290612fa4579" /><Relationship Type="http://schemas.openxmlformats.org/officeDocument/2006/relationships/slide" Target="/ppt/slides/slide6.xml" Id="Ra6f4e3967ca042a0" /><Relationship Type="http://schemas.openxmlformats.org/officeDocument/2006/relationships/slide" Target="/ppt/slides/slide7.xml" Id="R578d4998720b4bd2" /><Relationship Type="http://schemas.openxmlformats.org/officeDocument/2006/relationships/slide" Target="/ppt/slides/slide8.xml" Id="R75f20b1b054d479c" /><Relationship Type="http://schemas.openxmlformats.org/officeDocument/2006/relationships/slide" Target="/ppt/slides/slide9.xml" Id="R4c73cf4457e943e7" /><Relationship Type="http://schemas.openxmlformats.org/officeDocument/2006/relationships/slide" Target="/ppt/slides/slide10.xml" Id="R8dd7957ef1394d82" /><Relationship Type="http://schemas.openxmlformats.org/officeDocument/2006/relationships/slide" Target="/ppt/slides/slide11.xml" Id="R8766cf92dbe74abb" /><Relationship Type="http://schemas.openxmlformats.org/officeDocument/2006/relationships/slide" Target="/ppt/slides/slide12.xml" Id="R80c613df383840e6" /><Relationship Type="http://schemas.openxmlformats.org/officeDocument/2006/relationships/slide" Target="/ppt/slides/slide13.xml" Id="R251730f135d544a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86248bbd1745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ca681dd080480b" /><Relationship Type="http://schemas.openxmlformats.org/officeDocument/2006/relationships/notesMaster" Target="/ppt/notesMasters/notesMaster1.xml" Id="Rea3b8999e77345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01bc7e43324c61" /><Relationship Type="http://schemas.openxmlformats.org/officeDocument/2006/relationships/notesMaster" Target="/ppt/notesMasters/notesMaster1.xml" Id="R0b4df244e85243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3ff680cf4a47d4" /><Relationship Type="http://schemas.openxmlformats.org/officeDocument/2006/relationships/notesMaster" Target="/ppt/notesMasters/notesMaster1.xml" Id="Rdb6f1bd024164f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f20ba689414c60" /><Relationship Type="http://schemas.openxmlformats.org/officeDocument/2006/relationships/notesMaster" Target="/ppt/notesMasters/notesMaster1.xml" Id="R7c68b0eebb144c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be69f2d3a54df4" /><Relationship Type="http://schemas.openxmlformats.org/officeDocument/2006/relationships/notesMaster" Target="/ppt/notesMasters/notesMaster1.xml" Id="Re73d4b1d287b4a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a4d628eec148ae" /><Relationship Type="http://schemas.openxmlformats.org/officeDocument/2006/relationships/notesMaster" Target="/ppt/notesMasters/notesMaster1.xml" Id="R38652ab65f4748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3dc239b3c14b0c" /><Relationship Type="http://schemas.openxmlformats.org/officeDocument/2006/relationships/notesMaster" Target="/ppt/notesMasters/notesMaster1.xml" Id="R5e8e1ddaabef44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e7586fc64d984745" /><Relationship Type="http://schemas.openxmlformats.org/officeDocument/2006/relationships/notesMaster" Target="/ppt/notesMasters/notesMaster1.xml" Id="R8511c09cfd6b4f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990f6f3ade47dd" /><Relationship Type="http://schemas.openxmlformats.org/officeDocument/2006/relationships/notesMaster" Target="/ppt/notesMasters/notesMaster1.xml" Id="R083845c1b2a547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cd8648485a44b8" /><Relationship Type="http://schemas.openxmlformats.org/officeDocument/2006/relationships/notesMaster" Target="/ppt/notesMasters/notesMaster1.xml" Id="R7f1d3b0f5c4d49c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41918b4b2846d1" /><Relationship Type="http://schemas.openxmlformats.org/officeDocument/2006/relationships/notesMaster" Target="/ppt/notesMasters/notesMaster1.xml" Id="R74f6ca9ae97b4e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c4efb412392451a" /><Relationship Type="http://schemas.openxmlformats.org/officeDocument/2006/relationships/notesMaster" Target="/ppt/notesMasters/notesMaster1.xml" Id="R31d475be75f54d8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ccec4abb2649f2" /><Relationship Type="http://schemas.openxmlformats.org/officeDocument/2006/relationships/notesMaster" Target="/ppt/notesMasters/notesMaster1.xml" Id="R629d0fb7451f4a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Display title and scientific subtitle shortened at the user’s request. The full framework title remains visible for registration compliance. Confirm registered wording and fill the code number. R2 subset: run_20260912T161228Z, predeclared protocol 799f322. StepUP-P150: doi:10.20383/103.01285.</a:t>
            </a:r>
          </a:p>
          <a:p xmlns:a="http://schemas.openxmlformats.org/drawingml/2006/main">
            <a:r>
              <a:t>Niva compact logo vector trace from user-supplied 03_compact_lockup_on_light.png. Transparent flat-colour adaptation, with outlined lettering and a light wordmark on the dark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 subset: run_20260912T161228Z, predeclared protocol 799f322. StepUP-P150: doi:10.20383/103.01285. This is a measurement-geometry argument, not evidence of a particular gait error or event-detection failure. Reference diagram: stance-mean pressure, 5 mm pitch. Four local signals do not directly observe pressure outside the model discs.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framework sections 2, 3 and 7 establish the project framing. Gap wording is scoped to this instrument, not a claim that no related published work exists. R1 and R3 contributions are planned. R2 subset: run_20260912T161228Z, predeclared protocol 799f322. StepUP-P150: doi:10.20383/103.01285.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define outputs rather than implying validation. R1/R3 have no measured outcomes. Sources: research framework objectives and planned experiments. R2 subset: run_20260912T161228Z, predeclared protocol 799f322. StepUP-P150: doi:10.20383/103.01285.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 subset: run_20260912T161228Z, predeclared protocol 799f322. StepUP-P150: doi:10.20383/103.01285. Diagram stages are schematic. Sensor modelling verifies side and pitch and mirrors left-foot columns. 12.7 mm discs at preserved 5 mm pitch. Contact threshold &gt;=2% of frame maximum. Fixed 32 by 32 fractional-overlap subgrid. All loaded frames retained, including zero sparse signal. Aggregate frames into step means, then steps within side, sides within participant and equal-weight participants within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describes repository code, not verified hardware measurement. niva.ino still uses STREAM_INTERVAL_MS=50 and +/-2g conversion at inspection. niva_signal.h is not included in niva.ino. Research framework defines the proposed validity checks. R2 subset: run_20260912T161228Z, predeclared protocol 799f322. StepUP-P150: doi:10.20383/103.01285.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 subset: run_20260912T161228Z, predeclared protocol 799f322. StepUP-P150: doi:10.20383/103.01285. Administrative subset, not a powered population sample. W1 is preferred walking speed. Flags Exclude, Incomplete, Standing and Outlier must all be zero. Verify metadata identity, side, finite nonnegative arrays, nonempty footprints and no boundary contact. Order by StartFrame and FootstepID. Never exclude low coverage or zero sparse signal. No new participant recruitment for R2.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 subset: run_20260912T161228Z, predeclared protocol 799f322. StepUP-P150: doi:10.20383/103.01285. Geometry-derived overlap, not measured Niva accuracy. BF is foot/sock-to-floor, ST is outsole-to-floor; neither is an in-shoe reference. Missing area does not by itself quantify gait-event timing error. Values and participant ranges come directly from archived 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 subset: run_20260912T161228Z, predeclared protocol 799f322. StepUP-P150: doi:10.20383/103.01285. Native chart stores group means at six decimal places. Native range table uses archived participant minima and maxima, rounded to two decimals. No inference intervals or hypothesis tests were predeclared. All layouts are assumptions, not measured Niva geometry or verified reproductions of published arrays.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 subset: run_20260912T161228Z, predeclared protocol 799f322. StepUP-P150: doi:10.20383/103.01285. BF measures foot/sock-to-floor and ST outsole-to-floor pressure. Neither validates in-shoe load distribution, and no conservative lower-bound transfer claim is supported. Future tests listed here are proposed, not completed or newly executed. No clinical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framework §7 and firmware defects in Niva_Work_Package.docx. R1 planned fixture1Hz and10,000cycles, not yet measured. R2 subset: run_20260912T161228Z, predeclared protocol 799f322. StepUP-P150: doi:10.20383/103.01285.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Dataset and authors code attribution: UNB-StepUP/StepUP-P150, pinned ff40d580779bf0ff78b6d5c4d7d183110f02b41a. Dataset CC BY4.0. IBM Plex fonts under OFL, supplied with generator.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additional result claims.</a:t>
            </a:r>
          </a:p>
          <a:p xmlns:a="http://schemas.openxmlformats.org/drawingml/2006/main">
            <a:r>
              <a:t>Niva compact logo vector trace from user-supplied 03_compact_lockup_on_light.png. Transparent flat-colour adaptation, with outlined lettering and a light wordmark on the dark closing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84e83b56f041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14f711e99684285" /><Relationship Type="http://schemas.openxmlformats.org/officeDocument/2006/relationships/slideLayout" Target="/ppt/slideLayouts/slideLayout1.xml" Id="R6f910c8968bc4e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910c8968bc4e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4f5af2681b64019" /><Relationship Type="http://schemas.openxmlformats.org/officeDocument/2006/relationships/notesSlide" Target="/ppt/notesSlides/notesSlide1.xml" Id="R992396d6656145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9ab837343d4637" /><Relationship Type="http://schemas.openxmlformats.org/officeDocument/2006/relationships/notesSlide" Target="/ppt/notesSlides/notesSlide2.xml" Id="R06b96fabbda343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b12ee0986e4d9d" /><Relationship Type="http://schemas.openxmlformats.org/officeDocument/2006/relationships/notesSlide" Target="/ppt/notesSlides/notesSlide3.xml" Id="R0b70d2af9f994c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4709620c8647f7" /><Relationship Type="http://schemas.openxmlformats.org/officeDocument/2006/relationships/notesSlide" Target="/ppt/notesSlides/notesSlide4.xml" Id="Rb319e951c03e409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f58c21959e4e12" /><Relationship Type="http://schemas.openxmlformats.org/officeDocument/2006/relationships/notesSlide" Target="/ppt/notesSlides/notesSlide5.xml" Id="R0c68295d802d4c5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13eb5a4b354c5d" /><Relationship Type="http://schemas.openxmlformats.org/officeDocument/2006/relationships/notesSlide" Target="/ppt/notesSlides/notesSlide6.xml" Id="R09872dd79cb647b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6df1190e604998" /><Relationship Type="http://schemas.openxmlformats.org/officeDocument/2006/relationships/notesSlide" Target="/ppt/notesSlides/notesSlide7.xml" Id="R41e8ae3b104d4b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7706aba5644834" /><Relationship Type="http://schemas.openxmlformats.org/officeDocument/2006/relationships/notesSlide" Target="/ppt/notesSlides/notesSlide8.xml" Id="Re03a447aec314f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7460d6f33bc4b7b" /><Relationship Type="http://schemas.openxmlformats.org/officeDocument/2006/relationships/chart" Target="/ppt/slides/charts/chart1.xml" Id="R9bc3b568959f40eb" /><Relationship Type="http://schemas.openxmlformats.org/officeDocument/2006/relationships/notesSlide" Target="/ppt/notesSlides/notesSlide9.xml" Id="Rd1d99ea0a76a41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2805c9e97be4118" /><Relationship Type="http://schemas.openxmlformats.org/officeDocument/2006/relationships/notesSlide" Target="/ppt/notesSlides/notesSlide10.xml" Id="R6d231fc2631643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7ad38a423b42d5" /><Relationship Type="http://schemas.openxmlformats.org/officeDocument/2006/relationships/notesSlide" Target="/ppt/notesSlides/notesSlide11.xml" Id="Rb444b83c207340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cdd5f98c75248a1" /><Relationship Type="http://schemas.openxmlformats.org/officeDocument/2006/relationships/notesSlide" Target="/ppt/notesSlides/notesSlide12.xml" Id="R8b86faffbdbb4e2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eeb1959a4e4748" /><Relationship Type="http://schemas.openxmlformats.org/officeDocument/2006/relationships/notesSlide" Target="/ppt/notesSlides/notesSlide13.xml" Id="Rde64a3b4796041e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Barefoot (BF)</c:v>
          </c:tx>
          <c:spPr>
            <a:solidFill xmlns:a="http://schemas.openxmlformats.org/drawingml/2006/main">
              <a:srgbClr val="0B6F79"/>
            </a:solidFill>
          </c:spPr>
          <c:cat>
            <c:numRef>
              <c:f>'Chart Data'!$A$2:$A$6</c:f>
              <c:numCache>
                <c:formatCode>General</c:formatCode>
                <c:ptCount val="5"/>
                <c:pt idx="0">
                  <c:v>4</c:v>
                </c:pt>
                <c:pt idx="1">
                  <c:v>6</c:v>
                </c:pt>
                <c:pt idx="2">
                  <c:v>8</c:v>
                </c:pt>
                <c:pt idx="3">
                  <c:v>13</c:v>
                </c:pt>
                <c:pt idx="4">
                  <c:v>16</c:v>
                </c:pt>
              </c:numCache>
            </c:numRef>
          </c:cat>
          <c:val>
            <c:numRef>
              <c:f>'Chart Data'!$B$2:$B$6</c:f>
              <c:numCache>
                <c:formatCode>0.00</c:formatCode>
                <c:ptCount val="5"/>
                <c:pt idx="0">
                  <c:v>3.549348</c:v>
                </c:pt>
                <c:pt idx="1">
                  <c:v>5.031711</c:v>
                </c:pt>
                <c:pt idx="2">
                  <c:v>6.05728</c:v>
                </c:pt>
                <c:pt idx="3">
                  <c:v>8.99035</c:v>
                </c:pt>
                <c:pt idx="4">
                  <c:v>11.617035</c:v>
                </c:pt>
              </c:numCache>
            </c:numRef>
          </c:val>
        </c:ser>
        <c:ser>
          <c:idx val="1"/>
          <c:order val="1"/>
          <c:tx>
            <c:v>Sneaker (ST)</c:v>
          </c:tx>
          <c:spPr>
            <a:solidFill xmlns:a="http://schemas.openxmlformats.org/drawingml/2006/main">
              <a:srgbClr val="14314B"/>
            </a:solidFill>
          </c:spPr>
          <c:cat>
            <c:numRef>
              <c:f>'Chart Data'!$C$2:$C$6</c:f>
              <c:numCache>
                <c:formatCode>General</c:formatCode>
                <c:ptCount val="5"/>
                <c:pt idx="0">
                  <c:v>4</c:v>
                </c:pt>
                <c:pt idx="1">
                  <c:v>6</c:v>
                </c:pt>
                <c:pt idx="2">
                  <c:v>8</c:v>
                </c:pt>
                <c:pt idx="3">
                  <c:v>13</c:v>
                </c:pt>
                <c:pt idx="4">
                  <c:v>16</c:v>
                </c:pt>
              </c:numCache>
            </c:numRef>
          </c:cat>
          <c:val>
            <c:numRef>
              <c:f>'Chart Data'!$D$2:$D$6</c:f>
              <c:numCache>
                <c:formatCode>0.00</c:formatCode>
                <c:ptCount val="5"/>
                <c:pt idx="0">
                  <c:v>2.181057</c:v>
                </c:pt>
                <c:pt idx="1">
                  <c:v>3.299185</c:v>
                </c:pt>
                <c:pt idx="2">
                  <c:v>3.834122</c:v>
                </c:pt>
                <c:pt idx="3">
                  <c:v>6.11363</c:v>
                </c:pt>
                <c:pt idx="4">
                  <c:v>8.201764</c:v>
                </c:pt>
              </c:numCache>
            </c:numRef>
          </c:val>
        </c:ser>
        <c:dLbls>
          <c:txPr>
            <a:bodyPr xmlns:a="http://schemas.openxmlformats.org/drawingml/2006/main" anchorCtr="1"/>
            <a:lstStyle xmlns:a="http://schemas.openxmlformats.org/drawingml/2006/main"/>
            <a:p xmlns:a="http://schemas.openxmlformats.org/drawingml/2006/main">
              <a:pPr>
                <a:defRPr>
                  <a:latin typeface="IBM Plex Sans"/>
                  <a:ea typeface="IBM Plex Sans"/>
                  <a:cs typeface="IBM Plex Sans"/>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8DC"/>
            </a:solidFill>
          </a:ln>
        </c:spPr>
        <c:txPr>
          <a:bodyPr xmlns:a="http://schemas.openxmlformats.org/drawingml/2006/main" anchorCtr="1"/>
          <a:lstStyle xmlns:a="http://schemas.openxmlformats.org/drawingml/2006/main"/>
          <a:p xmlns:a="http://schemas.openxmlformats.org/drawingml/2006/main">
            <a:pPr>
              <a:defRPr sz="1425">
                <a:solidFill>
                  <a:srgbClr val="0F1B1E"/>
                </a:solidFill>
                <a:latin typeface="IBM Plex Sans"/>
                <a:ea typeface="IBM Plex Sans"/>
                <a:cs typeface="IBM Plex Sans"/>
              </a:defRPr>
            </a:pPr>
          </a:p>
        </c:txPr>
        <c:crossAx val="48672768"/>
      </c:catAx>
      <c:valAx>
        <c:axId val="48672768"/>
        <c:scaling>
          <c:orientation val="minMax"/>
          <c:max val="15"/>
          <c:min val="0"/>
        </c:scaling>
        <c:delete val="0"/>
        <c:axPos val="l"/>
        <c:majorGridlines>
          <c:spPr>
            <a:ln xmlns:a="http://schemas.openxmlformats.org/drawingml/2006/main" w="9525">
              <a:solidFill>
                <a:srgbClr val="CBD8DC"/>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A6C72"/>
                </a:solidFill>
                <a:latin typeface="IBM Plex Sans"/>
                <a:ea typeface="IBM Plex Sans"/>
                <a:cs typeface="IBM Plex Sans"/>
              </a:defRPr>
            </a:pPr>
          </a:p>
        </c:txPr>
        <c:crossAx val="48650112"/>
        <c:crossBetween val="between"/>
        <c:majorUnit val="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0F1B1E"/>
              </a:solidFill>
              <a:latin typeface="IBM Plex Sans"/>
              <a:ea typeface="IBM Plex Sans"/>
              <a:cs typeface="IBM Plex Sans"/>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1-0">
            <a:extLst xmlns:a="http://schemas.openxmlformats.org/drawingml/2006/main">
              <a:ext uri="{FF2B5EF4-FFF2-40B4-BE49-F238E27FC236}">
                <a16:creationId xmlns:a16="http://schemas.microsoft.com/office/drawing/2014/main" id="{AAED820E-83A4-4541-806F-44CDBC5E774F}"/>
              </a:ext>
            </a:extLst>
          </p:cNvPr>
          <p:cNvSpPr>
            <a:spLocks xmlns:a="http://schemas.openxmlformats.org/drawingml/2006/main" noGrp="1"/>
          </p:cNvSpPr>
          <p:nvPr/>
        </p:nvSpPr>
        <p:spPr>
          <a:xfrm xmlns:a="http://schemas.openxmlformats.org/drawingml/2006/main">
            <a:off x="533400" y="333375"/>
            <a:ext cx="90487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1">
                <a:solidFill>
                  <a:srgbClr val="14314B"/>
                </a:solidFill>
                <a:latin typeface="IBM Plex Sans"/>
                <a:ea typeface="IBM Plex Sans"/>
                <a:cs typeface="IBM Plex Sans"/>
              </a:defRPr>
            </a:pPr>
            <a:r>
              <a:rPr sz="1875" b="1">
                <a:solidFill>
                  <a:srgbClr val="14314B"/>
                </a:solidFill>
                <a:latin typeface="IBM Plex Sans"/>
                <a:ea typeface="IBM Plex Sans"/>
                <a:cs typeface="IBM Plex Sans"/>
              </a:rPr>
              <a:t>AAVISHKAR 2026–27</a:t>
            </a:r>
          </a:p>
        </p:txBody>
      </p:sp>
      <p:sp>
        <p:nvSpPr>
          <p:cNvPr id="2" name="text-1-1">
            <a:extLst xmlns:a="http://schemas.openxmlformats.org/drawingml/2006/main">
              <a:ext uri="{FF2B5EF4-FFF2-40B4-BE49-F238E27FC236}">
                <a16:creationId xmlns:a16="http://schemas.microsoft.com/office/drawing/2014/main" id="{3DFF4583-43C0-4552-8BA3-F3F7DCEEE8A3}"/>
              </a:ext>
            </a:extLst>
          </p:cNvPr>
          <p:cNvSpPr>
            <a:spLocks xmlns:a="http://schemas.openxmlformats.org/drawingml/2006/main" noGrp="1"/>
          </p:cNvSpPr>
          <p:nvPr/>
        </p:nvSpPr>
        <p:spPr>
          <a:xfrm xmlns:a="http://schemas.openxmlformats.org/drawingml/2006/main">
            <a:off x="533400" y="704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A6C72"/>
                </a:solidFill>
                <a:latin typeface="IBM Plex Sans"/>
                <a:ea typeface="IBM Plex Sans"/>
                <a:cs typeface="IBM Plex Sans"/>
              </a:defRPr>
            </a:pPr>
            <a:r>
              <a:rPr sz="1350" b="0">
                <a:solidFill>
                  <a:srgbClr val="5A6C72"/>
                </a:solidFill>
                <a:latin typeface="IBM Plex Sans"/>
                <a:ea typeface="IBM Plex Sans"/>
                <a:cs typeface="IBM Plex Sans"/>
              </a:rPr>
              <a:t>Maharashtra State Inter University Research Convention</a:t>
            </a:r>
          </a:p>
        </p:txBody>
      </p:sp>
      <p:sp>
        <p:nvSpPr>
          <p:cNvPr id="3" name="text-1-2">
            <a:extLst xmlns:a="http://schemas.openxmlformats.org/drawingml/2006/main">
              <a:ext uri="{FF2B5EF4-FFF2-40B4-BE49-F238E27FC236}">
                <a16:creationId xmlns:a16="http://schemas.microsoft.com/office/drawing/2014/main" id="{F6C351DD-3E15-4B5B-973A-3A2F7C4D953A}"/>
              </a:ext>
            </a:extLst>
          </p:cNvPr>
          <p:cNvSpPr>
            <a:spLocks xmlns:a="http://schemas.openxmlformats.org/drawingml/2006/main" noGrp="1"/>
          </p:cNvSpPr>
          <p:nvPr/>
        </p:nvSpPr>
        <p:spPr>
          <a:xfrm xmlns:a="http://schemas.openxmlformats.org/drawingml/2006/main">
            <a:off x="533400" y="25431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900" b="0">
                <a:solidFill>
                  <a:srgbClr val="14314B"/>
                </a:solidFill>
                <a:latin typeface="IBM Plex Serif"/>
                <a:ea typeface="IBM Plex Serif"/>
                <a:cs typeface="IBM Plex Serif"/>
              </a:defRPr>
            </a:pPr>
            <a:r>
              <a:rPr sz="3900" b="0">
                <a:solidFill>
                  <a:srgbClr val="14314B"/>
                </a:solidFill>
                <a:latin typeface="IBM Plex Serif"/>
                <a:ea typeface="IBM Plex Serif"/>
                <a:cs typeface="IBM Plex Serif"/>
              </a:rPr>
              <a:t>What do four sensors miss?</a:t>
            </a:r>
          </a:p>
        </p:txBody>
      </p:sp>
      <p:sp>
        <p:nvSpPr>
          <p:cNvPr id="4" name="text-1-3">
            <a:extLst xmlns:a="http://schemas.openxmlformats.org/drawingml/2006/main">
              <a:ext uri="{FF2B5EF4-FFF2-40B4-BE49-F238E27FC236}">
                <a16:creationId xmlns:a16="http://schemas.microsoft.com/office/drawing/2014/main" id="{07F8EAE5-B5B2-46BF-A2A1-F3D7CD80D3B9}"/>
              </a:ext>
            </a:extLst>
          </p:cNvPr>
          <p:cNvSpPr>
            <a:spLocks xmlns:a="http://schemas.openxmlformats.org/drawingml/2006/main" noGrp="1"/>
          </p:cNvSpPr>
          <p:nvPr/>
        </p:nvSpPr>
        <p:spPr>
          <a:xfrm xmlns:a="http://schemas.openxmlformats.org/drawingml/2006/main">
            <a:off x="533400" y="34480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250" b="0">
                <a:solidFill>
                  <a:srgbClr val="08535B"/>
                </a:solidFill>
                <a:latin typeface="IBM Plex Sans"/>
                <a:ea typeface="IBM Plex Sans"/>
                <a:cs typeface="IBM Plex Sans"/>
              </a:defRPr>
            </a:pPr>
            <a:r>
              <a:rPr sz="2250" b="0">
                <a:solidFill>
                  <a:srgbClr val="08535B"/>
                </a:solidFill>
                <a:latin typeface="IBM Plex Sans"/>
                <a:ea typeface="IBM Plex Sans"/>
                <a:cs typeface="IBM Plex Sans"/>
              </a:rPr>
              <a:t>Spatial observability of low-cost plantar sensor arrays</a:t>
            </a:r>
          </a:p>
        </p:txBody>
      </p:sp>
      <p:sp>
        <p:nvSpPr>
          <p:cNvPr id="5" name="text-1-4">
            <a:extLst xmlns:a="http://schemas.openxmlformats.org/drawingml/2006/main">
              <a:ext uri="{FF2B5EF4-FFF2-40B4-BE49-F238E27FC236}">
                <a16:creationId xmlns:a16="http://schemas.microsoft.com/office/drawing/2014/main" id="{492D50B8-B79D-4B17-A71D-B8404624BB05}"/>
              </a:ext>
            </a:extLst>
          </p:cNvPr>
          <p:cNvSpPr>
            <a:spLocks xmlns:a="http://schemas.openxmlformats.org/drawingml/2006/main" noGrp="1"/>
          </p:cNvSpPr>
          <p:nvPr/>
        </p:nvSpPr>
        <p:spPr>
          <a:xfrm xmlns:a="http://schemas.openxmlformats.org/drawingml/2006/main">
            <a:off x="533400" y="440055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1">
                <a:solidFill>
                  <a:srgbClr val="5A6C72"/>
                </a:solidFill>
                <a:latin typeface="IBM Plex Sans"/>
                <a:ea typeface="IBM Plex Sans"/>
                <a:cs typeface="IBM Plex Sans"/>
              </a:defRPr>
            </a:pPr>
            <a:r>
              <a:rPr sz="1200" b="1">
                <a:solidFill>
                  <a:srgbClr val="5A6C72"/>
                </a:solidFill>
                <a:latin typeface="IBM Plex Sans"/>
                <a:ea typeface="IBM Plex Sans"/>
                <a:cs typeface="IBM Plex Sans"/>
              </a:rPr>
              <a:t>Full research title</a:t>
            </a:r>
          </a:p>
        </p:txBody>
      </p:sp>
      <p:sp>
        <p:nvSpPr>
          <p:cNvPr id="6" name="text-1-5">
            <a:extLst xmlns:a="http://schemas.openxmlformats.org/drawingml/2006/main">
              <a:ext uri="{FF2B5EF4-FFF2-40B4-BE49-F238E27FC236}">
                <a16:creationId xmlns:a16="http://schemas.microsoft.com/office/drawing/2014/main" id="{69B32F32-4A31-459E-AFF0-C44AF679202E}"/>
              </a:ext>
            </a:extLst>
          </p:cNvPr>
          <p:cNvSpPr>
            <a:spLocks xmlns:a="http://schemas.openxmlformats.org/drawingml/2006/main" noGrp="1"/>
          </p:cNvSpPr>
          <p:nvPr/>
        </p:nvSpPr>
        <p:spPr>
          <a:xfrm xmlns:a="http://schemas.openxmlformats.org/drawingml/2006/main">
            <a:off x="533400" y="4714875"/>
            <a:ext cx="10572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5A6C72"/>
                </a:solidFill>
                <a:latin typeface="IBM Plex Sans"/>
                <a:ea typeface="IBM Plex Sans"/>
                <a:cs typeface="IBM Plex Sans"/>
              </a:defRPr>
            </a:pPr>
            <a:r>
              <a:rPr sz="1725" b="0">
                <a:solidFill>
                  <a:srgbClr val="5A6C72"/>
                </a:solidFill>
                <a:latin typeface="IBM Plex Sans"/>
                <a:ea typeface="IBM Plex Sans"/>
                <a:cs typeface="IBM Plex Sans"/>
              </a:rPr>
              <a:t>Establishing the observability and reliability limits of low-cost plantar sensor arrays for wearable gait</a:t>
            </a:r>
          </a:p>
        </p:txBody>
      </p:sp>
      <p:sp>
        <p:nvSpPr>
          <p:cNvPr id="7" name="text-1-6">
            <a:extLst xmlns:a="http://schemas.openxmlformats.org/drawingml/2006/main">
              <a:ext uri="{FF2B5EF4-FFF2-40B4-BE49-F238E27FC236}">
                <a16:creationId xmlns:a16="http://schemas.microsoft.com/office/drawing/2014/main" id="{EE2B07A8-656E-4B4B-8352-4488A29B253A}"/>
              </a:ext>
            </a:extLst>
          </p:cNvPr>
          <p:cNvSpPr>
            <a:spLocks xmlns:a="http://schemas.openxmlformats.org/drawingml/2006/main" noGrp="1"/>
          </p:cNvSpPr>
          <p:nvPr/>
        </p:nvSpPr>
        <p:spPr>
          <a:xfrm xmlns:a="http://schemas.openxmlformats.org/drawingml/2006/main">
            <a:off x="533400" y="4984337"/>
            <a:ext cx="10572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5A6C72"/>
                </a:solidFill>
                <a:latin typeface="IBM Plex Sans"/>
                <a:ea typeface="IBM Plex Sans"/>
                <a:cs typeface="IBM Plex Sans"/>
              </a:defRPr>
            </a:pPr>
            <a:r>
              <a:rPr sz="1725" b="0">
                <a:solidFill>
                  <a:srgbClr val="5A6C72"/>
                </a:solidFill>
                <a:latin typeface="IBM Plex Sans"/>
                <a:ea typeface="IBM Plex Sans"/>
                <a:cs typeface="IBM Plex Sans"/>
              </a:rPr>
              <a:t>characterisation</a:t>
            </a:r>
          </a:p>
        </p:txBody>
      </p:sp>
      <p:sp>
        <p:nvSpPr>
          <p:cNvPr id="8" name="line-1-7">
            <a:extLst xmlns:a="http://schemas.openxmlformats.org/drawingml/2006/main">
              <a:ext uri="{FF2B5EF4-FFF2-40B4-BE49-F238E27FC236}">
                <a16:creationId xmlns:a16="http://schemas.microsoft.com/office/drawing/2014/main" id="{0548A785-D21E-4B43-B086-F7A69642569E}"/>
              </a:ext>
            </a:extLst>
          </p:cNvPr>
          <p:cNvSpPr>
            <a:spLocks xmlns:a="http://schemas.openxmlformats.org/drawingml/2006/main" noGrp="1"/>
          </p:cNvSpPr>
          <p:nvPr/>
        </p:nvSpPr>
        <p:spPr>
          <a:xfrm xmlns:a="http://schemas.openxmlformats.org/drawingml/2006/main">
            <a:off x="533400" y="5953125"/>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9" name="text-1-8">
            <a:extLst xmlns:a="http://schemas.openxmlformats.org/drawingml/2006/main">
              <a:ext uri="{FF2B5EF4-FFF2-40B4-BE49-F238E27FC236}">
                <a16:creationId xmlns:a16="http://schemas.microsoft.com/office/drawing/2014/main" id="{253A8846-9037-4FA3-9F95-D642759CE16C}"/>
              </a:ext>
            </a:extLst>
          </p:cNvPr>
          <p:cNvSpPr>
            <a:spLocks xmlns:a="http://schemas.openxmlformats.org/drawingml/2006/main" noGrp="1"/>
          </p:cNvSpPr>
          <p:nvPr/>
        </p:nvSpPr>
        <p:spPr>
          <a:xfrm xmlns:a="http://schemas.openxmlformats.org/drawingml/2006/main">
            <a:off x="533400" y="61912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1">
                <a:solidFill>
                  <a:srgbClr val="5A6C72"/>
                </a:solidFill>
                <a:latin typeface="IBM Plex Sans"/>
                <a:ea typeface="IBM Plex Sans"/>
                <a:cs typeface="IBM Plex Sans"/>
              </a:defRPr>
            </a:pPr>
            <a:r>
              <a:rPr sz="1050" b="1">
                <a:solidFill>
                  <a:srgbClr val="5A6C72"/>
                </a:solidFill>
                <a:latin typeface="IBM Plex Sans"/>
                <a:ea typeface="IBM Plex Sans"/>
                <a:cs typeface="IBM Plex Sans"/>
              </a:rPr>
              <a:t>CATEGORY</a:t>
            </a:r>
          </a:p>
        </p:txBody>
      </p:sp>
      <p:sp>
        <p:nvSpPr>
          <p:cNvPr id="10" name="text-1-9">
            <a:extLst xmlns:a="http://schemas.openxmlformats.org/drawingml/2006/main">
              <a:ext uri="{FF2B5EF4-FFF2-40B4-BE49-F238E27FC236}">
                <a16:creationId xmlns:a16="http://schemas.microsoft.com/office/drawing/2014/main" id="{57249524-9583-4B7D-89AD-5C1F138B8573}"/>
              </a:ext>
            </a:extLst>
          </p:cNvPr>
          <p:cNvSpPr>
            <a:spLocks xmlns:a="http://schemas.openxmlformats.org/drawingml/2006/main" noGrp="1"/>
          </p:cNvSpPr>
          <p:nvPr/>
        </p:nvSpPr>
        <p:spPr>
          <a:xfrm xmlns:a="http://schemas.openxmlformats.org/drawingml/2006/main">
            <a:off x="533400" y="6419850"/>
            <a:ext cx="4381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0F1B1E"/>
                </a:solidFill>
                <a:latin typeface="IBM Plex Sans"/>
                <a:ea typeface="IBM Plex Sans"/>
                <a:cs typeface="IBM Plex Sans"/>
              </a:defRPr>
            </a:pPr>
            <a:r>
              <a:rPr sz="1650" b="0">
                <a:solidFill>
                  <a:srgbClr val="0F1B1E"/>
                </a:solidFill>
                <a:latin typeface="IBM Plex Sans"/>
                <a:ea typeface="IBM Plex Sans"/>
                <a:cs typeface="IBM Plex Sans"/>
              </a:rPr>
              <a:t>Engineering &amp; Technology</a:t>
            </a:r>
          </a:p>
        </p:txBody>
      </p:sp>
      <p:sp>
        <p:nvSpPr>
          <p:cNvPr id="11" name="text-1-10">
            <a:extLst xmlns:a="http://schemas.openxmlformats.org/drawingml/2006/main">
              <a:ext uri="{FF2B5EF4-FFF2-40B4-BE49-F238E27FC236}">
                <a16:creationId xmlns:a16="http://schemas.microsoft.com/office/drawing/2014/main" id="{D3742151-AC9D-4494-A821-B5D281A9E6D4}"/>
              </a:ext>
            </a:extLst>
          </p:cNvPr>
          <p:cNvSpPr>
            <a:spLocks xmlns:a="http://schemas.openxmlformats.org/drawingml/2006/main" noGrp="1"/>
          </p:cNvSpPr>
          <p:nvPr/>
        </p:nvSpPr>
        <p:spPr>
          <a:xfrm xmlns:a="http://schemas.openxmlformats.org/drawingml/2006/main">
            <a:off x="5762625" y="6191250"/>
            <a:ext cx="1905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1">
                <a:solidFill>
                  <a:srgbClr val="5A6C72"/>
                </a:solidFill>
                <a:latin typeface="IBM Plex Sans"/>
                <a:ea typeface="IBM Plex Sans"/>
                <a:cs typeface="IBM Plex Sans"/>
              </a:defRPr>
            </a:pPr>
            <a:r>
              <a:rPr sz="1050" b="1">
                <a:solidFill>
                  <a:srgbClr val="5A6C72"/>
                </a:solidFill>
                <a:latin typeface="IBM Plex Sans"/>
                <a:ea typeface="IBM Plex Sans"/>
                <a:cs typeface="IBM Plex Sans"/>
              </a:rPr>
              <a:t>LEVEL</a:t>
            </a:r>
          </a:p>
        </p:txBody>
      </p:sp>
      <p:sp>
        <p:nvSpPr>
          <p:cNvPr id="12" name="text-1-11">
            <a:extLst xmlns:a="http://schemas.openxmlformats.org/drawingml/2006/main">
              <a:ext uri="{FF2B5EF4-FFF2-40B4-BE49-F238E27FC236}">
                <a16:creationId xmlns:a16="http://schemas.microsoft.com/office/drawing/2014/main" id="{255EF7B5-325F-4D24-AC13-A18193DC084A}"/>
              </a:ext>
            </a:extLst>
          </p:cNvPr>
          <p:cNvSpPr>
            <a:spLocks xmlns:a="http://schemas.openxmlformats.org/drawingml/2006/main" noGrp="1"/>
          </p:cNvSpPr>
          <p:nvPr/>
        </p:nvSpPr>
        <p:spPr>
          <a:xfrm xmlns:a="http://schemas.openxmlformats.org/drawingml/2006/main">
            <a:off x="5762625" y="6419850"/>
            <a:ext cx="1714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0F1B1E"/>
                </a:solidFill>
                <a:latin typeface="IBM Plex Sans"/>
                <a:ea typeface="IBM Plex Sans"/>
                <a:cs typeface="IBM Plex Sans"/>
              </a:defRPr>
            </a:pPr>
            <a:r>
              <a:rPr sz="1650" b="0">
                <a:solidFill>
                  <a:srgbClr val="0F1B1E"/>
                </a:solidFill>
                <a:latin typeface="IBM Plex Sans"/>
                <a:ea typeface="IBM Plex Sans"/>
                <a:cs typeface="IBM Plex Sans"/>
              </a:rPr>
              <a:t>UG</a:t>
            </a:r>
          </a:p>
        </p:txBody>
      </p:sp>
      <p:sp>
        <p:nvSpPr>
          <p:cNvPr id="13" name="text-1-12">
            <a:extLst xmlns:a="http://schemas.openxmlformats.org/drawingml/2006/main">
              <a:ext uri="{FF2B5EF4-FFF2-40B4-BE49-F238E27FC236}">
                <a16:creationId xmlns:a16="http://schemas.microsoft.com/office/drawing/2014/main" id="{3D87DC44-DC68-41FD-BD8B-F72C3A2C5D43}"/>
              </a:ext>
            </a:extLst>
          </p:cNvPr>
          <p:cNvSpPr>
            <a:spLocks xmlns:a="http://schemas.openxmlformats.org/drawingml/2006/main" noGrp="1"/>
          </p:cNvSpPr>
          <p:nvPr/>
        </p:nvSpPr>
        <p:spPr>
          <a:xfrm xmlns:a="http://schemas.openxmlformats.org/drawingml/2006/main">
            <a:off x="8763000" y="6191250"/>
            <a:ext cx="2476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1">
                <a:solidFill>
                  <a:srgbClr val="5A6C72"/>
                </a:solidFill>
                <a:latin typeface="IBM Plex Sans"/>
                <a:ea typeface="IBM Plex Sans"/>
                <a:cs typeface="IBM Plex Sans"/>
              </a:defRPr>
            </a:pPr>
            <a:r>
              <a:rPr sz="1050" b="1">
                <a:solidFill>
                  <a:srgbClr val="5A6C72"/>
                </a:solidFill>
                <a:latin typeface="IBM Plex Sans"/>
                <a:ea typeface="IBM Plex Sans"/>
                <a:cs typeface="IBM Plex Sans"/>
              </a:rPr>
              <a:t>CODE NO.</a:t>
            </a:r>
          </a:p>
        </p:txBody>
      </p:sp>
      <p:sp>
        <p:nvSpPr>
          <p:cNvPr id="14" name="line-1-13">
            <a:extLst xmlns:a="http://schemas.openxmlformats.org/drawingml/2006/main">
              <a:ext uri="{FF2B5EF4-FFF2-40B4-BE49-F238E27FC236}">
                <a16:creationId xmlns:a16="http://schemas.microsoft.com/office/drawing/2014/main" id="{9D56EF38-7301-4AD2-8B6C-2231791B6373}"/>
              </a:ext>
            </a:extLst>
          </p:cNvPr>
          <p:cNvSpPr>
            <a:spLocks xmlns:a="http://schemas.openxmlformats.org/drawingml/2006/main" noGrp="1"/>
          </p:cNvSpPr>
          <p:nvPr/>
        </p:nvSpPr>
        <p:spPr>
          <a:xfrm xmlns:a="http://schemas.openxmlformats.org/drawingml/2006/main">
            <a:off x="8763000" y="6667500"/>
            <a:ext cx="2895600" cy="95"/>
          </a:xfrm>
          <a:custGeom xmlns:a="http://schemas.openxmlformats.org/drawingml/2006/main">
            <a:pathLst>
              <a:path w="2895600" h="95">
                <a:moveTo>
                  <a:pt x="0" y="0"/>
                </a:moveTo>
                <a:lnTo>
                  <a:pt x="2895600" y="95"/>
                </a:lnTo>
              </a:path>
            </a:pathLst>
          </a:custGeom>
          <a:noFill xmlns:a="http://schemas.openxmlformats.org/drawingml/2006/main"/>
          <a:ln xmlns:a="http://schemas.openxmlformats.org/drawingml/2006/main" w="9525">
            <a:solidFill>
              <a:srgbClr val="CBD8DC"/>
            </a:solidFill>
          </a:ln>
        </p:spPr>
      </p:sp>
      <p:sp>
        <p:nvSpPr>
          <p:cNvPr id="15" name="logo-vector-1-14">
            <a:extLst xmlns:a="http://schemas.openxmlformats.org/drawingml/2006/main">
              <a:ext uri="{FF2B5EF4-FFF2-40B4-BE49-F238E27FC236}">
                <a16:creationId xmlns:a16="http://schemas.microsoft.com/office/drawing/2014/main" id="{B2A679CC-2DAF-49D9-9347-ED5D8B435082}"/>
              </a:ext>
            </a:extLst>
          </p:cNvPr>
          <p:cNvSpPr>
            <a:spLocks xmlns:a="http://schemas.openxmlformats.org/drawingml/2006/main" noGrp="1"/>
          </p:cNvSpPr>
          <p:nvPr/>
        </p:nvSpPr>
        <p:spPr>
          <a:xfrm xmlns:a="http://schemas.openxmlformats.org/drawingml/2006/main">
            <a:off x="533400" y="971550"/>
            <a:ext cx="2952750" cy="1510185"/>
          </a:xfrm>
          <a:custGeom xmlns:a="http://schemas.openxmlformats.org/drawingml/2006/main">
            <a:pathLst>
              <a:path w="3743325" h="1914525">
                <a:moveTo>
                  <a:pt x="693677" y="150200"/>
                </a:moveTo>
                <a:lnTo>
                  <a:pt x="694773" y="150200"/>
                </a:lnTo>
                <a:lnTo>
                  <a:pt x="696487" y="149533"/>
                </a:lnTo>
                <a:lnTo>
                  <a:pt x="698811" y="148190"/>
                </a:lnTo>
                <a:lnTo>
                  <a:pt x="701192" y="147495"/>
                </a:lnTo>
                <a:lnTo>
                  <a:pt x="703631" y="147428"/>
                </a:lnTo>
                <a:lnTo>
                  <a:pt x="705688" y="147104"/>
                </a:lnTo>
                <a:lnTo>
                  <a:pt x="707365" y="146523"/>
                </a:lnTo>
                <a:lnTo>
                  <a:pt x="709746" y="146199"/>
                </a:lnTo>
                <a:lnTo>
                  <a:pt x="712832" y="146142"/>
                </a:lnTo>
                <a:lnTo>
                  <a:pt x="715023" y="145952"/>
                </a:lnTo>
                <a:lnTo>
                  <a:pt x="716328" y="145628"/>
                </a:lnTo>
                <a:lnTo>
                  <a:pt x="718709" y="145447"/>
                </a:lnTo>
                <a:lnTo>
                  <a:pt x="722166" y="145390"/>
                </a:lnTo>
                <a:lnTo>
                  <a:pt x="724443" y="145294"/>
                </a:lnTo>
                <a:lnTo>
                  <a:pt x="725538" y="145142"/>
                </a:lnTo>
                <a:lnTo>
                  <a:pt x="727920" y="145066"/>
                </a:lnTo>
                <a:lnTo>
                  <a:pt x="731587" y="145066"/>
                </a:lnTo>
                <a:lnTo>
                  <a:pt x="733939" y="145037"/>
                </a:lnTo>
                <a:lnTo>
                  <a:pt x="734978" y="144980"/>
                </a:lnTo>
                <a:lnTo>
                  <a:pt x="737359" y="144923"/>
                </a:lnTo>
                <a:lnTo>
                  <a:pt x="741083" y="144875"/>
                </a:lnTo>
                <a:lnTo>
                  <a:pt x="743417" y="144828"/>
                </a:lnTo>
                <a:lnTo>
                  <a:pt x="744341" y="144761"/>
                </a:lnTo>
                <a:lnTo>
                  <a:pt x="746722" y="144713"/>
                </a:lnTo>
                <a:lnTo>
                  <a:pt x="750560" y="144666"/>
                </a:lnTo>
                <a:lnTo>
                  <a:pt x="752904" y="144628"/>
                </a:lnTo>
                <a:lnTo>
                  <a:pt x="753751" y="144590"/>
                </a:lnTo>
                <a:lnTo>
                  <a:pt x="756133" y="144551"/>
                </a:lnTo>
                <a:lnTo>
                  <a:pt x="760047" y="144504"/>
                </a:lnTo>
                <a:lnTo>
                  <a:pt x="762419" y="144504"/>
                </a:lnTo>
                <a:lnTo>
                  <a:pt x="763267" y="144542"/>
                </a:lnTo>
                <a:lnTo>
                  <a:pt x="765648" y="144561"/>
                </a:lnTo>
                <a:lnTo>
                  <a:pt x="769563" y="144561"/>
                </a:lnTo>
                <a:lnTo>
                  <a:pt x="771992" y="144609"/>
                </a:lnTo>
                <a:lnTo>
                  <a:pt x="772935" y="144704"/>
                </a:lnTo>
                <a:lnTo>
                  <a:pt x="775316" y="144780"/>
                </a:lnTo>
                <a:lnTo>
                  <a:pt x="779135" y="144837"/>
                </a:lnTo>
                <a:lnTo>
                  <a:pt x="781650" y="144961"/>
                </a:lnTo>
                <a:lnTo>
                  <a:pt x="782841" y="145161"/>
                </a:lnTo>
                <a:lnTo>
                  <a:pt x="785222" y="145285"/>
                </a:lnTo>
                <a:lnTo>
                  <a:pt x="788794" y="145342"/>
                </a:lnTo>
                <a:lnTo>
                  <a:pt x="791318" y="145494"/>
                </a:lnTo>
                <a:lnTo>
                  <a:pt x="792813" y="145742"/>
                </a:lnTo>
                <a:lnTo>
                  <a:pt x="795195" y="145894"/>
                </a:lnTo>
                <a:lnTo>
                  <a:pt x="798462" y="145961"/>
                </a:lnTo>
                <a:lnTo>
                  <a:pt x="801138" y="146247"/>
                </a:lnTo>
                <a:lnTo>
                  <a:pt x="803215" y="146771"/>
                </a:lnTo>
                <a:lnTo>
                  <a:pt x="805596" y="147056"/>
                </a:lnTo>
                <a:lnTo>
                  <a:pt x="808282" y="147123"/>
                </a:lnTo>
                <a:lnTo>
                  <a:pt x="811273" y="147742"/>
                </a:lnTo>
                <a:lnTo>
                  <a:pt x="814568" y="148895"/>
                </a:lnTo>
                <a:lnTo>
                  <a:pt x="816950" y="149523"/>
                </a:lnTo>
                <a:lnTo>
                  <a:pt x="818417" y="149628"/>
                </a:lnTo>
                <a:lnTo>
                  <a:pt x="820341" y="150362"/>
                </a:lnTo>
                <a:lnTo>
                  <a:pt x="822722" y="151724"/>
                </a:lnTo>
                <a:lnTo>
                  <a:pt x="825103" y="152571"/>
                </a:lnTo>
                <a:lnTo>
                  <a:pt x="827484" y="152905"/>
                </a:lnTo>
                <a:lnTo>
                  <a:pt x="828894" y="153124"/>
                </a:lnTo>
                <a:lnTo>
                  <a:pt x="829342" y="153229"/>
                </a:lnTo>
                <a:lnTo>
                  <a:pt x="831723" y="153467"/>
                </a:lnTo>
                <a:lnTo>
                  <a:pt x="836038" y="153838"/>
                </a:lnTo>
                <a:lnTo>
                  <a:pt x="838733" y="154153"/>
                </a:lnTo>
                <a:lnTo>
                  <a:pt x="839810" y="154419"/>
                </a:lnTo>
                <a:lnTo>
                  <a:pt x="842191" y="154600"/>
                </a:lnTo>
                <a:lnTo>
                  <a:pt x="845877" y="154696"/>
                </a:lnTo>
                <a:lnTo>
                  <a:pt x="848678" y="155115"/>
                </a:lnTo>
                <a:lnTo>
                  <a:pt x="850583" y="155848"/>
                </a:lnTo>
                <a:lnTo>
                  <a:pt x="852964" y="156210"/>
                </a:lnTo>
                <a:lnTo>
                  <a:pt x="855821" y="156210"/>
                </a:lnTo>
                <a:lnTo>
                  <a:pt x="859326" y="157639"/>
                </a:lnTo>
                <a:lnTo>
                  <a:pt x="863470" y="160496"/>
                </a:lnTo>
                <a:lnTo>
                  <a:pt x="865851" y="162001"/>
                </a:lnTo>
                <a:lnTo>
                  <a:pt x="866470" y="162154"/>
                </a:lnTo>
                <a:lnTo>
                  <a:pt x="866880" y="162258"/>
                </a:lnTo>
                <a:lnTo>
                  <a:pt x="869471" y="162658"/>
                </a:lnTo>
                <a:lnTo>
                  <a:pt x="874024" y="163297"/>
                </a:lnTo>
                <a:lnTo>
                  <a:pt x="877005" y="163897"/>
                </a:lnTo>
                <a:lnTo>
                  <a:pt x="878424" y="164468"/>
                </a:lnTo>
                <a:lnTo>
                  <a:pt x="880805" y="164725"/>
                </a:lnTo>
                <a:lnTo>
                  <a:pt x="884149" y="164678"/>
                </a:lnTo>
                <a:lnTo>
                  <a:pt x="887968" y="166106"/>
                </a:lnTo>
                <a:lnTo>
                  <a:pt x="892254" y="169031"/>
                </a:lnTo>
                <a:lnTo>
                  <a:pt x="894636" y="170507"/>
                </a:lnTo>
                <a:lnTo>
                  <a:pt x="895112" y="170536"/>
                </a:lnTo>
                <a:lnTo>
                  <a:pt x="895598" y="170774"/>
                </a:lnTo>
                <a:lnTo>
                  <a:pt x="896102" y="171221"/>
                </a:lnTo>
                <a:lnTo>
                  <a:pt x="898484" y="171841"/>
                </a:lnTo>
                <a:lnTo>
                  <a:pt x="902741" y="172631"/>
                </a:lnTo>
                <a:lnTo>
                  <a:pt x="905751" y="173507"/>
                </a:lnTo>
                <a:lnTo>
                  <a:pt x="907513" y="174479"/>
                </a:lnTo>
                <a:lnTo>
                  <a:pt x="909895" y="174936"/>
                </a:lnTo>
                <a:lnTo>
                  <a:pt x="912895" y="174869"/>
                </a:lnTo>
                <a:lnTo>
                  <a:pt x="916086" y="176374"/>
                </a:lnTo>
                <a:lnTo>
                  <a:pt x="919448" y="179441"/>
                </a:lnTo>
                <a:lnTo>
                  <a:pt x="921830" y="181213"/>
                </a:lnTo>
                <a:lnTo>
                  <a:pt x="923230" y="181699"/>
                </a:lnTo>
                <a:lnTo>
                  <a:pt x="924592" y="182356"/>
                </a:lnTo>
                <a:lnTo>
                  <a:pt x="925916" y="183213"/>
                </a:lnTo>
                <a:lnTo>
                  <a:pt x="928297" y="183813"/>
                </a:lnTo>
                <a:lnTo>
                  <a:pt x="931735" y="184166"/>
                </a:lnTo>
                <a:lnTo>
                  <a:pt x="935050" y="185890"/>
                </a:lnTo>
                <a:lnTo>
                  <a:pt x="938260" y="188966"/>
                </a:lnTo>
                <a:lnTo>
                  <a:pt x="940641" y="190833"/>
                </a:lnTo>
                <a:lnTo>
                  <a:pt x="942194" y="191510"/>
                </a:lnTo>
                <a:lnTo>
                  <a:pt x="943966" y="192500"/>
                </a:lnTo>
                <a:lnTo>
                  <a:pt x="945956" y="193815"/>
                </a:lnTo>
                <a:lnTo>
                  <a:pt x="948338" y="194605"/>
                </a:lnTo>
                <a:lnTo>
                  <a:pt x="951109" y="194882"/>
                </a:lnTo>
                <a:lnTo>
                  <a:pt x="953967" y="196272"/>
                </a:lnTo>
                <a:lnTo>
                  <a:pt x="956910" y="198777"/>
                </a:lnTo>
                <a:lnTo>
                  <a:pt x="959291" y="200368"/>
                </a:lnTo>
                <a:lnTo>
                  <a:pt x="961111" y="201044"/>
                </a:lnTo>
                <a:lnTo>
                  <a:pt x="963654" y="202673"/>
                </a:lnTo>
                <a:lnTo>
                  <a:pt x="966911" y="205254"/>
                </a:lnTo>
                <a:lnTo>
                  <a:pt x="969293" y="206702"/>
                </a:lnTo>
                <a:lnTo>
                  <a:pt x="970798" y="207016"/>
                </a:lnTo>
                <a:lnTo>
                  <a:pt x="972169" y="207769"/>
                </a:lnTo>
                <a:lnTo>
                  <a:pt x="973417" y="208959"/>
                </a:lnTo>
                <a:lnTo>
                  <a:pt x="975798" y="210188"/>
                </a:lnTo>
                <a:lnTo>
                  <a:pt x="979313" y="211474"/>
                </a:lnTo>
                <a:lnTo>
                  <a:pt x="982932" y="213855"/>
                </a:lnTo>
                <a:lnTo>
                  <a:pt x="986647" y="217332"/>
                </a:lnTo>
                <a:lnTo>
                  <a:pt x="989028" y="219408"/>
                </a:lnTo>
                <a:lnTo>
                  <a:pt x="990076" y="220066"/>
                </a:lnTo>
                <a:lnTo>
                  <a:pt x="992791" y="222447"/>
                </a:lnTo>
                <a:lnTo>
                  <a:pt x="997172" y="226552"/>
                </a:lnTo>
                <a:lnTo>
                  <a:pt x="999554" y="228752"/>
                </a:lnTo>
                <a:lnTo>
                  <a:pt x="999935" y="229048"/>
                </a:lnTo>
                <a:lnTo>
                  <a:pt x="1001973" y="230896"/>
                </a:lnTo>
                <a:lnTo>
                  <a:pt x="1005678" y="234305"/>
                </a:lnTo>
                <a:lnTo>
                  <a:pt x="1008059" y="236325"/>
                </a:lnTo>
                <a:lnTo>
                  <a:pt x="1009117" y="236944"/>
                </a:lnTo>
                <a:lnTo>
                  <a:pt x="1009879" y="237477"/>
                </a:lnTo>
                <a:lnTo>
                  <a:pt x="1010326" y="237906"/>
                </a:lnTo>
                <a:lnTo>
                  <a:pt x="1012708" y="239258"/>
                </a:lnTo>
                <a:lnTo>
                  <a:pt x="1017022" y="241516"/>
                </a:lnTo>
                <a:lnTo>
                  <a:pt x="1020489" y="243897"/>
                </a:lnTo>
                <a:lnTo>
                  <a:pt x="1023118" y="246402"/>
                </a:lnTo>
                <a:lnTo>
                  <a:pt x="1025500" y="248593"/>
                </a:lnTo>
                <a:lnTo>
                  <a:pt x="1027633" y="250479"/>
                </a:lnTo>
                <a:lnTo>
                  <a:pt x="1030110" y="252860"/>
                </a:lnTo>
                <a:lnTo>
                  <a:pt x="1032920" y="255737"/>
                </a:lnTo>
                <a:lnTo>
                  <a:pt x="1035301" y="258223"/>
                </a:lnTo>
                <a:lnTo>
                  <a:pt x="1037253" y="260309"/>
                </a:lnTo>
                <a:lnTo>
                  <a:pt x="1039559" y="262690"/>
                </a:lnTo>
                <a:lnTo>
                  <a:pt x="1042235" y="265367"/>
                </a:lnTo>
                <a:lnTo>
                  <a:pt x="1044616" y="267824"/>
                </a:lnTo>
                <a:lnTo>
                  <a:pt x="1046702" y="270081"/>
                </a:lnTo>
                <a:lnTo>
                  <a:pt x="1049007" y="272463"/>
                </a:lnTo>
                <a:lnTo>
                  <a:pt x="1051512" y="274968"/>
                </a:lnTo>
                <a:lnTo>
                  <a:pt x="1053894" y="277568"/>
                </a:lnTo>
                <a:lnTo>
                  <a:pt x="1056151" y="280245"/>
                </a:lnTo>
                <a:lnTo>
                  <a:pt x="1058285" y="282626"/>
                </a:lnTo>
                <a:lnTo>
                  <a:pt x="1060304" y="284712"/>
                </a:lnTo>
                <a:lnTo>
                  <a:pt x="1062266" y="287712"/>
                </a:lnTo>
                <a:lnTo>
                  <a:pt x="1064171" y="291636"/>
                </a:lnTo>
                <a:lnTo>
                  <a:pt x="1065476" y="294018"/>
                </a:lnTo>
                <a:lnTo>
                  <a:pt x="1066200" y="294856"/>
                </a:lnTo>
                <a:lnTo>
                  <a:pt x="1066619" y="295351"/>
                </a:lnTo>
                <a:lnTo>
                  <a:pt x="1068896" y="297875"/>
                </a:lnTo>
                <a:lnTo>
                  <a:pt x="1073096" y="302495"/>
                </a:lnTo>
                <a:lnTo>
                  <a:pt x="1075477" y="305200"/>
                </a:lnTo>
                <a:lnTo>
                  <a:pt x="1076039" y="306010"/>
                </a:lnTo>
                <a:lnTo>
                  <a:pt x="1078230" y="308391"/>
                </a:lnTo>
                <a:lnTo>
                  <a:pt x="1082040" y="312344"/>
                </a:lnTo>
                <a:lnTo>
                  <a:pt x="1084421" y="315354"/>
                </a:lnTo>
                <a:lnTo>
                  <a:pt x="1085374" y="317411"/>
                </a:lnTo>
                <a:lnTo>
                  <a:pt x="1087164" y="319792"/>
                </a:lnTo>
                <a:lnTo>
                  <a:pt x="1089793" y="322497"/>
                </a:lnTo>
                <a:lnTo>
                  <a:pt x="1091460" y="325517"/>
                </a:lnTo>
                <a:lnTo>
                  <a:pt x="1092165" y="328851"/>
                </a:lnTo>
                <a:lnTo>
                  <a:pt x="1093051" y="331232"/>
                </a:lnTo>
                <a:lnTo>
                  <a:pt x="1094118" y="332661"/>
                </a:lnTo>
                <a:lnTo>
                  <a:pt x="1094832" y="333718"/>
                </a:lnTo>
                <a:lnTo>
                  <a:pt x="1095194" y="334413"/>
                </a:lnTo>
                <a:lnTo>
                  <a:pt x="1097261" y="336794"/>
                </a:lnTo>
                <a:lnTo>
                  <a:pt x="1101023" y="340862"/>
                </a:lnTo>
                <a:lnTo>
                  <a:pt x="1103405" y="344653"/>
                </a:lnTo>
                <a:lnTo>
                  <a:pt x="1104405" y="348167"/>
                </a:lnTo>
                <a:lnTo>
                  <a:pt x="1105472" y="350549"/>
                </a:lnTo>
                <a:lnTo>
                  <a:pt x="1106605" y="351796"/>
                </a:lnTo>
                <a:lnTo>
                  <a:pt x="1107167" y="352997"/>
                </a:lnTo>
                <a:lnTo>
                  <a:pt x="1107167" y="354130"/>
                </a:lnTo>
                <a:lnTo>
                  <a:pt x="1108539" y="356511"/>
                </a:lnTo>
                <a:lnTo>
                  <a:pt x="1111282" y="360140"/>
                </a:lnTo>
                <a:lnTo>
                  <a:pt x="1113092" y="363960"/>
                </a:lnTo>
                <a:lnTo>
                  <a:pt x="1113977" y="367970"/>
                </a:lnTo>
                <a:lnTo>
                  <a:pt x="1114768" y="370351"/>
                </a:lnTo>
                <a:lnTo>
                  <a:pt x="1115444" y="371104"/>
                </a:lnTo>
                <a:lnTo>
                  <a:pt x="1115806" y="371837"/>
                </a:lnTo>
                <a:lnTo>
                  <a:pt x="1115835" y="372542"/>
                </a:lnTo>
                <a:lnTo>
                  <a:pt x="1117311" y="374923"/>
                </a:lnTo>
                <a:lnTo>
                  <a:pt x="1120235" y="378981"/>
                </a:lnTo>
                <a:lnTo>
                  <a:pt x="1121959" y="383076"/>
                </a:lnTo>
                <a:lnTo>
                  <a:pt x="1122483" y="387239"/>
                </a:lnTo>
                <a:lnTo>
                  <a:pt x="1122864" y="389620"/>
                </a:lnTo>
                <a:lnTo>
                  <a:pt x="1123121" y="390220"/>
                </a:lnTo>
                <a:lnTo>
                  <a:pt x="1123417" y="391125"/>
                </a:lnTo>
                <a:lnTo>
                  <a:pt x="1123769" y="392316"/>
                </a:lnTo>
                <a:lnTo>
                  <a:pt x="1125341" y="394697"/>
                </a:lnTo>
                <a:lnTo>
                  <a:pt x="1128131" y="398269"/>
                </a:lnTo>
                <a:lnTo>
                  <a:pt x="1129560" y="401479"/>
                </a:lnTo>
                <a:lnTo>
                  <a:pt x="1129627" y="404336"/>
                </a:lnTo>
                <a:lnTo>
                  <a:pt x="1130198" y="406718"/>
                </a:lnTo>
                <a:lnTo>
                  <a:pt x="1131256" y="408623"/>
                </a:lnTo>
                <a:lnTo>
                  <a:pt x="1132170" y="411928"/>
                </a:lnTo>
                <a:lnTo>
                  <a:pt x="1132961" y="416624"/>
                </a:lnTo>
                <a:lnTo>
                  <a:pt x="1133361" y="419005"/>
                </a:lnTo>
                <a:lnTo>
                  <a:pt x="1134885" y="421748"/>
                </a:lnTo>
                <a:lnTo>
                  <a:pt x="1137695" y="426329"/>
                </a:lnTo>
                <a:lnTo>
                  <a:pt x="1139076" y="429997"/>
                </a:lnTo>
                <a:lnTo>
                  <a:pt x="1139009" y="432749"/>
                </a:lnTo>
                <a:lnTo>
                  <a:pt x="1139400" y="435131"/>
                </a:lnTo>
                <a:lnTo>
                  <a:pt x="1140257" y="437140"/>
                </a:lnTo>
                <a:lnTo>
                  <a:pt x="1140752" y="440026"/>
                </a:lnTo>
                <a:lnTo>
                  <a:pt x="1140895" y="443770"/>
                </a:lnTo>
                <a:lnTo>
                  <a:pt x="1141105" y="446151"/>
                </a:lnTo>
                <a:lnTo>
                  <a:pt x="1141381" y="447170"/>
                </a:lnTo>
                <a:lnTo>
                  <a:pt x="1141838" y="449999"/>
                </a:lnTo>
                <a:lnTo>
                  <a:pt x="1142467" y="454657"/>
                </a:lnTo>
                <a:lnTo>
                  <a:pt x="1142800" y="457038"/>
                </a:lnTo>
                <a:lnTo>
                  <a:pt x="1142876" y="457391"/>
                </a:lnTo>
                <a:lnTo>
                  <a:pt x="1142962" y="457772"/>
                </a:lnTo>
                <a:lnTo>
                  <a:pt x="1144334" y="460153"/>
                </a:lnTo>
                <a:lnTo>
                  <a:pt x="1147010" y="464534"/>
                </a:lnTo>
                <a:lnTo>
                  <a:pt x="1148344" y="468059"/>
                </a:lnTo>
                <a:lnTo>
                  <a:pt x="1148344" y="470735"/>
                </a:lnTo>
                <a:lnTo>
                  <a:pt x="1148782" y="473116"/>
                </a:lnTo>
                <a:lnTo>
                  <a:pt x="1149668" y="475202"/>
                </a:lnTo>
                <a:lnTo>
                  <a:pt x="1150087" y="478003"/>
                </a:lnTo>
                <a:lnTo>
                  <a:pt x="1150039" y="481508"/>
                </a:lnTo>
                <a:lnTo>
                  <a:pt x="1150115" y="483889"/>
                </a:lnTo>
                <a:lnTo>
                  <a:pt x="1150334" y="485146"/>
                </a:lnTo>
                <a:lnTo>
                  <a:pt x="1150468" y="487661"/>
                </a:lnTo>
                <a:lnTo>
                  <a:pt x="1150506" y="491423"/>
                </a:lnTo>
                <a:lnTo>
                  <a:pt x="1150582" y="493805"/>
                </a:lnTo>
                <a:lnTo>
                  <a:pt x="1150677" y="494805"/>
                </a:lnTo>
                <a:lnTo>
                  <a:pt x="1150725" y="497234"/>
                </a:lnTo>
                <a:lnTo>
                  <a:pt x="1150725" y="501091"/>
                </a:lnTo>
                <a:lnTo>
                  <a:pt x="1150763" y="503472"/>
                </a:lnTo>
                <a:lnTo>
                  <a:pt x="1150849" y="504377"/>
                </a:lnTo>
                <a:lnTo>
                  <a:pt x="1150915" y="506816"/>
                </a:lnTo>
                <a:lnTo>
                  <a:pt x="1150953" y="510797"/>
                </a:lnTo>
                <a:lnTo>
                  <a:pt x="1151001" y="513178"/>
                </a:lnTo>
                <a:lnTo>
                  <a:pt x="1151058" y="513959"/>
                </a:lnTo>
                <a:lnTo>
                  <a:pt x="1151144" y="516426"/>
                </a:lnTo>
                <a:lnTo>
                  <a:pt x="1151258" y="520589"/>
                </a:lnTo>
                <a:lnTo>
                  <a:pt x="1151325" y="522970"/>
                </a:lnTo>
                <a:lnTo>
                  <a:pt x="1151353" y="523570"/>
                </a:lnTo>
                <a:lnTo>
                  <a:pt x="1151382" y="525980"/>
                </a:lnTo>
                <a:lnTo>
                  <a:pt x="1151420" y="530200"/>
                </a:lnTo>
                <a:lnTo>
                  <a:pt x="1151439" y="532581"/>
                </a:lnTo>
                <a:lnTo>
                  <a:pt x="1151449" y="533124"/>
                </a:lnTo>
                <a:lnTo>
                  <a:pt x="1151449" y="535515"/>
                </a:lnTo>
                <a:lnTo>
                  <a:pt x="1151449" y="539734"/>
                </a:lnTo>
                <a:lnTo>
                  <a:pt x="1151439" y="542115"/>
                </a:lnTo>
                <a:lnTo>
                  <a:pt x="1151430" y="542658"/>
                </a:lnTo>
                <a:lnTo>
                  <a:pt x="1151411" y="545011"/>
                </a:lnTo>
                <a:lnTo>
                  <a:pt x="1151372" y="549192"/>
                </a:lnTo>
                <a:lnTo>
                  <a:pt x="1151344" y="551574"/>
                </a:lnTo>
                <a:lnTo>
                  <a:pt x="1151325" y="552155"/>
                </a:lnTo>
                <a:lnTo>
                  <a:pt x="1151277" y="554488"/>
                </a:lnTo>
                <a:lnTo>
                  <a:pt x="1151201" y="558575"/>
                </a:lnTo>
                <a:lnTo>
                  <a:pt x="1151144" y="560956"/>
                </a:lnTo>
                <a:lnTo>
                  <a:pt x="1151096" y="561632"/>
                </a:lnTo>
                <a:lnTo>
                  <a:pt x="1151039" y="563956"/>
                </a:lnTo>
                <a:lnTo>
                  <a:pt x="1150963" y="567919"/>
                </a:lnTo>
                <a:lnTo>
                  <a:pt x="1150868" y="570300"/>
                </a:lnTo>
                <a:lnTo>
                  <a:pt x="1150753" y="571100"/>
                </a:lnTo>
                <a:lnTo>
                  <a:pt x="1150677" y="573405"/>
                </a:lnTo>
                <a:lnTo>
                  <a:pt x="1150639" y="577215"/>
                </a:lnTo>
                <a:lnTo>
                  <a:pt x="1150563" y="579596"/>
                </a:lnTo>
                <a:lnTo>
                  <a:pt x="1150449" y="580549"/>
                </a:lnTo>
                <a:lnTo>
                  <a:pt x="1150391" y="582873"/>
                </a:lnTo>
                <a:lnTo>
                  <a:pt x="1150391" y="586569"/>
                </a:lnTo>
                <a:lnTo>
                  <a:pt x="1150306" y="588950"/>
                </a:lnTo>
                <a:lnTo>
                  <a:pt x="1150134" y="590017"/>
                </a:lnTo>
                <a:lnTo>
                  <a:pt x="1150049" y="592312"/>
                </a:lnTo>
                <a:lnTo>
                  <a:pt x="1150049" y="595836"/>
                </a:lnTo>
                <a:lnTo>
                  <a:pt x="1149810" y="598218"/>
                </a:lnTo>
                <a:lnTo>
                  <a:pt x="1149344" y="599456"/>
                </a:lnTo>
                <a:lnTo>
                  <a:pt x="1149144" y="601628"/>
                </a:lnTo>
                <a:lnTo>
                  <a:pt x="1149201" y="604742"/>
                </a:lnTo>
                <a:lnTo>
                  <a:pt x="1148334" y="607124"/>
                </a:lnTo>
                <a:lnTo>
                  <a:pt x="1146553" y="608771"/>
                </a:lnTo>
                <a:lnTo>
                  <a:pt x="1145638" y="610238"/>
                </a:lnTo>
                <a:lnTo>
                  <a:pt x="1145591" y="611524"/>
                </a:lnTo>
                <a:lnTo>
                  <a:pt x="1144924" y="612448"/>
                </a:lnTo>
                <a:lnTo>
                  <a:pt x="1143638" y="613019"/>
                </a:lnTo>
                <a:lnTo>
                  <a:pt x="1142790" y="614543"/>
                </a:lnTo>
                <a:lnTo>
                  <a:pt x="1142362" y="617030"/>
                </a:lnTo>
                <a:lnTo>
                  <a:pt x="1142095" y="618487"/>
                </a:lnTo>
                <a:lnTo>
                  <a:pt x="1141981" y="618915"/>
                </a:lnTo>
                <a:lnTo>
                  <a:pt x="1141809" y="621116"/>
                </a:lnTo>
                <a:lnTo>
                  <a:pt x="1141562" y="625097"/>
                </a:lnTo>
                <a:lnTo>
                  <a:pt x="1141352" y="627478"/>
                </a:lnTo>
                <a:lnTo>
                  <a:pt x="1141162" y="628259"/>
                </a:lnTo>
                <a:lnTo>
                  <a:pt x="1141047" y="630526"/>
                </a:lnTo>
                <a:lnTo>
                  <a:pt x="1141009" y="634279"/>
                </a:lnTo>
                <a:lnTo>
                  <a:pt x="1140733" y="636661"/>
                </a:lnTo>
                <a:lnTo>
                  <a:pt x="1140238" y="637670"/>
                </a:lnTo>
                <a:lnTo>
                  <a:pt x="1140047" y="639861"/>
                </a:lnTo>
                <a:lnTo>
                  <a:pt x="1140171" y="643242"/>
                </a:lnTo>
                <a:lnTo>
                  <a:pt x="1139190" y="645624"/>
                </a:lnTo>
                <a:lnTo>
                  <a:pt x="1137114" y="647005"/>
                </a:lnTo>
                <a:lnTo>
                  <a:pt x="1136142" y="648414"/>
                </a:lnTo>
                <a:lnTo>
                  <a:pt x="1136266" y="649843"/>
                </a:lnTo>
                <a:lnTo>
                  <a:pt x="1135618" y="650681"/>
                </a:lnTo>
                <a:lnTo>
                  <a:pt x="1134189" y="650939"/>
                </a:lnTo>
                <a:lnTo>
                  <a:pt x="1133265" y="652396"/>
                </a:lnTo>
                <a:lnTo>
                  <a:pt x="1132846" y="655053"/>
                </a:lnTo>
                <a:lnTo>
                  <a:pt x="1132561" y="656596"/>
                </a:lnTo>
                <a:lnTo>
                  <a:pt x="1132399" y="657015"/>
                </a:lnTo>
                <a:lnTo>
                  <a:pt x="1132256" y="659254"/>
                </a:lnTo>
                <a:lnTo>
                  <a:pt x="1132122" y="663302"/>
                </a:lnTo>
                <a:lnTo>
                  <a:pt x="1131837" y="665683"/>
                </a:lnTo>
                <a:lnTo>
                  <a:pt x="1131399" y="666398"/>
                </a:lnTo>
                <a:lnTo>
                  <a:pt x="1131113" y="668493"/>
                </a:lnTo>
                <a:lnTo>
                  <a:pt x="1130999" y="671989"/>
                </a:lnTo>
                <a:lnTo>
                  <a:pt x="1129913" y="674370"/>
                </a:lnTo>
                <a:lnTo>
                  <a:pt x="1127874" y="675637"/>
                </a:lnTo>
                <a:lnTo>
                  <a:pt x="1126788" y="676942"/>
                </a:lnTo>
                <a:lnTo>
                  <a:pt x="1126674" y="678275"/>
                </a:lnTo>
                <a:lnTo>
                  <a:pt x="1125950" y="678999"/>
                </a:lnTo>
                <a:lnTo>
                  <a:pt x="1124617" y="679113"/>
                </a:lnTo>
                <a:lnTo>
                  <a:pt x="1123655" y="680533"/>
                </a:lnTo>
                <a:lnTo>
                  <a:pt x="1123074" y="683266"/>
                </a:lnTo>
                <a:lnTo>
                  <a:pt x="1122655" y="684924"/>
                </a:lnTo>
                <a:lnTo>
                  <a:pt x="1122397" y="685505"/>
                </a:lnTo>
                <a:lnTo>
                  <a:pt x="1122236" y="687724"/>
                </a:lnTo>
                <a:lnTo>
                  <a:pt x="1122150" y="691563"/>
                </a:lnTo>
                <a:lnTo>
                  <a:pt x="1121597" y="693944"/>
                </a:lnTo>
                <a:lnTo>
                  <a:pt x="1120569" y="694868"/>
                </a:lnTo>
                <a:lnTo>
                  <a:pt x="1120026" y="696697"/>
                </a:lnTo>
                <a:lnTo>
                  <a:pt x="1119959" y="699449"/>
                </a:lnTo>
                <a:lnTo>
                  <a:pt x="1118549" y="701126"/>
                </a:lnTo>
                <a:lnTo>
                  <a:pt x="1115797" y="701716"/>
                </a:lnTo>
                <a:lnTo>
                  <a:pt x="1114215" y="702516"/>
                </a:lnTo>
                <a:lnTo>
                  <a:pt x="1113806" y="703517"/>
                </a:lnTo>
                <a:lnTo>
                  <a:pt x="1113558" y="704231"/>
                </a:lnTo>
                <a:lnTo>
                  <a:pt x="1113482" y="704640"/>
                </a:lnTo>
                <a:lnTo>
                  <a:pt x="1113311" y="706860"/>
                </a:lnTo>
                <a:lnTo>
                  <a:pt x="1113053" y="710870"/>
                </a:lnTo>
                <a:lnTo>
                  <a:pt x="1112530" y="713251"/>
                </a:lnTo>
                <a:lnTo>
                  <a:pt x="1111748" y="714004"/>
                </a:lnTo>
                <a:lnTo>
                  <a:pt x="1111310" y="715937"/>
                </a:lnTo>
                <a:lnTo>
                  <a:pt x="1111196" y="719052"/>
                </a:lnTo>
                <a:lnTo>
                  <a:pt x="1109577" y="721062"/>
                </a:lnTo>
                <a:lnTo>
                  <a:pt x="1106462" y="721966"/>
                </a:lnTo>
                <a:lnTo>
                  <a:pt x="1104767" y="722652"/>
                </a:lnTo>
                <a:lnTo>
                  <a:pt x="1104490" y="723119"/>
                </a:lnTo>
                <a:lnTo>
                  <a:pt x="1104319" y="723490"/>
                </a:lnTo>
                <a:lnTo>
                  <a:pt x="1104262" y="723767"/>
                </a:lnTo>
                <a:lnTo>
                  <a:pt x="1103995" y="725881"/>
                </a:lnTo>
                <a:lnTo>
                  <a:pt x="1103519" y="729834"/>
                </a:lnTo>
                <a:lnTo>
                  <a:pt x="1102709" y="732215"/>
                </a:lnTo>
                <a:lnTo>
                  <a:pt x="1101547" y="733025"/>
                </a:lnTo>
                <a:lnTo>
                  <a:pt x="1100966" y="734825"/>
                </a:lnTo>
                <a:lnTo>
                  <a:pt x="1100966" y="737616"/>
                </a:lnTo>
                <a:lnTo>
                  <a:pt x="1099566" y="739111"/>
                </a:lnTo>
                <a:lnTo>
                  <a:pt x="1096775" y="739311"/>
                </a:lnTo>
                <a:lnTo>
                  <a:pt x="1095070" y="739988"/>
                </a:lnTo>
                <a:lnTo>
                  <a:pt x="1094461" y="741150"/>
                </a:lnTo>
                <a:lnTo>
                  <a:pt x="1094061" y="742036"/>
                </a:lnTo>
                <a:lnTo>
                  <a:pt x="1093880" y="742645"/>
                </a:lnTo>
                <a:lnTo>
                  <a:pt x="1093727" y="744874"/>
                </a:lnTo>
                <a:lnTo>
                  <a:pt x="1093603" y="748722"/>
                </a:lnTo>
                <a:lnTo>
                  <a:pt x="1092746" y="751103"/>
                </a:lnTo>
                <a:lnTo>
                  <a:pt x="1091146" y="752018"/>
                </a:lnTo>
                <a:lnTo>
                  <a:pt x="1090412" y="753666"/>
                </a:lnTo>
                <a:lnTo>
                  <a:pt x="1090546" y="756047"/>
                </a:lnTo>
                <a:lnTo>
                  <a:pt x="1089422" y="757199"/>
                </a:lnTo>
                <a:lnTo>
                  <a:pt x="1087041" y="757133"/>
                </a:lnTo>
                <a:lnTo>
                  <a:pt x="1085517" y="757990"/>
                </a:lnTo>
                <a:lnTo>
                  <a:pt x="1084850" y="759771"/>
                </a:lnTo>
                <a:lnTo>
                  <a:pt x="1084269" y="761000"/>
                </a:lnTo>
                <a:lnTo>
                  <a:pt x="1083774" y="761667"/>
                </a:lnTo>
                <a:lnTo>
                  <a:pt x="1083583" y="763848"/>
                </a:lnTo>
                <a:lnTo>
                  <a:pt x="1083688" y="767553"/>
                </a:lnTo>
                <a:lnTo>
                  <a:pt x="1081878" y="769639"/>
                </a:lnTo>
                <a:lnTo>
                  <a:pt x="1078173" y="770106"/>
                </a:lnTo>
                <a:lnTo>
                  <a:pt x="1076163" y="770477"/>
                </a:lnTo>
                <a:lnTo>
                  <a:pt x="1075849" y="770753"/>
                </a:lnTo>
                <a:lnTo>
                  <a:pt x="1075658" y="771049"/>
                </a:lnTo>
                <a:lnTo>
                  <a:pt x="1075601" y="771363"/>
                </a:lnTo>
                <a:lnTo>
                  <a:pt x="1075353" y="773506"/>
                </a:lnTo>
                <a:lnTo>
                  <a:pt x="1074925" y="777459"/>
                </a:lnTo>
                <a:lnTo>
                  <a:pt x="1073858" y="779840"/>
                </a:lnTo>
                <a:lnTo>
                  <a:pt x="1072153" y="780650"/>
                </a:lnTo>
                <a:lnTo>
                  <a:pt x="1071296" y="782174"/>
                </a:lnTo>
                <a:lnTo>
                  <a:pt x="1071296" y="784422"/>
                </a:lnTo>
                <a:lnTo>
                  <a:pt x="1070172" y="785612"/>
                </a:lnTo>
                <a:lnTo>
                  <a:pt x="1067924" y="785746"/>
                </a:lnTo>
                <a:lnTo>
                  <a:pt x="1066476" y="786679"/>
                </a:lnTo>
                <a:lnTo>
                  <a:pt x="1065838" y="788422"/>
                </a:lnTo>
                <a:lnTo>
                  <a:pt x="1065124" y="789613"/>
                </a:lnTo>
                <a:lnTo>
                  <a:pt x="1064352" y="790251"/>
                </a:lnTo>
                <a:lnTo>
                  <a:pt x="1063933" y="792213"/>
                </a:lnTo>
                <a:lnTo>
                  <a:pt x="1063876" y="795499"/>
                </a:lnTo>
                <a:lnTo>
                  <a:pt x="1062199" y="797262"/>
                </a:lnTo>
                <a:lnTo>
                  <a:pt x="1058913" y="797509"/>
                </a:lnTo>
                <a:lnTo>
                  <a:pt x="1057008" y="797985"/>
                </a:lnTo>
                <a:lnTo>
                  <a:pt x="1056475" y="798681"/>
                </a:lnTo>
                <a:lnTo>
                  <a:pt x="1056075" y="799300"/>
                </a:lnTo>
                <a:lnTo>
                  <a:pt x="1055818" y="799833"/>
                </a:lnTo>
                <a:lnTo>
                  <a:pt x="1055665" y="802062"/>
                </a:lnTo>
                <a:lnTo>
                  <a:pt x="1055618" y="805986"/>
                </a:lnTo>
                <a:lnTo>
                  <a:pt x="1053636" y="808263"/>
                </a:lnTo>
                <a:lnTo>
                  <a:pt x="1049712" y="808911"/>
                </a:lnTo>
                <a:lnTo>
                  <a:pt x="1047693" y="809273"/>
                </a:lnTo>
                <a:lnTo>
                  <a:pt x="1047159" y="811654"/>
                </a:lnTo>
                <a:lnTo>
                  <a:pt x="1046617" y="815721"/>
                </a:lnTo>
                <a:lnTo>
                  <a:pt x="1044997" y="818102"/>
                </a:lnTo>
                <a:lnTo>
                  <a:pt x="1042302" y="818798"/>
                </a:lnTo>
                <a:lnTo>
                  <a:pt x="1040863" y="819750"/>
                </a:lnTo>
                <a:lnTo>
                  <a:pt x="1040692" y="820941"/>
                </a:lnTo>
                <a:lnTo>
                  <a:pt x="1040016" y="821588"/>
                </a:lnTo>
                <a:lnTo>
                  <a:pt x="1038825" y="821693"/>
                </a:lnTo>
                <a:lnTo>
                  <a:pt x="1037901" y="823160"/>
                </a:lnTo>
                <a:lnTo>
                  <a:pt x="1037263" y="825979"/>
                </a:lnTo>
                <a:lnTo>
                  <a:pt x="1036263" y="827713"/>
                </a:lnTo>
                <a:lnTo>
                  <a:pt x="1034901" y="828351"/>
                </a:lnTo>
                <a:lnTo>
                  <a:pt x="1034148" y="829989"/>
                </a:lnTo>
                <a:lnTo>
                  <a:pt x="1034005" y="832599"/>
                </a:lnTo>
                <a:lnTo>
                  <a:pt x="1032624" y="833952"/>
                </a:lnTo>
                <a:lnTo>
                  <a:pt x="1030014" y="834019"/>
                </a:lnTo>
                <a:lnTo>
                  <a:pt x="1028376" y="834761"/>
                </a:lnTo>
                <a:lnTo>
                  <a:pt x="1027728" y="836190"/>
                </a:lnTo>
                <a:lnTo>
                  <a:pt x="1026919" y="837228"/>
                </a:lnTo>
                <a:lnTo>
                  <a:pt x="1025947" y="837876"/>
                </a:lnTo>
                <a:lnTo>
                  <a:pt x="1025490" y="839800"/>
                </a:lnTo>
                <a:lnTo>
                  <a:pt x="1025557" y="843010"/>
                </a:lnTo>
                <a:lnTo>
                  <a:pt x="1023985" y="844610"/>
                </a:lnTo>
                <a:lnTo>
                  <a:pt x="1020775" y="844610"/>
                </a:lnTo>
                <a:lnTo>
                  <a:pt x="1018851" y="845068"/>
                </a:lnTo>
                <a:lnTo>
                  <a:pt x="1018194" y="845963"/>
                </a:lnTo>
                <a:lnTo>
                  <a:pt x="1017432" y="846744"/>
                </a:lnTo>
                <a:lnTo>
                  <a:pt x="1016565" y="847401"/>
                </a:lnTo>
                <a:lnTo>
                  <a:pt x="1016127" y="849344"/>
                </a:lnTo>
                <a:lnTo>
                  <a:pt x="1016127" y="852583"/>
                </a:lnTo>
                <a:lnTo>
                  <a:pt x="1014508" y="854173"/>
                </a:lnTo>
                <a:lnTo>
                  <a:pt x="1011269" y="854107"/>
                </a:lnTo>
                <a:lnTo>
                  <a:pt x="1009307" y="854526"/>
                </a:lnTo>
                <a:lnTo>
                  <a:pt x="1008612" y="855421"/>
                </a:lnTo>
                <a:lnTo>
                  <a:pt x="1007802" y="856212"/>
                </a:lnTo>
                <a:lnTo>
                  <a:pt x="1006878" y="856907"/>
                </a:lnTo>
                <a:lnTo>
                  <a:pt x="1006412" y="858822"/>
                </a:lnTo>
                <a:lnTo>
                  <a:pt x="1006412" y="861965"/>
                </a:lnTo>
                <a:lnTo>
                  <a:pt x="1004840" y="863508"/>
                </a:lnTo>
                <a:lnTo>
                  <a:pt x="1001697" y="863441"/>
                </a:lnTo>
                <a:lnTo>
                  <a:pt x="999801" y="863927"/>
                </a:lnTo>
                <a:lnTo>
                  <a:pt x="999144" y="864956"/>
                </a:lnTo>
                <a:lnTo>
                  <a:pt x="998172" y="865794"/>
                </a:lnTo>
                <a:lnTo>
                  <a:pt x="996877" y="866451"/>
                </a:lnTo>
                <a:lnTo>
                  <a:pt x="996163" y="868118"/>
                </a:lnTo>
                <a:lnTo>
                  <a:pt x="996048" y="870814"/>
                </a:lnTo>
                <a:lnTo>
                  <a:pt x="994639" y="872223"/>
                </a:lnTo>
                <a:lnTo>
                  <a:pt x="991943" y="872338"/>
                </a:lnTo>
                <a:lnTo>
                  <a:pt x="990248" y="873023"/>
                </a:lnTo>
                <a:lnTo>
                  <a:pt x="989533" y="874262"/>
                </a:lnTo>
                <a:lnTo>
                  <a:pt x="988152" y="875233"/>
                </a:lnTo>
                <a:lnTo>
                  <a:pt x="986095" y="875948"/>
                </a:lnTo>
                <a:lnTo>
                  <a:pt x="984952" y="877186"/>
                </a:lnTo>
                <a:lnTo>
                  <a:pt x="984723" y="878957"/>
                </a:lnTo>
                <a:lnTo>
                  <a:pt x="983732" y="879948"/>
                </a:lnTo>
                <a:lnTo>
                  <a:pt x="981961" y="880177"/>
                </a:lnTo>
                <a:lnTo>
                  <a:pt x="980704" y="881310"/>
                </a:lnTo>
                <a:lnTo>
                  <a:pt x="979970" y="883329"/>
                </a:lnTo>
                <a:lnTo>
                  <a:pt x="978179" y="884720"/>
                </a:lnTo>
                <a:lnTo>
                  <a:pt x="975350" y="885454"/>
                </a:lnTo>
                <a:lnTo>
                  <a:pt x="973912" y="886397"/>
                </a:lnTo>
                <a:lnTo>
                  <a:pt x="973855" y="887540"/>
                </a:lnTo>
                <a:lnTo>
                  <a:pt x="973265" y="888130"/>
                </a:lnTo>
                <a:lnTo>
                  <a:pt x="972122" y="888187"/>
                </a:lnTo>
                <a:lnTo>
                  <a:pt x="971159" y="889606"/>
                </a:lnTo>
                <a:lnTo>
                  <a:pt x="970388" y="892407"/>
                </a:lnTo>
                <a:lnTo>
                  <a:pt x="968350" y="894188"/>
                </a:lnTo>
                <a:lnTo>
                  <a:pt x="965044" y="894959"/>
                </a:lnTo>
                <a:lnTo>
                  <a:pt x="963387" y="895693"/>
                </a:lnTo>
                <a:lnTo>
                  <a:pt x="963387" y="896369"/>
                </a:lnTo>
                <a:lnTo>
                  <a:pt x="963044" y="896712"/>
                </a:lnTo>
                <a:lnTo>
                  <a:pt x="962368" y="896712"/>
                </a:lnTo>
                <a:lnTo>
                  <a:pt x="961625" y="898350"/>
                </a:lnTo>
                <a:lnTo>
                  <a:pt x="960815" y="901617"/>
                </a:lnTo>
                <a:lnTo>
                  <a:pt x="958558" y="903665"/>
                </a:lnTo>
                <a:lnTo>
                  <a:pt x="954853" y="904475"/>
                </a:lnTo>
                <a:lnTo>
                  <a:pt x="952986" y="904989"/>
                </a:lnTo>
                <a:lnTo>
                  <a:pt x="952071" y="907209"/>
                </a:lnTo>
                <a:lnTo>
                  <a:pt x="951224" y="910866"/>
                </a:lnTo>
                <a:lnTo>
                  <a:pt x="948842" y="913047"/>
                </a:lnTo>
                <a:lnTo>
                  <a:pt x="944928" y="913724"/>
                </a:lnTo>
                <a:lnTo>
                  <a:pt x="942918" y="914086"/>
                </a:lnTo>
                <a:lnTo>
                  <a:pt x="942318" y="916391"/>
                </a:lnTo>
                <a:lnTo>
                  <a:pt x="941718" y="920382"/>
                </a:lnTo>
                <a:lnTo>
                  <a:pt x="939432" y="922487"/>
                </a:lnTo>
                <a:lnTo>
                  <a:pt x="935441" y="922715"/>
                </a:lnTo>
                <a:lnTo>
                  <a:pt x="933231" y="922887"/>
                </a:lnTo>
                <a:lnTo>
                  <a:pt x="932802" y="923011"/>
                </a:lnTo>
                <a:lnTo>
                  <a:pt x="932478" y="923277"/>
                </a:lnTo>
                <a:lnTo>
                  <a:pt x="932259" y="923706"/>
                </a:lnTo>
                <a:lnTo>
                  <a:pt x="931945" y="925773"/>
                </a:lnTo>
                <a:lnTo>
                  <a:pt x="931535" y="929478"/>
                </a:lnTo>
                <a:lnTo>
                  <a:pt x="929478" y="931355"/>
                </a:lnTo>
                <a:lnTo>
                  <a:pt x="925773" y="931402"/>
                </a:lnTo>
                <a:lnTo>
                  <a:pt x="923601" y="931602"/>
                </a:lnTo>
                <a:lnTo>
                  <a:pt x="922944" y="931964"/>
                </a:lnTo>
                <a:lnTo>
                  <a:pt x="922363" y="932469"/>
                </a:lnTo>
                <a:lnTo>
                  <a:pt x="921868" y="933126"/>
                </a:lnTo>
                <a:lnTo>
                  <a:pt x="921468" y="935107"/>
                </a:lnTo>
                <a:lnTo>
                  <a:pt x="921182" y="938432"/>
                </a:lnTo>
                <a:lnTo>
                  <a:pt x="919382" y="940184"/>
                </a:lnTo>
                <a:lnTo>
                  <a:pt x="916057" y="940365"/>
                </a:lnTo>
                <a:lnTo>
                  <a:pt x="914038" y="940727"/>
                </a:lnTo>
                <a:lnTo>
                  <a:pt x="913314" y="941260"/>
                </a:lnTo>
                <a:lnTo>
                  <a:pt x="912371" y="941889"/>
                </a:lnTo>
                <a:lnTo>
                  <a:pt x="911209" y="942613"/>
                </a:lnTo>
                <a:lnTo>
                  <a:pt x="910600" y="944385"/>
                </a:lnTo>
                <a:lnTo>
                  <a:pt x="910542" y="947204"/>
                </a:lnTo>
                <a:lnTo>
                  <a:pt x="909104" y="948804"/>
                </a:lnTo>
                <a:lnTo>
                  <a:pt x="906285" y="949204"/>
                </a:lnTo>
                <a:lnTo>
                  <a:pt x="904599" y="949900"/>
                </a:lnTo>
                <a:lnTo>
                  <a:pt x="904046" y="950900"/>
                </a:lnTo>
                <a:lnTo>
                  <a:pt x="903037" y="951671"/>
                </a:lnTo>
                <a:lnTo>
                  <a:pt x="901570" y="952224"/>
                </a:lnTo>
                <a:lnTo>
                  <a:pt x="900684" y="953719"/>
                </a:lnTo>
                <a:lnTo>
                  <a:pt x="900389" y="956167"/>
                </a:lnTo>
                <a:lnTo>
                  <a:pt x="899017" y="957539"/>
                </a:lnTo>
                <a:lnTo>
                  <a:pt x="896569" y="957834"/>
                </a:lnTo>
                <a:lnTo>
                  <a:pt x="895064" y="958710"/>
                </a:lnTo>
                <a:lnTo>
                  <a:pt x="894483" y="960149"/>
                </a:lnTo>
                <a:lnTo>
                  <a:pt x="892969" y="961158"/>
                </a:lnTo>
                <a:lnTo>
                  <a:pt x="890521" y="961739"/>
                </a:lnTo>
                <a:lnTo>
                  <a:pt x="889130" y="962730"/>
                </a:lnTo>
                <a:lnTo>
                  <a:pt x="888806" y="964140"/>
                </a:lnTo>
                <a:lnTo>
                  <a:pt x="887940" y="964940"/>
                </a:lnTo>
                <a:lnTo>
                  <a:pt x="886530" y="965111"/>
                </a:lnTo>
                <a:lnTo>
                  <a:pt x="885415" y="966378"/>
                </a:lnTo>
                <a:lnTo>
                  <a:pt x="884606" y="968750"/>
                </a:lnTo>
                <a:lnTo>
                  <a:pt x="882225" y="970064"/>
                </a:lnTo>
                <a:lnTo>
                  <a:pt x="878272" y="970331"/>
                </a:lnTo>
                <a:lnTo>
                  <a:pt x="876100" y="970540"/>
                </a:lnTo>
                <a:lnTo>
                  <a:pt x="875709" y="970683"/>
                </a:lnTo>
                <a:lnTo>
                  <a:pt x="874671" y="970959"/>
                </a:lnTo>
                <a:lnTo>
                  <a:pt x="872995" y="971350"/>
                </a:lnTo>
                <a:lnTo>
                  <a:pt x="871652" y="972388"/>
                </a:lnTo>
                <a:lnTo>
                  <a:pt x="870633" y="974065"/>
                </a:lnTo>
                <a:lnTo>
                  <a:pt x="869290" y="974941"/>
                </a:lnTo>
                <a:lnTo>
                  <a:pt x="867613" y="975036"/>
                </a:lnTo>
                <a:lnTo>
                  <a:pt x="865765" y="975579"/>
                </a:lnTo>
                <a:lnTo>
                  <a:pt x="863756" y="976560"/>
                </a:lnTo>
                <a:lnTo>
                  <a:pt x="861374" y="977046"/>
                </a:lnTo>
                <a:lnTo>
                  <a:pt x="858622" y="977046"/>
                </a:lnTo>
                <a:lnTo>
                  <a:pt x="856088" y="976884"/>
                </a:lnTo>
                <a:lnTo>
                  <a:pt x="853754" y="976579"/>
                </a:lnTo>
                <a:lnTo>
                  <a:pt x="851373" y="976446"/>
                </a:lnTo>
                <a:lnTo>
                  <a:pt x="848944" y="976503"/>
                </a:lnTo>
                <a:lnTo>
                  <a:pt x="845439" y="975284"/>
                </a:lnTo>
                <a:lnTo>
                  <a:pt x="840877" y="972798"/>
                </a:lnTo>
                <a:lnTo>
                  <a:pt x="838495" y="971521"/>
                </a:lnTo>
                <a:lnTo>
                  <a:pt x="835666" y="970826"/>
                </a:lnTo>
                <a:lnTo>
                  <a:pt x="831009" y="969807"/>
                </a:lnTo>
                <a:lnTo>
                  <a:pt x="826760" y="967473"/>
                </a:lnTo>
                <a:lnTo>
                  <a:pt x="822931" y="963844"/>
                </a:lnTo>
                <a:lnTo>
                  <a:pt x="820550" y="961644"/>
                </a:lnTo>
                <a:lnTo>
                  <a:pt x="819617" y="960882"/>
                </a:lnTo>
                <a:lnTo>
                  <a:pt x="817178" y="958501"/>
                </a:lnTo>
                <a:lnTo>
                  <a:pt x="813235" y="954500"/>
                </a:lnTo>
                <a:lnTo>
                  <a:pt x="810854" y="951786"/>
                </a:lnTo>
                <a:lnTo>
                  <a:pt x="810035" y="950357"/>
                </a:lnTo>
                <a:lnTo>
                  <a:pt x="808034" y="947976"/>
                </a:lnTo>
                <a:lnTo>
                  <a:pt x="804863" y="944642"/>
                </a:lnTo>
                <a:lnTo>
                  <a:pt x="803234" y="941346"/>
                </a:lnTo>
                <a:lnTo>
                  <a:pt x="803158" y="938098"/>
                </a:lnTo>
                <a:lnTo>
                  <a:pt x="802757" y="935717"/>
                </a:lnTo>
                <a:lnTo>
                  <a:pt x="802043" y="934202"/>
                </a:lnTo>
                <a:lnTo>
                  <a:pt x="801710" y="931488"/>
                </a:lnTo>
                <a:lnTo>
                  <a:pt x="801767" y="927573"/>
                </a:lnTo>
                <a:lnTo>
                  <a:pt x="801757" y="925192"/>
                </a:lnTo>
                <a:lnTo>
                  <a:pt x="801700" y="924344"/>
                </a:lnTo>
                <a:lnTo>
                  <a:pt x="801691" y="921963"/>
                </a:lnTo>
                <a:lnTo>
                  <a:pt x="801738" y="918029"/>
                </a:lnTo>
                <a:lnTo>
                  <a:pt x="801795" y="915648"/>
                </a:lnTo>
                <a:lnTo>
                  <a:pt x="801872" y="914819"/>
                </a:lnTo>
                <a:lnTo>
                  <a:pt x="801957" y="912514"/>
                </a:lnTo>
                <a:lnTo>
                  <a:pt x="802053" y="908752"/>
                </a:lnTo>
                <a:lnTo>
                  <a:pt x="802519" y="906370"/>
                </a:lnTo>
                <a:lnTo>
                  <a:pt x="803358" y="905370"/>
                </a:lnTo>
                <a:lnTo>
                  <a:pt x="803900" y="903532"/>
                </a:lnTo>
                <a:lnTo>
                  <a:pt x="804148" y="900855"/>
                </a:lnTo>
                <a:lnTo>
                  <a:pt x="805605" y="899360"/>
                </a:lnTo>
                <a:lnTo>
                  <a:pt x="808282" y="899046"/>
                </a:lnTo>
                <a:lnTo>
                  <a:pt x="809949" y="898331"/>
                </a:lnTo>
                <a:lnTo>
                  <a:pt x="810587" y="897198"/>
                </a:lnTo>
                <a:lnTo>
                  <a:pt x="811054" y="896312"/>
                </a:lnTo>
                <a:lnTo>
                  <a:pt x="811359" y="895674"/>
                </a:lnTo>
                <a:lnTo>
                  <a:pt x="811597" y="893531"/>
                </a:lnTo>
                <a:lnTo>
                  <a:pt x="811778" y="889883"/>
                </a:lnTo>
                <a:lnTo>
                  <a:pt x="813683" y="887949"/>
                </a:lnTo>
                <a:lnTo>
                  <a:pt x="817331" y="887720"/>
                </a:lnTo>
                <a:lnTo>
                  <a:pt x="819445" y="887454"/>
                </a:lnTo>
                <a:lnTo>
                  <a:pt x="820026" y="887149"/>
                </a:lnTo>
                <a:lnTo>
                  <a:pt x="820484" y="886701"/>
                </a:lnTo>
                <a:lnTo>
                  <a:pt x="820817" y="886120"/>
                </a:lnTo>
                <a:lnTo>
                  <a:pt x="821055" y="883977"/>
                </a:lnTo>
                <a:lnTo>
                  <a:pt x="821198" y="880272"/>
                </a:lnTo>
                <a:lnTo>
                  <a:pt x="823122" y="878415"/>
                </a:lnTo>
                <a:lnTo>
                  <a:pt x="826827" y="878415"/>
                </a:lnTo>
                <a:lnTo>
                  <a:pt x="829018" y="878234"/>
                </a:lnTo>
                <a:lnTo>
                  <a:pt x="829713" y="877862"/>
                </a:lnTo>
                <a:lnTo>
                  <a:pt x="830361" y="877338"/>
                </a:lnTo>
                <a:lnTo>
                  <a:pt x="830971" y="876643"/>
                </a:lnTo>
                <a:lnTo>
                  <a:pt x="831323" y="874624"/>
                </a:lnTo>
                <a:lnTo>
                  <a:pt x="831428" y="871261"/>
                </a:lnTo>
                <a:lnTo>
                  <a:pt x="833161" y="869528"/>
                </a:lnTo>
                <a:lnTo>
                  <a:pt x="836524" y="869423"/>
                </a:lnTo>
                <a:lnTo>
                  <a:pt x="838533" y="869051"/>
                </a:lnTo>
                <a:lnTo>
                  <a:pt x="839200" y="868423"/>
                </a:lnTo>
                <a:lnTo>
                  <a:pt x="840086" y="867775"/>
                </a:lnTo>
                <a:lnTo>
                  <a:pt x="841210" y="867108"/>
                </a:lnTo>
                <a:lnTo>
                  <a:pt x="841772" y="865289"/>
                </a:lnTo>
                <a:lnTo>
                  <a:pt x="841772" y="862308"/>
                </a:lnTo>
                <a:lnTo>
                  <a:pt x="843258" y="860793"/>
                </a:lnTo>
                <a:lnTo>
                  <a:pt x="846239" y="860727"/>
                </a:lnTo>
                <a:lnTo>
                  <a:pt x="848049" y="860155"/>
                </a:lnTo>
                <a:lnTo>
                  <a:pt x="848687" y="859079"/>
                </a:lnTo>
                <a:lnTo>
                  <a:pt x="850135" y="858212"/>
                </a:lnTo>
                <a:lnTo>
                  <a:pt x="852383" y="857574"/>
                </a:lnTo>
                <a:lnTo>
                  <a:pt x="853507" y="856317"/>
                </a:lnTo>
                <a:lnTo>
                  <a:pt x="853507" y="854440"/>
                </a:lnTo>
                <a:lnTo>
                  <a:pt x="854440" y="853545"/>
                </a:lnTo>
                <a:lnTo>
                  <a:pt x="856317" y="853602"/>
                </a:lnTo>
                <a:lnTo>
                  <a:pt x="857602" y="852516"/>
                </a:lnTo>
                <a:lnTo>
                  <a:pt x="858317" y="850268"/>
                </a:lnTo>
                <a:lnTo>
                  <a:pt x="860698" y="848811"/>
                </a:lnTo>
                <a:lnTo>
                  <a:pt x="864746" y="848144"/>
                </a:lnTo>
                <a:lnTo>
                  <a:pt x="866794" y="847811"/>
                </a:lnTo>
                <a:lnTo>
                  <a:pt x="867242" y="845734"/>
                </a:lnTo>
                <a:lnTo>
                  <a:pt x="867956" y="841743"/>
                </a:lnTo>
                <a:lnTo>
                  <a:pt x="870318" y="839381"/>
                </a:lnTo>
                <a:lnTo>
                  <a:pt x="874309" y="838667"/>
                </a:lnTo>
                <a:lnTo>
                  <a:pt x="876319" y="838295"/>
                </a:lnTo>
                <a:lnTo>
                  <a:pt x="876824" y="836266"/>
                </a:lnTo>
                <a:lnTo>
                  <a:pt x="877662" y="832399"/>
                </a:lnTo>
                <a:lnTo>
                  <a:pt x="880024" y="830275"/>
                </a:lnTo>
                <a:lnTo>
                  <a:pt x="883891" y="829894"/>
                </a:lnTo>
                <a:lnTo>
                  <a:pt x="886025" y="829647"/>
                </a:lnTo>
                <a:lnTo>
                  <a:pt x="886416" y="829523"/>
                </a:lnTo>
                <a:lnTo>
                  <a:pt x="886682" y="829266"/>
                </a:lnTo>
                <a:lnTo>
                  <a:pt x="886816" y="828875"/>
                </a:lnTo>
                <a:lnTo>
                  <a:pt x="887073" y="826751"/>
                </a:lnTo>
                <a:lnTo>
                  <a:pt x="887463" y="822903"/>
                </a:lnTo>
                <a:lnTo>
                  <a:pt x="889578" y="820807"/>
                </a:lnTo>
                <a:lnTo>
                  <a:pt x="893426" y="820464"/>
                </a:lnTo>
                <a:lnTo>
                  <a:pt x="895569" y="820226"/>
                </a:lnTo>
                <a:lnTo>
                  <a:pt x="896017" y="820103"/>
                </a:lnTo>
                <a:lnTo>
                  <a:pt x="896322" y="819817"/>
                </a:lnTo>
                <a:lnTo>
                  <a:pt x="896493" y="819369"/>
                </a:lnTo>
                <a:lnTo>
                  <a:pt x="896722" y="817216"/>
                </a:lnTo>
                <a:lnTo>
                  <a:pt x="897017" y="813359"/>
                </a:lnTo>
                <a:lnTo>
                  <a:pt x="899084" y="811263"/>
                </a:lnTo>
                <a:lnTo>
                  <a:pt x="902941" y="810930"/>
                </a:lnTo>
                <a:lnTo>
                  <a:pt x="905085" y="810692"/>
                </a:lnTo>
                <a:lnTo>
                  <a:pt x="905513" y="810549"/>
                </a:lnTo>
                <a:lnTo>
                  <a:pt x="905799" y="810263"/>
                </a:lnTo>
                <a:lnTo>
                  <a:pt x="905942" y="809835"/>
                </a:lnTo>
                <a:lnTo>
                  <a:pt x="906085" y="807596"/>
                </a:lnTo>
                <a:lnTo>
                  <a:pt x="906209" y="803539"/>
                </a:lnTo>
                <a:lnTo>
                  <a:pt x="908314" y="801395"/>
                </a:lnTo>
                <a:lnTo>
                  <a:pt x="912371" y="801167"/>
                </a:lnTo>
                <a:lnTo>
                  <a:pt x="914571" y="800986"/>
                </a:lnTo>
                <a:lnTo>
                  <a:pt x="914924" y="800862"/>
                </a:lnTo>
                <a:lnTo>
                  <a:pt x="915162" y="800624"/>
                </a:lnTo>
                <a:lnTo>
                  <a:pt x="915276" y="800271"/>
                </a:lnTo>
                <a:lnTo>
                  <a:pt x="915457" y="798062"/>
                </a:lnTo>
                <a:lnTo>
                  <a:pt x="915676" y="793994"/>
                </a:lnTo>
                <a:lnTo>
                  <a:pt x="917819" y="791756"/>
                </a:lnTo>
                <a:lnTo>
                  <a:pt x="921887" y="791337"/>
                </a:lnTo>
                <a:lnTo>
                  <a:pt x="924020" y="791080"/>
                </a:lnTo>
                <a:lnTo>
                  <a:pt x="924782" y="788594"/>
                </a:lnTo>
                <a:lnTo>
                  <a:pt x="925278" y="784631"/>
                </a:lnTo>
                <a:lnTo>
                  <a:pt x="927506" y="782536"/>
                </a:lnTo>
                <a:lnTo>
                  <a:pt x="931469" y="782298"/>
                </a:lnTo>
                <a:lnTo>
                  <a:pt x="933641" y="782088"/>
                </a:lnTo>
                <a:lnTo>
                  <a:pt x="934012" y="781898"/>
                </a:lnTo>
                <a:lnTo>
                  <a:pt x="934279" y="781612"/>
                </a:lnTo>
                <a:lnTo>
                  <a:pt x="934441" y="781241"/>
                </a:lnTo>
                <a:lnTo>
                  <a:pt x="934679" y="779088"/>
                </a:lnTo>
                <a:lnTo>
                  <a:pt x="934984" y="775173"/>
                </a:lnTo>
                <a:lnTo>
                  <a:pt x="937098" y="773078"/>
                </a:lnTo>
                <a:lnTo>
                  <a:pt x="941013" y="772820"/>
                </a:lnTo>
                <a:lnTo>
                  <a:pt x="943175" y="772592"/>
                </a:lnTo>
                <a:lnTo>
                  <a:pt x="943566" y="772411"/>
                </a:lnTo>
                <a:lnTo>
                  <a:pt x="943851" y="772116"/>
                </a:lnTo>
                <a:lnTo>
                  <a:pt x="944023" y="771725"/>
                </a:lnTo>
                <a:lnTo>
                  <a:pt x="944223" y="769534"/>
                </a:lnTo>
                <a:lnTo>
                  <a:pt x="944442" y="765562"/>
                </a:lnTo>
                <a:lnTo>
                  <a:pt x="946537" y="763438"/>
                </a:lnTo>
                <a:lnTo>
                  <a:pt x="950509" y="763181"/>
                </a:lnTo>
                <a:lnTo>
                  <a:pt x="952681" y="762962"/>
                </a:lnTo>
                <a:lnTo>
                  <a:pt x="953033" y="762791"/>
                </a:lnTo>
                <a:lnTo>
                  <a:pt x="953262" y="762533"/>
                </a:lnTo>
                <a:lnTo>
                  <a:pt x="953367" y="762181"/>
                </a:lnTo>
                <a:lnTo>
                  <a:pt x="953653" y="760076"/>
                </a:lnTo>
                <a:lnTo>
                  <a:pt x="954100" y="756218"/>
                </a:lnTo>
                <a:lnTo>
                  <a:pt x="956243" y="753942"/>
                </a:lnTo>
                <a:lnTo>
                  <a:pt x="960101" y="753227"/>
                </a:lnTo>
                <a:lnTo>
                  <a:pt x="962101" y="752846"/>
                </a:lnTo>
                <a:lnTo>
                  <a:pt x="962616" y="750427"/>
                </a:lnTo>
                <a:lnTo>
                  <a:pt x="963120" y="746341"/>
                </a:lnTo>
                <a:lnTo>
                  <a:pt x="964197" y="743960"/>
                </a:lnTo>
                <a:lnTo>
                  <a:pt x="965835" y="743283"/>
                </a:lnTo>
                <a:lnTo>
                  <a:pt x="966626" y="741693"/>
                </a:lnTo>
                <a:lnTo>
                  <a:pt x="966559" y="739178"/>
                </a:lnTo>
                <a:lnTo>
                  <a:pt x="967778" y="737921"/>
                </a:lnTo>
                <a:lnTo>
                  <a:pt x="970293" y="737921"/>
                </a:lnTo>
                <a:lnTo>
                  <a:pt x="971864" y="737111"/>
                </a:lnTo>
                <a:lnTo>
                  <a:pt x="972503" y="735501"/>
                </a:lnTo>
                <a:lnTo>
                  <a:pt x="973122" y="734378"/>
                </a:lnTo>
                <a:lnTo>
                  <a:pt x="973731" y="733739"/>
                </a:lnTo>
                <a:lnTo>
                  <a:pt x="974065" y="731691"/>
                </a:lnTo>
                <a:lnTo>
                  <a:pt x="974122" y="728234"/>
                </a:lnTo>
                <a:lnTo>
                  <a:pt x="975884" y="726415"/>
                </a:lnTo>
                <a:lnTo>
                  <a:pt x="979341" y="726253"/>
                </a:lnTo>
                <a:lnTo>
                  <a:pt x="981361" y="725891"/>
                </a:lnTo>
                <a:lnTo>
                  <a:pt x="981942" y="725329"/>
                </a:lnTo>
                <a:lnTo>
                  <a:pt x="982294" y="724767"/>
                </a:lnTo>
                <a:lnTo>
                  <a:pt x="982428" y="724186"/>
                </a:lnTo>
                <a:lnTo>
                  <a:pt x="982532" y="721909"/>
                </a:lnTo>
                <a:lnTo>
                  <a:pt x="982609" y="717937"/>
                </a:lnTo>
                <a:lnTo>
                  <a:pt x="984380" y="715556"/>
                </a:lnTo>
                <a:lnTo>
                  <a:pt x="987857" y="714766"/>
                </a:lnTo>
                <a:lnTo>
                  <a:pt x="989619" y="714146"/>
                </a:lnTo>
                <a:lnTo>
                  <a:pt x="989667" y="713699"/>
                </a:lnTo>
                <a:lnTo>
                  <a:pt x="989924" y="713442"/>
                </a:lnTo>
                <a:lnTo>
                  <a:pt x="990371" y="713394"/>
                </a:lnTo>
                <a:lnTo>
                  <a:pt x="990914" y="711565"/>
                </a:lnTo>
                <a:lnTo>
                  <a:pt x="991553" y="707936"/>
                </a:lnTo>
                <a:lnTo>
                  <a:pt x="992219" y="705803"/>
                </a:lnTo>
                <a:lnTo>
                  <a:pt x="992905" y="705164"/>
                </a:lnTo>
                <a:lnTo>
                  <a:pt x="993257" y="703135"/>
                </a:lnTo>
                <a:lnTo>
                  <a:pt x="993257" y="699697"/>
                </a:lnTo>
                <a:lnTo>
                  <a:pt x="994972" y="697563"/>
                </a:lnTo>
                <a:lnTo>
                  <a:pt x="998410" y="696716"/>
                </a:lnTo>
                <a:lnTo>
                  <a:pt x="1000220" y="696154"/>
                </a:lnTo>
                <a:lnTo>
                  <a:pt x="1000411" y="695858"/>
                </a:lnTo>
                <a:lnTo>
                  <a:pt x="1000535" y="695611"/>
                </a:lnTo>
                <a:lnTo>
                  <a:pt x="1000706" y="693172"/>
                </a:lnTo>
                <a:lnTo>
                  <a:pt x="1000916" y="688858"/>
                </a:lnTo>
                <a:lnTo>
                  <a:pt x="1001306" y="686476"/>
                </a:lnTo>
                <a:lnTo>
                  <a:pt x="1001868" y="686029"/>
                </a:lnTo>
                <a:lnTo>
                  <a:pt x="1002335" y="684105"/>
                </a:lnTo>
                <a:lnTo>
                  <a:pt x="1002697" y="680714"/>
                </a:lnTo>
                <a:lnTo>
                  <a:pt x="1004564" y="678885"/>
                </a:lnTo>
                <a:lnTo>
                  <a:pt x="1007955" y="678599"/>
                </a:lnTo>
                <a:lnTo>
                  <a:pt x="1009850" y="678113"/>
                </a:lnTo>
                <a:lnTo>
                  <a:pt x="1010241" y="677408"/>
                </a:lnTo>
                <a:lnTo>
                  <a:pt x="1010479" y="676866"/>
                </a:lnTo>
                <a:lnTo>
                  <a:pt x="1010574" y="676475"/>
                </a:lnTo>
                <a:lnTo>
                  <a:pt x="1010698" y="674208"/>
                </a:lnTo>
                <a:lnTo>
                  <a:pt x="1010850" y="670084"/>
                </a:lnTo>
                <a:lnTo>
                  <a:pt x="1011355" y="667703"/>
                </a:lnTo>
                <a:lnTo>
                  <a:pt x="1012203" y="667064"/>
                </a:lnTo>
                <a:lnTo>
                  <a:pt x="1012727" y="665207"/>
                </a:lnTo>
                <a:lnTo>
                  <a:pt x="1012917" y="662130"/>
                </a:lnTo>
                <a:lnTo>
                  <a:pt x="1014555" y="660416"/>
                </a:lnTo>
                <a:lnTo>
                  <a:pt x="1017632" y="660083"/>
                </a:lnTo>
                <a:lnTo>
                  <a:pt x="1019413" y="659482"/>
                </a:lnTo>
                <a:lnTo>
                  <a:pt x="1019880" y="658606"/>
                </a:lnTo>
                <a:lnTo>
                  <a:pt x="1020185" y="657930"/>
                </a:lnTo>
                <a:lnTo>
                  <a:pt x="1020318" y="657463"/>
                </a:lnTo>
                <a:lnTo>
                  <a:pt x="1020489" y="655244"/>
                </a:lnTo>
                <a:lnTo>
                  <a:pt x="1020680" y="651281"/>
                </a:lnTo>
                <a:lnTo>
                  <a:pt x="1021128" y="648900"/>
                </a:lnTo>
                <a:lnTo>
                  <a:pt x="1021832" y="648100"/>
                </a:lnTo>
                <a:lnTo>
                  <a:pt x="1022242" y="646128"/>
                </a:lnTo>
                <a:lnTo>
                  <a:pt x="1022347" y="642976"/>
                </a:lnTo>
                <a:lnTo>
                  <a:pt x="1023976" y="640766"/>
                </a:lnTo>
                <a:lnTo>
                  <a:pt x="1027128" y="639489"/>
                </a:lnTo>
                <a:lnTo>
                  <a:pt x="1028757" y="638747"/>
                </a:lnTo>
                <a:lnTo>
                  <a:pt x="1028871" y="638518"/>
                </a:lnTo>
                <a:lnTo>
                  <a:pt x="1029205" y="636118"/>
                </a:lnTo>
                <a:lnTo>
                  <a:pt x="1029738" y="632003"/>
                </a:lnTo>
                <a:lnTo>
                  <a:pt x="1030091" y="629622"/>
                </a:lnTo>
                <a:lnTo>
                  <a:pt x="1030272" y="628974"/>
                </a:lnTo>
                <a:lnTo>
                  <a:pt x="1030367" y="626688"/>
                </a:lnTo>
                <a:lnTo>
                  <a:pt x="1030367" y="622754"/>
                </a:lnTo>
                <a:lnTo>
                  <a:pt x="1030595" y="620373"/>
                </a:lnTo>
                <a:lnTo>
                  <a:pt x="1031062" y="619544"/>
                </a:lnTo>
                <a:lnTo>
                  <a:pt x="1031348" y="617449"/>
                </a:lnTo>
                <a:lnTo>
                  <a:pt x="1031453" y="614086"/>
                </a:lnTo>
                <a:lnTo>
                  <a:pt x="1032443" y="611705"/>
                </a:lnTo>
                <a:lnTo>
                  <a:pt x="1034329" y="610305"/>
                </a:lnTo>
                <a:lnTo>
                  <a:pt x="1035291" y="608886"/>
                </a:lnTo>
                <a:lnTo>
                  <a:pt x="1035339" y="607457"/>
                </a:lnTo>
                <a:lnTo>
                  <a:pt x="1036082" y="606523"/>
                </a:lnTo>
                <a:lnTo>
                  <a:pt x="1037511" y="606095"/>
                </a:lnTo>
                <a:lnTo>
                  <a:pt x="1038482" y="604676"/>
                </a:lnTo>
                <a:lnTo>
                  <a:pt x="1038987" y="602285"/>
                </a:lnTo>
                <a:lnTo>
                  <a:pt x="1039282" y="600837"/>
                </a:lnTo>
                <a:lnTo>
                  <a:pt x="1039387" y="600332"/>
                </a:lnTo>
                <a:lnTo>
                  <a:pt x="1039511" y="598065"/>
                </a:lnTo>
                <a:lnTo>
                  <a:pt x="1039654" y="594055"/>
                </a:lnTo>
                <a:lnTo>
                  <a:pt x="1039825" y="591674"/>
                </a:lnTo>
                <a:lnTo>
                  <a:pt x="1040016" y="590921"/>
                </a:lnTo>
                <a:lnTo>
                  <a:pt x="1040111" y="588635"/>
                </a:lnTo>
                <a:lnTo>
                  <a:pt x="1040111" y="584816"/>
                </a:lnTo>
                <a:lnTo>
                  <a:pt x="1040206" y="582435"/>
                </a:lnTo>
                <a:lnTo>
                  <a:pt x="1040387" y="581492"/>
                </a:lnTo>
                <a:lnTo>
                  <a:pt x="1040482" y="579206"/>
                </a:lnTo>
                <a:lnTo>
                  <a:pt x="1040482" y="575577"/>
                </a:lnTo>
                <a:lnTo>
                  <a:pt x="1040597" y="573195"/>
                </a:lnTo>
                <a:lnTo>
                  <a:pt x="1040825" y="572062"/>
                </a:lnTo>
                <a:lnTo>
                  <a:pt x="1040921" y="569776"/>
                </a:lnTo>
                <a:lnTo>
                  <a:pt x="1040863" y="566318"/>
                </a:lnTo>
                <a:lnTo>
                  <a:pt x="1041121" y="563937"/>
                </a:lnTo>
                <a:lnTo>
                  <a:pt x="1041702" y="562632"/>
                </a:lnTo>
                <a:lnTo>
                  <a:pt x="1041959" y="560499"/>
                </a:lnTo>
                <a:lnTo>
                  <a:pt x="1041892" y="557555"/>
                </a:lnTo>
                <a:lnTo>
                  <a:pt x="1042311" y="555174"/>
                </a:lnTo>
                <a:lnTo>
                  <a:pt x="1043216" y="553355"/>
                </a:lnTo>
                <a:lnTo>
                  <a:pt x="1043626" y="551393"/>
                </a:lnTo>
                <a:lnTo>
                  <a:pt x="1043559" y="549278"/>
                </a:lnTo>
                <a:lnTo>
                  <a:pt x="1043816" y="546897"/>
                </a:lnTo>
                <a:lnTo>
                  <a:pt x="1044416" y="544249"/>
                </a:lnTo>
                <a:lnTo>
                  <a:pt x="1044683" y="542134"/>
                </a:lnTo>
                <a:lnTo>
                  <a:pt x="1044607" y="540544"/>
                </a:lnTo>
                <a:lnTo>
                  <a:pt x="1044435" y="538163"/>
                </a:lnTo>
                <a:lnTo>
                  <a:pt x="1044159" y="534991"/>
                </a:lnTo>
                <a:lnTo>
                  <a:pt x="1044064" y="532505"/>
                </a:lnTo>
                <a:lnTo>
                  <a:pt x="1044140" y="530723"/>
                </a:lnTo>
                <a:lnTo>
                  <a:pt x="1043883" y="528342"/>
                </a:lnTo>
                <a:lnTo>
                  <a:pt x="1043283" y="525361"/>
                </a:lnTo>
                <a:lnTo>
                  <a:pt x="1042988" y="522684"/>
                </a:lnTo>
                <a:lnTo>
                  <a:pt x="1042988" y="520303"/>
                </a:lnTo>
                <a:lnTo>
                  <a:pt x="1042759" y="517922"/>
                </a:lnTo>
                <a:lnTo>
                  <a:pt x="1042311" y="515541"/>
                </a:lnTo>
                <a:lnTo>
                  <a:pt x="1042159" y="513007"/>
                </a:lnTo>
                <a:lnTo>
                  <a:pt x="1042302" y="510321"/>
                </a:lnTo>
                <a:lnTo>
                  <a:pt x="1042168" y="507940"/>
                </a:lnTo>
                <a:lnTo>
                  <a:pt x="1041740" y="505863"/>
                </a:lnTo>
                <a:lnTo>
                  <a:pt x="1041559" y="503301"/>
                </a:lnTo>
                <a:lnTo>
                  <a:pt x="1041625" y="500253"/>
                </a:lnTo>
                <a:lnTo>
                  <a:pt x="1041540" y="497872"/>
                </a:lnTo>
                <a:lnTo>
                  <a:pt x="1041302" y="496157"/>
                </a:lnTo>
                <a:lnTo>
                  <a:pt x="1041206" y="493690"/>
                </a:lnTo>
                <a:lnTo>
                  <a:pt x="1041263" y="490461"/>
                </a:lnTo>
                <a:lnTo>
                  <a:pt x="1041102" y="488080"/>
                </a:lnTo>
                <a:lnTo>
                  <a:pt x="1040730" y="486547"/>
                </a:lnTo>
                <a:lnTo>
                  <a:pt x="1040549" y="483975"/>
                </a:lnTo>
                <a:lnTo>
                  <a:pt x="1040549" y="480374"/>
                </a:lnTo>
                <a:lnTo>
                  <a:pt x="1040397" y="477993"/>
                </a:lnTo>
                <a:lnTo>
                  <a:pt x="1040082" y="476831"/>
                </a:lnTo>
                <a:lnTo>
                  <a:pt x="1039682" y="474050"/>
                </a:lnTo>
                <a:lnTo>
                  <a:pt x="1039187" y="469640"/>
                </a:lnTo>
                <a:lnTo>
                  <a:pt x="1038901" y="467258"/>
                </a:lnTo>
                <a:lnTo>
                  <a:pt x="1038825" y="466906"/>
                </a:lnTo>
                <a:lnTo>
                  <a:pt x="1038654" y="466106"/>
                </a:lnTo>
                <a:lnTo>
                  <a:pt x="1038368" y="464877"/>
                </a:lnTo>
                <a:lnTo>
                  <a:pt x="1036968" y="462496"/>
                </a:lnTo>
                <a:lnTo>
                  <a:pt x="1034463" y="458962"/>
                </a:lnTo>
                <a:lnTo>
                  <a:pt x="1033215" y="455943"/>
                </a:lnTo>
                <a:lnTo>
                  <a:pt x="1033215" y="453438"/>
                </a:lnTo>
                <a:lnTo>
                  <a:pt x="1032586" y="451056"/>
                </a:lnTo>
                <a:lnTo>
                  <a:pt x="1031338" y="448799"/>
                </a:lnTo>
                <a:lnTo>
                  <a:pt x="1030576" y="445656"/>
                </a:lnTo>
                <a:lnTo>
                  <a:pt x="1030291" y="441617"/>
                </a:lnTo>
                <a:lnTo>
                  <a:pt x="1030034" y="439236"/>
                </a:lnTo>
                <a:lnTo>
                  <a:pt x="1029824" y="438512"/>
                </a:lnTo>
                <a:lnTo>
                  <a:pt x="1029462" y="437331"/>
                </a:lnTo>
                <a:lnTo>
                  <a:pt x="1028957" y="435702"/>
                </a:lnTo>
                <a:lnTo>
                  <a:pt x="1027367" y="433321"/>
                </a:lnTo>
                <a:lnTo>
                  <a:pt x="1024690" y="430187"/>
                </a:lnTo>
                <a:lnTo>
                  <a:pt x="1023290" y="427225"/>
                </a:lnTo>
                <a:lnTo>
                  <a:pt x="1023147" y="424415"/>
                </a:lnTo>
                <a:lnTo>
                  <a:pt x="1022509" y="422034"/>
                </a:lnTo>
                <a:lnTo>
                  <a:pt x="1021366" y="420081"/>
                </a:lnTo>
                <a:lnTo>
                  <a:pt x="1020394" y="417443"/>
                </a:lnTo>
                <a:lnTo>
                  <a:pt x="1019585" y="414128"/>
                </a:lnTo>
                <a:lnTo>
                  <a:pt x="1018384" y="411747"/>
                </a:lnTo>
                <a:lnTo>
                  <a:pt x="1016794" y="410299"/>
                </a:lnTo>
                <a:lnTo>
                  <a:pt x="1015917" y="408699"/>
                </a:lnTo>
                <a:lnTo>
                  <a:pt x="1015746" y="406946"/>
                </a:lnTo>
                <a:lnTo>
                  <a:pt x="1014498" y="404565"/>
                </a:lnTo>
                <a:lnTo>
                  <a:pt x="1012155" y="401555"/>
                </a:lnTo>
                <a:lnTo>
                  <a:pt x="1010650" y="399126"/>
                </a:lnTo>
                <a:lnTo>
                  <a:pt x="1009983" y="397288"/>
                </a:lnTo>
                <a:lnTo>
                  <a:pt x="1008145" y="394907"/>
                </a:lnTo>
                <a:lnTo>
                  <a:pt x="1005126" y="391982"/>
                </a:lnTo>
                <a:lnTo>
                  <a:pt x="1003506" y="388906"/>
                </a:lnTo>
                <a:lnTo>
                  <a:pt x="1003297" y="385677"/>
                </a:lnTo>
                <a:lnTo>
                  <a:pt x="1002630" y="383296"/>
                </a:lnTo>
                <a:lnTo>
                  <a:pt x="1001516" y="381762"/>
                </a:lnTo>
                <a:lnTo>
                  <a:pt x="1000754" y="380629"/>
                </a:lnTo>
                <a:lnTo>
                  <a:pt x="1000335" y="379895"/>
                </a:lnTo>
                <a:lnTo>
                  <a:pt x="998353" y="377514"/>
                </a:lnTo>
                <a:lnTo>
                  <a:pt x="994820" y="373485"/>
                </a:lnTo>
                <a:lnTo>
                  <a:pt x="992438" y="370208"/>
                </a:lnTo>
                <a:lnTo>
                  <a:pt x="991210" y="367684"/>
                </a:lnTo>
                <a:lnTo>
                  <a:pt x="989514" y="365303"/>
                </a:lnTo>
                <a:lnTo>
                  <a:pt x="987352" y="363064"/>
                </a:lnTo>
                <a:lnTo>
                  <a:pt x="985476" y="360074"/>
                </a:lnTo>
                <a:lnTo>
                  <a:pt x="983875" y="356311"/>
                </a:lnTo>
                <a:lnTo>
                  <a:pt x="982666" y="353930"/>
                </a:lnTo>
                <a:lnTo>
                  <a:pt x="981847" y="352930"/>
                </a:lnTo>
                <a:lnTo>
                  <a:pt x="981342" y="352339"/>
                </a:lnTo>
                <a:lnTo>
                  <a:pt x="981161" y="352158"/>
                </a:lnTo>
                <a:lnTo>
                  <a:pt x="978903" y="349777"/>
                </a:lnTo>
                <a:lnTo>
                  <a:pt x="974569" y="345196"/>
                </a:lnTo>
                <a:lnTo>
                  <a:pt x="972188" y="342652"/>
                </a:lnTo>
                <a:lnTo>
                  <a:pt x="971760" y="342167"/>
                </a:lnTo>
                <a:lnTo>
                  <a:pt x="969569" y="339785"/>
                </a:lnTo>
                <a:lnTo>
                  <a:pt x="965616" y="335509"/>
                </a:lnTo>
                <a:lnTo>
                  <a:pt x="963235" y="332918"/>
                </a:lnTo>
                <a:lnTo>
                  <a:pt x="962425" y="332003"/>
                </a:lnTo>
                <a:lnTo>
                  <a:pt x="960120" y="329622"/>
                </a:lnTo>
                <a:lnTo>
                  <a:pt x="956310" y="325774"/>
                </a:lnTo>
                <a:lnTo>
                  <a:pt x="953929" y="323459"/>
                </a:lnTo>
                <a:lnTo>
                  <a:pt x="952976" y="322678"/>
                </a:lnTo>
                <a:lnTo>
                  <a:pt x="950233" y="320297"/>
                </a:lnTo>
                <a:lnTo>
                  <a:pt x="945709" y="316316"/>
                </a:lnTo>
                <a:lnTo>
                  <a:pt x="943327" y="314230"/>
                </a:lnTo>
                <a:lnTo>
                  <a:pt x="943089" y="314030"/>
                </a:lnTo>
                <a:lnTo>
                  <a:pt x="942594" y="313639"/>
                </a:lnTo>
                <a:lnTo>
                  <a:pt x="941822" y="313077"/>
                </a:lnTo>
                <a:lnTo>
                  <a:pt x="939441" y="312201"/>
                </a:lnTo>
                <a:lnTo>
                  <a:pt x="935450" y="311020"/>
                </a:lnTo>
                <a:lnTo>
                  <a:pt x="932040" y="309020"/>
                </a:lnTo>
                <a:lnTo>
                  <a:pt x="929230" y="306210"/>
                </a:lnTo>
                <a:lnTo>
                  <a:pt x="926849" y="304314"/>
                </a:lnTo>
                <a:lnTo>
                  <a:pt x="924897" y="303343"/>
                </a:lnTo>
                <a:lnTo>
                  <a:pt x="921810" y="300961"/>
                </a:lnTo>
                <a:lnTo>
                  <a:pt x="917591" y="297170"/>
                </a:lnTo>
                <a:lnTo>
                  <a:pt x="915210" y="295094"/>
                </a:lnTo>
                <a:lnTo>
                  <a:pt x="914667" y="294742"/>
                </a:lnTo>
                <a:lnTo>
                  <a:pt x="913914" y="294256"/>
                </a:lnTo>
                <a:lnTo>
                  <a:pt x="912943" y="293637"/>
                </a:lnTo>
                <a:lnTo>
                  <a:pt x="910561" y="292979"/>
                </a:lnTo>
                <a:lnTo>
                  <a:pt x="906770" y="292275"/>
                </a:lnTo>
                <a:lnTo>
                  <a:pt x="903027" y="290379"/>
                </a:lnTo>
                <a:lnTo>
                  <a:pt x="899322" y="287293"/>
                </a:lnTo>
                <a:lnTo>
                  <a:pt x="896941" y="285531"/>
                </a:lnTo>
                <a:lnTo>
                  <a:pt x="895883" y="285102"/>
                </a:lnTo>
                <a:lnTo>
                  <a:pt x="894845" y="284597"/>
                </a:lnTo>
                <a:lnTo>
                  <a:pt x="893826" y="284016"/>
                </a:lnTo>
                <a:lnTo>
                  <a:pt x="891445" y="283540"/>
                </a:lnTo>
                <a:lnTo>
                  <a:pt x="887701" y="283178"/>
                </a:lnTo>
                <a:lnTo>
                  <a:pt x="883910" y="281311"/>
                </a:lnTo>
                <a:lnTo>
                  <a:pt x="880081" y="277920"/>
                </a:lnTo>
                <a:lnTo>
                  <a:pt x="877700" y="276035"/>
                </a:lnTo>
                <a:lnTo>
                  <a:pt x="876767" y="275644"/>
                </a:lnTo>
                <a:lnTo>
                  <a:pt x="875900" y="275253"/>
                </a:lnTo>
                <a:lnTo>
                  <a:pt x="875109" y="274844"/>
                </a:lnTo>
                <a:lnTo>
                  <a:pt x="872728" y="274406"/>
                </a:lnTo>
                <a:lnTo>
                  <a:pt x="868756" y="273958"/>
                </a:lnTo>
                <a:lnTo>
                  <a:pt x="864660" y="272234"/>
                </a:lnTo>
                <a:lnTo>
                  <a:pt x="860422" y="269253"/>
                </a:lnTo>
                <a:lnTo>
                  <a:pt x="858041" y="267795"/>
                </a:lnTo>
                <a:lnTo>
                  <a:pt x="857517" y="267862"/>
                </a:lnTo>
                <a:lnTo>
                  <a:pt x="856955" y="267595"/>
                </a:lnTo>
                <a:lnTo>
                  <a:pt x="856355" y="266995"/>
                </a:lnTo>
                <a:lnTo>
                  <a:pt x="853973" y="266414"/>
                </a:lnTo>
                <a:lnTo>
                  <a:pt x="849811" y="265833"/>
                </a:lnTo>
                <a:lnTo>
                  <a:pt x="847315" y="265414"/>
                </a:lnTo>
                <a:lnTo>
                  <a:pt x="846487" y="265176"/>
                </a:lnTo>
                <a:lnTo>
                  <a:pt x="844106" y="265005"/>
                </a:lnTo>
                <a:lnTo>
                  <a:pt x="840172" y="264909"/>
                </a:lnTo>
                <a:lnTo>
                  <a:pt x="837314" y="264433"/>
                </a:lnTo>
                <a:lnTo>
                  <a:pt x="835543" y="263585"/>
                </a:lnTo>
                <a:lnTo>
                  <a:pt x="833161" y="263119"/>
                </a:lnTo>
                <a:lnTo>
                  <a:pt x="830170" y="263052"/>
                </a:lnTo>
                <a:lnTo>
                  <a:pt x="826379" y="261557"/>
                </a:lnTo>
                <a:lnTo>
                  <a:pt x="821788" y="258632"/>
                </a:lnTo>
                <a:lnTo>
                  <a:pt x="819407" y="257156"/>
                </a:lnTo>
                <a:lnTo>
                  <a:pt x="816702" y="256832"/>
                </a:lnTo>
                <a:lnTo>
                  <a:pt x="811987" y="256327"/>
                </a:lnTo>
                <a:lnTo>
                  <a:pt x="809292" y="256013"/>
                </a:lnTo>
                <a:lnTo>
                  <a:pt x="808615" y="255889"/>
                </a:lnTo>
                <a:lnTo>
                  <a:pt x="806234" y="255746"/>
                </a:lnTo>
                <a:lnTo>
                  <a:pt x="802148" y="255594"/>
                </a:lnTo>
                <a:lnTo>
                  <a:pt x="799586" y="255413"/>
                </a:lnTo>
                <a:lnTo>
                  <a:pt x="798547" y="255213"/>
                </a:lnTo>
                <a:lnTo>
                  <a:pt x="796166" y="255108"/>
                </a:lnTo>
                <a:lnTo>
                  <a:pt x="792442" y="255108"/>
                </a:lnTo>
                <a:lnTo>
                  <a:pt x="789956" y="255003"/>
                </a:lnTo>
                <a:lnTo>
                  <a:pt x="788708" y="254794"/>
                </a:lnTo>
                <a:lnTo>
                  <a:pt x="786327" y="254689"/>
                </a:lnTo>
                <a:lnTo>
                  <a:pt x="782812" y="254689"/>
                </a:lnTo>
                <a:lnTo>
                  <a:pt x="780374" y="254632"/>
                </a:lnTo>
                <a:lnTo>
                  <a:pt x="779012" y="254508"/>
                </a:lnTo>
                <a:lnTo>
                  <a:pt x="776630" y="254451"/>
                </a:lnTo>
                <a:lnTo>
                  <a:pt x="773230" y="254451"/>
                </a:lnTo>
                <a:lnTo>
                  <a:pt x="770763" y="254365"/>
                </a:lnTo>
                <a:lnTo>
                  <a:pt x="769229" y="254203"/>
                </a:lnTo>
                <a:lnTo>
                  <a:pt x="766848" y="254117"/>
                </a:lnTo>
                <a:lnTo>
                  <a:pt x="763619" y="254117"/>
                </a:lnTo>
                <a:lnTo>
                  <a:pt x="761209" y="254089"/>
                </a:lnTo>
                <a:lnTo>
                  <a:pt x="759619" y="254032"/>
                </a:lnTo>
                <a:lnTo>
                  <a:pt x="757238" y="254003"/>
                </a:lnTo>
                <a:lnTo>
                  <a:pt x="754066" y="254003"/>
                </a:lnTo>
                <a:lnTo>
                  <a:pt x="751665" y="253984"/>
                </a:lnTo>
                <a:lnTo>
                  <a:pt x="750046" y="253956"/>
                </a:lnTo>
                <a:lnTo>
                  <a:pt x="747665" y="253937"/>
                </a:lnTo>
                <a:lnTo>
                  <a:pt x="744522" y="253937"/>
                </a:lnTo>
                <a:lnTo>
                  <a:pt x="742293" y="254089"/>
                </a:lnTo>
                <a:lnTo>
                  <a:pt x="740969" y="254384"/>
                </a:lnTo>
                <a:lnTo>
                  <a:pt x="738588" y="254565"/>
                </a:lnTo>
                <a:lnTo>
                  <a:pt x="735149" y="254622"/>
                </a:lnTo>
                <a:lnTo>
                  <a:pt x="732939" y="254794"/>
                </a:lnTo>
                <a:lnTo>
                  <a:pt x="731977" y="255099"/>
                </a:lnTo>
                <a:lnTo>
                  <a:pt x="729596" y="255251"/>
                </a:lnTo>
                <a:lnTo>
                  <a:pt x="725795" y="255251"/>
                </a:lnTo>
                <a:lnTo>
                  <a:pt x="723509" y="255337"/>
                </a:lnTo>
                <a:lnTo>
                  <a:pt x="722719" y="255518"/>
                </a:lnTo>
                <a:lnTo>
                  <a:pt x="720338" y="255641"/>
                </a:lnTo>
                <a:lnTo>
                  <a:pt x="716366" y="255718"/>
                </a:lnTo>
                <a:lnTo>
                  <a:pt x="714070" y="255813"/>
                </a:lnTo>
                <a:lnTo>
                  <a:pt x="713461" y="255908"/>
                </a:lnTo>
                <a:lnTo>
                  <a:pt x="711079" y="256013"/>
                </a:lnTo>
                <a:lnTo>
                  <a:pt x="706926" y="256118"/>
                </a:lnTo>
                <a:lnTo>
                  <a:pt x="704631" y="256203"/>
                </a:lnTo>
                <a:lnTo>
                  <a:pt x="704202" y="256280"/>
                </a:lnTo>
                <a:lnTo>
                  <a:pt x="702526" y="256527"/>
                </a:lnTo>
                <a:lnTo>
                  <a:pt x="699592" y="256956"/>
                </a:lnTo>
                <a:lnTo>
                  <a:pt x="697925" y="257670"/>
                </a:lnTo>
                <a:lnTo>
                  <a:pt x="697516" y="258661"/>
                </a:lnTo>
                <a:lnTo>
                  <a:pt x="696811" y="259204"/>
                </a:lnTo>
                <a:lnTo>
                  <a:pt x="695820" y="259299"/>
                </a:lnTo>
                <a:lnTo>
                  <a:pt x="694477" y="260337"/>
                </a:lnTo>
                <a:lnTo>
                  <a:pt x="692791" y="262328"/>
                </a:lnTo>
                <a:lnTo>
                  <a:pt x="690410" y="263328"/>
                </a:lnTo>
                <a:lnTo>
                  <a:pt x="687334" y="263328"/>
                </a:lnTo>
                <a:lnTo>
                  <a:pt x="685295" y="263662"/>
                </a:lnTo>
                <a:lnTo>
                  <a:pt x="684286" y="264338"/>
                </a:lnTo>
                <a:lnTo>
                  <a:pt x="681904" y="264681"/>
                </a:lnTo>
                <a:lnTo>
                  <a:pt x="678151" y="264681"/>
                </a:lnTo>
                <a:lnTo>
                  <a:pt x="675904" y="264814"/>
                </a:lnTo>
                <a:lnTo>
                  <a:pt x="675161" y="265081"/>
                </a:lnTo>
                <a:lnTo>
                  <a:pt x="672779" y="265233"/>
                </a:lnTo>
                <a:lnTo>
                  <a:pt x="668760" y="265271"/>
                </a:lnTo>
                <a:lnTo>
                  <a:pt x="666464" y="265357"/>
                </a:lnTo>
                <a:lnTo>
                  <a:pt x="665902" y="265500"/>
                </a:lnTo>
                <a:lnTo>
                  <a:pt x="664312" y="265852"/>
                </a:lnTo>
                <a:lnTo>
                  <a:pt x="661702" y="266414"/>
                </a:lnTo>
                <a:lnTo>
                  <a:pt x="660435" y="267529"/>
                </a:lnTo>
                <a:lnTo>
                  <a:pt x="660502" y="269186"/>
                </a:lnTo>
                <a:lnTo>
                  <a:pt x="659711" y="269977"/>
                </a:lnTo>
                <a:lnTo>
                  <a:pt x="658054" y="269910"/>
                </a:lnTo>
                <a:lnTo>
                  <a:pt x="656634" y="270872"/>
                </a:lnTo>
                <a:lnTo>
                  <a:pt x="655463" y="272882"/>
                </a:lnTo>
                <a:lnTo>
                  <a:pt x="653082" y="273853"/>
                </a:lnTo>
                <a:lnTo>
                  <a:pt x="649491" y="273796"/>
                </a:lnTo>
                <a:lnTo>
                  <a:pt x="647376" y="274063"/>
                </a:lnTo>
                <a:lnTo>
                  <a:pt x="646719" y="274634"/>
                </a:lnTo>
                <a:lnTo>
                  <a:pt x="644338" y="275006"/>
                </a:lnTo>
                <a:lnTo>
                  <a:pt x="640232" y="275177"/>
                </a:lnTo>
                <a:lnTo>
                  <a:pt x="637975" y="275311"/>
                </a:lnTo>
                <a:lnTo>
                  <a:pt x="637584" y="275396"/>
                </a:lnTo>
                <a:lnTo>
                  <a:pt x="636946" y="275634"/>
                </a:lnTo>
                <a:lnTo>
                  <a:pt x="636070" y="276025"/>
                </a:lnTo>
                <a:lnTo>
                  <a:pt x="635318" y="277654"/>
                </a:lnTo>
                <a:lnTo>
                  <a:pt x="634679" y="280511"/>
                </a:lnTo>
                <a:lnTo>
                  <a:pt x="632936" y="281997"/>
                </a:lnTo>
                <a:lnTo>
                  <a:pt x="630079" y="282102"/>
                </a:lnTo>
                <a:lnTo>
                  <a:pt x="628240" y="282645"/>
                </a:lnTo>
                <a:lnTo>
                  <a:pt x="627412" y="283607"/>
                </a:lnTo>
                <a:lnTo>
                  <a:pt x="625031" y="284245"/>
                </a:lnTo>
                <a:lnTo>
                  <a:pt x="621097" y="284531"/>
                </a:lnTo>
                <a:lnTo>
                  <a:pt x="618915" y="284740"/>
                </a:lnTo>
                <a:lnTo>
                  <a:pt x="618496" y="284855"/>
                </a:lnTo>
                <a:lnTo>
                  <a:pt x="617963" y="285121"/>
                </a:lnTo>
                <a:lnTo>
                  <a:pt x="617296" y="285540"/>
                </a:lnTo>
                <a:lnTo>
                  <a:pt x="616725" y="287350"/>
                </a:lnTo>
                <a:lnTo>
                  <a:pt x="616239" y="290551"/>
                </a:lnTo>
                <a:lnTo>
                  <a:pt x="614401" y="292360"/>
                </a:lnTo>
                <a:lnTo>
                  <a:pt x="611200" y="292770"/>
                </a:lnTo>
                <a:lnTo>
                  <a:pt x="609343" y="293303"/>
                </a:lnTo>
                <a:lnTo>
                  <a:pt x="608838" y="293942"/>
                </a:lnTo>
                <a:lnTo>
                  <a:pt x="606771" y="294513"/>
                </a:lnTo>
                <a:lnTo>
                  <a:pt x="603152" y="295018"/>
                </a:lnTo>
                <a:lnTo>
                  <a:pt x="601266" y="295513"/>
                </a:lnTo>
                <a:lnTo>
                  <a:pt x="601104" y="295989"/>
                </a:lnTo>
                <a:lnTo>
                  <a:pt x="600789" y="296237"/>
                </a:lnTo>
                <a:lnTo>
                  <a:pt x="600313" y="296266"/>
                </a:lnTo>
                <a:lnTo>
                  <a:pt x="599627" y="297961"/>
                </a:lnTo>
                <a:lnTo>
                  <a:pt x="598742" y="301333"/>
                </a:lnTo>
                <a:lnTo>
                  <a:pt x="596360" y="303086"/>
                </a:lnTo>
                <a:lnTo>
                  <a:pt x="592484" y="303219"/>
                </a:lnTo>
                <a:lnTo>
                  <a:pt x="590312" y="303428"/>
                </a:lnTo>
                <a:lnTo>
                  <a:pt x="589845" y="303714"/>
                </a:lnTo>
                <a:lnTo>
                  <a:pt x="589131" y="304095"/>
                </a:lnTo>
                <a:lnTo>
                  <a:pt x="588188" y="304562"/>
                </a:lnTo>
                <a:lnTo>
                  <a:pt x="587645" y="306400"/>
                </a:lnTo>
                <a:lnTo>
                  <a:pt x="587512" y="309610"/>
                </a:lnTo>
                <a:lnTo>
                  <a:pt x="585835" y="311210"/>
                </a:lnTo>
                <a:lnTo>
                  <a:pt x="582625" y="311210"/>
                </a:lnTo>
                <a:lnTo>
                  <a:pt x="580739" y="311706"/>
                </a:lnTo>
                <a:lnTo>
                  <a:pt x="580158" y="312677"/>
                </a:lnTo>
                <a:lnTo>
                  <a:pt x="578501" y="313458"/>
                </a:lnTo>
                <a:lnTo>
                  <a:pt x="575767" y="314039"/>
                </a:lnTo>
                <a:lnTo>
                  <a:pt x="574367" y="315020"/>
                </a:lnTo>
                <a:lnTo>
                  <a:pt x="574310" y="316411"/>
                </a:lnTo>
                <a:lnTo>
                  <a:pt x="573586" y="317106"/>
                </a:lnTo>
                <a:lnTo>
                  <a:pt x="572195" y="317106"/>
                </a:lnTo>
                <a:lnTo>
                  <a:pt x="571157" y="318440"/>
                </a:lnTo>
                <a:lnTo>
                  <a:pt x="570462" y="321126"/>
                </a:lnTo>
                <a:lnTo>
                  <a:pt x="568081" y="322659"/>
                </a:lnTo>
                <a:lnTo>
                  <a:pt x="564013" y="323040"/>
                </a:lnTo>
                <a:lnTo>
                  <a:pt x="561851" y="323259"/>
                </a:lnTo>
                <a:lnTo>
                  <a:pt x="561594" y="323317"/>
                </a:lnTo>
                <a:lnTo>
                  <a:pt x="561365" y="323726"/>
                </a:lnTo>
                <a:lnTo>
                  <a:pt x="561080" y="325822"/>
                </a:lnTo>
                <a:lnTo>
                  <a:pt x="560584" y="329765"/>
                </a:lnTo>
                <a:lnTo>
                  <a:pt x="558365" y="331822"/>
                </a:lnTo>
                <a:lnTo>
                  <a:pt x="554422" y="332003"/>
                </a:lnTo>
                <a:lnTo>
                  <a:pt x="552202" y="332165"/>
                </a:lnTo>
                <a:lnTo>
                  <a:pt x="551707" y="332318"/>
                </a:lnTo>
                <a:lnTo>
                  <a:pt x="551355" y="332632"/>
                </a:lnTo>
                <a:lnTo>
                  <a:pt x="551136" y="333127"/>
                </a:lnTo>
                <a:lnTo>
                  <a:pt x="550964" y="335337"/>
                </a:lnTo>
                <a:lnTo>
                  <a:pt x="550840" y="339271"/>
                </a:lnTo>
                <a:lnTo>
                  <a:pt x="548821" y="341405"/>
                </a:lnTo>
                <a:lnTo>
                  <a:pt x="544887" y="341728"/>
                </a:lnTo>
                <a:lnTo>
                  <a:pt x="542754" y="341976"/>
                </a:lnTo>
                <a:lnTo>
                  <a:pt x="542411" y="342138"/>
                </a:lnTo>
                <a:lnTo>
                  <a:pt x="542182" y="342386"/>
                </a:lnTo>
                <a:lnTo>
                  <a:pt x="542068" y="342729"/>
                </a:lnTo>
                <a:lnTo>
                  <a:pt x="541877" y="344919"/>
                </a:lnTo>
                <a:lnTo>
                  <a:pt x="541601" y="348948"/>
                </a:lnTo>
                <a:lnTo>
                  <a:pt x="539448" y="351187"/>
                </a:lnTo>
                <a:lnTo>
                  <a:pt x="535419" y="351634"/>
                </a:lnTo>
                <a:lnTo>
                  <a:pt x="533295" y="351892"/>
                </a:lnTo>
                <a:lnTo>
                  <a:pt x="532562" y="354416"/>
                </a:lnTo>
                <a:lnTo>
                  <a:pt x="532076" y="358388"/>
                </a:lnTo>
                <a:lnTo>
                  <a:pt x="529838" y="360721"/>
                </a:lnTo>
                <a:lnTo>
                  <a:pt x="525866" y="361407"/>
                </a:lnTo>
                <a:lnTo>
                  <a:pt x="523837" y="361759"/>
                </a:lnTo>
                <a:lnTo>
                  <a:pt x="523437" y="364017"/>
                </a:lnTo>
                <a:lnTo>
                  <a:pt x="522884" y="368141"/>
                </a:lnTo>
                <a:lnTo>
                  <a:pt x="522065" y="370523"/>
                </a:lnTo>
                <a:lnTo>
                  <a:pt x="520989" y="371161"/>
                </a:lnTo>
                <a:lnTo>
                  <a:pt x="520389" y="372942"/>
                </a:lnTo>
                <a:lnTo>
                  <a:pt x="520275" y="375876"/>
                </a:lnTo>
                <a:lnTo>
                  <a:pt x="518751" y="377495"/>
                </a:lnTo>
                <a:lnTo>
                  <a:pt x="515817" y="377800"/>
                </a:lnTo>
                <a:lnTo>
                  <a:pt x="514102" y="378476"/>
                </a:lnTo>
                <a:lnTo>
                  <a:pt x="513607" y="379495"/>
                </a:lnTo>
                <a:lnTo>
                  <a:pt x="513226" y="380257"/>
                </a:lnTo>
                <a:lnTo>
                  <a:pt x="512959" y="380752"/>
                </a:lnTo>
                <a:lnTo>
                  <a:pt x="512807" y="382981"/>
                </a:lnTo>
                <a:lnTo>
                  <a:pt x="512769" y="386944"/>
                </a:lnTo>
                <a:lnTo>
                  <a:pt x="511331" y="389325"/>
                </a:lnTo>
                <a:lnTo>
                  <a:pt x="508502" y="390125"/>
                </a:lnTo>
                <a:lnTo>
                  <a:pt x="507092" y="391097"/>
                </a:lnTo>
                <a:lnTo>
                  <a:pt x="507092" y="392230"/>
                </a:lnTo>
                <a:lnTo>
                  <a:pt x="506530" y="392725"/>
                </a:lnTo>
                <a:lnTo>
                  <a:pt x="505397" y="392582"/>
                </a:lnTo>
                <a:lnTo>
                  <a:pt x="504482" y="394049"/>
                </a:lnTo>
                <a:lnTo>
                  <a:pt x="503796" y="397135"/>
                </a:lnTo>
                <a:lnTo>
                  <a:pt x="503196" y="399021"/>
                </a:lnTo>
                <a:lnTo>
                  <a:pt x="502672" y="399707"/>
                </a:lnTo>
                <a:lnTo>
                  <a:pt x="502368" y="401784"/>
                </a:lnTo>
                <a:lnTo>
                  <a:pt x="502272" y="405241"/>
                </a:lnTo>
                <a:lnTo>
                  <a:pt x="500491" y="407546"/>
                </a:lnTo>
                <a:lnTo>
                  <a:pt x="497034" y="408680"/>
                </a:lnTo>
                <a:lnTo>
                  <a:pt x="495262" y="409289"/>
                </a:lnTo>
                <a:lnTo>
                  <a:pt x="494833" y="411613"/>
                </a:lnTo>
                <a:lnTo>
                  <a:pt x="494233" y="415700"/>
                </a:lnTo>
                <a:lnTo>
                  <a:pt x="493671" y="418081"/>
                </a:lnTo>
                <a:lnTo>
                  <a:pt x="493119" y="418757"/>
                </a:lnTo>
                <a:lnTo>
                  <a:pt x="492824" y="420843"/>
                </a:lnTo>
                <a:lnTo>
                  <a:pt x="492776" y="424329"/>
                </a:lnTo>
                <a:lnTo>
                  <a:pt x="491328" y="426710"/>
                </a:lnTo>
                <a:lnTo>
                  <a:pt x="488490" y="427987"/>
                </a:lnTo>
                <a:lnTo>
                  <a:pt x="487070" y="428949"/>
                </a:lnTo>
                <a:lnTo>
                  <a:pt x="487070" y="429597"/>
                </a:lnTo>
                <a:lnTo>
                  <a:pt x="486747" y="429939"/>
                </a:lnTo>
                <a:lnTo>
                  <a:pt x="486099" y="429968"/>
                </a:lnTo>
                <a:lnTo>
                  <a:pt x="485470" y="431721"/>
                </a:lnTo>
                <a:lnTo>
                  <a:pt x="484861" y="435188"/>
                </a:lnTo>
                <a:lnTo>
                  <a:pt x="484432" y="437236"/>
                </a:lnTo>
                <a:lnTo>
                  <a:pt x="484184" y="437845"/>
                </a:lnTo>
                <a:lnTo>
                  <a:pt x="484061" y="440103"/>
                </a:lnTo>
                <a:lnTo>
                  <a:pt x="484061" y="444008"/>
                </a:lnTo>
                <a:lnTo>
                  <a:pt x="483765" y="446389"/>
                </a:lnTo>
                <a:lnTo>
                  <a:pt x="483165" y="447246"/>
                </a:lnTo>
                <a:lnTo>
                  <a:pt x="482870" y="449332"/>
                </a:lnTo>
                <a:lnTo>
                  <a:pt x="482870" y="452638"/>
                </a:lnTo>
                <a:lnTo>
                  <a:pt x="482117" y="455019"/>
                </a:lnTo>
                <a:lnTo>
                  <a:pt x="480612" y="456476"/>
                </a:lnTo>
                <a:lnTo>
                  <a:pt x="480003" y="458248"/>
                </a:lnTo>
                <a:lnTo>
                  <a:pt x="480298" y="460343"/>
                </a:lnTo>
                <a:lnTo>
                  <a:pt x="479393" y="461534"/>
                </a:lnTo>
                <a:lnTo>
                  <a:pt x="477298" y="461820"/>
                </a:lnTo>
                <a:lnTo>
                  <a:pt x="476040" y="462944"/>
                </a:lnTo>
                <a:lnTo>
                  <a:pt x="475612" y="464896"/>
                </a:lnTo>
                <a:lnTo>
                  <a:pt x="475364" y="466087"/>
                </a:lnTo>
                <a:lnTo>
                  <a:pt x="475278" y="466515"/>
                </a:lnTo>
                <a:lnTo>
                  <a:pt x="475174" y="468792"/>
                </a:lnTo>
                <a:lnTo>
                  <a:pt x="475050" y="472926"/>
                </a:lnTo>
                <a:lnTo>
                  <a:pt x="474926" y="475307"/>
                </a:lnTo>
                <a:lnTo>
                  <a:pt x="474783" y="475936"/>
                </a:lnTo>
                <a:lnTo>
                  <a:pt x="474697" y="478222"/>
                </a:lnTo>
                <a:lnTo>
                  <a:pt x="474650" y="482175"/>
                </a:lnTo>
                <a:lnTo>
                  <a:pt x="474469" y="484556"/>
                </a:lnTo>
                <a:lnTo>
                  <a:pt x="474145" y="485365"/>
                </a:lnTo>
                <a:lnTo>
                  <a:pt x="473954" y="487566"/>
                </a:lnTo>
                <a:lnTo>
                  <a:pt x="473897" y="491138"/>
                </a:lnTo>
                <a:lnTo>
                  <a:pt x="473621" y="493519"/>
                </a:lnTo>
                <a:lnTo>
                  <a:pt x="473116" y="494709"/>
                </a:lnTo>
                <a:lnTo>
                  <a:pt x="472831" y="496805"/>
                </a:lnTo>
                <a:lnTo>
                  <a:pt x="472764" y="499805"/>
                </a:lnTo>
                <a:lnTo>
                  <a:pt x="472211" y="502187"/>
                </a:lnTo>
                <a:lnTo>
                  <a:pt x="471183" y="503949"/>
                </a:lnTo>
                <a:lnTo>
                  <a:pt x="470668" y="505806"/>
                </a:lnTo>
                <a:lnTo>
                  <a:pt x="470668" y="507778"/>
                </a:lnTo>
                <a:lnTo>
                  <a:pt x="469678" y="509683"/>
                </a:lnTo>
                <a:lnTo>
                  <a:pt x="467706" y="511521"/>
                </a:lnTo>
                <a:lnTo>
                  <a:pt x="466668" y="512864"/>
                </a:lnTo>
                <a:lnTo>
                  <a:pt x="466563" y="513712"/>
                </a:lnTo>
                <a:lnTo>
                  <a:pt x="466506" y="514188"/>
                </a:lnTo>
                <a:lnTo>
                  <a:pt x="466363" y="516550"/>
                </a:lnTo>
                <a:lnTo>
                  <a:pt x="466115" y="520941"/>
                </a:lnTo>
                <a:lnTo>
                  <a:pt x="465982" y="523323"/>
                </a:lnTo>
                <a:lnTo>
                  <a:pt x="465953" y="523694"/>
                </a:lnTo>
                <a:lnTo>
                  <a:pt x="465896" y="526009"/>
                </a:lnTo>
                <a:lnTo>
                  <a:pt x="465792" y="530276"/>
                </a:lnTo>
                <a:lnTo>
                  <a:pt x="465725" y="532657"/>
                </a:lnTo>
                <a:lnTo>
                  <a:pt x="465715" y="533152"/>
                </a:lnTo>
                <a:lnTo>
                  <a:pt x="465696" y="535515"/>
                </a:lnTo>
                <a:lnTo>
                  <a:pt x="465658" y="539734"/>
                </a:lnTo>
                <a:lnTo>
                  <a:pt x="465639" y="542115"/>
                </a:lnTo>
                <a:lnTo>
                  <a:pt x="465649" y="542658"/>
                </a:lnTo>
                <a:lnTo>
                  <a:pt x="465649" y="545040"/>
                </a:lnTo>
                <a:lnTo>
                  <a:pt x="465649" y="549259"/>
                </a:lnTo>
                <a:lnTo>
                  <a:pt x="465658" y="551640"/>
                </a:lnTo>
                <a:lnTo>
                  <a:pt x="465658" y="552183"/>
                </a:lnTo>
                <a:lnTo>
                  <a:pt x="465668" y="554565"/>
                </a:lnTo>
                <a:lnTo>
                  <a:pt x="465668" y="558803"/>
                </a:lnTo>
                <a:lnTo>
                  <a:pt x="465668" y="561184"/>
                </a:lnTo>
                <a:lnTo>
                  <a:pt x="465677" y="561708"/>
                </a:lnTo>
                <a:lnTo>
                  <a:pt x="465725" y="564147"/>
                </a:lnTo>
                <a:lnTo>
                  <a:pt x="465830" y="568481"/>
                </a:lnTo>
                <a:lnTo>
                  <a:pt x="465887" y="570862"/>
                </a:lnTo>
                <a:lnTo>
                  <a:pt x="465906" y="571290"/>
                </a:lnTo>
                <a:lnTo>
                  <a:pt x="466115" y="573519"/>
                </a:lnTo>
                <a:lnTo>
                  <a:pt x="466525" y="577548"/>
                </a:lnTo>
                <a:lnTo>
                  <a:pt x="466935" y="579930"/>
                </a:lnTo>
                <a:lnTo>
                  <a:pt x="467344" y="580663"/>
                </a:lnTo>
                <a:lnTo>
                  <a:pt x="467582" y="581263"/>
                </a:lnTo>
                <a:lnTo>
                  <a:pt x="467649" y="581739"/>
                </a:lnTo>
                <a:lnTo>
                  <a:pt x="468868" y="584121"/>
                </a:lnTo>
                <a:lnTo>
                  <a:pt x="471249" y="588407"/>
                </a:lnTo>
                <a:lnTo>
                  <a:pt x="472440" y="591979"/>
                </a:lnTo>
                <a:lnTo>
                  <a:pt x="472440" y="594836"/>
                </a:lnTo>
                <a:lnTo>
                  <a:pt x="472802" y="597218"/>
                </a:lnTo>
                <a:lnTo>
                  <a:pt x="473507" y="599123"/>
                </a:lnTo>
                <a:lnTo>
                  <a:pt x="473869" y="601866"/>
                </a:lnTo>
                <a:lnTo>
                  <a:pt x="473869" y="605438"/>
                </a:lnTo>
                <a:lnTo>
                  <a:pt x="474021" y="607819"/>
                </a:lnTo>
                <a:lnTo>
                  <a:pt x="474326" y="609009"/>
                </a:lnTo>
                <a:lnTo>
                  <a:pt x="474707" y="611762"/>
                </a:lnTo>
                <a:lnTo>
                  <a:pt x="475155" y="616087"/>
                </a:lnTo>
                <a:lnTo>
                  <a:pt x="475421" y="618468"/>
                </a:lnTo>
                <a:lnTo>
                  <a:pt x="475526" y="618906"/>
                </a:lnTo>
                <a:lnTo>
                  <a:pt x="475745" y="619830"/>
                </a:lnTo>
                <a:lnTo>
                  <a:pt x="476079" y="621240"/>
                </a:lnTo>
                <a:lnTo>
                  <a:pt x="477507" y="623621"/>
                </a:lnTo>
                <a:lnTo>
                  <a:pt x="480022" y="626974"/>
                </a:lnTo>
                <a:lnTo>
                  <a:pt x="481355" y="629984"/>
                </a:lnTo>
                <a:lnTo>
                  <a:pt x="481498" y="632641"/>
                </a:lnTo>
                <a:lnTo>
                  <a:pt x="482165" y="635022"/>
                </a:lnTo>
                <a:lnTo>
                  <a:pt x="483346" y="637127"/>
                </a:lnTo>
                <a:lnTo>
                  <a:pt x="484137" y="640290"/>
                </a:lnTo>
                <a:lnTo>
                  <a:pt x="484508" y="644509"/>
                </a:lnTo>
                <a:lnTo>
                  <a:pt x="484813" y="646890"/>
                </a:lnTo>
                <a:lnTo>
                  <a:pt x="485042" y="647433"/>
                </a:lnTo>
                <a:lnTo>
                  <a:pt x="485308" y="648319"/>
                </a:lnTo>
                <a:lnTo>
                  <a:pt x="485623" y="649548"/>
                </a:lnTo>
                <a:lnTo>
                  <a:pt x="487213" y="651929"/>
                </a:lnTo>
                <a:lnTo>
                  <a:pt x="490099" y="655463"/>
                </a:lnTo>
                <a:lnTo>
                  <a:pt x="491623" y="658749"/>
                </a:lnTo>
                <a:lnTo>
                  <a:pt x="491776" y="661787"/>
                </a:lnTo>
                <a:lnTo>
                  <a:pt x="492376" y="664169"/>
                </a:lnTo>
                <a:lnTo>
                  <a:pt x="493395" y="665893"/>
                </a:lnTo>
                <a:lnTo>
                  <a:pt x="494252" y="668036"/>
                </a:lnTo>
                <a:lnTo>
                  <a:pt x="494948" y="670617"/>
                </a:lnTo>
                <a:lnTo>
                  <a:pt x="496395" y="672998"/>
                </a:lnTo>
                <a:lnTo>
                  <a:pt x="498577" y="675180"/>
                </a:lnTo>
                <a:lnTo>
                  <a:pt x="499710" y="677418"/>
                </a:lnTo>
                <a:lnTo>
                  <a:pt x="499805" y="679694"/>
                </a:lnTo>
                <a:lnTo>
                  <a:pt x="500758" y="682076"/>
                </a:lnTo>
                <a:lnTo>
                  <a:pt x="502549" y="684562"/>
                </a:lnTo>
                <a:lnTo>
                  <a:pt x="503796" y="687591"/>
                </a:lnTo>
                <a:lnTo>
                  <a:pt x="504482" y="691163"/>
                </a:lnTo>
                <a:lnTo>
                  <a:pt x="505254" y="693544"/>
                </a:lnTo>
                <a:lnTo>
                  <a:pt x="506120" y="694734"/>
                </a:lnTo>
                <a:lnTo>
                  <a:pt x="506578" y="695782"/>
                </a:lnTo>
                <a:lnTo>
                  <a:pt x="506616" y="696687"/>
                </a:lnTo>
                <a:lnTo>
                  <a:pt x="508054" y="699068"/>
                </a:lnTo>
                <a:lnTo>
                  <a:pt x="510883" y="702926"/>
                </a:lnTo>
                <a:lnTo>
                  <a:pt x="512816" y="706155"/>
                </a:lnTo>
                <a:lnTo>
                  <a:pt x="513836" y="708765"/>
                </a:lnTo>
                <a:lnTo>
                  <a:pt x="515464" y="711146"/>
                </a:lnTo>
                <a:lnTo>
                  <a:pt x="517684" y="713299"/>
                </a:lnTo>
                <a:lnTo>
                  <a:pt x="519132" y="715823"/>
                </a:lnTo>
                <a:lnTo>
                  <a:pt x="519808" y="718728"/>
                </a:lnTo>
                <a:lnTo>
                  <a:pt x="520875" y="721109"/>
                </a:lnTo>
                <a:lnTo>
                  <a:pt x="522322" y="722967"/>
                </a:lnTo>
                <a:lnTo>
                  <a:pt x="523246" y="724300"/>
                </a:lnTo>
                <a:lnTo>
                  <a:pt x="523665" y="725110"/>
                </a:lnTo>
                <a:lnTo>
                  <a:pt x="525590" y="727491"/>
                </a:lnTo>
                <a:lnTo>
                  <a:pt x="529028" y="731444"/>
                </a:lnTo>
                <a:lnTo>
                  <a:pt x="531409" y="734920"/>
                </a:lnTo>
                <a:lnTo>
                  <a:pt x="532733" y="737921"/>
                </a:lnTo>
                <a:lnTo>
                  <a:pt x="534314" y="740302"/>
                </a:lnTo>
                <a:lnTo>
                  <a:pt x="536143" y="742064"/>
                </a:lnTo>
                <a:lnTo>
                  <a:pt x="537143" y="743941"/>
                </a:lnTo>
                <a:lnTo>
                  <a:pt x="537296" y="745931"/>
                </a:lnTo>
                <a:lnTo>
                  <a:pt x="538477" y="748313"/>
                </a:lnTo>
                <a:lnTo>
                  <a:pt x="540677" y="751084"/>
                </a:lnTo>
                <a:lnTo>
                  <a:pt x="542068" y="752904"/>
                </a:lnTo>
                <a:lnTo>
                  <a:pt x="542639" y="753770"/>
                </a:lnTo>
                <a:lnTo>
                  <a:pt x="544773" y="756152"/>
                </a:lnTo>
                <a:lnTo>
                  <a:pt x="548478" y="760047"/>
                </a:lnTo>
                <a:lnTo>
                  <a:pt x="550859" y="763162"/>
                </a:lnTo>
                <a:lnTo>
                  <a:pt x="551917" y="765477"/>
                </a:lnTo>
                <a:lnTo>
                  <a:pt x="553641" y="767858"/>
                </a:lnTo>
                <a:lnTo>
                  <a:pt x="556022" y="770306"/>
                </a:lnTo>
                <a:lnTo>
                  <a:pt x="558403" y="773906"/>
                </a:lnTo>
                <a:lnTo>
                  <a:pt x="560784" y="778669"/>
                </a:lnTo>
                <a:lnTo>
                  <a:pt x="564109" y="783431"/>
                </a:lnTo>
                <a:lnTo>
                  <a:pt x="568366" y="788194"/>
                </a:lnTo>
                <a:lnTo>
                  <a:pt x="570748" y="790918"/>
                </a:lnTo>
                <a:lnTo>
                  <a:pt x="571252" y="791594"/>
                </a:lnTo>
                <a:lnTo>
                  <a:pt x="573367" y="793975"/>
                </a:lnTo>
                <a:lnTo>
                  <a:pt x="577110" y="798062"/>
                </a:lnTo>
                <a:lnTo>
                  <a:pt x="579491" y="800843"/>
                </a:lnTo>
                <a:lnTo>
                  <a:pt x="580511" y="802319"/>
                </a:lnTo>
                <a:lnTo>
                  <a:pt x="582663" y="804701"/>
                </a:lnTo>
                <a:lnTo>
                  <a:pt x="585949" y="807987"/>
                </a:lnTo>
                <a:lnTo>
                  <a:pt x="588331" y="810673"/>
                </a:lnTo>
                <a:lnTo>
                  <a:pt x="589807" y="812759"/>
                </a:lnTo>
                <a:lnTo>
                  <a:pt x="591922" y="815140"/>
                </a:lnTo>
                <a:lnTo>
                  <a:pt x="594655" y="817817"/>
                </a:lnTo>
                <a:lnTo>
                  <a:pt x="597037" y="820836"/>
                </a:lnTo>
                <a:lnTo>
                  <a:pt x="599065" y="824208"/>
                </a:lnTo>
                <a:lnTo>
                  <a:pt x="600713" y="826589"/>
                </a:lnTo>
                <a:lnTo>
                  <a:pt x="601999" y="827980"/>
                </a:lnTo>
                <a:lnTo>
                  <a:pt x="604380" y="830732"/>
                </a:lnTo>
                <a:lnTo>
                  <a:pt x="607857" y="834847"/>
                </a:lnTo>
                <a:lnTo>
                  <a:pt x="609914" y="837228"/>
                </a:lnTo>
                <a:lnTo>
                  <a:pt x="610533" y="837876"/>
                </a:lnTo>
                <a:lnTo>
                  <a:pt x="610981" y="838648"/>
                </a:lnTo>
                <a:lnTo>
                  <a:pt x="611248" y="839543"/>
                </a:lnTo>
                <a:lnTo>
                  <a:pt x="613019" y="841924"/>
                </a:lnTo>
                <a:lnTo>
                  <a:pt x="616277" y="845791"/>
                </a:lnTo>
                <a:lnTo>
                  <a:pt x="618211" y="848058"/>
                </a:lnTo>
                <a:lnTo>
                  <a:pt x="618820" y="848735"/>
                </a:lnTo>
                <a:lnTo>
                  <a:pt x="621106" y="851116"/>
                </a:lnTo>
                <a:lnTo>
                  <a:pt x="625069" y="855202"/>
                </a:lnTo>
                <a:lnTo>
                  <a:pt x="627450" y="857736"/>
                </a:lnTo>
                <a:lnTo>
                  <a:pt x="628250" y="858698"/>
                </a:lnTo>
                <a:lnTo>
                  <a:pt x="630650" y="861079"/>
                </a:lnTo>
                <a:lnTo>
                  <a:pt x="634651" y="864880"/>
                </a:lnTo>
                <a:lnTo>
                  <a:pt x="637032" y="867308"/>
                </a:lnTo>
                <a:lnTo>
                  <a:pt x="637794" y="868366"/>
                </a:lnTo>
                <a:lnTo>
                  <a:pt x="639899" y="870747"/>
                </a:lnTo>
                <a:lnTo>
                  <a:pt x="643347" y="874452"/>
                </a:lnTo>
                <a:lnTo>
                  <a:pt x="645728" y="877253"/>
                </a:lnTo>
                <a:lnTo>
                  <a:pt x="647043" y="879158"/>
                </a:lnTo>
                <a:lnTo>
                  <a:pt x="649062" y="881539"/>
                </a:lnTo>
                <a:lnTo>
                  <a:pt x="651786" y="884396"/>
                </a:lnTo>
                <a:lnTo>
                  <a:pt x="654167" y="887206"/>
                </a:lnTo>
                <a:lnTo>
                  <a:pt x="656206" y="889968"/>
                </a:lnTo>
                <a:lnTo>
                  <a:pt x="658330" y="892350"/>
                </a:lnTo>
                <a:lnTo>
                  <a:pt x="660540" y="894350"/>
                </a:lnTo>
                <a:lnTo>
                  <a:pt x="662921" y="897331"/>
                </a:lnTo>
                <a:lnTo>
                  <a:pt x="665474" y="901303"/>
                </a:lnTo>
                <a:lnTo>
                  <a:pt x="667169" y="903684"/>
                </a:lnTo>
                <a:lnTo>
                  <a:pt x="668007" y="904475"/>
                </a:lnTo>
                <a:lnTo>
                  <a:pt x="669198" y="906066"/>
                </a:lnTo>
                <a:lnTo>
                  <a:pt x="670741" y="908447"/>
                </a:lnTo>
                <a:lnTo>
                  <a:pt x="672627" y="910828"/>
                </a:lnTo>
                <a:lnTo>
                  <a:pt x="674856" y="913209"/>
                </a:lnTo>
                <a:lnTo>
                  <a:pt x="676046" y="914495"/>
                </a:lnTo>
                <a:lnTo>
                  <a:pt x="676199" y="914695"/>
                </a:lnTo>
                <a:lnTo>
                  <a:pt x="678332" y="917077"/>
                </a:lnTo>
                <a:lnTo>
                  <a:pt x="682438" y="921639"/>
                </a:lnTo>
                <a:lnTo>
                  <a:pt x="684819" y="924249"/>
                </a:lnTo>
                <a:lnTo>
                  <a:pt x="685476" y="924906"/>
                </a:lnTo>
                <a:lnTo>
                  <a:pt x="687686" y="927287"/>
                </a:lnTo>
                <a:lnTo>
                  <a:pt x="691467" y="931393"/>
                </a:lnTo>
                <a:lnTo>
                  <a:pt x="693849" y="934060"/>
                </a:lnTo>
                <a:lnTo>
                  <a:pt x="694830" y="935288"/>
                </a:lnTo>
                <a:lnTo>
                  <a:pt x="697097" y="937670"/>
                </a:lnTo>
                <a:lnTo>
                  <a:pt x="700630" y="941203"/>
                </a:lnTo>
                <a:lnTo>
                  <a:pt x="703012" y="943737"/>
                </a:lnTo>
                <a:lnTo>
                  <a:pt x="704240" y="945271"/>
                </a:lnTo>
                <a:lnTo>
                  <a:pt x="706469" y="947652"/>
                </a:lnTo>
                <a:lnTo>
                  <a:pt x="709698" y="950881"/>
                </a:lnTo>
                <a:lnTo>
                  <a:pt x="712079" y="953548"/>
                </a:lnTo>
                <a:lnTo>
                  <a:pt x="713613" y="955634"/>
                </a:lnTo>
                <a:lnTo>
                  <a:pt x="715709" y="958015"/>
                </a:lnTo>
                <a:lnTo>
                  <a:pt x="718385" y="960692"/>
                </a:lnTo>
                <a:lnTo>
                  <a:pt x="720766" y="963740"/>
                </a:lnTo>
                <a:lnTo>
                  <a:pt x="722852" y="967169"/>
                </a:lnTo>
                <a:lnTo>
                  <a:pt x="724567" y="969550"/>
                </a:lnTo>
                <a:lnTo>
                  <a:pt x="725900" y="970883"/>
                </a:lnTo>
                <a:lnTo>
                  <a:pt x="728281" y="973807"/>
                </a:lnTo>
                <a:lnTo>
                  <a:pt x="731710" y="978322"/>
                </a:lnTo>
                <a:lnTo>
                  <a:pt x="733549" y="980704"/>
                </a:lnTo>
                <a:lnTo>
                  <a:pt x="733796" y="980951"/>
                </a:lnTo>
                <a:lnTo>
                  <a:pt x="734139" y="981418"/>
                </a:lnTo>
                <a:lnTo>
                  <a:pt x="734568" y="982094"/>
                </a:lnTo>
                <a:lnTo>
                  <a:pt x="736683" y="984475"/>
                </a:lnTo>
                <a:lnTo>
                  <a:pt x="740464" y="988562"/>
                </a:lnTo>
                <a:lnTo>
                  <a:pt x="742502" y="990771"/>
                </a:lnTo>
                <a:lnTo>
                  <a:pt x="742798" y="991124"/>
                </a:lnTo>
                <a:lnTo>
                  <a:pt x="745103" y="993505"/>
                </a:lnTo>
                <a:lnTo>
                  <a:pt x="749417" y="997915"/>
                </a:lnTo>
                <a:lnTo>
                  <a:pt x="751799" y="1000401"/>
                </a:lnTo>
                <a:lnTo>
                  <a:pt x="752246" y="1000963"/>
                </a:lnTo>
                <a:lnTo>
                  <a:pt x="754513" y="1003344"/>
                </a:lnTo>
                <a:lnTo>
                  <a:pt x="758600" y="1007545"/>
                </a:lnTo>
                <a:lnTo>
                  <a:pt x="760981" y="1010079"/>
                </a:lnTo>
                <a:lnTo>
                  <a:pt x="761657" y="1010926"/>
                </a:lnTo>
                <a:lnTo>
                  <a:pt x="763762" y="1013308"/>
                </a:lnTo>
                <a:lnTo>
                  <a:pt x="767296" y="1017222"/>
                </a:lnTo>
                <a:lnTo>
                  <a:pt x="769677" y="1019937"/>
                </a:lnTo>
                <a:lnTo>
                  <a:pt x="770906" y="1021461"/>
                </a:lnTo>
                <a:lnTo>
                  <a:pt x="773173" y="1023842"/>
                </a:lnTo>
                <a:lnTo>
                  <a:pt x="776478" y="1027081"/>
                </a:lnTo>
                <a:lnTo>
                  <a:pt x="778859" y="1029595"/>
                </a:lnTo>
                <a:lnTo>
                  <a:pt x="780317" y="1031377"/>
                </a:lnTo>
                <a:lnTo>
                  <a:pt x="782660" y="1033758"/>
                </a:lnTo>
                <a:lnTo>
                  <a:pt x="785879" y="1036739"/>
                </a:lnTo>
                <a:lnTo>
                  <a:pt x="788260" y="1039520"/>
                </a:lnTo>
                <a:lnTo>
                  <a:pt x="789803" y="1042121"/>
                </a:lnTo>
                <a:lnTo>
                  <a:pt x="791528" y="1044502"/>
                </a:lnTo>
                <a:lnTo>
                  <a:pt x="793433" y="1046664"/>
                </a:lnTo>
                <a:lnTo>
                  <a:pt x="794690" y="1049007"/>
                </a:lnTo>
                <a:lnTo>
                  <a:pt x="795290" y="1051512"/>
                </a:lnTo>
                <a:lnTo>
                  <a:pt x="796481" y="1053894"/>
                </a:lnTo>
                <a:lnTo>
                  <a:pt x="798271" y="1056151"/>
                </a:lnTo>
                <a:lnTo>
                  <a:pt x="799405" y="1057561"/>
                </a:lnTo>
                <a:lnTo>
                  <a:pt x="799871" y="1058142"/>
                </a:lnTo>
                <a:lnTo>
                  <a:pt x="802015" y="1060523"/>
                </a:lnTo>
                <a:lnTo>
                  <a:pt x="805834" y="1064705"/>
                </a:lnTo>
                <a:lnTo>
                  <a:pt x="808215" y="1067648"/>
                </a:lnTo>
                <a:lnTo>
                  <a:pt x="809158" y="1069343"/>
                </a:lnTo>
                <a:lnTo>
                  <a:pt x="811063" y="1071724"/>
                </a:lnTo>
                <a:lnTo>
                  <a:pt x="813940" y="1074791"/>
                </a:lnTo>
                <a:lnTo>
                  <a:pt x="816321" y="1077887"/>
                </a:lnTo>
                <a:lnTo>
                  <a:pt x="818207" y="1081002"/>
                </a:lnTo>
                <a:lnTo>
                  <a:pt x="820064" y="1083383"/>
                </a:lnTo>
                <a:lnTo>
                  <a:pt x="821893" y="1085031"/>
                </a:lnTo>
                <a:lnTo>
                  <a:pt x="823732" y="1087679"/>
                </a:lnTo>
                <a:lnTo>
                  <a:pt x="825560" y="1091346"/>
                </a:lnTo>
                <a:lnTo>
                  <a:pt x="826951" y="1093727"/>
                </a:lnTo>
                <a:lnTo>
                  <a:pt x="827903" y="1094823"/>
                </a:lnTo>
                <a:lnTo>
                  <a:pt x="828456" y="1095461"/>
                </a:lnTo>
                <a:lnTo>
                  <a:pt x="830704" y="1098023"/>
                </a:lnTo>
                <a:lnTo>
                  <a:pt x="834771" y="1102604"/>
                </a:lnTo>
                <a:lnTo>
                  <a:pt x="837152" y="1105414"/>
                </a:lnTo>
                <a:lnTo>
                  <a:pt x="837848" y="1106443"/>
                </a:lnTo>
                <a:lnTo>
                  <a:pt x="839924" y="1108824"/>
                </a:lnTo>
                <a:lnTo>
                  <a:pt x="843363" y="1112558"/>
                </a:lnTo>
                <a:lnTo>
                  <a:pt x="845744" y="1115682"/>
                </a:lnTo>
                <a:lnTo>
                  <a:pt x="847068" y="1118206"/>
                </a:lnTo>
                <a:lnTo>
                  <a:pt x="848878" y="1120588"/>
                </a:lnTo>
                <a:lnTo>
                  <a:pt x="851192" y="1122826"/>
                </a:lnTo>
                <a:lnTo>
                  <a:pt x="852849" y="1125607"/>
                </a:lnTo>
                <a:lnTo>
                  <a:pt x="853850" y="1128922"/>
                </a:lnTo>
                <a:lnTo>
                  <a:pt x="854888" y="1131303"/>
                </a:lnTo>
                <a:lnTo>
                  <a:pt x="855974" y="1132751"/>
                </a:lnTo>
                <a:lnTo>
                  <a:pt x="856698" y="1133723"/>
                </a:lnTo>
                <a:lnTo>
                  <a:pt x="857069" y="1134208"/>
                </a:lnTo>
                <a:lnTo>
                  <a:pt x="859165" y="1136590"/>
                </a:lnTo>
                <a:lnTo>
                  <a:pt x="862984" y="1140866"/>
                </a:lnTo>
                <a:lnTo>
                  <a:pt x="865365" y="1144324"/>
                </a:lnTo>
                <a:lnTo>
                  <a:pt x="866308" y="1146972"/>
                </a:lnTo>
                <a:lnTo>
                  <a:pt x="867870" y="1149353"/>
                </a:lnTo>
                <a:lnTo>
                  <a:pt x="870071" y="1151468"/>
                </a:lnTo>
                <a:lnTo>
                  <a:pt x="871261" y="1153716"/>
                </a:lnTo>
                <a:lnTo>
                  <a:pt x="871442" y="1156097"/>
                </a:lnTo>
                <a:lnTo>
                  <a:pt x="872414" y="1158478"/>
                </a:lnTo>
                <a:lnTo>
                  <a:pt x="874166" y="1160859"/>
                </a:lnTo>
                <a:lnTo>
                  <a:pt x="875357" y="1162869"/>
                </a:lnTo>
                <a:lnTo>
                  <a:pt x="875986" y="1164498"/>
                </a:lnTo>
                <a:lnTo>
                  <a:pt x="877672" y="1166879"/>
                </a:lnTo>
                <a:lnTo>
                  <a:pt x="880405" y="1170013"/>
                </a:lnTo>
                <a:lnTo>
                  <a:pt x="881929" y="1173099"/>
                </a:lnTo>
                <a:lnTo>
                  <a:pt x="882234" y="1176137"/>
                </a:lnTo>
                <a:lnTo>
                  <a:pt x="882948" y="1178519"/>
                </a:lnTo>
                <a:lnTo>
                  <a:pt x="884063" y="1180243"/>
                </a:lnTo>
                <a:lnTo>
                  <a:pt x="884920" y="1181986"/>
                </a:lnTo>
                <a:lnTo>
                  <a:pt x="885520" y="1183757"/>
                </a:lnTo>
                <a:lnTo>
                  <a:pt x="887168" y="1186139"/>
                </a:lnTo>
                <a:lnTo>
                  <a:pt x="889854" y="1189130"/>
                </a:lnTo>
                <a:lnTo>
                  <a:pt x="891273" y="1192044"/>
                </a:lnTo>
                <a:lnTo>
                  <a:pt x="891416" y="1194873"/>
                </a:lnTo>
                <a:lnTo>
                  <a:pt x="892064" y="1197254"/>
                </a:lnTo>
                <a:lnTo>
                  <a:pt x="893216" y="1199188"/>
                </a:lnTo>
                <a:lnTo>
                  <a:pt x="894188" y="1201636"/>
                </a:lnTo>
                <a:lnTo>
                  <a:pt x="894959" y="1204617"/>
                </a:lnTo>
                <a:lnTo>
                  <a:pt x="896207" y="1206998"/>
                </a:lnTo>
                <a:lnTo>
                  <a:pt x="897922" y="1208780"/>
                </a:lnTo>
                <a:lnTo>
                  <a:pt x="898817" y="1210570"/>
                </a:lnTo>
                <a:lnTo>
                  <a:pt x="898884" y="1212352"/>
                </a:lnTo>
                <a:lnTo>
                  <a:pt x="899893" y="1214733"/>
                </a:lnTo>
                <a:lnTo>
                  <a:pt x="901837" y="1217714"/>
                </a:lnTo>
                <a:lnTo>
                  <a:pt x="902980" y="1221238"/>
                </a:lnTo>
                <a:lnTo>
                  <a:pt x="903341" y="1225325"/>
                </a:lnTo>
                <a:lnTo>
                  <a:pt x="903646" y="1227706"/>
                </a:lnTo>
                <a:lnTo>
                  <a:pt x="903903" y="1228382"/>
                </a:lnTo>
                <a:lnTo>
                  <a:pt x="904246" y="1229620"/>
                </a:lnTo>
                <a:lnTo>
                  <a:pt x="904665" y="1231402"/>
                </a:lnTo>
                <a:lnTo>
                  <a:pt x="905989" y="1233783"/>
                </a:lnTo>
                <a:lnTo>
                  <a:pt x="908228" y="1236764"/>
                </a:lnTo>
                <a:lnTo>
                  <a:pt x="909304" y="1239336"/>
                </a:lnTo>
                <a:lnTo>
                  <a:pt x="909237" y="1241498"/>
                </a:lnTo>
                <a:lnTo>
                  <a:pt x="909942" y="1243879"/>
                </a:lnTo>
                <a:lnTo>
                  <a:pt x="911409" y="1246480"/>
                </a:lnTo>
                <a:lnTo>
                  <a:pt x="912485" y="1249937"/>
                </a:lnTo>
                <a:lnTo>
                  <a:pt x="913162" y="1254252"/>
                </a:lnTo>
                <a:lnTo>
                  <a:pt x="913590" y="1256633"/>
                </a:lnTo>
                <a:lnTo>
                  <a:pt x="913752" y="1257081"/>
                </a:lnTo>
                <a:lnTo>
                  <a:pt x="913971" y="1257814"/>
                </a:lnTo>
                <a:lnTo>
                  <a:pt x="914257" y="1258834"/>
                </a:lnTo>
                <a:lnTo>
                  <a:pt x="915714" y="1261215"/>
                </a:lnTo>
                <a:lnTo>
                  <a:pt x="918324" y="1264958"/>
                </a:lnTo>
                <a:lnTo>
                  <a:pt x="919639" y="1268130"/>
                </a:lnTo>
                <a:lnTo>
                  <a:pt x="919639" y="1270759"/>
                </a:lnTo>
                <a:lnTo>
                  <a:pt x="920067" y="1273140"/>
                </a:lnTo>
                <a:lnTo>
                  <a:pt x="920934" y="1275274"/>
                </a:lnTo>
                <a:lnTo>
                  <a:pt x="921363" y="1278093"/>
                </a:lnTo>
                <a:lnTo>
                  <a:pt x="921363" y="1281579"/>
                </a:lnTo>
                <a:lnTo>
                  <a:pt x="921534" y="1283960"/>
                </a:lnTo>
                <a:lnTo>
                  <a:pt x="921858" y="1285237"/>
                </a:lnTo>
                <a:lnTo>
                  <a:pt x="922106" y="1287866"/>
                </a:lnTo>
                <a:lnTo>
                  <a:pt x="922287" y="1291857"/>
                </a:lnTo>
                <a:lnTo>
                  <a:pt x="922449" y="1294238"/>
                </a:lnTo>
                <a:lnTo>
                  <a:pt x="922582" y="1295009"/>
                </a:lnTo>
                <a:lnTo>
                  <a:pt x="922944" y="1297753"/>
                </a:lnTo>
                <a:lnTo>
                  <a:pt x="923534" y="1302468"/>
                </a:lnTo>
                <a:lnTo>
                  <a:pt x="923820" y="1304849"/>
                </a:lnTo>
                <a:lnTo>
                  <a:pt x="923906" y="1305525"/>
                </a:lnTo>
                <a:lnTo>
                  <a:pt x="924801" y="1307906"/>
                </a:lnTo>
                <a:lnTo>
                  <a:pt x="926544" y="1312269"/>
                </a:lnTo>
                <a:lnTo>
                  <a:pt x="927478" y="1315383"/>
                </a:lnTo>
                <a:lnTo>
                  <a:pt x="927602" y="1317260"/>
                </a:lnTo>
                <a:lnTo>
                  <a:pt x="928078" y="1319641"/>
                </a:lnTo>
                <a:lnTo>
                  <a:pt x="928888" y="1322527"/>
                </a:lnTo>
                <a:lnTo>
                  <a:pt x="929335" y="1325356"/>
                </a:lnTo>
                <a:lnTo>
                  <a:pt x="929402" y="1328109"/>
                </a:lnTo>
                <a:lnTo>
                  <a:pt x="929707" y="1330490"/>
                </a:lnTo>
                <a:lnTo>
                  <a:pt x="930250" y="1332500"/>
                </a:lnTo>
                <a:lnTo>
                  <a:pt x="930583" y="1335215"/>
                </a:lnTo>
                <a:lnTo>
                  <a:pt x="930716" y="1338644"/>
                </a:lnTo>
                <a:lnTo>
                  <a:pt x="930964" y="1341025"/>
                </a:lnTo>
                <a:lnTo>
                  <a:pt x="931316" y="1342358"/>
                </a:lnTo>
                <a:lnTo>
                  <a:pt x="931516" y="1344940"/>
                </a:lnTo>
                <a:lnTo>
                  <a:pt x="931574" y="1348778"/>
                </a:lnTo>
                <a:lnTo>
                  <a:pt x="931659" y="1351159"/>
                </a:lnTo>
                <a:lnTo>
                  <a:pt x="931783" y="1352083"/>
                </a:lnTo>
                <a:lnTo>
                  <a:pt x="931869" y="1354560"/>
                </a:lnTo>
                <a:lnTo>
                  <a:pt x="931916" y="1358570"/>
                </a:lnTo>
                <a:lnTo>
                  <a:pt x="931945" y="1360951"/>
                </a:lnTo>
                <a:lnTo>
                  <a:pt x="931945" y="1361704"/>
                </a:lnTo>
                <a:lnTo>
                  <a:pt x="931945" y="1364085"/>
                </a:lnTo>
                <a:lnTo>
                  <a:pt x="931945" y="1368095"/>
                </a:lnTo>
                <a:lnTo>
                  <a:pt x="931945" y="1370476"/>
                </a:lnTo>
                <a:lnTo>
                  <a:pt x="931945" y="1371229"/>
                </a:lnTo>
                <a:lnTo>
                  <a:pt x="931916" y="1373581"/>
                </a:lnTo>
                <a:lnTo>
                  <a:pt x="931869" y="1377534"/>
                </a:lnTo>
                <a:lnTo>
                  <a:pt x="931840" y="1379915"/>
                </a:lnTo>
                <a:lnTo>
                  <a:pt x="931831" y="1380725"/>
                </a:lnTo>
                <a:lnTo>
                  <a:pt x="931793" y="1383078"/>
                </a:lnTo>
                <a:lnTo>
                  <a:pt x="931745" y="1386973"/>
                </a:lnTo>
                <a:lnTo>
                  <a:pt x="931726" y="1389355"/>
                </a:lnTo>
                <a:lnTo>
                  <a:pt x="931735" y="1390221"/>
                </a:lnTo>
                <a:lnTo>
                  <a:pt x="931745" y="1392603"/>
                </a:lnTo>
                <a:lnTo>
                  <a:pt x="931745" y="1396508"/>
                </a:lnTo>
                <a:lnTo>
                  <a:pt x="931716" y="1398889"/>
                </a:lnTo>
                <a:lnTo>
                  <a:pt x="931669" y="1399746"/>
                </a:lnTo>
                <a:lnTo>
                  <a:pt x="931574" y="1402032"/>
                </a:lnTo>
                <a:lnTo>
                  <a:pt x="931421" y="1405738"/>
                </a:lnTo>
                <a:lnTo>
                  <a:pt x="931269" y="1408119"/>
                </a:lnTo>
                <a:lnTo>
                  <a:pt x="931116" y="1409176"/>
                </a:lnTo>
                <a:lnTo>
                  <a:pt x="931012" y="1411453"/>
                </a:lnTo>
                <a:lnTo>
                  <a:pt x="930954" y="1414948"/>
                </a:lnTo>
                <a:lnTo>
                  <a:pt x="930716" y="1417330"/>
                </a:lnTo>
                <a:lnTo>
                  <a:pt x="930297" y="1418596"/>
                </a:lnTo>
                <a:lnTo>
                  <a:pt x="930088" y="1420768"/>
                </a:lnTo>
                <a:lnTo>
                  <a:pt x="930088" y="1423845"/>
                </a:lnTo>
                <a:lnTo>
                  <a:pt x="929707" y="1426226"/>
                </a:lnTo>
                <a:lnTo>
                  <a:pt x="928935" y="1427912"/>
                </a:lnTo>
                <a:lnTo>
                  <a:pt x="928554" y="1429903"/>
                </a:lnTo>
                <a:lnTo>
                  <a:pt x="928554" y="1432217"/>
                </a:lnTo>
                <a:lnTo>
                  <a:pt x="927735" y="1434598"/>
                </a:lnTo>
                <a:lnTo>
                  <a:pt x="926106" y="1437046"/>
                </a:lnTo>
                <a:lnTo>
                  <a:pt x="925239" y="1438570"/>
                </a:lnTo>
                <a:lnTo>
                  <a:pt x="925154" y="1439170"/>
                </a:lnTo>
                <a:lnTo>
                  <a:pt x="924820" y="1439713"/>
                </a:lnTo>
                <a:lnTo>
                  <a:pt x="924220" y="1440218"/>
                </a:lnTo>
                <a:lnTo>
                  <a:pt x="923696" y="1442075"/>
                </a:lnTo>
                <a:lnTo>
                  <a:pt x="923249" y="1445295"/>
                </a:lnTo>
                <a:lnTo>
                  <a:pt x="923001" y="1447124"/>
                </a:lnTo>
                <a:lnTo>
                  <a:pt x="922944" y="1447571"/>
                </a:lnTo>
                <a:lnTo>
                  <a:pt x="922753" y="1449762"/>
                </a:lnTo>
                <a:lnTo>
                  <a:pt x="922430" y="1453696"/>
                </a:lnTo>
                <a:lnTo>
                  <a:pt x="922201" y="1456077"/>
                </a:lnTo>
                <a:lnTo>
                  <a:pt x="922077" y="1456906"/>
                </a:lnTo>
                <a:lnTo>
                  <a:pt x="922020" y="1459230"/>
                </a:lnTo>
                <a:lnTo>
                  <a:pt x="922020" y="1463040"/>
                </a:lnTo>
                <a:lnTo>
                  <a:pt x="921896" y="1465421"/>
                </a:lnTo>
                <a:lnTo>
                  <a:pt x="921639" y="1466374"/>
                </a:lnTo>
                <a:lnTo>
                  <a:pt x="921506" y="1468631"/>
                </a:lnTo>
                <a:lnTo>
                  <a:pt x="921506" y="1472184"/>
                </a:lnTo>
                <a:lnTo>
                  <a:pt x="921039" y="1474565"/>
                </a:lnTo>
                <a:lnTo>
                  <a:pt x="920105" y="1475775"/>
                </a:lnTo>
                <a:lnTo>
                  <a:pt x="919610" y="1477651"/>
                </a:lnTo>
                <a:lnTo>
                  <a:pt x="919544" y="1480204"/>
                </a:lnTo>
                <a:lnTo>
                  <a:pt x="918229" y="1482147"/>
                </a:lnTo>
                <a:lnTo>
                  <a:pt x="915676" y="1483471"/>
                </a:lnTo>
                <a:lnTo>
                  <a:pt x="914286" y="1484462"/>
                </a:lnTo>
                <a:lnTo>
                  <a:pt x="914067" y="1485128"/>
                </a:lnTo>
                <a:lnTo>
                  <a:pt x="913924" y="1485567"/>
                </a:lnTo>
                <a:lnTo>
                  <a:pt x="913571" y="1487881"/>
                </a:lnTo>
                <a:lnTo>
                  <a:pt x="913057" y="1491844"/>
                </a:lnTo>
                <a:lnTo>
                  <a:pt x="912600" y="1494225"/>
                </a:lnTo>
                <a:lnTo>
                  <a:pt x="912209" y="1495025"/>
                </a:lnTo>
                <a:lnTo>
                  <a:pt x="912019" y="1497216"/>
                </a:lnTo>
                <a:lnTo>
                  <a:pt x="912019" y="1500788"/>
                </a:lnTo>
                <a:lnTo>
                  <a:pt x="911428" y="1503169"/>
                </a:lnTo>
                <a:lnTo>
                  <a:pt x="910238" y="1504359"/>
                </a:lnTo>
                <a:lnTo>
                  <a:pt x="909714" y="1506217"/>
                </a:lnTo>
                <a:lnTo>
                  <a:pt x="909876" y="1508760"/>
                </a:lnTo>
                <a:lnTo>
                  <a:pt x="908685" y="1510494"/>
                </a:lnTo>
                <a:lnTo>
                  <a:pt x="906142" y="1511417"/>
                </a:lnTo>
                <a:lnTo>
                  <a:pt x="904742" y="1512399"/>
                </a:lnTo>
                <a:lnTo>
                  <a:pt x="904475" y="1513427"/>
                </a:lnTo>
                <a:lnTo>
                  <a:pt x="904313" y="1514075"/>
                </a:lnTo>
                <a:lnTo>
                  <a:pt x="904265" y="1514342"/>
                </a:lnTo>
                <a:lnTo>
                  <a:pt x="904046" y="1516513"/>
                </a:lnTo>
                <a:lnTo>
                  <a:pt x="903684" y="1520590"/>
                </a:lnTo>
                <a:lnTo>
                  <a:pt x="903237" y="1522971"/>
                </a:lnTo>
                <a:lnTo>
                  <a:pt x="902713" y="1523657"/>
                </a:lnTo>
                <a:lnTo>
                  <a:pt x="902418" y="1525743"/>
                </a:lnTo>
                <a:lnTo>
                  <a:pt x="902351" y="1529229"/>
                </a:lnTo>
                <a:lnTo>
                  <a:pt x="900579" y="1531610"/>
                </a:lnTo>
                <a:lnTo>
                  <a:pt x="897093" y="1532887"/>
                </a:lnTo>
                <a:lnTo>
                  <a:pt x="894988" y="1535544"/>
                </a:lnTo>
                <a:lnTo>
                  <a:pt x="894264" y="1539583"/>
                </a:lnTo>
                <a:lnTo>
                  <a:pt x="893683" y="1541964"/>
                </a:lnTo>
                <a:lnTo>
                  <a:pt x="893255" y="1542688"/>
                </a:lnTo>
                <a:lnTo>
                  <a:pt x="893045" y="1544850"/>
                </a:lnTo>
                <a:lnTo>
                  <a:pt x="893045" y="1548460"/>
                </a:lnTo>
                <a:lnTo>
                  <a:pt x="891235" y="1550841"/>
                </a:lnTo>
                <a:lnTo>
                  <a:pt x="887625" y="1551994"/>
                </a:lnTo>
                <a:lnTo>
                  <a:pt x="885454" y="1554585"/>
                </a:lnTo>
                <a:lnTo>
                  <a:pt x="884711" y="1558604"/>
                </a:lnTo>
                <a:lnTo>
                  <a:pt x="883987" y="1560986"/>
                </a:lnTo>
                <a:lnTo>
                  <a:pt x="883282" y="1561729"/>
                </a:lnTo>
                <a:lnTo>
                  <a:pt x="882996" y="1563824"/>
                </a:lnTo>
                <a:lnTo>
                  <a:pt x="883120" y="1567263"/>
                </a:lnTo>
                <a:lnTo>
                  <a:pt x="881463" y="1569282"/>
                </a:lnTo>
                <a:lnTo>
                  <a:pt x="878024" y="1569872"/>
                </a:lnTo>
                <a:lnTo>
                  <a:pt x="876148" y="1570387"/>
                </a:lnTo>
                <a:lnTo>
                  <a:pt x="875833" y="1570796"/>
                </a:lnTo>
                <a:lnTo>
                  <a:pt x="875633" y="1571158"/>
                </a:lnTo>
                <a:lnTo>
                  <a:pt x="875557" y="1571473"/>
                </a:lnTo>
                <a:lnTo>
                  <a:pt x="875262" y="1573559"/>
                </a:lnTo>
                <a:lnTo>
                  <a:pt x="874766" y="1577426"/>
                </a:lnTo>
                <a:lnTo>
                  <a:pt x="873576" y="1579807"/>
                </a:lnTo>
                <a:lnTo>
                  <a:pt x="871709" y="1580702"/>
                </a:lnTo>
                <a:lnTo>
                  <a:pt x="870737" y="1582122"/>
                </a:lnTo>
                <a:lnTo>
                  <a:pt x="870680" y="1584055"/>
                </a:lnTo>
                <a:lnTo>
                  <a:pt x="869680" y="1585055"/>
                </a:lnTo>
                <a:lnTo>
                  <a:pt x="867747" y="1585112"/>
                </a:lnTo>
                <a:lnTo>
                  <a:pt x="866404" y="1586160"/>
                </a:lnTo>
                <a:lnTo>
                  <a:pt x="865670" y="1588179"/>
                </a:lnTo>
                <a:lnTo>
                  <a:pt x="865003" y="1589570"/>
                </a:lnTo>
                <a:lnTo>
                  <a:pt x="864432" y="1590304"/>
                </a:lnTo>
                <a:lnTo>
                  <a:pt x="864137" y="1592399"/>
                </a:lnTo>
                <a:lnTo>
                  <a:pt x="864137" y="1595838"/>
                </a:lnTo>
                <a:lnTo>
                  <a:pt x="862413" y="1597676"/>
                </a:lnTo>
                <a:lnTo>
                  <a:pt x="858974" y="1597904"/>
                </a:lnTo>
                <a:lnTo>
                  <a:pt x="856964" y="1598276"/>
                </a:lnTo>
                <a:lnTo>
                  <a:pt x="856393" y="1598800"/>
                </a:lnTo>
                <a:lnTo>
                  <a:pt x="856002" y="1599343"/>
                </a:lnTo>
                <a:lnTo>
                  <a:pt x="855793" y="1599914"/>
                </a:lnTo>
                <a:lnTo>
                  <a:pt x="855593" y="1602095"/>
                </a:lnTo>
                <a:lnTo>
                  <a:pt x="855412" y="1605896"/>
                </a:lnTo>
                <a:lnTo>
                  <a:pt x="853859" y="1608277"/>
                </a:lnTo>
                <a:lnTo>
                  <a:pt x="850925" y="1609239"/>
                </a:lnTo>
                <a:lnTo>
                  <a:pt x="849459" y="1610154"/>
                </a:lnTo>
                <a:lnTo>
                  <a:pt x="849459" y="1611020"/>
                </a:lnTo>
                <a:lnTo>
                  <a:pt x="849020" y="1611459"/>
                </a:lnTo>
                <a:lnTo>
                  <a:pt x="848154" y="1611459"/>
                </a:lnTo>
                <a:lnTo>
                  <a:pt x="847334" y="1613021"/>
                </a:lnTo>
                <a:lnTo>
                  <a:pt x="846563" y="1616145"/>
                </a:lnTo>
                <a:lnTo>
                  <a:pt x="845372" y="1618088"/>
                </a:lnTo>
                <a:lnTo>
                  <a:pt x="843763" y="1618859"/>
                </a:lnTo>
                <a:lnTo>
                  <a:pt x="842896" y="1620374"/>
                </a:lnTo>
                <a:lnTo>
                  <a:pt x="842772" y="1622631"/>
                </a:lnTo>
                <a:lnTo>
                  <a:pt x="841581" y="1623822"/>
                </a:lnTo>
                <a:lnTo>
                  <a:pt x="839324" y="1623946"/>
                </a:lnTo>
                <a:lnTo>
                  <a:pt x="837819" y="1624822"/>
                </a:lnTo>
                <a:lnTo>
                  <a:pt x="837067" y="1626451"/>
                </a:lnTo>
                <a:lnTo>
                  <a:pt x="835962" y="1627642"/>
                </a:lnTo>
                <a:lnTo>
                  <a:pt x="834523" y="1628394"/>
                </a:lnTo>
                <a:lnTo>
                  <a:pt x="833771" y="1630023"/>
                </a:lnTo>
                <a:lnTo>
                  <a:pt x="833704" y="1632528"/>
                </a:lnTo>
                <a:lnTo>
                  <a:pt x="832428" y="1633804"/>
                </a:lnTo>
                <a:lnTo>
                  <a:pt x="829923" y="1633871"/>
                </a:lnTo>
                <a:lnTo>
                  <a:pt x="828294" y="1634623"/>
                </a:lnTo>
                <a:lnTo>
                  <a:pt x="827542" y="1636062"/>
                </a:lnTo>
                <a:lnTo>
                  <a:pt x="826513" y="1637167"/>
                </a:lnTo>
                <a:lnTo>
                  <a:pt x="825236" y="1637919"/>
                </a:lnTo>
                <a:lnTo>
                  <a:pt x="824627" y="1639691"/>
                </a:lnTo>
                <a:lnTo>
                  <a:pt x="824694" y="1642481"/>
                </a:lnTo>
                <a:lnTo>
                  <a:pt x="823331" y="1643910"/>
                </a:lnTo>
                <a:lnTo>
                  <a:pt x="820541" y="1643977"/>
                </a:lnTo>
                <a:lnTo>
                  <a:pt x="818807" y="1644625"/>
                </a:lnTo>
                <a:lnTo>
                  <a:pt x="818121" y="1645844"/>
                </a:lnTo>
                <a:lnTo>
                  <a:pt x="816931" y="1646796"/>
                </a:lnTo>
                <a:lnTo>
                  <a:pt x="815235" y="1647482"/>
                </a:lnTo>
                <a:lnTo>
                  <a:pt x="814321" y="1648949"/>
                </a:lnTo>
                <a:lnTo>
                  <a:pt x="814178" y="1651187"/>
                </a:lnTo>
                <a:lnTo>
                  <a:pt x="812987" y="1652378"/>
                </a:lnTo>
                <a:lnTo>
                  <a:pt x="810749" y="1652521"/>
                </a:lnTo>
                <a:lnTo>
                  <a:pt x="809263" y="1653416"/>
                </a:lnTo>
                <a:lnTo>
                  <a:pt x="808530" y="1655064"/>
                </a:lnTo>
                <a:lnTo>
                  <a:pt x="807253" y="1656255"/>
                </a:lnTo>
                <a:lnTo>
                  <a:pt x="805453" y="1656988"/>
                </a:lnTo>
                <a:lnTo>
                  <a:pt x="804548" y="1658464"/>
                </a:lnTo>
                <a:lnTo>
                  <a:pt x="804548" y="1660684"/>
                </a:lnTo>
                <a:lnTo>
                  <a:pt x="803434" y="1661874"/>
                </a:lnTo>
                <a:lnTo>
                  <a:pt x="801214" y="1662036"/>
                </a:lnTo>
                <a:lnTo>
                  <a:pt x="799786" y="1662989"/>
                </a:lnTo>
                <a:lnTo>
                  <a:pt x="799148" y="1664732"/>
                </a:lnTo>
                <a:lnTo>
                  <a:pt x="797862" y="1665923"/>
                </a:lnTo>
                <a:lnTo>
                  <a:pt x="795938" y="1666561"/>
                </a:lnTo>
                <a:lnTo>
                  <a:pt x="794928" y="1667932"/>
                </a:lnTo>
                <a:lnTo>
                  <a:pt x="794852" y="1670047"/>
                </a:lnTo>
                <a:lnTo>
                  <a:pt x="793747" y="1671104"/>
                </a:lnTo>
                <a:lnTo>
                  <a:pt x="791632" y="1671104"/>
                </a:lnTo>
                <a:lnTo>
                  <a:pt x="790232" y="1672095"/>
                </a:lnTo>
                <a:lnTo>
                  <a:pt x="789556" y="1674057"/>
                </a:lnTo>
                <a:lnTo>
                  <a:pt x="787175" y="1675324"/>
                </a:lnTo>
                <a:lnTo>
                  <a:pt x="783088" y="1675905"/>
                </a:lnTo>
                <a:lnTo>
                  <a:pt x="781002" y="1676200"/>
                </a:lnTo>
                <a:lnTo>
                  <a:pt x="780269" y="1678219"/>
                </a:lnTo>
                <a:lnTo>
                  <a:pt x="779297" y="1681867"/>
                </a:lnTo>
                <a:lnTo>
                  <a:pt x="776992" y="1683782"/>
                </a:lnTo>
                <a:lnTo>
                  <a:pt x="773344" y="1683972"/>
                </a:lnTo>
                <a:lnTo>
                  <a:pt x="771211" y="1684220"/>
                </a:lnTo>
                <a:lnTo>
                  <a:pt x="770582" y="1684525"/>
                </a:lnTo>
                <a:lnTo>
                  <a:pt x="769934" y="1684982"/>
                </a:lnTo>
                <a:lnTo>
                  <a:pt x="769268" y="1685611"/>
                </a:lnTo>
                <a:lnTo>
                  <a:pt x="768868" y="1687592"/>
                </a:lnTo>
                <a:lnTo>
                  <a:pt x="768744" y="1690935"/>
                </a:lnTo>
                <a:lnTo>
                  <a:pt x="767010" y="1692669"/>
                </a:lnTo>
                <a:lnTo>
                  <a:pt x="763667" y="1692793"/>
                </a:lnTo>
                <a:lnTo>
                  <a:pt x="761676" y="1693174"/>
                </a:lnTo>
                <a:lnTo>
                  <a:pt x="761028" y="1693831"/>
                </a:lnTo>
                <a:lnTo>
                  <a:pt x="759476" y="1694478"/>
                </a:lnTo>
                <a:lnTo>
                  <a:pt x="757018" y="1695126"/>
                </a:lnTo>
                <a:lnTo>
                  <a:pt x="755637" y="1696126"/>
                </a:lnTo>
                <a:lnTo>
                  <a:pt x="755342" y="1697488"/>
                </a:lnTo>
                <a:lnTo>
                  <a:pt x="754513" y="1698193"/>
                </a:lnTo>
                <a:lnTo>
                  <a:pt x="753151" y="1698250"/>
                </a:lnTo>
                <a:lnTo>
                  <a:pt x="751932" y="1699412"/>
                </a:lnTo>
                <a:lnTo>
                  <a:pt x="750856" y="1701679"/>
                </a:lnTo>
                <a:lnTo>
                  <a:pt x="748475" y="1702870"/>
                </a:lnTo>
                <a:lnTo>
                  <a:pt x="744788" y="1702956"/>
                </a:lnTo>
                <a:lnTo>
                  <a:pt x="742588" y="1703137"/>
                </a:lnTo>
                <a:lnTo>
                  <a:pt x="741874" y="1703403"/>
                </a:lnTo>
                <a:lnTo>
                  <a:pt x="740683" y="1703899"/>
                </a:lnTo>
                <a:lnTo>
                  <a:pt x="739016" y="1704613"/>
                </a:lnTo>
                <a:lnTo>
                  <a:pt x="738121" y="1706099"/>
                </a:lnTo>
                <a:lnTo>
                  <a:pt x="737987" y="1708347"/>
                </a:lnTo>
                <a:lnTo>
                  <a:pt x="736797" y="1709537"/>
                </a:lnTo>
                <a:lnTo>
                  <a:pt x="734549" y="1709671"/>
                </a:lnTo>
                <a:lnTo>
                  <a:pt x="733006" y="1710509"/>
                </a:lnTo>
                <a:lnTo>
                  <a:pt x="732158" y="1712043"/>
                </a:lnTo>
                <a:lnTo>
                  <a:pt x="729777" y="1712947"/>
                </a:lnTo>
                <a:lnTo>
                  <a:pt x="725862" y="1713205"/>
                </a:lnTo>
                <a:lnTo>
                  <a:pt x="723662" y="1713395"/>
                </a:lnTo>
                <a:lnTo>
                  <a:pt x="723195" y="1713500"/>
                </a:lnTo>
                <a:lnTo>
                  <a:pt x="722557" y="1713795"/>
                </a:lnTo>
                <a:lnTo>
                  <a:pt x="721747" y="1714262"/>
                </a:lnTo>
                <a:lnTo>
                  <a:pt x="721157" y="1716053"/>
                </a:lnTo>
                <a:lnTo>
                  <a:pt x="720776" y="1719158"/>
                </a:lnTo>
                <a:lnTo>
                  <a:pt x="719033" y="1720710"/>
                </a:lnTo>
                <a:lnTo>
                  <a:pt x="715928" y="1720710"/>
                </a:lnTo>
                <a:lnTo>
                  <a:pt x="713975" y="1721139"/>
                </a:lnTo>
                <a:lnTo>
                  <a:pt x="713184" y="1722006"/>
                </a:lnTo>
                <a:lnTo>
                  <a:pt x="710803" y="1722520"/>
                </a:lnTo>
                <a:lnTo>
                  <a:pt x="706831" y="1722701"/>
                </a:lnTo>
                <a:lnTo>
                  <a:pt x="704593" y="1722844"/>
                </a:lnTo>
                <a:lnTo>
                  <a:pt x="704088" y="1722958"/>
                </a:lnTo>
                <a:lnTo>
                  <a:pt x="703316" y="1723263"/>
                </a:lnTo>
                <a:lnTo>
                  <a:pt x="702278" y="1723768"/>
                </a:lnTo>
                <a:lnTo>
                  <a:pt x="701573" y="1725444"/>
                </a:lnTo>
                <a:lnTo>
                  <a:pt x="701183" y="1728273"/>
                </a:lnTo>
                <a:lnTo>
                  <a:pt x="699573" y="1729692"/>
                </a:lnTo>
                <a:lnTo>
                  <a:pt x="696744" y="1729692"/>
                </a:lnTo>
                <a:lnTo>
                  <a:pt x="694868" y="1730197"/>
                </a:lnTo>
                <a:lnTo>
                  <a:pt x="693944" y="1731207"/>
                </a:lnTo>
                <a:lnTo>
                  <a:pt x="691563" y="1731855"/>
                </a:lnTo>
                <a:lnTo>
                  <a:pt x="687724" y="1732131"/>
                </a:lnTo>
                <a:lnTo>
                  <a:pt x="685562" y="1732350"/>
                </a:lnTo>
                <a:lnTo>
                  <a:pt x="685076" y="1732502"/>
                </a:lnTo>
                <a:lnTo>
                  <a:pt x="683533" y="1732826"/>
                </a:lnTo>
                <a:lnTo>
                  <a:pt x="680933" y="1733312"/>
                </a:lnTo>
                <a:lnTo>
                  <a:pt x="679418" y="1734169"/>
                </a:lnTo>
                <a:lnTo>
                  <a:pt x="678980" y="1735417"/>
                </a:lnTo>
                <a:lnTo>
                  <a:pt x="678142" y="1736007"/>
                </a:lnTo>
                <a:lnTo>
                  <a:pt x="676894" y="1735960"/>
                </a:lnTo>
                <a:lnTo>
                  <a:pt x="675599" y="1737036"/>
                </a:lnTo>
                <a:lnTo>
                  <a:pt x="674237" y="1739246"/>
                </a:lnTo>
                <a:lnTo>
                  <a:pt x="671855" y="1740379"/>
                </a:lnTo>
                <a:lnTo>
                  <a:pt x="668455" y="1740437"/>
                </a:lnTo>
                <a:lnTo>
                  <a:pt x="666331" y="1740703"/>
                </a:lnTo>
                <a:lnTo>
                  <a:pt x="665502" y="1741170"/>
                </a:lnTo>
                <a:lnTo>
                  <a:pt x="663121" y="1741465"/>
                </a:lnTo>
                <a:lnTo>
                  <a:pt x="659187" y="1741589"/>
                </a:lnTo>
                <a:lnTo>
                  <a:pt x="656930" y="1741713"/>
                </a:lnTo>
                <a:lnTo>
                  <a:pt x="656330" y="1741827"/>
                </a:lnTo>
                <a:lnTo>
                  <a:pt x="654482" y="1742180"/>
                </a:lnTo>
                <a:lnTo>
                  <a:pt x="651367" y="1742780"/>
                </a:lnTo>
                <a:lnTo>
                  <a:pt x="649700" y="1743485"/>
                </a:lnTo>
                <a:lnTo>
                  <a:pt x="649472" y="1744313"/>
                </a:lnTo>
                <a:lnTo>
                  <a:pt x="648938" y="1744770"/>
                </a:lnTo>
                <a:lnTo>
                  <a:pt x="648110" y="1744847"/>
                </a:lnTo>
                <a:lnTo>
                  <a:pt x="646976" y="1746094"/>
                </a:lnTo>
                <a:lnTo>
                  <a:pt x="645528" y="1748504"/>
                </a:lnTo>
                <a:lnTo>
                  <a:pt x="643147" y="1749743"/>
                </a:lnTo>
                <a:lnTo>
                  <a:pt x="639832" y="1749800"/>
                </a:lnTo>
                <a:lnTo>
                  <a:pt x="637727" y="1750076"/>
                </a:lnTo>
                <a:lnTo>
                  <a:pt x="636842" y="1750581"/>
                </a:lnTo>
                <a:lnTo>
                  <a:pt x="634460" y="1750847"/>
                </a:lnTo>
                <a:lnTo>
                  <a:pt x="630584" y="1750895"/>
                </a:lnTo>
                <a:lnTo>
                  <a:pt x="628317" y="1751000"/>
                </a:lnTo>
                <a:lnTo>
                  <a:pt x="627640" y="1751171"/>
                </a:lnTo>
                <a:lnTo>
                  <a:pt x="625259" y="1751371"/>
                </a:lnTo>
                <a:lnTo>
                  <a:pt x="621173" y="1751619"/>
                </a:lnTo>
                <a:lnTo>
                  <a:pt x="618935" y="1751762"/>
                </a:lnTo>
                <a:lnTo>
                  <a:pt x="618544" y="1751809"/>
                </a:lnTo>
                <a:lnTo>
                  <a:pt x="616601" y="1752019"/>
                </a:lnTo>
                <a:lnTo>
                  <a:pt x="613086" y="1752410"/>
                </a:lnTo>
                <a:lnTo>
                  <a:pt x="611181" y="1752876"/>
                </a:lnTo>
                <a:lnTo>
                  <a:pt x="610876" y="1753438"/>
                </a:lnTo>
                <a:lnTo>
                  <a:pt x="610438" y="1753705"/>
                </a:lnTo>
                <a:lnTo>
                  <a:pt x="609876" y="1753676"/>
                </a:lnTo>
                <a:lnTo>
                  <a:pt x="608447" y="1754619"/>
                </a:lnTo>
                <a:lnTo>
                  <a:pt x="606133" y="1756543"/>
                </a:lnTo>
                <a:lnTo>
                  <a:pt x="603752" y="1757505"/>
                </a:lnTo>
                <a:lnTo>
                  <a:pt x="601304" y="1757505"/>
                </a:lnTo>
                <a:lnTo>
                  <a:pt x="599284" y="1757867"/>
                </a:lnTo>
                <a:lnTo>
                  <a:pt x="597694" y="1758591"/>
                </a:lnTo>
                <a:lnTo>
                  <a:pt x="595313" y="1758887"/>
                </a:lnTo>
                <a:lnTo>
                  <a:pt x="592141" y="1758763"/>
                </a:lnTo>
                <a:lnTo>
                  <a:pt x="589893" y="1758896"/>
                </a:lnTo>
                <a:lnTo>
                  <a:pt x="588569" y="1759287"/>
                </a:lnTo>
                <a:lnTo>
                  <a:pt x="586188" y="1759458"/>
                </a:lnTo>
                <a:lnTo>
                  <a:pt x="582749" y="1759410"/>
                </a:lnTo>
                <a:lnTo>
                  <a:pt x="580454" y="1759496"/>
                </a:lnTo>
                <a:lnTo>
                  <a:pt x="579311" y="1759725"/>
                </a:lnTo>
                <a:lnTo>
                  <a:pt x="576929" y="1759829"/>
                </a:lnTo>
                <a:lnTo>
                  <a:pt x="573310" y="1759829"/>
                </a:lnTo>
                <a:lnTo>
                  <a:pt x="570976" y="1759887"/>
                </a:lnTo>
                <a:lnTo>
                  <a:pt x="569938" y="1759991"/>
                </a:lnTo>
                <a:lnTo>
                  <a:pt x="567557" y="1760049"/>
                </a:lnTo>
                <a:lnTo>
                  <a:pt x="563832" y="1760049"/>
                </a:lnTo>
                <a:lnTo>
                  <a:pt x="561489" y="1760077"/>
                </a:lnTo>
                <a:lnTo>
                  <a:pt x="560518" y="1760144"/>
                </a:lnTo>
                <a:lnTo>
                  <a:pt x="558136" y="1760220"/>
                </a:lnTo>
                <a:lnTo>
                  <a:pt x="554345" y="1760306"/>
                </a:lnTo>
                <a:lnTo>
                  <a:pt x="552012" y="1760353"/>
                </a:lnTo>
                <a:lnTo>
                  <a:pt x="551145" y="1760372"/>
                </a:lnTo>
                <a:lnTo>
                  <a:pt x="548764" y="1760382"/>
                </a:lnTo>
                <a:lnTo>
                  <a:pt x="544868" y="1760382"/>
                </a:lnTo>
                <a:lnTo>
                  <a:pt x="542487" y="1760382"/>
                </a:lnTo>
                <a:lnTo>
                  <a:pt x="541620" y="1760382"/>
                </a:lnTo>
                <a:lnTo>
                  <a:pt x="539239" y="1760363"/>
                </a:lnTo>
                <a:lnTo>
                  <a:pt x="535343" y="1760325"/>
                </a:lnTo>
                <a:lnTo>
                  <a:pt x="532933" y="1760287"/>
                </a:lnTo>
                <a:lnTo>
                  <a:pt x="531990" y="1760258"/>
                </a:lnTo>
                <a:lnTo>
                  <a:pt x="529609" y="1760239"/>
                </a:lnTo>
                <a:lnTo>
                  <a:pt x="525790" y="1760239"/>
                </a:lnTo>
                <a:lnTo>
                  <a:pt x="523342" y="1760172"/>
                </a:lnTo>
                <a:lnTo>
                  <a:pt x="522265" y="1760049"/>
                </a:lnTo>
                <a:lnTo>
                  <a:pt x="519884" y="1759982"/>
                </a:lnTo>
                <a:lnTo>
                  <a:pt x="516198" y="1759982"/>
                </a:lnTo>
                <a:lnTo>
                  <a:pt x="513721" y="1759887"/>
                </a:lnTo>
                <a:lnTo>
                  <a:pt x="512455" y="1759696"/>
                </a:lnTo>
                <a:lnTo>
                  <a:pt x="510073" y="1759601"/>
                </a:lnTo>
                <a:lnTo>
                  <a:pt x="506578" y="1759601"/>
                </a:lnTo>
                <a:lnTo>
                  <a:pt x="503987" y="1759391"/>
                </a:lnTo>
                <a:lnTo>
                  <a:pt x="502301" y="1758972"/>
                </a:lnTo>
                <a:lnTo>
                  <a:pt x="499920" y="1758763"/>
                </a:lnTo>
                <a:lnTo>
                  <a:pt x="496843" y="1758763"/>
                </a:lnTo>
                <a:lnTo>
                  <a:pt x="493957" y="1758267"/>
                </a:lnTo>
                <a:lnTo>
                  <a:pt x="491280" y="1757267"/>
                </a:lnTo>
                <a:lnTo>
                  <a:pt x="488899" y="1756772"/>
                </a:lnTo>
                <a:lnTo>
                  <a:pt x="486813" y="1756772"/>
                </a:lnTo>
                <a:lnTo>
                  <a:pt x="483394" y="1755724"/>
                </a:lnTo>
                <a:lnTo>
                  <a:pt x="478631" y="1753638"/>
                </a:lnTo>
                <a:lnTo>
                  <a:pt x="473869" y="1752390"/>
                </a:lnTo>
                <a:lnTo>
                  <a:pt x="469106" y="1751981"/>
                </a:lnTo>
                <a:lnTo>
                  <a:pt x="466487" y="1751743"/>
                </a:lnTo>
                <a:lnTo>
                  <a:pt x="466011" y="1751676"/>
                </a:lnTo>
                <a:lnTo>
                  <a:pt x="463629" y="1751533"/>
                </a:lnTo>
                <a:lnTo>
                  <a:pt x="459343" y="1751305"/>
                </a:lnTo>
                <a:lnTo>
                  <a:pt x="456695" y="1751038"/>
                </a:lnTo>
                <a:lnTo>
                  <a:pt x="455686" y="1750733"/>
                </a:lnTo>
                <a:lnTo>
                  <a:pt x="453304" y="1750524"/>
                </a:lnTo>
                <a:lnTo>
                  <a:pt x="449551" y="1750409"/>
                </a:lnTo>
                <a:lnTo>
                  <a:pt x="446522" y="1749762"/>
                </a:lnTo>
                <a:lnTo>
                  <a:pt x="444208" y="1748580"/>
                </a:lnTo>
                <a:lnTo>
                  <a:pt x="441827" y="1747942"/>
                </a:lnTo>
                <a:lnTo>
                  <a:pt x="439379" y="1747876"/>
                </a:lnTo>
                <a:lnTo>
                  <a:pt x="436226" y="1746647"/>
                </a:lnTo>
                <a:lnTo>
                  <a:pt x="432368" y="1744266"/>
                </a:lnTo>
                <a:lnTo>
                  <a:pt x="429987" y="1742980"/>
                </a:lnTo>
                <a:lnTo>
                  <a:pt x="429082" y="1742799"/>
                </a:lnTo>
                <a:lnTo>
                  <a:pt x="428501" y="1742675"/>
                </a:lnTo>
                <a:lnTo>
                  <a:pt x="428263" y="1742618"/>
                </a:lnTo>
                <a:lnTo>
                  <a:pt x="425882" y="1742342"/>
                </a:lnTo>
                <a:lnTo>
                  <a:pt x="421357" y="1741827"/>
                </a:lnTo>
                <a:lnTo>
                  <a:pt x="418224" y="1741075"/>
                </a:lnTo>
                <a:lnTo>
                  <a:pt x="416471" y="1740065"/>
                </a:lnTo>
                <a:lnTo>
                  <a:pt x="414090" y="1739532"/>
                </a:lnTo>
                <a:lnTo>
                  <a:pt x="411080" y="1739446"/>
                </a:lnTo>
                <a:lnTo>
                  <a:pt x="407670" y="1737951"/>
                </a:lnTo>
                <a:lnTo>
                  <a:pt x="403860" y="1735017"/>
                </a:lnTo>
                <a:lnTo>
                  <a:pt x="401479" y="1733417"/>
                </a:lnTo>
                <a:lnTo>
                  <a:pt x="400526" y="1733140"/>
                </a:lnTo>
                <a:lnTo>
                  <a:pt x="399793" y="1732883"/>
                </a:lnTo>
                <a:lnTo>
                  <a:pt x="399288" y="1732645"/>
                </a:lnTo>
                <a:lnTo>
                  <a:pt x="396907" y="1732236"/>
                </a:lnTo>
                <a:lnTo>
                  <a:pt x="392649" y="1731645"/>
                </a:lnTo>
                <a:lnTo>
                  <a:pt x="388191" y="1729521"/>
                </a:lnTo>
                <a:lnTo>
                  <a:pt x="383524" y="1725854"/>
                </a:lnTo>
                <a:lnTo>
                  <a:pt x="381143" y="1724006"/>
                </a:lnTo>
                <a:lnTo>
                  <a:pt x="378485" y="1723349"/>
                </a:lnTo>
                <a:lnTo>
                  <a:pt x="373809" y="1722358"/>
                </a:lnTo>
                <a:lnTo>
                  <a:pt x="369303" y="1720025"/>
                </a:lnTo>
                <a:lnTo>
                  <a:pt x="364969" y="1716338"/>
                </a:lnTo>
                <a:lnTo>
                  <a:pt x="362588" y="1714395"/>
                </a:lnTo>
                <a:lnTo>
                  <a:pt x="362160" y="1714176"/>
                </a:lnTo>
                <a:lnTo>
                  <a:pt x="361712" y="1713938"/>
                </a:lnTo>
                <a:lnTo>
                  <a:pt x="361236" y="1713681"/>
                </a:lnTo>
                <a:lnTo>
                  <a:pt x="358854" y="1713109"/>
                </a:lnTo>
                <a:lnTo>
                  <a:pt x="354568" y="1712224"/>
                </a:lnTo>
                <a:lnTo>
                  <a:pt x="350472" y="1710080"/>
                </a:lnTo>
                <a:lnTo>
                  <a:pt x="346577" y="1706680"/>
                </a:lnTo>
                <a:lnTo>
                  <a:pt x="344195" y="1704756"/>
                </a:lnTo>
                <a:lnTo>
                  <a:pt x="343329" y="1704327"/>
                </a:lnTo>
                <a:lnTo>
                  <a:pt x="342081" y="1703508"/>
                </a:lnTo>
                <a:lnTo>
                  <a:pt x="340433" y="1702298"/>
                </a:lnTo>
                <a:lnTo>
                  <a:pt x="338052" y="1701422"/>
                </a:lnTo>
                <a:lnTo>
                  <a:pt x="334937" y="1700889"/>
                </a:lnTo>
                <a:lnTo>
                  <a:pt x="332080" y="1699327"/>
                </a:lnTo>
                <a:lnTo>
                  <a:pt x="329498" y="1696745"/>
                </a:lnTo>
                <a:lnTo>
                  <a:pt x="327117" y="1694993"/>
                </a:lnTo>
                <a:lnTo>
                  <a:pt x="324936" y="1694088"/>
                </a:lnTo>
                <a:lnTo>
                  <a:pt x="321745" y="1691707"/>
                </a:lnTo>
                <a:lnTo>
                  <a:pt x="317544" y="1687849"/>
                </a:lnTo>
                <a:lnTo>
                  <a:pt x="315163" y="1685735"/>
                </a:lnTo>
                <a:lnTo>
                  <a:pt x="314601" y="1685344"/>
                </a:lnTo>
                <a:lnTo>
                  <a:pt x="313258" y="1684277"/>
                </a:lnTo>
                <a:lnTo>
                  <a:pt x="311106" y="1682515"/>
                </a:lnTo>
                <a:lnTo>
                  <a:pt x="308724" y="1681201"/>
                </a:lnTo>
                <a:lnTo>
                  <a:pt x="306114" y="1680334"/>
                </a:lnTo>
                <a:lnTo>
                  <a:pt x="303895" y="1679019"/>
                </a:lnTo>
                <a:lnTo>
                  <a:pt x="302095" y="1677276"/>
                </a:lnTo>
                <a:lnTo>
                  <a:pt x="299714" y="1675524"/>
                </a:lnTo>
                <a:lnTo>
                  <a:pt x="296751" y="1673771"/>
                </a:lnTo>
                <a:lnTo>
                  <a:pt x="293675" y="1671390"/>
                </a:lnTo>
                <a:lnTo>
                  <a:pt x="290465" y="1668380"/>
                </a:lnTo>
                <a:lnTo>
                  <a:pt x="288084" y="1666199"/>
                </a:lnTo>
                <a:lnTo>
                  <a:pt x="286531" y="1664856"/>
                </a:lnTo>
                <a:lnTo>
                  <a:pt x="284102" y="1662474"/>
                </a:lnTo>
                <a:lnTo>
                  <a:pt x="280816" y="1659055"/>
                </a:lnTo>
                <a:lnTo>
                  <a:pt x="278435" y="1656693"/>
                </a:lnTo>
                <a:lnTo>
                  <a:pt x="276958" y="1655388"/>
                </a:lnTo>
                <a:lnTo>
                  <a:pt x="274520" y="1653007"/>
                </a:lnTo>
                <a:lnTo>
                  <a:pt x="271120" y="1649549"/>
                </a:lnTo>
                <a:lnTo>
                  <a:pt x="268738" y="1647111"/>
                </a:lnTo>
                <a:lnTo>
                  <a:pt x="267376" y="1645682"/>
                </a:lnTo>
                <a:lnTo>
                  <a:pt x="265033" y="1643301"/>
                </a:lnTo>
                <a:lnTo>
                  <a:pt x="261699" y="1639967"/>
                </a:lnTo>
                <a:lnTo>
                  <a:pt x="259318" y="1637424"/>
                </a:lnTo>
                <a:lnTo>
                  <a:pt x="257889" y="1635671"/>
                </a:lnTo>
                <a:lnTo>
                  <a:pt x="255670" y="1633290"/>
                </a:lnTo>
                <a:lnTo>
                  <a:pt x="252660" y="1630280"/>
                </a:lnTo>
                <a:lnTo>
                  <a:pt x="250279" y="1627518"/>
                </a:lnTo>
                <a:lnTo>
                  <a:pt x="248526" y="1624994"/>
                </a:lnTo>
                <a:lnTo>
                  <a:pt x="246497" y="1622612"/>
                </a:lnTo>
                <a:lnTo>
                  <a:pt x="244183" y="1620374"/>
                </a:lnTo>
                <a:lnTo>
                  <a:pt x="241802" y="1617221"/>
                </a:lnTo>
                <a:lnTo>
                  <a:pt x="239354" y="1613183"/>
                </a:lnTo>
                <a:lnTo>
                  <a:pt x="237763" y="1610801"/>
                </a:lnTo>
                <a:lnTo>
                  <a:pt x="237058" y="1610077"/>
                </a:lnTo>
                <a:lnTo>
                  <a:pt x="236506" y="1609173"/>
                </a:lnTo>
                <a:lnTo>
                  <a:pt x="236115" y="1608077"/>
                </a:lnTo>
                <a:lnTo>
                  <a:pt x="234315" y="1605696"/>
                </a:lnTo>
                <a:lnTo>
                  <a:pt x="231086" y="1602029"/>
                </a:lnTo>
                <a:lnTo>
                  <a:pt x="229257" y="1599819"/>
                </a:lnTo>
                <a:lnTo>
                  <a:pt x="228819" y="1599047"/>
                </a:lnTo>
                <a:lnTo>
                  <a:pt x="226809" y="1596666"/>
                </a:lnTo>
                <a:lnTo>
                  <a:pt x="223218" y="1592675"/>
                </a:lnTo>
                <a:lnTo>
                  <a:pt x="220837" y="1588837"/>
                </a:lnTo>
                <a:lnTo>
                  <a:pt x="219666" y="1585150"/>
                </a:lnTo>
                <a:lnTo>
                  <a:pt x="218484" y="1582769"/>
                </a:lnTo>
                <a:lnTo>
                  <a:pt x="217294" y="1581693"/>
                </a:lnTo>
                <a:lnTo>
                  <a:pt x="216589" y="1580445"/>
                </a:lnTo>
                <a:lnTo>
                  <a:pt x="216379" y="1579045"/>
                </a:lnTo>
                <a:lnTo>
                  <a:pt x="214884" y="1576664"/>
                </a:lnTo>
                <a:lnTo>
                  <a:pt x="212093" y="1573301"/>
                </a:lnTo>
                <a:lnTo>
                  <a:pt x="210417" y="1570958"/>
                </a:lnTo>
                <a:lnTo>
                  <a:pt x="209836" y="1569634"/>
                </a:lnTo>
                <a:lnTo>
                  <a:pt x="207912" y="1567253"/>
                </a:lnTo>
                <a:lnTo>
                  <a:pt x="204626" y="1563815"/>
                </a:lnTo>
                <a:lnTo>
                  <a:pt x="202873" y="1560338"/>
                </a:lnTo>
                <a:lnTo>
                  <a:pt x="202635" y="1556823"/>
                </a:lnTo>
                <a:lnTo>
                  <a:pt x="202121" y="1554442"/>
                </a:lnTo>
                <a:lnTo>
                  <a:pt x="201320" y="1553194"/>
                </a:lnTo>
                <a:lnTo>
                  <a:pt x="200701" y="1551956"/>
                </a:lnTo>
                <a:lnTo>
                  <a:pt x="200254" y="1550708"/>
                </a:lnTo>
                <a:lnTo>
                  <a:pt x="198520" y="1548327"/>
                </a:lnTo>
                <a:lnTo>
                  <a:pt x="195510" y="1544812"/>
                </a:lnTo>
                <a:lnTo>
                  <a:pt x="193900" y="1541450"/>
                </a:lnTo>
                <a:lnTo>
                  <a:pt x="193700" y="1538240"/>
                </a:lnTo>
                <a:lnTo>
                  <a:pt x="193129" y="1535859"/>
                </a:lnTo>
                <a:lnTo>
                  <a:pt x="192167" y="1534306"/>
                </a:lnTo>
                <a:lnTo>
                  <a:pt x="191395" y="1532582"/>
                </a:lnTo>
                <a:lnTo>
                  <a:pt x="190795" y="1530706"/>
                </a:lnTo>
                <a:lnTo>
                  <a:pt x="189195" y="1528324"/>
                </a:lnTo>
                <a:lnTo>
                  <a:pt x="186585" y="1525438"/>
                </a:lnTo>
                <a:lnTo>
                  <a:pt x="185223" y="1522628"/>
                </a:lnTo>
                <a:lnTo>
                  <a:pt x="185090" y="1519895"/>
                </a:lnTo>
                <a:lnTo>
                  <a:pt x="184375" y="1517513"/>
                </a:lnTo>
                <a:lnTo>
                  <a:pt x="183080" y="1515485"/>
                </a:lnTo>
                <a:lnTo>
                  <a:pt x="182147" y="1512170"/>
                </a:lnTo>
                <a:lnTo>
                  <a:pt x="181556" y="1507550"/>
                </a:lnTo>
                <a:lnTo>
                  <a:pt x="181251" y="1505169"/>
                </a:lnTo>
                <a:lnTo>
                  <a:pt x="181137" y="1504788"/>
                </a:lnTo>
                <a:lnTo>
                  <a:pt x="181032" y="1504464"/>
                </a:lnTo>
                <a:lnTo>
                  <a:pt x="179289" y="1502083"/>
                </a:lnTo>
                <a:lnTo>
                  <a:pt x="175927" y="1497644"/>
                </a:lnTo>
                <a:lnTo>
                  <a:pt x="174212" y="1493711"/>
                </a:lnTo>
                <a:lnTo>
                  <a:pt x="174155" y="1490291"/>
                </a:lnTo>
                <a:lnTo>
                  <a:pt x="173822" y="1487910"/>
                </a:lnTo>
                <a:lnTo>
                  <a:pt x="173222" y="1486567"/>
                </a:lnTo>
                <a:lnTo>
                  <a:pt x="172793" y="1483766"/>
                </a:lnTo>
                <a:lnTo>
                  <a:pt x="172545" y="1479490"/>
                </a:lnTo>
                <a:lnTo>
                  <a:pt x="172364" y="1477108"/>
                </a:lnTo>
                <a:lnTo>
                  <a:pt x="172241" y="1476623"/>
                </a:lnTo>
                <a:lnTo>
                  <a:pt x="172002" y="1475242"/>
                </a:lnTo>
                <a:lnTo>
                  <a:pt x="171631" y="1472975"/>
                </a:lnTo>
                <a:lnTo>
                  <a:pt x="170545" y="1470593"/>
                </a:lnTo>
                <a:lnTo>
                  <a:pt x="168745" y="1468098"/>
                </a:lnTo>
                <a:lnTo>
                  <a:pt x="167840" y="1465945"/>
                </a:lnTo>
                <a:lnTo>
                  <a:pt x="167840" y="1464145"/>
                </a:lnTo>
                <a:lnTo>
                  <a:pt x="167002" y="1461764"/>
                </a:lnTo>
                <a:lnTo>
                  <a:pt x="165325" y="1458801"/>
                </a:lnTo>
                <a:lnTo>
                  <a:pt x="164487" y="1455582"/>
                </a:lnTo>
                <a:lnTo>
                  <a:pt x="164487" y="1452096"/>
                </a:lnTo>
                <a:lnTo>
                  <a:pt x="164287" y="1449715"/>
                </a:lnTo>
                <a:lnTo>
                  <a:pt x="163906" y="1448438"/>
                </a:lnTo>
                <a:lnTo>
                  <a:pt x="163601" y="1445762"/>
                </a:lnTo>
                <a:lnTo>
                  <a:pt x="163392" y="1441675"/>
                </a:lnTo>
                <a:lnTo>
                  <a:pt x="163220" y="1439294"/>
                </a:lnTo>
                <a:lnTo>
                  <a:pt x="163087" y="1438618"/>
                </a:lnTo>
                <a:lnTo>
                  <a:pt x="162906" y="1436046"/>
                </a:lnTo>
                <a:lnTo>
                  <a:pt x="162668" y="1431598"/>
                </a:lnTo>
                <a:lnTo>
                  <a:pt x="162525" y="1429217"/>
                </a:lnTo>
                <a:lnTo>
                  <a:pt x="162477" y="1428902"/>
                </a:lnTo>
                <a:lnTo>
                  <a:pt x="162325" y="1427359"/>
                </a:lnTo>
                <a:lnTo>
                  <a:pt x="162058" y="1424588"/>
                </a:lnTo>
                <a:lnTo>
                  <a:pt x="161430" y="1422206"/>
                </a:lnTo>
                <a:lnTo>
                  <a:pt x="160439" y="1420216"/>
                </a:lnTo>
                <a:lnTo>
                  <a:pt x="159944" y="1418730"/>
                </a:lnTo>
                <a:lnTo>
                  <a:pt x="159944" y="1417739"/>
                </a:lnTo>
                <a:lnTo>
                  <a:pt x="159182" y="1415358"/>
                </a:lnTo>
                <a:lnTo>
                  <a:pt x="157677" y="1411586"/>
                </a:lnTo>
                <a:lnTo>
                  <a:pt x="156924" y="1408452"/>
                </a:lnTo>
                <a:lnTo>
                  <a:pt x="156924" y="1405947"/>
                </a:lnTo>
                <a:lnTo>
                  <a:pt x="156715" y="1403566"/>
                </a:lnTo>
                <a:lnTo>
                  <a:pt x="156305" y="1401308"/>
                </a:lnTo>
                <a:lnTo>
                  <a:pt x="156067" y="1398689"/>
                </a:lnTo>
                <a:lnTo>
                  <a:pt x="156000" y="1395708"/>
                </a:lnTo>
                <a:lnTo>
                  <a:pt x="155934" y="1393327"/>
                </a:lnTo>
                <a:lnTo>
                  <a:pt x="155867" y="1391545"/>
                </a:lnTo>
                <a:lnTo>
                  <a:pt x="155829" y="1389126"/>
                </a:lnTo>
                <a:lnTo>
                  <a:pt x="155829" y="1386078"/>
                </a:lnTo>
                <a:lnTo>
                  <a:pt x="155800" y="1383697"/>
                </a:lnTo>
                <a:lnTo>
                  <a:pt x="155734" y="1381982"/>
                </a:lnTo>
                <a:lnTo>
                  <a:pt x="155696" y="1379572"/>
                </a:lnTo>
                <a:lnTo>
                  <a:pt x="155696" y="1376458"/>
                </a:lnTo>
                <a:lnTo>
                  <a:pt x="155667" y="1374077"/>
                </a:lnTo>
                <a:lnTo>
                  <a:pt x="155610" y="1372429"/>
                </a:lnTo>
                <a:lnTo>
                  <a:pt x="155600" y="1370038"/>
                </a:lnTo>
                <a:lnTo>
                  <a:pt x="155658" y="1366923"/>
                </a:lnTo>
                <a:lnTo>
                  <a:pt x="155705" y="1364542"/>
                </a:lnTo>
                <a:lnTo>
                  <a:pt x="155734" y="1362894"/>
                </a:lnTo>
                <a:lnTo>
                  <a:pt x="155724" y="1360503"/>
                </a:lnTo>
                <a:lnTo>
                  <a:pt x="155667" y="1357360"/>
                </a:lnTo>
                <a:lnTo>
                  <a:pt x="155734" y="1354979"/>
                </a:lnTo>
                <a:lnTo>
                  <a:pt x="155943" y="1353360"/>
                </a:lnTo>
                <a:lnTo>
                  <a:pt x="156077" y="1351112"/>
                </a:lnTo>
                <a:lnTo>
                  <a:pt x="156143" y="1348235"/>
                </a:lnTo>
                <a:lnTo>
                  <a:pt x="156601" y="1345854"/>
                </a:lnTo>
                <a:lnTo>
                  <a:pt x="157458" y="1343968"/>
                </a:lnTo>
                <a:lnTo>
                  <a:pt x="157944" y="1342073"/>
                </a:lnTo>
                <a:lnTo>
                  <a:pt x="158058" y="1340168"/>
                </a:lnTo>
                <a:lnTo>
                  <a:pt x="159068" y="1337948"/>
                </a:lnTo>
                <a:lnTo>
                  <a:pt x="160973" y="1335405"/>
                </a:lnTo>
                <a:lnTo>
                  <a:pt x="161944" y="1333995"/>
                </a:lnTo>
                <a:lnTo>
                  <a:pt x="161973" y="1333710"/>
                </a:lnTo>
                <a:lnTo>
                  <a:pt x="162135" y="1331271"/>
                </a:lnTo>
                <a:lnTo>
                  <a:pt x="162411" y="1326823"/>
                </a:lnTo>
                <a:lnTo>
                  <a:pt x="162563" y="1324442"/>
                </a:lnTo>
                <a:lnTo>
                  <a:pt x="162573" y="1324127"/>
                </a:lnTo>
                <a:lnTo>
                  <a:pt x="162649" y="1321822"/>
                </a:lnTo>
                <a:lnTo>
                  <a:pt x="162782" y="1317527"/>
                </a:lnTo>
                <a:lnTo>
                  <a:pt x="162858" y="1315145"/>
                </a:lnTo>
                <a:lnTo>
                  <a:pt x="162878" y="1314679"/>
                </a:lnTo>
                <a:lnTo>
                  <a:pt x="162916" y="1312345"/>
                </a:lnTo>
                <a:lnTo>
                  <a:pt x="162982" y="1308125"/>
                </a:lnTo>
                <a:lnTo>
                  <a:pt x="163068" y="1305744"/>
                </a:lnTo>
                <a:lnTo>
                  <a:pt x="163163" y="1305201"/>
                </a:lnTo>
                <a:lnTo>
                  <a:pt x="163230" y="1302887"/>
                </a:lnTo>
                <a:lnTo>
                  <a:pt x="163268" y="1298800"/>
                </a:lnTo>
                <a:lnTo>
                  <a:pt x="163430" y="1296419"/>
                </a:lnTo>
                <a:lnTo>
                  <a:pt x="163735" y="1295743"/>
                </a:lnTo>
                <a:lnTo>
                  <a:pt x="163906" y="1293533"/>
                </a:lnTo>
                <a:lnTo>
                  <a:pt x="163954" y="1289790"/>
                </a:lnTo>
                <a:lnTo>
                  <a:pt x="164582" y="1287409"/>
                </a:lnTo>
                <a:lnTo>
                  <a:pt x="165811" y="1286389"/>
                </a:lnTo>
                <a:lnTo>
                  <a:pt x="166487" y="1284684"/>
                </a:lnTo>
                <a:lnTo>
                  <a:pt x="166621" y="1282303"/>
                </a:lnTo>
                <a:lnTo>
                  <a:pt x="167878" y="1280417"/>
                </a:lnTo>
                <a:lnTo>
                  <a:pt x="170259" y="1279027"/>
                </a:lnTo>
                <a:lnTo>
                  <a:pt x="171526" y="1277922"/>
                </a:lnTo>
                <a:lnTo>
                  <a:pt x="171688" y="1277083"/>
                </a:lnTo>
                <a:lnTo>
                  <a:pt x="171774" y="1276588"/>
                </a:lnTo>
                <a:lnTo>
                  <a:pt x="171955" y="1274216"/>
                </a:lnTo>
                <a:lnTo>
                  <a:pt x="172279" y="1269949"/>
                </a:lnTo>
                <a:lnTo>
                  <a:pt x="172498" y="1267568"/>
                </a:lnTo>
                <a:lnTo>
                  <a:pt x="172603" y="1267073"/>
                </a:lnTo>
                <a:lnTo>
                  <a:pt x="172669" y="1264758"/>
                </a:lnTo>
                <a:lnTo>
                  <a:pt x="172698" y="1260634"/>
                </a:lnTo>
                <a:lnTo>
                  <a:pt x="172879" y="1258253"/>
                </a:lnTo>
                <a:lnTo>
                  <a:pt x="173212" y="1257614"/>
                </a:lnTo>
                <a:lnTo>
                  <a:pt x="173403" y="1255424"/>
                </a:lnTo>
                <a:lnTo>
                  <a:pt x="173441" y="1251671"/>
                </a:lnTo>
                <a:lnTo>
                  <a:pt x="174498" y="1249289"/>
                </a:lnTo>
                <a:lnTo>
                  <a:pt x="176546" y="1248280"/>
                </a:lnTo>
                <a:lnTo>
                  <a:pt x="177632" y="1246984"/>
                </a:lnTo>
                <a:lnTo>
                  <a:pt x="177746" y="1245394"/>
                </a:lnTo>
                <a:lnTo>
                  <a:pt x="178594" y="1244508"/>
                </a:lnTo>
                <a:lnTo>
                  <a:pt x="180184" y="1244336"/>
                </a:lnTo>
                <a:lnTo>
                  <a:pt x="181242" y="1243013"/>
                </a:lnTo>
                <a:lnTo>
                  <a:pt x="181775" y="1240546"/>
                </a:lnTo>
                <a:lnTo>
                  <a:pt x="182108" y="1239050"/>
                </a:lnTo>
                <a:lnTo>
                  <a:pt x="182242" y="1238517"/>
                </a:lnTo>
                <a:lnTo>
                  <a:pt x="182347" y="1236240"/>
                </a:lnTo>
                <a:lnTo>
                  <a:pt x="182413" y="1232211"/>
                </a:lnTo>
                <a:lnTo>
                  <a:pt x="182766" y="1229830"/>
                </a:lnTo>
                <a:lnTo>
                  <a:pt x="183404" y="1229096"/>
                </a:lnTo>
                <a:lnTo>
                  <a:pt x="183718" y="1227030"/>
                </a:lnTo>
                <a:lnTo>
                  <a:pt x="183718" y="1223639"/>
                </a:lnTo>
                <a:lnTo>
                  <a:pt x="185414" y="1221486"/>
                </a:lnTo>
                <a:lnTo>
                  <a:pt x="188805" y="1220572"/>
                </a:lnTo>
                <a:lnTo>
                  <a:pt x="190586" y="1219972"/>
                </a:lnTo>
                <a:lnTo>
                  <a:pt x="190748" y="1219676"/>
                </a:lnTo>
                <a:lnTo>
                  <a:pt x="190833" y="1219448"/>
                </a:lnTo>
                <a:lnTo>
                  <a:pt x="191072" y="1217124"/>
                </a:lnTo>
                <a:lnTo>
                  <a:pt x="191500" y="1212971"/>
                </a:lnTo>
                <a:lnTo>
                  <a:pt x="191853" y="1210589"/>
                </a:lnTo>
                <a:lnTo>
                  <a:pt x="192138" y="1209980"/>
                </a:lnTo>
                <a:lnTo>
                  <a:pt x="192310" y="1207770"/>
                </a:lnTo>
                <a:lnTo>
                  <a:pt x="192386" y="1203970"/>
                </a:lnTo>
                <a:lnTo>
                  <a:pt x="193291" y="1201588"/>
                </a:lnTo>
                <a:lnTo>
                  <a:pt x="195034" y="1200626"/>
                </a:lnTo>
                <a:lnTo>
                  <a:pt x="195882" y="1199093"/>
                </a:lnTo>
                <a:lnTo>
                  <a:pt x="195824" y="1196978"/>
                </a:lnTo>
                <a:lnTo>
                  <a:pt x="196853" y="1195749"/>
                </a:lnTo>
                <a:lnTo>
                  <a:pt x="198968" y="1195407"/>
                </a:lnTo>
                <a:lnTo>
                  <a:pt x="200263" y="1194321"/>
                </a:lnTo>
                <a:lnTo>
                  <a:pt x="200730" y="1192482"/>
                </a:lnTo>
                <a:lnTo>
                  <a:pt x="201063" y="1191330"/>
                </a:lnTo>
                <a:lnTo>
                  <a:pt x="201273" y="1190863"/>
                </a:lnTo>
                <a:lnTo>
                  <a:pt x="201397" y="1188596"/>
                </a:lnTo>
                <a:lnTo>
                  <a:pt x="201435" y="1184548"/>
                </a:lnTo>
                <a:lnTo>
                  <a:pt x="202092" y="1182167"/>
                </a:lnTo>
                <a:lnTo>
                  <a:pt x="203387" y="1181452"/>
                </a:lnTo>
                <a:lnTo>
                  <a:pt x="204102" y="1179786"/>
                </a:lnTo>
                <a:lnTo>
                  <a:pt x="204245" y="1177176"/>
                </a:lnTo>
                <a:lnTo>
                  <a:pt x="205616" y="1175795"/>
                </a:lnTo>
                <a:lnTo>
                  <a:pt x="208245" y="1175652"/>
                </a:lnTo>
                <a:lnTo>
                  <a:pt x="209798" y="1174833"/>
                </a:lnTo>
                <a:lnTo>
                  <a:pt x="210302" y="1173337"/>
                </a:lnTo>
                <a:lnTo>
                  <a:pt x="210674" y="1172327"/>
                </a:lnTo>
                <a:lnTo>
                  <a:pt x="210893" y="1171823"/>
                </a:lnTo>
                <a:lnTo>
                  <a:pt x="211093" y="1169651"/>
                </a:lnTo>
                <a:lnTo>
                  <a:pt x="211274" y="1165793"/>
                </a:lnTo>
                <a:lnTo>
                  <a:pt x="212388" y="1163412"/>
                </a:lnTo>
                <a:lnTo>
                  <a:pt x="214417" y="1162507"/>
                </a:lnTo>
                <a:lnTo>
                  <a:pt x="215408" y="1161117"/>
                </a:lnTo>
                <a:lnTo>
                  <a:pt x="215351" y="1159240"/>
                </a:lnTo>
                <a:lnTo>
                  <a:pt x="216265" y="1158240"/>
                </a:lnTo>
                <a:lnTo>
                  <a:pt x="218142" y="1158116"/>
                </a:lnTo>
                <a:lnTo>
                  <a:pt x="219370" y="1156973"/>
                </a:lnTo>
                <a:lnTo>
                  <a:pt x="219961" y="1154792"/>
                </a:lnTo>
                <a:lnTo>
                  <a:pt x="220475" y="1153411"/>
                </a:lnTo>
                <a:lnTo>
                  <a:pt x="220923" y="1152820"/>
                </a:lnTo>
                <a:lnTo>
                  <a:pt x="221142" y="1150658"/>
                </a:lnTo>
                <a:lnTo>
                  <a:pt x="221142" y="1146934"/>
                </a:lnTo>
                <a:lnTo>
                  <a:pt x="223009" y="1144724"/>
                </a:lnTo>
                <a:lnTo>
                  <a:pt x="226733" y="1144029"/>
                </a:lnTo>
                <a:lnTo>
                  <a:pt x="228686" y="1143600"/>
                </a:lnTo>
                <a:lnTo>
                  <a:pt x="228857" y="1143429"/>
                </a:lnTo>
                <a:lnTo>
                  <a:pt x="229200" y="1140924"/>
                </a:lnTo>
                <a:lnTo>
                  <a:pt x="229610" y="1136771"/>
                </a:lnTo>
                <a:lnTo>
                  <a:pt x="230343" y="1134389"/>
                </a:lnTo>
                <a:lnTo>
                  <a:pt x="231381" y="1133780"/>
                </a:lnTo>
                <a:lnTo>
                  <a:pt x="231934" y="1131951"/>
                </a:lnTo>
                <a:lnTo>
                  <a:pt x="232000" y="1128903"/>
                </a:lnTo>
                <a:lnTo>
                  <a:pt x="233553" y="1127284"/>
                </a:lnTo>
                <a:lnTo>
                  <a:pt x="236601" y="1127084"/>
                </a:lnTo>
                <a:lnTo>
                  <a:pt x="238373" y="1126484"/>
                </a:lnTo>
                <a:lnTo>
                  <a:pt x="238877" y="1125464"/>
                </a:lnTo>
                <a:lnTo>
                  <a:pt x="239344" y="1124702"/>
                </a:lnTo>
                <a:lnTo>
                  <a:pt x="239773" y="1124198"/>
                </a:lnTo>
                <a:lnTo>
                  <a:pt x="240049" y="1122102"/>
                </a:lnTo>
                <a:lnTo>
                  <a:pt x="240192" y="1118416"/>
                </a:lnTo>
                <a:lnTo>
                  <a:pt x="242116" y="1116416"/>
                </a:lnTo>
                <a:lnTo>
                  <a:pt x="245802" y="1116120"/>
                </a:lnTo>
                <a:lnTo>
                  <a:pt x="247850" y="1115778"/>
                </a:lnTo>
                <a:lnTo>
                  <a:pt x="248241" y="1115397"/>
                </a:lnTo>
                <a:lnTo>
                  <a:pt x="248507" y="1115016"/>
                </a:lnTo>
                <a:lnTo>
                  <a:pt x="248650" y="1114625"/>
                </a:lnTo>
                <a:lnTo>
                  <a:pt x="248793" y="1112387"/>
                </a:lnTo>
                <a:lnTo>
                  <a:pt x="248945" y="1108310"/>
                </a:lnTo>
                <a:lnTo>
                  <a:pt x="250336" y="1105929"/>
                </a:lnTo>
                <a:lnTo>
                  <a:pt x="252965" y="1105243"/>
                </a:lnTo>
                <a:lnTo>
                  <a:pt x="254337" y="1104233"/>
                </a:lnTo>
                <a:lnTo>
                  <a:pt x="254451" y="1102900"/>
                </a:lnTo>
                <a:lnTo>
                  <a:pt x="255175" y="1102204"/>
                </a:lnTo>
                <a:lnTo>
                  <a:pt x="256508" y="1102147"/>
                </a:lnTo>
                <a:lnTo>
                  <a:pt x="257470" y="1100728"/>
                </a:lnTo>
                <a:lnTo>
                  <a:pt x="258051" y="1097937"/>
                </a:lnTo>
                <a:lnTo>
                  <a:pt x="259090" y="1096251"/>
                </a:lnTo>
                <a:lnTo>
                  <a:pt x="260585" y="1095670"/>
                </a:lnTo>
                <a:lnTo>
                  <a:pt x="261452" y="1094156"/>
                </a:lnTo>
                <a:lnTo>
                  <a:pt x="261699" y="1091717"/>
                </a:lnTo>
                <a:lnTo>
                  <a:pt x="263042" y="1090412"/>
                </a:lnTo>
                <a:lnTo>
                  <a:pt x="265481" y="1090232"/>
                </a:lnTo>
                <a:lnTo>
                  <a:pt x="266995" y="1089355"/>
                </a:lnTo>
                <a:lnTo>
                  <a:pt x="267576" y="1087793"/>
                </a:lnTo>
                <a:lnTo>
                  <a:pt x="268224" y="1086726"/>
                </a:lnTo>
                <a:lnTo>
                  <a:pt x="268938" y="1086145"/>
                </a:lnTo>
                <a:lnTo>
                  <a:pt x="269348" y="1084174"/>
                </a:lnTo>
                <a:lnTo>
                  <a:pt x="269453" y="1080811"/>
                </a:lnTo>
                <a:lnTo>
                  <a:pt x="271186" y="1079021"/>
                </a:lnTo>
                <a:lnTo>
                  <a:pt x="274549" y="1078811"/>
                </a:lnTo>
                <a:lnTo>
                  <a:pt x="276482" y="1078363"/>
                </a:lnTo>
                <a:lnTo>
                  <a:pt x="276997" y="1077687"/>
                </a:lnTo>
                <a:lnTo>
                  <a:pt x="277482" y="1077097"/>
                </a:lnTo>
                <a:lnTo>
                  <a:pt x="277968" y="1076582"/>
                </a:lnTo>
                <a:lnTo>
                  <a:pt x="278206" y="1074439"/>
                </a:lnTo>
                <a:lnTo>
                  <a:pt x="278206" y="1070667"/>
                </a:lnTo>
                <a:lnTo>
                  <a:pt x="280092" y="1068705"/>
                </a:lnTo>
                <a:lnTo>
                  <a:pt x="283864" y="1068553"/>
                </a:lnTo>
                <a:lnTo>
                  <a:pt x="285960" y="1068267"/>
                </a:lnTo>
                <a:lnTo>
                  <a:pt x="286379" y="1067848"/>
                </a:lnTo>
                <a:lnTo>
                  <a:pt x="286703" y="1067429"/>
                </a:lnTo>
                <a:lnTo>
                  <a:pt x="286950" y="1067010"/>
                </a:lnTo>
                <a:lnTo>
                  <a:pt x="287188" y="1064866"/>
                </a:lnTo>
                <a:lnTo>
                  <a:pt x="287436" y="1061009"/>
                </a:lnTo>
                <a:lnTo>
                  <a:pt x="289493" y="1058894"/>
                </a:lnTo>
                <a:lnTo>
                  <a:pt x="293341" y="1058513"/>
                </a:lnTo>
                <a:lnTo>
                  <a:pt x="295437" y="1058228"/>
                </a:lnTo>
                <a:lnTo>
                  <a:pt x="295770" y="1058027"/>
                </a:lnTo>
                <a:lnTo>
                  <a:pt x="295980" y="1057770"/>
                </a:lnTo>
                <a:lnTo>
                  <a:pt x="296075" y="1057437"/>
                </a:lnTo>
                <a:lnTo>
                  <a:pt x="296304" y="1055284"/>
                </a:lnTo>
                <a:lnTo>
                  <a:pt x="296656" y="1051303"/>
                </a:lnTo>
                <a:lnTo>
                  <a:pt x="298828" y="1049074"/>
                </a:lnTo>
                <a:lnTo>
                  <a:pt x="302809" y="1048598"/>
                </a:lnTo>
                <a:lnTo>
                  <a:pt x="304924" y="1048331"/>
                </a:lnTo>
                <a:lnTo>
                  <a:pt x="305152" y="1048264"/>
                </a:lnTo>
                <a:lnTo>
                  <a:pt x="305362" y="1047874"/>
                </a:lnTo>
                <a:lnTo>
                  <a:pt x="305591" y="1045712"/>
                </a:lnTo>
                <a:lnTo>
                  <a:pt x="305981" y="1041644"/>
                </a:lnTo>
                <a:lnTo>
                  <a:pt x="308219" y="1039349"/>
                </a:lnTo>
                <a:lnTo>
                  <a:pt x="312287" y="1038835"/>
                </a:lnTo>
                <a:lnTo>
                  <a:pt x="314392" y="1038558"/>
                </a:lnTo>
                <a:lnTo>
                  <a:pt x="315030" y="1036244"/>
                </a:lnTo>
                <a:lnTo>
                  <a:pt x="315620" y="1032272"/>
                </a:lnTo>
                <a:lnTo>
                  <a:pt x="317897" y="1030062"/>
                </a:lnTo>
                <a:lnTo>
                  <a:pt x="321869" y="1029614"/>
                </a:lnTo>
                <a:lnTo>
                  <a:pt x="323964" y="1029329"/>
                </a:lnTo>
                <a:lnTo>
                  <a:pt x="324202" y="1029224"/>
                </a:lnTo>
                <a:lnTo>
                  <a:pt x="324441" y="1028814"/>
                </a:lnTo>
                <a:lnTo>
                  <a:pt x="324698" y="1026690"/>
                </a:lnTo>
                <a:lnTo>
                  <a:pt x="325117" y="1022661"/>
                </a:lnTo>
                <a:lnTo>
                  <a:pt x="327336" y="1020423"/>
                </a:lnTo>
                <a:lnTo>
                  <a:pt x="331365" y="1019956"/>
                </a:lnTo>
                <a:lnTo>
                  <a:pt x="333480" y="1019689"/>
                </a:lnTo>
                <a:lnTo>
                  <a:pt x="334185" y="1017156"/>
                </a:lnTo>
                <a:lnTo>
                  <a:pt x="334604" y="1013108"/>
                </a:lnTo>
                <a:lnTo>
                  <a:pt x="336833" y="1010945"/>
                </a:lnTo>
                <a:lnTo>
                  <a:pt x="340881" y="1010660"/>
                </a:lnTo>
                <a:lnTo>
                  <a:pt x="343052" y="1010450"/>
                </a:lnTo>
                <a:lnTo>
                  <a:pt x="343348" y="1010317"/>
                </a:lnTo>
                <a:lnTo>
                  <a:pt x="343576" y="1010098"/>
                </a:lnTo>
                <a:lnTo>
                  <a:pt x="343738" y="1009802"/>
                </a:lnTo>
                <a:lnTo>
                  <a:pt x="344033" y="1007726"/>
                </a:lnTo>
                <a:lnTo>
                  <a:pt x="344491" y="1003868"/>
                </a:lnTo>
                <a:lnTo>
                  <a:pt x="346643" y="1001801"/>
                </a:lnTo>
                <a:lnTo>
                  <a:pt x="350501" y="1001525"/>
                </a:lnTo>
                <a:lnTo>
                  <a:pt x="352635" y="1001287"/>
                </a:lnTo>
                <a:lnTo>
                  <a:pt x="353063" y="1001078"/>
                </a:lnTo>
                <a:lnTo>
                  <a:pt x="353425" y="1000763"/>
                </a:lnTo>
                <a:lnTo>
                  <a:pt x="353730" y="1000335"/>
                </a:lnTo>
                <a:lnTo>
                  <a:pt x="354035" y="998258"/>
                </a:lnTo>
                <a:lnTo>
                  <a:pt x="354340" y="994534"/>
                </a:lnTo>
                <a:lnTo>
                  <a:pt x="356359" y="992543"/>
                </a:lnTo>
                <a:lnTo>
                  <a:pt x="360083" y="992276"/>
                </a:lnTo>
                <a:lnTo>
                  <a:pt x="362179" y="991991"/>
                </a:lnTo>
                <a:lnTo>
                  <a:pt x="362636" y="991676"/>
                </a:lnTo>
                <a:lnTo>
                  <a:pt x="363026" y="991286"/>
                </a:lnTo>
                <a:lnTo>
                  <a:pt x="363341" y="990829"/>
                </a:lnTo>
                <a:lnTo>
                  <a:pt x="363607" y="988714"/>
                </a:lnTo>
                <a:lnTo>
                  <a:pt x="363826" y="984952"/>
                </a:lnTo>
                <a:lnTo>
                  <a:pt x="365827" y="982904"/>
                </a:lnTo>
                <a:lnTo>
                  <a:pt x="369589" y="982589"/>
                </a:lnTo>
                <a:lnTo>
                  <a:pt x="371666" y="982294"/>
                </a:lnTo>
                <a:lnTo>
                  <a:pt x="372056" y="981999"/>
                </a:lnTo>
                <a:lnTo>
                  <a:pt x="372408" y="981656"/>
                </a:lnTo>
                <a:lnTo>
                  <a:pt x="372713" y="981266"/>
                </a:lnTo>
                <a:lnTo>
                  <a:pt x="372961" y="979141"/>
                </a:lnTo>
                <a:lnTo>
                  <a:pt x="373151" y="975265"/>
                </a:lnTo>
                <a:lnTo>
                  <a:pt x="375190" y="973226"/>
                </a:lnTo>
                <a:lnTo>
                  <a:pt x="379066" y="973036"/>
                </a:lnTo>
                <a:lnTo>
                  <a:pt x="381200" y="972788"/>
                </a:lnTo>
                <a:lnTo>
                  <a:pt x="381591" y="972493"/>
                </a:lnTo>
                <a:lnTo>
                  <a:pt x="382000" y="972141"/>
                </a:lnTo>
                <a:lnTo>
                  <a:pt x="382419" y="971750"/>
                </a:lnTo>
                <a:lnTo>
                  <a:pt x="382791" y="969731"/>
                </a:lnTo>
                <a:lnTo>
                  <a:pt x="383096" y="966102"/>
                </a:lnTo>
                <a:lnTo>
                  <a:pt x="385077" y="964206"/>
                </a:lnTo>
                <a:lnTo>
                  <a:pt x="388706" y="964054"/>
                </a:lnTo>
                <a:lnTo>
                  <a:pt x="390773" y="963740"/>
                </a:lnTo>
                <a:lnTo>
                  <a:pt x="391277" y="963263"/>
                </a:lnTo>
                <a:lnTo>
                  <a:pt x="392068" y="962777"/>
                </a:lnTo>
                <a:lnTo>
                  <a:pt x="393154" y="962273"/>
                </a:lnTo>
                <a:lnTo>
                  <a:pt x="393935" y="960672"/>
                </a:lnTo>
                <a:lnTo>
                  <a:pt x="394421" y="957977"/>
                </a:lnTo>
                <a:lnTo>
                  <a:pt x="396002" y="956491"/>
                </a:lnTo>
                <a:lnTo>
                  <a:pt x="398697" y="956215"/>
                </a:lnTo>
                <a:lnTo>
                  <a:pt x="400355" y="955481"/>
                </a:lnTo>
                <a:lnTo>
                  <a:pt x="400964" y="954300"/>
                </a:lnTo>
                <a:lnTo>
                  <a:pt x="402260" y="953414"/>
                </a:lnTo>
                <a:lnTo>
                  <a:pt x="404251" y="952805"/>
                </a:lnTo>
                <a:lnTo>
                  <a:pt x="405336" y="951509"/>
                </a:lnTo>
                <a:lnTo>
                  <a:pt x="405517" y="949528"/>
                </a:lnTo>
                <a:lnTo>
                  <a:pt x="406603" y="948338"/>
                </a:lnTo>
                <a:lnTo>
                  <a:pt x="408584" y="947938"/>
                </a:lnTo>
                <a:lnTo>
                  <a:pt x="409918" y="946890"/>
                </a:lnTo>
                <a:lnTo>
                  <a:pt x="410604" y="945194"/>
                </a:lnTo>
                <a:lnTo>
                  <a:pt x="412985" y="944242"/>
                </a:lnTo>
                <a:lnTo>
                  <a:pt x="417062" y="944042"/>
                </a:lnTo>
                <a:lnTo>
                  <a:pt x="419271" y="943870"/>
                </a:lnTo>
                <a:lnTo>
                  <a:pt x="419614" y="943727"/>
                </a:lnTo>
                <a:lnTo>
                  <a:pt x="420862" y="943489"/>
                </a:lnTo>
                <a:lnTo>
                  <a:pt x="423034" y="943146"/>
                </a:lnTo>
                <a:lnTo>
                  <a:pt x="424472" y="942213"/>
                </a:lnTo>
                <a:lnTo>
                  <a:pt x="425206" y="940679"/>
                </a:lnTo>
                <a:lnTo>
                  <a:pt x="426329" y="939822"/>
                </a:lnTo>
                <a:lnTo>
                  <a:pt x="427863" y="939641"/>
                </a:lnTo>
                <a:lnTo>
                  <a:pt x="429558" y="938955"/>
                </a:lnTo>
                <a:lnTo>
                  <a:pt x="431416" y="937765"/>
                </a:lnTo>
                <a:lnTo>
                  <a:pt x="433797" y="937089"/>
                </a:lnTo>
                <a:lnTo>
                  <a:pt x="436702" y="936946"/>
                </a:lnTo>
                <a:lnTo>
                  <a:pt x="439103" y="936965"/>
                </a:lnTo>
                <a:lnTo>
                  <a:pt x="441008" y="937165"/>
                </a:lnTo>
                <a:lnTo>
                  <a:pt x="443389" y="937260"/>
                </a:lnTo>
                <a:lnTo>
                  <a:pt x="446246" y="937260"/>
                </a:lnTo>
                <a:lnTo>
                  <a:pt x="449894" y="938527"/>
                </a:lnTo>
                <a:lnTo>
                  <a:pt x="454343" y="941070"/>
                </a:lnTo>
                <a:lnTo>
                  <a:pt x="456724" y="942365"/>
                </a:lnTo>
                <a:lnTo>
                  <a:pt x="457038" y="942423"/>
                </a:lnTo>
                <a:lnTo>
                  <a:pt x="457343" y="942575"/>
                </a:lnTo>
                <a:lnTo>
                  <a:pt x="457619" y="942842"/>
                </a:lnTo>
                <a:lnTo>
                  <a:pt x="460000" y="943461"/>
                </a:lnTo>
                <a:lnTo>
                  <a:pt x="464487" y="944423"/>
                </a:lnTo>
                <a:lnTo>
                  <a:pt x="468840" y="946804"/>
                </a:lnTo>
                <a:lnTo>
                  <a:pt x="473059" y="950605"/>
                </a:lnTo>
                <a:lnTo>
                  <a:pt x="475440" y="952719"/>
                </a:lnTo>
                <a:lnTo>
                  <a:pt x="475983" y="953167"/>
                </a:lnTo>
                <a:lnTo>
                  <a:pt x="478365" y="955548"/>
                </a:lnTo>
                <a:lnTo>
                  <a:pt x="482584" y="959863"/>
                </a:lnTo>
                <a:lnTo>
                  <a:pt x="484965" y="962530"/>
                </a:lnTo>
                <a:lnTo>
                  <a:pt x="485508" y="963549"/>
                </a:lnTo>
                <a:lnTo>
                  <a:pt x="487442" y="965930"/>
                </a:lnTo>
                <a:lnTo>
                  <a:pt x="490766" y="969674"/>
                </a:lnTo>
                <a:lnTo>
                  <a:pt x="492452" y="973245"/>
                </a:lnTo>
                <a:lnTo>
                  <a:pt x="492519" y="976636"/>
                </a:lnTo>
                <a:lnTo>
                  <a:pt x="492843" y="979018"/>
                </a:lnTo>
                <a:lnTo>
                  <a:pt x="493405" y="980389"/>
                </a:lnTo>
                <a:lnTo>
                  <a:pt x="493738" y="983104"/>
                </a:lnTo>
                <a:lnTo>
                  <a:pt x="493833" y="987152"/>
                </a:lnTo>
                <a:lnTo>
                  <a:pt x="493909" y="989533"/>
                </a:lnTo>
                <a:lnTo>
                  <a:pt x="493976" y="990248"/>
                </a:lnTo>
                <a:lnTo>
                  <a:pt x="493947" y="992600"/>
                </a:lnTo>
                <a:lnTo>
                  <a:pt x="493824" y="996591"/>
                </a:lnTo>
                <a:lnTo>
                  <a:pt x="493728" y="998972"/>
                </a:lnTo>
                <a:lnTo>
                  <a:pt x="493671" y="999744"/>
                </a:lnTo>
                <a:lnTo>
                  <a:pt x="493605" y="1002049"/>
                </a:lnTo>
                <a:lnTo>
                  <a:pt x="493519" y="1005897"/>
                </a:lnTo>
                <a:lnTo>
                  <a:pt x="493090" y="1008278"/>
                </a:lnTo>
                <a:lnTo>
                  <a:pt x="492319" y="1009193"/>
                </a:lnTo>
                <a:lnTo>
                  <a:pt x="491938" y="1011193"/>
                </a:lnTo>
                <a:lnTo>
                  <a:pt x="491938" y="1014270"/>
                </a:lnTo>
                <a:lnTo>
                  <a:pt x="490395" y="1015879"/>
                </a:lnTo>
                <a:lnTo>
                  <a:pt x="487318" y="1016003"/>
                </a:lnTo>
                <a:lnTo>
                  <a:pt x="485480" y="1016556"/>
                </a:lnTo>
                <a:lnTo>
                  <a:pt x="484899" y="1017527"/>
                </a:lnTo>
                <a:lnTo>
                  <a:pt x="484403" y="1018299"/>
                </a:lnTo>
                <a:lnTo>
                  <a:pt x="484003" y="1018880"/>
                </a:lnTo>
                <a:lnTo>
                  <a:pt x="483727" y="1020994"/>
                </a:lnTo>
                <a:lnTo>
                  <a:pt x="483584" y="1024623"/>
                </a:lnTo>
                <a:lnTo>
                  <a:pt x="481698" y="1026462"/>
                </a:lnTo>
                <a:lnTo>
                  <a:pt x="478069" y="1026509"/>
                </a:lnTo>
                <a:lnTo>
                  <a:pt x="475926" y="1026747"/>
                </a:lnTo>
                <a:lnTo>
                  <a:pt x="475278" y="1027186"/>
                </a:lnTo>
                <a:lnTo>
                  <a:pt x="474669" y="1027728"/>
                </a:lnTo>
                <a:lnTo>
                  <a:pt x="474116" y="1028376"/>
                </a:lnTo>
                <a:lnTo>
                  <a:pt x="473783" y="1030434"/>
                </a:lnTo>
                <a:lnTo>
                  <a:pt x="473688" y="1033891"/>
                </a:lnTo>
                <a:lnTo>
                  <a:pt x="471916" y="1035663"/>
                </a:lnTo>
                <a:lnTo>
                  <a:pt x="468459" y="1035758"/>
                </a:lnTo>
                <a:lnTo>
                  <a:pt x="466420" y="1036110"/>
                </a:lnTo>
                <a:lnTo>
                  <a:pt x="465820" y="1036720"/>
                </a:lnTo>
                <a:lnTo>
                  <a:pt x="465030" y="1037320"/>
                </a:lnTo>
                <a:lnTo>
                  <a:pt x="464039" y="1037920"/>
                </a:lnTo>
                <a:lnTo>
                  <a:pt x="463496" y="1039759"/>
                </a:lnTo>
                <a:lnTo>
                  <a:pt x="463382" y="1042816"/>
                </a:lnTo>
                <a:lnTo>
                  <a:pt x="461791" y="1044435"/>
                </a:lnTo>
                <a:lnTo>
                  <a:pt x="458734" y="1044607"/>
                </a:lnTo>
                <a:lnTo>
                  <a:pt x="456905" y="1045169"/>
                </a:lnTo>
                <a:lnTo>
                  <a:pt x="456324" y="1046102"/>
                </a:lnTo>
                <a:lnTo>
                  <a:pt x="455200" y="1046874"/>
                </a:lnTo>
                <a:lnTo>
                  <a:pt x="453533" y="1047455"/>
                </a:lnTo>
                <a:lnTo>
                  <a:pt x="452704" y="1049007"/>
                </a:lnTo>
                <a:lnTo>
                  <a:pt x="452704" y="1051522"/>
                </a:lnTo>
                <a:lnTo>
                  <a:pt x="451447" y="1052741"/>
                </a:lnTo>
                <a:lnTo>
                  <a:pt x="448932" y="1052674"/>
                </a:lnTo>
                <a:lnTo>
                  <a:pt x="447361" y="1053494"/>
                </a:lnTo>
                <a:lnTo>
                  <a:pt x="446742" y="1055189"/>
                </a:lnTo>
                <a:lnTo>
                  <a:pt x="445313" y="1056342"/>
                </a:lnTo>
                <a:lnTo>
                  <a:pt x="443074" y="1056961"/>
                </a:lnTo>
                <a:lnTo>
                  <a:pt x="441903" y="1058170"/>
                </a:lnTo>
                <a:lnTo>
                  <a:pt x="441779" y="1059952"/>
                </a:lnTo>
                <a:lnTo>
                  <a:pt x="440827" y="1060904"/>
                </a:lnTo>
                <a:lnTo>
                  <a:pt x="439045" y="1061028"/>
                </a:lnTo>
                <a:lnTo>
                  <a:pt x="437807" y="1062171"/>
                </a:lnTo>
                <a:lnTo>
                  <a:pt x="437131" y="1064352"/>
                </a:lnTo>
                <a:lnTo>
                  <a:pt x="435597" y="1065781"/>
                </a:lnTo>
                <a:lnTo>
                  <a:pt x="433216" y="1066457"/>
                </a:lnTo>
                <a:lnTo>
                  <a:pt x="432216" y="1067838"/>
                </a:lnTo>
                <a:lnTo>
                  <a:pt x="432578" y="1069905"/>
                </a:lnTo>
                <a:lnTo>
                  <a:pt x="431730" y="1070791"/>
                </a:lnTo>
                <a:lnTo>
                  <a:pt x="429663" y="1070477"/>
                </a:lnTo>
                <a:lnTo>
                  <a:pt x="428292" y="1071496"/>
                </a:lnTo>
                <a:lnTo>
                  <a:pt x="427625" y="1073829"/>
                </a:lnTo>
                <a:lnTo>
                  <a:pt x="425701" y="1075325"/>
                </a:lnTo>
                <a:lnTo>
                  <a:pt x="422510" y="1075992"/>
                </a:lnTo>
                <a:lnTo>
                  <a:pt x="420938" y="1076801"/>
                </a:lnTo>
                <a:lnTo>
                  <a:pt x="420986" y="1077754"/>
                </a:lnTo>
                <a:lnTo>
                  <a:pt x="420529" y="1078211"/>
                </a:lnTo>
                <a:lnTo>
                  <a:pt x="419576" y="1078163"/>
                </a:lnTo>
                <a:lnTo>
                  <a:pt x="418738" y="1079706"/>
                </a:lnTo>
                <a:lnTo>
                  <a:pt x="418014" y="1082840"/>
                </a:lnTo>
                <a:lnTo>
                  <a:pt x="415633" y="1084717"/>
                </a:lnTo>
                <a:lnTo>
                  <a:pt x="411594" y="1085345"/>
                </a:lnTo>
                <a:lnTo>
                  <a:pt x="409537" y="1085660"/>
                </a:lnTo>
                <a:lnTo>
                  <a:pt x="409051" y="1087850"/>
                </a:lnTo>
                <a:lnTo>
                  <a:pt x="408384" y="1091851"/>
                </a:lnTo>
                <a:lnTo>
                  <a:pt x="406051" y="1094061"/>
                </a:lnTo>
                <a:lnTo>
                  <a:pt x="402050" y="1094470"/>
                </a:lnTo>
                <a:lnTo>
                  <a:pt x="399907" y="1094699"/>
                </a:lnTo>
                <a:lnTo>
                  <a:pt x="399621" y="1094765"/>
                </a:lnTo>
                <a:lnTo>
                  <a:pt x="399431" y="1094946"/>
                </a:lnTo>
                <a:lnTo>
                  <a:pt x="399326" y="1095232"/>
                </a:lnTo>
                <a:lnTo>
                  <a:pt x="399031" y="1097309"/>
                </a:lnTo>
                <a:lnTo>
                  <a:pt x="398516" y="1101176"/>
                </a:lnTo>
                <a:lnTo>
                  <a:pt x="396326" y="1103347"/>
                </a:lnTo>
                <a:lnTo>
                  <a:pt x="392459" y="1103814"/>
                </a:lnTo>
                <a:lnTo>
                  <a:pt x="390363" y="1104090"/>
                </a:lnTo>
                <a:lnTo>
                  <a:pt x="390030" y="1104195"/>
                </a:lnTo>
                <a:lnTo>
                  <a:pt x="389820" y="1104405"/>
                </a:lnTo>
                <a:lnTo>
                  <a:pt x="389725" y="1104738"/>
                </a:lnTo>
                <a:lnTo>
                  <a:pt x="389477" y="1106872"/>
                </a:lnTo>
                <a:lnTo>
                  <a:pt x="389087" y="1110825"/>
                </a:lnTo>
                <a:lnTo>
                  <a:pt x="386925" y="1113034"/>
                </a:lnTo>
                <a:lnTo>
                  <a:pt x="382972" y="1113511"/>
                </a:lnTo>
                <a:lnTo>
                  <a:pt x="380876" y="1113796"/>
                </a:lnTo>
                <a:lnTo>
                  <a:pt x="380629" y="1113882"/>
                </a:lnTo>
                <a:lnTo>
                  <a:pt x="380448" y="1114054"/>
                </a:lnTo>
                <a:lnTo>
                  <a:pt x="380333" y="1114301"/>
                </a:lnTo>
                <a:lnTo>
                  <a:pt x="380038" y="1116387"/>
                </a:lnTo>
                <a:lnTo>
                  <a:pt x="379571" y="1120321"/>
                </a:lnTo>
                <a:lnTo>
                  <a:pt x="377371" y="1122617"/>
                </a:lnTo>
                <a:lnTo>
                  <a:pt x="373437" y="1123293"/>
                </a:lnTo>
                <a:lnTo>
                  <a:pt x="371418" y="1123655"/>
                </a:lnTo>
                <a:lnTo>
                  <a:pt x="370932" y="1125998"/>
                </a:lnTo>
                <a:lnTo>
                  <a:pt x="370399" y="1130094"/>
                </a:lnTo>
                <a:lnTo>
                  <a:pt x="368741" y="1132475"/>
                </a:lnTo>
                <a:lnTo>
                  <a:pt x="365941" y="1133142"/>
                </a:lnTo>
                <a:lnTo>
                  <a:pt x="364474" y="1134047"/>
                </a:lnTo>
                <a:lnTo>
                  <a:pt x="364312" y="1135190"/>
                </a:lnTo>
                <a:lnTo>
                  <a:pt x="363665" y="1135761"/>
                </a:lnTo>
                <a:lnTo>
                  <a:pt x="362522" y="1135761"/>
                </a:lnTo>
                <a:lnTo>
                  <a:pt x="361588" y="1137209"/>
                </a:lnTo>
                <a:lnTo>
                  <a:pt x="360864" y="1140104"/>
                </a:lnTo>
                <a:lnTo>
                  <a:pt x="359645" y="1141914"/>
                </a:lnTo>
                <a:lnTo>
                  <a:pt x="357921" y="1142638"/>
                </a:lnTo>
                <a:lnTo>
                  <a:pt x="357026" y="1144124"/>
                </a:lnTo>
                <a:lnTo>
                  <a:pt x="356968" y="1146381"/>
                </a:lnTo>
                <a:lnTo>
                  <a:pt x="355806" y="1147572"/>
                </a:lnTo>
                <a:lnTo>
                  <a:pt x="353549" y="1147696"/>
                </a:lnTo>
                <a:lnTo>
                  <a:pt x="352092" y="1148620"/>
                </a:lnTo>
                <a:lnTo>
                  <a:pt x="351434" y="1150344"/>
                </a:lnTo>
                <a:lnTo>
                  <a:pt x="350682" y="1151534"/>
                </a:lnTo>
                <a:lnTo>
                  <a:pt x="349844" y="1152192"/>
                </a:lnTo>
                <a:lnTo>
                  <a:pt x="349415" y="1154154"/>
                </a:lnTo>
                <a:lnTo>
                  <a:pt x="349415" y="1157411"/>
                </a:lnTo>
                <a:lnTo>
                  <a:pt x="347786" y="1159097"/>
                </a:lnTo>
                <a:lnTo>
                  <a:pt x="344529" y="1159221"/>
                </a:lnTo>
                <a:lnTo>
                  <a:pt x="342614" y="1159688"/>
                </a:lnTo>
                <a:lnTo>
                  <a:pt x="342043" y="1160497"/>
                </a:lnTo>
                <a:lnTo>
                  <a:pt x="341614" y="1161193"/>
                </a:lnTo>
                <a:lnTo>
                  <a:pt x="341328" y="1161764"/>
                </a:lnTo>
                <a:lnTo>
                  <a:pt x="341233" y="1164050"/>
                </a:lnTo>
                <a:lnTo>
                  <a:pt x="341319" y="1168041"/>
                </a:lnTo>
                <a:lnTo>
                  <a:pt x="339366" y="1170327"/>
                </a:lnTo>
                <a:lnTo>
                  <a:pt x="335375" y="1170908"/>
                </a:lnTo>
                <a:lnTo>
                  <a:pt x="333318" y="1171242"/>
                </a:lnTo>
                <a:lnTo>
                  <a:pt x="332861" y="1173642"/>
                </a:lnTo>
                <a:lnTo>
                  <a:pt x="332356" y="1177766"/>
                </a:lnTo>
                <a:lnTo>
                  <a:pt x="331489" y="1180148"/>
                </a:lnTo>
                <a:lnTo>
                  <a:pt x="330270" y="1180786"/>
                </a:lnTo>
                <a:lnTo>
                  <a:pt x="329660" y="1182548"/>
                </a:lnTo>
                <a:lnTo>
                  <a:pt x="329660" y="1185453"/>
                </a:lnTo>
                <a:lnTo>
                  <a:pt x="328203" y="1186986"/>
                </a:lnTo>
                <a:lnTo>
                  <a:pt x="325298" y="1187129"/>
                </a:lnTo>
                <a:lnTo>
                  <a:pt x="323602" y="1187815"/>
                </a:lnTo>
                <a:lnTo>
                  <a:pt x="323117" y="1189044"/>
                </a:lnTo>
                <a:lnTo>
                  <a:pt x="322707" y="1189892"/>
                </a:lnTo>
                <a:lnTo>
                  <a:pt x="322355" y="1190377"/>
                </a:lnTo>
                <a:lnTo>
                  <a:pt x="322136" y="1192540"/>
                </a:lnTo>
                <a:lnTo>
                  <a:pt x="322040" y="1196378"/>
                </a:lnTo>
                <a:lnTo>
                  <a:pt x="320450" y="1198759"/>
                </a:lnTo>
                <a:lnTo>
                  <a:pt x="317373" y="1199683"/>
                </a:lnTo>
                <a:lnTo>
                  <a:pt x="315782" y="1200474"/>
                </a:lnTo>
                <a:lnTo>
                  <a:pt x="315678" y="1201122"/>
                </a:lnTo>
                <a:lnTo>
                  <a:pt x="315297" y="1201503"/>
                </a:lnTo>
                <a:lnTo>
                  <a:pt x="314649" y="1201607"/>
                </a:lnTo>
                <a:lnTo>
                  <a:pt x="314030" y="1203369"/>
                </a:lnTo>
                <a:lnTo>
                  <a:pt x="313449" y="1206789"/>
                </a:lnTo>
                <a:lnTo>
                  <a:pt x="312953" y="1208799"/>
                </a:lnTo>
                <a:lnTo>
                  <a:pt x="312544" y="1209380"/>
                </a:lnTo>
                <a:lnTo>
                  <a:pt x="312296" y="1211513"/>
                </a:lnTo>
                <a:lnTo>
                  <a:pt x="312201" y="1215190"/>
                </a:lnTo>
                <a:lnTo>
                  <a:pt x="310753" y="1217571"/>
                </a:lnTo>
                <a:lnTo>
                  <a:pt x="307934" y="1218657"/>
                </a:lnTo>
                <a:lnTo>
                  <a:pt x="306495" y="1219600"/>
                </a:lnTo>
                <a:lnTo>
                  <a:pt x="306419" y="1220391"/>
                </a:lnTo>
                <a:lnTo>
                  <a:pt x="305991" y="1220924"/>
                </a:lnTo>
                <a:lnTo>
                  <a:pt x="305200" y="1221181"/>
                </a:lnTo>
                <a:lnTo>
                  <a:pt x="304533" y="1222905"/>
                </a:lnTo>
                <a:lnTo>
                  <a:pt x="304009" y="1226087"/>
                </a:lnTo>
                <a:lnTo>
                  <a:pt x="303476" y="1227934"/>
                </a:lnTo>
                <a:lnTo>
                  <a:pt x="302924" y="1228458"/>
                </a:lnTo>
                <a:lnTo>
                  <a:pt x="302619" y="1230535"/>
                </a:lnTo>
                <a:lnTo>
                  <a:pt x="302562" y="1234164"/>
                </a:lnTo>
                <a:lnTo>
                  <a:pt x="300866" y="1236545"/>
                </a:lnTo>
                <a:lnTo>
                  <a:pt x="297532" y="1237679"/>
                </a:lnTo>
                <a:lnTo>
                  <a:pt x="295885" y="1238412"/>
                </a:lnTo>
                <a:lnTo>
                  <a:pt x="295904" y="1238726"/>
                </a:lnTo>
                <a:lnTo>
                  <a:pt x="295437" y="1238955"/>
                </a:lnTo>
                <a:lnTo>
                  <a:pt x="295046" y="1240946"/>
                </a:lnTo>
                <a:lnTo>
                  <a:pt x="294580" y="1244879"/>
                </a:lnTo>
                <a:lnTo>
                  <a:pt x="294208" y="1247080"/>
                </a:lnTo>
                <a:lnTo>
                  <a:pt x="293932" y="1247546"/>
                </a:lnTo>
                <a:lnTo>
                  <a:pt x="293741" y="1249737"/>
                </a:lnTo>
                <a:lnTo>
                  <a:pt x="293637" y="1253652"/>
                </a:lnTo>
                <a:lnTo>
                  <a:pt x="292932" y="1256033"/>
                </a:lnTo>
                <a:lnTo>
                  <a:pt x="291627" y="1256881"/>
                </a:lnTo>
                <a:lnTo>
                  <a:pt x="290894" y="1258529"/>
                </a:lnTo>
                <a:lnTo>
                  <a:pt x="290732" y="1260977"/>
                </a:lnTo>
                <a:lnTo>
                  <a:pt x="289427" y="1262377"/>
                </a:lnTo>
                <a:lnTo>
                  <a:pt x="286979" y="1262710"/>
                </a:lnTo>
                <a:lnTo>
                  <a:pt x="285550" y="1263663"/>
                </a:lnTo>
                <a:lnTo>
                  <a:pt x="285140" y="1265225"/>
                </a:lnTo>
                <a:lnTo>
                  <a:pt x="284864" y="1266215"/>
                </a:lnTo>
                <a:lnTo>
                  <a:pt x="284721" y="1266625"/>
                </a:lnTo>
                <a:lnTo>
                  <a:pt x="284569" y="1268854"/>
                </a:lnTo>
                <a:lnTo>
                  <a:pt x="284417" y="1272911"/>
                </a:lnTo>
                <a:lnTo>
                  <a:pt x="284131" y="1275293"/>
                </a:lnTo>
                <a:lnTo>
                  <a:pt x="283712" y="1275998"/>
                </a:lnTo>
                <a:lnTo>
                  <a:pt x="283483" y="1278141"/>
                </a:lnTo>
                <a:lnTo>
                  <a:pt x="283426" y="1281732"/>
                </a:lnTo>
                <a:lnTo>
                  <a:pt x="282645" y="1284113"/>
                </a:lnTo>
                <a:lnTo>
                  <a:pt x="281111" y="1285284"/>
                </a:lnTo>
                <a:lnTo>
                  <a:pt x="280387" y="1286942"/>
                </a:lnTo>
                <a:lnTo>
                  <a:pt x="280464" y="1289075"/>
                </a:lnTo>
                <a:lnTo>
                  <a:pt x="279425" y="1290228"/>
                </a:lnTo>
                <a:lnTo>
                  <a:pt x="277292" y="1290380"/>
                </a:lnTo>
                <a:lnTo>
                  <a:pt x="275987" y="1291457"/>
                </a:lnTo>
                <a:lnTo>
                  <a:pt x="275520" y="1293457"/>
                </a:lnTo>
                <a:lnTo>
                  <a:pt x="275225" y="1294695"/>
                </a:lnTo>
                <a:lnTo>
                  <a:pt x="275111" y="1295162"/>
                </a:lnTo>
                <a:lnTo>
                  <a:pt x="274968" y="1297400"/>
                </a:lnTo>
                <a:lnTo>
                  <a:pt x="274796" y="1301401"/>
                </a:lnTo>
                <a:lnTo>
                  <a:pt x="274568" y="1303782"/>
                </a:lnTo>
                <a:lnTo>
                  <a:pt x="274301" y="1304544"/>
                </a:lnTo>
                <a:lnTo>
                  <a:pt x="274187" y="1306811"/>
                </a:lnTo>
                <a:lnTo>
                  <a:pt x="274234" y="1310592"/>
                </a:lnTo>
                <a:lnTo>
                  <a:pt x="274082" y="1312974"/>
                </a:lnTo>
                <a:lnTo>
                  <a:pt x="273720" y="1313955"/>
                </a:lnTo>
                <a:lnTo>
                  <a:pt x="273548" y="1316165"/>
                </a:lnTo>
                <a:lnTo>
                  <a:pt x="273548" y="1319584"/>
                </a:lnTo>
                <a:lnTo>
                  <a:pt x="273167" y="1321965"/>
                </a:lnTo>
                <a:lnTo>
                  <a:pt x="272415" y="1323308"/>
                </a:lnTo>
                <a:lnTo>
                  <a:pt x="272015" y="1325280"/>
                </a:lnTo>
                <a:lnTo>
                  <a:pt x="271948" y="1327890"/>
                </a:lnTo>
                <a:lnTo>
                  <a:pt x="270615" y="1330166"/>
                </a:lnTo>
                <a:lnTo>
                  <a:pt x="268005" y="1332128"/>
                </a:lnTo>
                <a:lnTo>
                  <a:pt x="266681" y="1333186"/>
                </a:lnTo>
                <a:lnTo>
                  <a:pt x="266376" y="1335615"/>
                </a:lnTo>
                <a:lnTo>
                  <a:pt x="265871" y="1339834"/>
                </a:lnTo>
                <a:lnTo>
                  <a:pt x="265586" y="1342215"/>
                </a:lnTo>
                <a:lnTo>
                  <a:pt x="265519" y="1342758"/>
                </a:lnTo>
                <a:lnTo>
                  <a:pt x="265452" y="1345073"/>
                </a:lnTo>
                <a:lnTo>
                  <a:pt x="265386" y="1349159"/>
                </a:lnTo>
                <a:lnTo>
                  <a:pt x="265328" y="1351540"/>
                </a:lnTo>
                <a:lnTo>
                  <a:pt x="265281" y="1352217"/>
                </a:lnTo>
                <a:lnTo>
                  <a:pt x="265262" y="1354569"/>
                </a:lnTo>
                <a:lnTo>
                  <a:pt x="265262" y="1358617"/>
                </a:lnTo>
                <a:lnTo>
                  <a:pt x="265252" y="1360999"/>
                </a:lnTo>
                <a:lnTo>
                  <a:pt x="265243" y="1361713"/>
                </a:lnTo>
                <a:lnTo>
                  <a:pt x="265233" y="1364094"/>
                </a:lnTo>
                <a:lnTo>
                  <a:pt x="265233" y="1368123"/>
                </a:lnTo>
                <a:lnTo>
                  <a:pt x="265224" y="1370505"/>
                </a:lnTo>
                <a:lnTo>
                  <a:pt x="265195" y="1371238"/>
                </a:lnTo>
                <a:lnTo>
                  <a:pt x="265186" y="1373600"/>
                </a:lnTo>
                <a:lnTo>
                  <a:pt x="265186" y="1377610"/>
                </a:lnTo>
                <a:lnTo>
                  <a:pt x="265186" y="1379992"/>
                </a:lnTo>
                <a:lnTo>
                  <a:pt x="265186" y="1380744"/>
                </a:lnTo>
                <a:lnTo>
                  <a:pt x="265186" y="1383125"/>
                </a:lnTo>
                <a:lnTo>
                  <a:pt x="265186" y="1387135"/>
                </a:lnTo>
                <a:lnTo>
                  <a:pt x="265195" y="1389517"/>
                </a:lnTo>
                <a:lnTo>
                  <a:pt x="265214" y="1390269"/>
                </a:lnTo>
                <a:lnTo>
                  <a:pt x="265262" y="1392698"/>
                </a:lnTo>
                <a:lnTo>
                  <a:pt x="265328" y="1396794"/>
                </a:lnTo>
                <a:lnTo>
                  <a:pt x="265386" y="1399175"/>
                </a:lnTo>
                <a:lnTo>
                  <a:pt x="265433" y="1399842"/>
                </a:lnTo>
                <a:lnTo>
                  <a:pt x="265605" y="1402394"/>
                </a:lnTo>
                <a:lnTo>
                  <a:pt x="265890" y="1406823"/>
                </a:lnTo>
                <a:lnTo>
                  <a:pt x="266052" y="1409205"/>
                </a:lnTo>
                <a:lnTo>
                  <a:pt x="266090" y="1409538"/>
                </a:lnTo>
                <a:lnTo>
                  <a:pt x="266252" y="1410653"/>
                </a:lnTo>
                <a:lnTo>
                  <a:pt x="266548" y="1412558"/>
                </a:lnTo>
                <a:lnTo>
                  <a:pt x="267624" y="1414939"/>
                </a:lnTo>
                <a:lnTo>
                  <a:pt x="269462" y="1417796"/>
                </a:lnTo>
                <a:lnTo>
                  <a:pt x="270386" y="1420149"/>
                </a:lnTo>
                <a:lnTo>
                  <a:pt x="270386" y="1421987"/>
                </a:lnTo>
                <a:lnTo>
                  <a:pt x="270920" y="1424369"/>
                </a:lnTo>
                <a:lnTo>
                  <a:pt x="271996" y="1427293"/>
                </a:lnTo>
                <a:lnTo>
                  <a:pt x="272529" y="1430207"/>
                </a:lnTo>
                <a:lnTo>
                  <a:pt x="272529" y="1433122"/>
                </a:lnTo>
                <a:lnTo>
                  <a:pt x="272806" y="1435503"/>
                </a:lnTo>
                <a:lnTo>
                  <a:pt x="273358" y="1437351"/>
                </a:lnTo>
                <a:lnTo>
                  <a:pt x="273663" y="1440037"/>
                </a:lnTo>
                <a:lnTo>
                  <a:pt x="273710" y="1443552"/>
                </a:lnTo>
                <a:lnTo>
                  <a:pt x="273901" y="1445933"/>
                </a:lnTo>
                <a:lnTo>
                  <a:pt x="274225" y="1447181"/>
                </a:lnTo>
                <a:lnTo>
                  <a:pt x="274587" y="1449924"/>
                </a:lnTo>
                <a:lnTo>
                  <a:pt x="274996" y="1454182"/>
                </a:lnTo>
                <a:lnTo>
                  <a:pt x="275273" y="1456563"/>
                </a:lnTo>
                <a:lnTo>
                  <a:pt x="275415" y="1457068"/>
                </a:lnTo>
                <a:lnTo>
                  <a:pt x="275673" y="1458020"/>
                </a:lnTo>
                <a:lnTo>
                  <a:pt x="276044" y="1459401"/>
                </a:lnTo>
                <a:lnTo>
                  <a:pt x="277568" y="1461783"/>
                </a:lnTo>
                <a:lnTo>
                  <a:pt x="280254" y="1465164"/>
                </a:lnTo>
                <a:lnTo>
                  <a:pt x="281635" y="1468231"/>
                </a:lnTo>
                <a:lnTo>
                  <a:pt x="281702" y="1470984"/>
                </a:lnTo>
                <a:lnTo>
                  <a:pt x="282311" y="1473365"/>
                </a:lnTo>
                <a:lnTo>
                  <a:pt x="283445" y="1475375"/>
                </a:lnTo>
                <a:lnTo>
                  <a:pt x="284455" y="1478185"/>
                </a:lnTo>
                <a:lnTo>
                  <a:pt x="285321" y="1481814"/>
                </a:lnTo>
                <a:lnTo>
                  <a:pt x="286264" y="1484195"/>
                </a:lnTo>
                <a:lnTo>
                  <a:pt x="287303" y="1485329"/>
                </a:lnTo>
                <a:lnTo>
                  <a:pt x="287903" y="1486500"/>
                </a:lnTo>
                <a:lnTo>
                  <a:pt x="288055" y="1487691"/>
                </a:lnTo>
                <a:lnTo>
                  <a:pt x="289370" y="1490072"/>
                </a:lnTo>
                <a:lnTo>
                  <a:pt x="291836" y="1493644"/>
                </a:lnTo>
                <a:lnTo>
                  <a:pt x="293494" y="1497673"/>
                </a:lnTo>
                <a:lnTo>
                  <a:pt x="294323" y="1502169"/>
                </a:lnTo>
                <a:lnTo>
                  <a:pt x="294808" y="1504550"/>
                </a:lnTo>
                <a:lnTo>
                  <a:pt x="294951" y="1504817"/>
                </a:lnTo>
                <a:lnTo>
                  <a:pt x="295085" y="1505102"/>
                </a:lnTo>
                <a:lnTo>
                  <a:pt x="295208" y="1505407"/>
                </a:lnTo>
                <a:lnTo>
                  <a:pt x="297113" y="1507788"/>
                </a:lnTo>
                <a:lnTo>
                  <a:pt x="300790" y="1512246"/>
                </a:lnTo>
                <a:lnTo>
                  <a:pt x="303171" y="1516409"/>
                </a:lnTo>
                <a:lnTo>
                  <a:pt x="304257" y="1520276"/>
                </a:lnTo>
                <a:lnTo>
                  <a:pt x="305219" y="1522657"/>
                </a:lnTo>
                <a:lnTo>
                  <a:pt x="306057" y="1523552"/>
                </a:lnTo>
                <a:lnTo>
                  <a:pt x="306438" y="1524371"/>
                </a:lnTo>
                <a:lnTo>
                  <a:pt x="306353" y="1525124"/>
                </a:lnTo>
                <a:lnTo>
                  <a:pt x="307858" y="1527505"/>
                </a:lnTo>
                <a:lnTo>
                  <a:pt x="310963" y="1531515"/>
                </a:lnTo>
                <a:lnTo>
                  <a:pt x="312963" y="1534392"/>
                </a:lnTo>
                <a:lnTo>
                  <a:pt x="313868" y="1536125"/>
                </a:lnTo>
                <a:lnTo>
                  <a:pt x="315878" y="1538507"/>
                </a:lnTo>
                <a:lnTo>
                  <a:pt x="318973" y="1541536"/>
                </a:lnTo>
                <a:lnTo>
                  <a:pt x="321354" y="1544479"/>
                </a:lnTo>
                <a:lnTo>
                  <a:pt x="323021" y="1547336"/>
                </a:lnTo>
                <a:lnTo>
                  <a:pt x="324841" y="1549718"/>
                </a:lnTo>
                <a:lnTo>
                  <a:pt x="326831" y="1551623"/>
                </a:lnTo>
                <a:lnTo>
                  <a:pt x="328660" y="1554404"/>
                </a:lnTo>
                <a:lnTo>
                  <a:pt x="330337" y="1558071"/>
                </a:lnTo>
                <a:lnTo>
                  <a:pt x="331661" y="1560452"/>
                </a:lnTo>
                <a:lnTo>
                  <a:pt x="332623" y="1561548"/>
                </a:lnTo>
                <a:lnTo>
                  <a:pt x="333175" y="1562186"/>
                </a:lnTo>
                <a:lnTo>
                  <a:pt x="335480" y="1564729"/>
                </a:lnTo>
                <a:lnTo>
                  <a:pt x="339681" y="1569329"/>
                </a:lnTo>
                <a:lnTo>
                  <a:pt x="342062" y="1571911"/>
                </a:lnTo>
                <a:lnTo>
                  <a:pt x="342624" y="1572492"/>
                </a:lnTo>
                <a:lnTo>
                  <a:pt x="344929" y="1574873"/>
                </a:lnTo>
                <a:lnTo>
                  <a:pt x="348977" y="1579055"/>
                </a:lnTo>
                <a:lnTo>
                  <a:pt x="351358" y="1581483"/>
                </a:lnTo>
                <a:lnTo>
                  <a:pt x="352073" y="1582160"/>
                </a:lnTo>
                <a:lnTo>
                  <a:pt x="354654" y="1584541"/>
                </a:lnTo>
                <a:lnTo>
                  <a:pt x="359102" y="1588627"/>
                </a:lnTo>
                <a:lnTo>
                  <a:pt x="361483" y="1590818"/>
                </a:lnTo>
                <a:lnTo>
                  <a:pt x="361798" y="1591113"/>
                </a:lnTo>
                <a:lnTo>
                  <a:pt x="362598" y="1591770"/>
                </a:lnTo>
                <a:lnTo>
                  <a:pt x="363903" y="1592771"/>
                </a:lnTo>
                <a:lnTo>
                  <a:pt x="366284" y="1593885"/>
                </a:lnTo>
                <a:lnTo>
                  <a:pt x="369741" y="1595104"/>
                </a:lnTo>
                <a:lnTo>
                  <a:pt x="372599" y="1596838"/>
                </a:lnTo>
                <a:lnTo>
                  <a:pt x="374837" y="1599076"/>
                </a:lnTo>
                <a:lnTo>
                  <a:pt x="377219" y="1600867"/>
                </a:lnTo>
                <a:lnTo>
                  <a:pt x="379743" y="1602210"/>
                </a:lnTo>
                <a:lnTo>
                  <a:pt x="382743" y="1604591"/>
                </a:lnTo>
                <a:lnTo>
                  <a:pt x="386220" y="1608011"/>
                </a:lnTo>
                <a:lnTo>
                  <a:pt x="388601" y="1610077"/>
                </a:lnTo>
                <a:lnTo>
                  <a:pt x="389887" y="1610792"/>
                </a:lnTo>
                <a:lnTo>
                  <a:pt x="391401" y="1611668"/>
                </a:lnTo>
                <a:lnTo>
                  <a:pt x="393163" y="1612716"/>
                </a:lnTo>
                <a:lnTo>
                  <a:pt x="395545" y="1613278"/>
                </a:lnTo>
                <a:lnTo>
                  <a:pt x="398545" y="1613345"/>
                </a:lnTo>
                <a:lnTo>
                  <a:pt x="401517" y="1614840"/>
                </a:lnTo>
                <a:lnTo>
                  <a:pt x="404460" y="1617783"/>
                </a:lnTo>
                <a:lnTo>
                  <a:pt x="406841" y="1619698"/>
                </a:lnTo>
                <a:lnTo>
                  <a:pt x="408661" y="1620593"/>
                </a:lnTo>
                <a:lnTo>
                  <a:pt x="410804" y="1621812"/>
                </a:lnTo>
                <a:lnTo>
                  <a:pt x="413252" y="1623374"/>
                </a:lnTo>
                <a:lnTo>
                  <a:pt x="415633" y="1624146"/>
                </a:lnTo>
                <a:lnTo>
                  <a:pt x="417947" y="1624146"/>
                </a:lnTo>
                <a:lnTo>
                  <a:pt x="420329" y="1625308"/>
                </a:lnTo>
                <a:lnTo>
                  <a:pt x="422777" y="1627622"/>
                </a:lnTo>
                <a:lnTo>
                  <a:pt x="425158" y="1629137"/>
                </a:lnTo>
                <a:lnTo>
                  <a:pt x="427472" y="1629870"/>
                </a:lnTo>
                <a:lnTo>
                  <a:pt x="429330" y="1630575"/>
                </a:lnTo>
                <a:lnTo>
                  <a:pt x="430740" y="1631261"/>
                </a:lnTo>
                <a:lnTo>
                  <a:pt x="433121" y="1631623"/>
                </a:lnTo>
                <a:lnTo>
                  <a:pt x="436474" y="1631690"/>
                </a:lnTo>
                <a:lnTo>
                  <a:pt x="440284" y="1633118"/>
                </a:lnTo>
                <a:lnTo>
                  <a:pt x="444541" y="1635900"/>
                </a:lnTo>
                <a:lnTo>
                  <a:pt x="446923" y="1637309"/>
                </a:lnTo>
                <a:lnTo>
                  <a:pt x="447427" y="1637338"/>
                </a:lnTo>
                <a:lnTo>
                  <a:pt x="447942" y="1637586"/>
                </a:lnTo>
                <a:lnTo>
                  <a:pt x="448466" y="1638062"/>
                </a:lnTo>
                <a:lnTo>
                  <a:pt x="450847" y="1638671"/>
                </a:lnTo>
                <a:lnTo>
                  <a:pt x="455085" y="1639424"/>
                </a:lnTo>
                <a:lnTo>
                  <a:pt x="457772" y="1639986"/>
                </a:lnTo>
                <a:lnTo>
                  <a:pt x="458905" y="1640376"/>
                </a:lnTo>
                <a:lnTo>
                  <a:pt x="461286" y="1640653"/>
                </a:lnTo>
                <a:lnTo>
                  <a:pt x="464915" y="1640805"/>
                </a:lnTo>
                <a:lnTo>
                  <a:pt x="467944" y="1641462"/>
                </a:lnTo>
                <a:lnTo>
                  <a:pt x="470392" y="1642615"/>
                </a:lnTo>
                <a:lnTo>
                  <a:pt x="472773" y="1643224"/>
                </a:lnTo>
                <a:lnTo>
                  <a:pt x="475088" y="1643282"/>
                </a:lnTo>
                <a:lnTo>
                  <a:pt x="478117" y="1644444"/>
                </a:lnTo>
                <a:lnTo>
                  <a:pt x="481841" y="1646701"/>
                </a:lnTo>
                <a:lnTo>
                  <a:pt x="484222" y="1647939"/>
                </a:lnTo>
                <a:lnTo>
                  <a:pt x="485261" y="1648158"/>
                </a:lnTo>
                <a:lnTo>
                  <a:pt x="485918" y="1648301"/>
                </a:lnTo>
                <a:lnTo>
                  <a:pt x="486204" y="1648368"/>
                </a:lnTo>
                <a:lnTo>
                  <a:pt x="488585" y="1648616"/>
                </a:lnTo>
                <a:lnTo>
                  <a:pt x="493062" y="1649054"/>
                </a:lnTo>
                <a:lnTo>
                  <a:pt x="495748" y="1649359"/>
                </a:lnTo>
                <a:lnTo>
                  <a:pt x="496653" y="1649540"/>
                </a:lnTo>
                <a:lnTo>
                  <a:pt x="499034" y="1649682"/>
                </a:lnTo>
                <a:lnTo>
                  <a:pt x="502891" y="1649778"/>
                </a:lnTo>
                <a:lnTo>
                  <a:pt x="505425" y="1649921"/>
                </a:lnTo>
                <a:lnTo>
                  <a:pt x="506616" y="1650111"/>
                </a:lnTo>
                <a:lnTo>
                  <a:pt x="508997" y="1650235"/>
                </a:lnTo>
                <a:lnTo>
                  <a:pt x="512569" y="1650292"/>
                </a:lnTo>
                <a:lnTo>
                  <a:pt x="515036" y="1650378"/>
                </a:lnTo>
                <a:lnTo>
                  <a:pt x="516407" y="1650502"/>
                </a:lnTo>
                <a:lnTo>
                  <a:pt x="518789" y="1650568"/>
                </a:lnTo>
                <a:lnTo>
                  <a:pt x="522180" y="1650568"/>
                </a:lnTo>
                <a:lnTo>
                  <a:pt x="524608" y="1650616"/>
                </a:lnTo>
                <a:lnTo>
                  <a:pt x="526085" y="1650721"/>
                </a:lnTo>
                <a:lnTo>
                  <a:pt x="528466" y="1650797"/>
                </a:lnTo>
                <a:lnTo>
                  <a:pt x="531752" y="1650854"/>
                </a:lnTo>
                <a:lnTo>
                  <a:pt x="534181" y="1650902"/>
                </a:lnTo>
                <a:lnTo>
                  <a:pt x="535734" y="1650930"/>
                </a:lnTo>
                <a:lnTo>
                  <a:pt x="538115" y="1650968"/>
                </a:lnTo>
                <a:lnTo>
                  <a:pt x="541325" y="1651025"/>
                </a:lnTo>
                <a:lnTo>
                  <a:pt x="543735" y="1651054"/>
                </a:lnTo>
                <a:lnTo>
                  <a:pt x="545344" y="1651054"/>
                </a:lnTo>
                <a:lnTo>
                  <a:pt x="547726" y="1651054"/>
                </a:lnTo>
                <a:lnTo>
                  <a:pt x="550878" y="1651054"/>
                </a:lnTo>
                <a:lnTo>
                  <a:pt x="553231" y="1651025"/>
                </a:lnTo>
                <a:lnTo>
                  <a:pt x="554793" y="1650978"/>
                </a:lnTo>
                <a:lnTo>
                  <a:pt x="557174" y="1650921"/>
                </a:lnTo>
                <a:lnTo>
                  <a:pt x="560375" y="1650863"/>
                </a:lnTo>
                <a:lnTo>
                  <a:pt x="562670" y="1650768"/>
                </a:lnTo>
                <a:lnTo>
                  <a:pt x="564051" y="1650654"/>
                </a:lnTo>
                <a:lnTo>
                  <a:pt x="566433" y="1650587"/>
                </a:lnTo>
                <a:lnTo>
                  <a:pt x="569814" y="1650587"/>
                </a:lnTo>
                <a:lnTo>
                  <a:pt x="572081" y="1650482"/>
                </a:lnTo>
                <a:lnTo>
                  <a:pt x="573234" y="1650254"/>
                </a:lnTo>
                <a:lnTo>
                  <a:pt x="575615" y="1650140"/>
                </a:lnTo>
                <a:lnTo>
                  <a:pt x="579225" y="1650140"/>
                </a:lnTo>
                <a:lnTo>
                  <a:pt x="581492" y="1650025"/>
                </a:lnTo>
                <a:lnTo>
                  <a:pt x="582425" y="1649806"/>
                </a:lnTo>
                <a:lnTo>
                  <a:pt x="584806" y="1649692"/>
                </a:lnTo>
                <a:lnTo>
                  <a:pt x="588635" y="1649692"/>
                </a:lnTo>
                <a:lnTo>
                  <a:pt x="590921" y="1649597"/>
                </a:lnTo>
                <a:lnTo>
                  <a:pt x="591664" y="1649406"/>
                </a:lnTo>
                <a:lnTo>
                  <a:pt x="594046" y="1649168"/>
                </a:lnTo>
                <a:lnTo>
                  <a:pt x="598065" y="1648863"/>
                </a:lnTo>
                <a:lnTo>
                  <a:pt x="600285" y="1648701"/>
                </a:lnTo>
                <a:lnTo>
                  <a:pt x="600704" y="1648673"/>
                </a:lnTo>
                <a:lnTo>
                  <a:pt x="601951" y="1648454"/>
                </a:lnTo>
                <a:lnTo>
                  <a:pt x="604047" y="1648035"/>
                </a:lnTo>
                <a:lnTo>
                  <a:pt x="605390" y="1646996"/>
                </a:lnTo>
                <a:lnTo>
                  <a:pt x="606000" y="1645349"/>
                </a:lnTo>
                <a:lnTo>
                  <a:pt x="607124" y="1644529"/>
                </a:lnTo>
                <a:lnTo>
                  <a:pt x="608771" y="1644529"/>
                </a:lnTo>
                <a:lnTo>
                  <a:pt x="610352" y="1643720"/>
                </a:lnTo>
                <a:lnTo>
                  <a:pt x="611848" y="1642110"/>
                </a:lnTo>
                <a:lnTo>
                  <a:pt x="614229" y="1641300"/>
                </a:lnTo>
                <a:lnTo>
                  <a:pt x="617496" y="1641300"/>
                </a:lnTo>
                <a:lnTo>
                  <a:pt x="619582" y="1641005"/>
                </a:lnTo>
                <a:lnTo>
                  <a:pt x="620506" y="1640434"/>
                </a:lnTo>
                <a:lnTo>
                  <a:pt x="622887" y="1640119"/>
                </a:lnTo>
                <a:lnTo>
                  <a:pt x="626726" y="1640072"/>
                </a:lnTo>
                <a:lnTo>
                  <a:pt x="628964" y="1639919"/>
                </a:lnTo>
                <a:lnTo>
                  <a:pt x="629583" y="1639672"/>
                </a:lnTo>
                <a:lnTo>
                  <a:pt x="631822" y="1639233"/>
                </a:lnTo>
                <a:lnTo>
                  <a:pt x="635679" y="1638614"/>
                </a:lnTo>
                <a:lnTo>
                  <a:pt x="637632" y="1638176"/>
                </a:lnTo>
                <a:lnTo>
                  <a:pt x="637661" y="1637929"/>
                </a:lnTo>
                <a:lnTo>
                  <a:pt x="638051" y="1637814"/>
                </a:lnTo>
                <a:lnTo>
                  <a:pt x="639013" y="1636395"/>
                </a:lnTo>
                <a:lnTo>
                  <a:pt x="640690" y="1633547"/>
                </a:lnTo>
                <a:lnTo>
                  <a:pt x="643071" y="1632071"/>
                </a:lnTo>
                <a:lnTo>
                  <a:pt x="646157" y="1631947"/>
                </a:lnTo>
                <a:lnTo>
                  <a:pt x="648129" y="1631537"/>
                </a:lnTo>
                <a:lnTo>
                  <a:pt x="648976" y="1630832"/>
                </a:lnTo>
                <a:lnTo>
                  <a:pt x="651358" y="1630394"/>
                </a:lnTo>
                <a:lnTo>
                  <a:pt x="655272" y="1630223"/>
                </a:lnTo>
                <a:lnTo>
                  <a:pt x="657482" y="1630051"/>
                </a:lnTo>
                <a:lnTo>
                  <a:pt x="657997" y="1629880"/>
                </a:lnTo>
                <a:lnTo>
                  <a:pt x="659101" y="1629547"/>
                </a:lnTo>
                <a:lnTo>
                  <a:pt x="660797" y="1629032"/>
                </a:lnTo>
                <a:lnTo>
                  <a:pt x="662007" y="1627861"/>
                </a:lnTo>
                <a:lnTo>
                  <a:pt x="662730" y="1626032"/>
                </a:lnTo>
                <a:lnTo>
                  <a:pt x="664007" y="1625089"/>
                </a:lnTo>
                <a:lnTo>
                  <a:pt x="665836" y="1625041"/>
                </a:lnTo>
                <a:lnTo>
                  <a:pt x="667322" y="1624146"/>
                </a:lnTo>
                <a:lnTo>
                  <a:pt x="668465" y="1622403"/>
                </a:lnTo>
                <a:lnTo>
                  <a:pt x="670846" y="1621450"/>
                </a:lnTo>
                <a:lnTo>
                  <a:pt x="674465" y="1621298"/>
                </a:lnTo>
                <a:lnTo>
                  <a:pt x="676656" y="1621107"/>
                </a:lnTo>
                <a:lnTo>
                  <a:pt x="677418" y="1620879"/>
                </a:lnTo>
                <a:lnTo>
                  <a:pt x="678790" y="1620393"/>
                </a:lnTo>
                <a:lnTo>
                  <a:pt x="680771" y="1619631"/>
                </a:lnTo>
                <a:lnTo>
                  <a:pt x="681914" y="1618393"/>
                </a:lnTo>
                <a:lnTo>
                  <a:pt x="682228" y="1616688"/>
                </a:lnTo>
                <a:lnTo>
                  <a:pt x="683238" y="1615678"/>
                </a:lnTo>
                <a:lnTo>
                  <a:pt x="684943" y="1615364"/>
                </a:lnTo>
                <a:lnTo>
                  <a:pt x="686257" y="1614297"/>
                </a:lnTo>
                <a:lnTo>
                  <a:pt x="687181" y="1612478"/>
                </a:lnTo>
                <a:lnTo>
                  <a:pt x="689562" y="1611249"/>
                </a:lnTo>
                <a:lnTo>
                  <a:pt x="693401" y="1610611"/>
                </a:lnTo>
                <a:lnTo>
                  <a:pt x="695430" y="1610258"/>
                </a:lnTo>
                <a:lnTo>
                  <a:pt x="695954" y="1610049"/>
                </a:lnTo>
                <a:lnTo>
                  <a:pt x="696354" y="1609830"/>
                </a:lnTo>
                <a:lnTo>
                  <a:pt x="697001" y="1608106"/>
                </a:lnTo>
                <a:lnTo>
                  <a:pt x="697916" y="1604867"/>
                </a:lnTo>
                <a:lnTo>
                  <a:pt x="699992" y="1603181"/>
                </a:lnTo>
                <a:lnTo>
                  <a:pt x="703231" y="1603048"/>
                </a:lnTo>
                <a:lnTo>
                  <a:pt x="705136" y="1602572"/>
                </a:lnTo>
                <a:lnTo>
                  <a:pt x="705707" y="1601753"/>
                </a:lnTo>
                <a:lnTo>
                  <a:pt x="706850" y="1601057"/>
                </a:lnTo>
                <a:lnTo>
                  <a:pt x="708584" y="1600486"/>
                </a:lnTo>
                <a:lnTo>
                  <a:pt x="709689" y="1599209"/>
                </a:lnTo>
                <a:lnTo>
                  <a:pt x="710165" y="1597228"/>
                </a:lnTo>
                <a:lnTo>
                  <a:pt x="711403" y="1596200"/>
                </a:lnTo>
                <a:lnTo>
                  <a:pt x="713384" y="1596142"/>
                </a:lnTo>
                <a:lnTo>
                  <a:pt x="714785" y="1595171"/>
                </a:lnTo>
                <a:lnTo>
                  <a:pt x="715613" y="1593275"/>
                </a:lnTo>
                <a:lnTo>
                  <a:pt x="717995" y="1592123"/>
                </a:lnTo>
                <a:lnTo>
                  <a:pt x="721928" y="1591704"/>
                </a:lnTo>
                <a:lnTo>
                  <a:pt x="724081" y="1591475"/>
                </a:lnTo>
                <a:lnTo>
                  <a:pt x="724443" y="1591418"/>
                </a:lnTo>
                <a:lnTo>
                  <a:pt x="724662" y="1591218"/>
                </a:lnTo>
                <a:lnTo>
                  <a:pt x="724748" y="1590856"/>
                </a:lnTo>
                <a:lnTo>
                  <a:pt x="725014" y="1588741"/>
                </a:lnTo>
                <a:lnTo>
                  <a:pt x="725462" y="1584865"/>
                </a:lnTo>
                <a:lnTo>
                  <a:pt x="727615" y="1582769"/>
                </a:lnTo>
                <a:lnTo>
                  <a:pt x="731491" y="1582464"/>
                </a:lnTo>
                <a:lnTo>
                  <a:pt x="733663" y="1582255"/>
                </a:lnTo>
                <a:lnTo>
                  <a:pt x="734130" y="1582150"/>
                </a:lnTo>
                <a:lnTo>
                  <a:pt x="734463" y="1581855"/>
                </a:lnTo>
                <a:lnTo>
                  <a:pt x="734644" y="1581388"/>
                </a:lnTo>
                <a:lnTo>
                  <a:pt x="734873" y="1579226"/>
                </a:lnTo>
                <a:lnTo>
                  <a:pt x="735140" y="1575387"/>
                </a:lnTo>
                <a:lnTo>
                  <a:pt x="737187" y="1573406"/>
                </a:lnTo>
                <a:lnTo>
                  <a:pt x="741026" y="1573273"/>
                </a:lnTo>
                <a:lnTo>
                  <a:pt x="743245" y="1573111"/>
                </a:lnTo>
                <a:lnTo>
                  <a:pt x="743845" y="1572911"/>
                </a:lnTo>
                <a:lnTo>
                  <a:pt x="744245" y="1572520"/>
                </a:lnTo>
                <a:lnTo>
                  <a:pt x="744455" y="1571920"/>
                </a:lnTo>
                <a:lnTo>
                  <a:pt x="744684" y="1569768"/>
                </a:lnTo>
                <a:lnTo>
                  <a:pt x="744931" y="1566062"/>
                </a:lnTo>
                <a:lnTo>
                  <a:pt x="746912" y="1564034"/>
                </a:lnTo>
                <a:lnTo>
                  <a:pt x="750618" y="1563691"/>
                </a:lnTo>
                <a:lnTo>
                  <a:pt x="752751" y="1563443"/>
                </a:lnTo>
                <a:lnTo>
                  <a:pt x="753294" y="1563272"/>
                </a:lnTo>
                <a:lnTo>
                  <a:pt x="753608" y="1562919"/>
                </a:lnTo>
                <a:lnTo>
                  <a:pt x="753694" y="1562376"/>
                </a:lnTo>
                <a:lnTo>
                  <a:pt x="753875" y="1560176"/>
                </a:lnTo>
                <a:lnTo>
                  <a:pt x="754151" y="1556318"/>
                </a:lnTo>
                <a:lnTo>
                  <a:pt x="756218" y="1553937"/>
                </a:lnTo>
                <a:lnTo>
                  <a:pt x="760076" y="1553032"/>
                </a:lnTo>
                <a:lnTo>
                  <a:pt x="762362" y="1550556"/>
                </a:lnTo>
                <a:lnTo>
                  <a:pt x="763086" y="1546517"/>
                </a:lnTo>
                <a:lnTo>
                  <a:pt x="764153" y="1544136"/>
                </a:lnTo>
                <a:lnTo>
                  <a:pt x="765553" y="1543412"/>
                </a:lnTo>
                <a:lnTo>
                  <a:pt x="766229" y="1541697"/>
                </a:lnTo>
                <a:lnTo>
                  <a:pt x="766153" y="1538992"/>
                </a:lnTo>
                <a:lnTo>
                  <a:pt x="767467" y="1537525"/>
                </a:lnTo>
                <a:lnTo>
                  <a:pt x="770172" y="1537287"/>
                </a:lnTo>
                <a:lnTo>
                  <a:pt x="771820" y="1536554"/>
                </a:lnTo>
                <a:lnTo>
                  <a:pt x="772420" y="1535325"/>
                </a:lnTo>
                <a:lnTo>
                  <a:pt x="773011" y="1534420"/>
                </a:lnTo>
                <a:lnTo>
                  <a:pt x="773611" y="1533820"/>
                </a:lnTo>
                <a:lnTo>
                  <a:pt x="773973" y="1531801"/>
                </a:lnTo>
                <a:lnTo>
                  <a:pt x="774106" y="1528362"/>
                </a:lnTo>
                <a:lnTo>
                  <a:pt x="775887" y="1526343"/>
                </a:lnTo>
                <a:lnTo>
                  <a:pt x="779326" y="1525753"/>
                </a:lnTo>
                <a:lnTo>
                  <a:pt x="781212" y="1525248"/>
                </a:lnTo>
                <a:lnTo>
                  <a:pt x="781536" y="1524857"/>
                </a:lnTo>
                <a:lnTo>
                  <a:pt x="781717" y="1524486"/>
                </a:lnTo>
                <a:lnTo>
                  <a:pt x="781736" y="1524162"/>
                </a:lnTo>
                <a:lnTo>
                  <a:pt x="781983" y="1522019"/>
                </a:lnTo>
                <a:lnTo>
                  <a:pt x="782441" y="1518066"/>
                </a:lnTo>
                <a:lnTo>
                  <a:pt x="783336" y="1515685"/>
                </a:lnTo>
                <a:lnTo>
                  <a:pt x="784670" y="1514875"/>
                </a:lnTo>
                <a:lnTo>
                  <a:pt x="785403" y="1513227"/>
                </a:lnTo>
                <a:lnTo>
                  <a:pt x="785527" y="1510732"/>
                </a:lnTo>
                <a:lnTo>
                  <a:pt x="786832" y="1509389"/>
                </a:lnTo>
                <a:lnTo>
                  <a:pt x="789327" y="1509198"/>
                </a:lnTo>
                <a:lnTo>
                  <a:pt x="790946" y="1508436"/>
                </a:lnTo>
                <a:lnTo>
                  <a:pt x="791689" y="1507103"/>
                </a:lnTo>
                <a:lnTo>
                  <a:pt x="792147" y="1506064"/>
                </a:lnTo>
                <a:lnTo>
                  <a:pt x="792328" y="1505321"/>
                </a:lnTo>
                <a:lnTo>
                  <a:pt x="792413" y="1503026"/>
                </a:lnTo>
                <a:lnTo>
                  <a:pt x="792413" y="1499187"/>
                </a:lnTo>
                <a:lnTo>
                  <a:pt x="793185" y="1496806"/>
                </a:lnTo>
                <a:lnTo>
                  <a:pt x="794718" y="1495882"/>
                </a:lnTo>
                <a:lnTo>
                  <a:pt x="795480" y="1494272"/>
                </a:lnTo>
                <a:lnTo>
                  <a:pt x="795480" y="1491958"/>
                </a:lnTo>
                <a:lnTo>
                  <a:pt x="796633" y="1490805"/>
                </a:lnTo>
                <a:lnTo>
                  <a:pt x="798947" y="1490805"/>
                </a:lnTo>
                <a:lnTo>
                  <a:pt x="800452" y="1489929"/>
                </a:lnTo>
                <a:lnTo>
                  <a:pt x="801148" y="1488176"/>
                </a:lnTo>
                <a:lnTo>
                  <a:pt x="801595" y="1486948"/>
                </a:lnTo>
                <a:lnTo>
                  <a:pt x="801795" y="1486252"/>
                </a:lnTo>
                <a:lnTo>
                  <a:pt x="801919" y="1483985"/>
                </a:lnTo>
                <a:lnTo>
                  <a:pt x="801967" y="1480166"/>
                </a:lnTo>
                <a:lnTo>
                  <a:pt x="802310" y="1477785"/>
                </a:lnTo>
                <a:lnTo>
                  <a:pt x="802948" y="1476842"/>
                </a:lnTo>
                <a:lnTo>
                  <a:pt x="803329" y="1474841"/>
                </a:lnTo>
                <a:lnTo>
                  <a:pt x="803443" y="1471784"/>
                </a:lnTo>
                <a:lnTo>
                  <a:pt x="805034" y="1469641"/>
                </a:lnTo>
                <a:lnTo>
                  <a:pt x="808091" y="1468412"/>
                </a:lnTo>
                <a:lnTo>
                  <a:pt x="809720" y="1467660"/>
                </a:lnTo>
                <a:lnTo>
                  <a:pt x="809901" y="1467364"/>
                </a:lnTo>
                <a:lnTo>
                  <a:pt x="809996" y="1467126"/>
                </a:lnTo>
                <a:lnTo>
                  <a:pt x="810301" y="1464850"/>
                </a:lnTo>
                <a:lnTo>
                  <a:pt x="810873" y="1460859"/>
                </a:lnTo>
                <a:lnTo>
                  <a:pt x="811292" y="1458478"/>
                </a:lnTo>
                <a:lnTo>
                  <a:pt x="811578" y="1457706"/>
                </a:lnTo>
                <a:lnTo>
                  <a:pt x="811721" y="1455468"/>
                </a:lnTo>
                <a:lnTo>
                  <a:pt x="811721" y="1451753"/>
                </a:lnTo>
                <a:lnTo>
                  <a:pt x="812054" y="1449372"/>
                </a:lnTo>
                <a:lnTo>
                  <a:pt x="812721" y="1448324"/>
                </a:lnTo>
                <a:lnTo>
                  <a:pt x="813111" y="1446333"/>
                </a:lnTo>
                <a:lnTo>
                  <a:pt x="813225" y="1443399"/>
                </a:lnTo>
                <a:lnTo>
                  <a:pt x="814445" y="1441018"/>
                </a:lnTo>
                <a:lnTo>
                  <a:pt x="816750" y="1439189"/>
                </a:lnTo>
                <a:lnTo>
                  <a:pt x="817874" y="1437932"/>
                </a:lnTo>
                <a:lnTo>
                  <a:pt x="817817" y="1437256"/>
                </a:lnTo>
                <a:lnTo>
                  <a:pt x="818131" y="1436741"/>
                </a:lnTo>
                <a:lnTo>
                  <a:pt x="818807" y="1436408"/>
                </a:lnTo>
                <a:lnTo>
                  <a:pt x="819388" y="1434608"/>
                </a:lnTo>
                <a:lnTo>
                  <a:pt x="819874" y="1431341"/>
                </a:lnTo>
                <a:lnTo>
                  <a:pt x="820141" y="1429474"/>
                </a:lnTo>
                <a:lnTo>
                  <a:pt x="820207" y="1428988"/>
                </a:lnTo>
                <a:lnTo>
                  <a:pt x="820322" y="1426721"/>
                </a:lnTo>
                <a:lnTo>
                  <a:pt x="820493" y="1422683"/>
                </a:lnTo>
                <a:lnTo>
                  <a:pt x="820655" y="1420301"/>
                </a:lnTo>
                <a:lnTo>
                  <a:pt x="820798" y="1419577"/>
                </a:lnTo>
                <a:lnTo>
                  <a:pt x="820922" y="1417320"/>
                </a:lnTo>
                <a:lnTo>
                  <a:pt x="821007" y="1413510"/>
                </a:lnTo>
                <a:lnTo>
                  <a:pt x="821188" y="1411129"/>
                </a:lnTo>
                <a:lnTo>
                  <a:pt x="821465" y="1410176"/>
                </a:lnTo>
                <a:lnTo>
                  <a:pt x="821607" y="1407928"/>
                </a:lnTo>
                <a:lnTo>
                  <a:pt x="821607" y="1404395"/>
                </a:lnTo>
                <a:lnTo>
                  <a:pt x="821855" y="1402013"/>
                </a:lnTo>
                <a:lnTo>
                  <a:pt x="822350" y="1400785"/>
                </a:lnTo>
                <a:lnTo>
                  <a:pt x="822598" y="1398651"/>
                </a:lnTo>
                <a:lnTo>
                  <a:pt x="822598" y="1395613"/>
                </a:lnTo>
                <a:lnTo>
                  <a:pt x="822827" y="1393231"/>
                </a:lnTo>
                <a:lnTo>
                  <a:pt x="823293" y="1391507"/>
                </a:lnTo>
                <a:lnTo>
                  <a:pt x="823560" y="1389393"/>
                </a:lnTo>
                <a:lnTo>
                  <a:pt x="823627" y="1386888"/>
                </a:lnTo>
                <a:lnTo>
                  <a:pt x="823693" y="1384506"/>
                </a:lnTo>
                <a:lnTo>
                  <a:pt x="823751" y="1382249"/>
                </a:lnTo>
                <a:lnTo>
                  <a:pt x="823779" y="1379906"/>
                </a:lnTo>
                <a:lnTo>
                  <a:pt x="823779" y="1377458"/>
                </a:lnTo>
                <a:lnTo>
                  <a:pt x="823722" y="1375077"/>
                </a:lnTo>
                <a:lnTo>
                  <a:pt x="823608" y="1372762"/>
                </a:lnTo>
                <a:lnTo>
                  <a:pt x="823551" y="1370314"/>
                </a:lnTo>
                <a:lnTo>
                  <a:pt x="823551" y="1367752"/>
                </a:lnTo>
                <a:lnTo>
                  <a:pt x="823493" y="1365371"/>
                </a:lnTo>
                <a:lnTo>
                  <a:pt x="823389" y="1363170"/>
                </a:lnTo>
                <a:lnTo>
                  <a:pt x="823331" y="1360742"/>
                </a:lnTo>
                <a:lnTo>
                  <a:pt x="823331" y="1358065"/>
                </a:lnTo>
                <a:lnTo>
                  <a:pt x="823284" y="1355684"/>
                </a:lnTo>
                <a:lnTo>
                  <a:pt x="823189" y="1353598"/>
                </a:lnTo>
                <a:lnTo>
                  <a:pt x="823141" y="1351169"/>
                </a:lnTo>
                <a:lnTo>
                  <a:pt x="823141" y="1348397"/>
                </a:lnTo>
                <a:lnTo>
                  <a:pt x="822960" y="1346016"/>
                </a:lnTo>
                <a:lnTo>
                  <a:pt x="822617" y="1344025"/>
                </a:lnTo>
                <a:lnTo>
                  <a:pt x="822446" y="1341472"/>
                </a:lnTo>
                <a:lnTo>
                  <a:pt x="822446" y="1338358"/>
                </a:lnTo>
                <a:lnTo>
                  <a:pt x="822236" y="1335977"/>
                </a:lnTo>
                <a:lnTo>
                  <a:pt x="821807" y="1334329"/>
                </a:lnTo>
                <a:lnTo>
                  <a:pt x="821569" y="1331709"/>
                </a:lnTo>
                <a:lnTo>
                  <a:pt x="821522" y="1328118"/>
                </a:lnTo>
                <a:lnTo>
                  <a:pt x="821369" y="1325737"/>
                </a:lnTo>
                <a:lnTo>
                  <a:pt x="821103" y="1324566"/>
                </a:lnTo>
                <a:lnTo>
                  <a:pt x="820807" y="1321880"/>
                </a:lnTo>
                <a:lnTo>
                  <a:pt x="820474" y="1317698"/>
                </a:lnTo>
                <a:lnTo>
                  <a:pt x="820245" y="1315317"/>
                </a:lnTo>
                <a:lnTo>
                  <a:pt x="820112" y="1314736"/>
                </a:lnTo>
                <a:lnTo>
                  <a:pt x="819826" y="1313126"/>
                </a:lnTo>
                <a:lnTo>
                  <a:pt x="819379" y="1310478"/>
                </a:lnTo>
                <a:lnTo>
                  <a:pt x="818417" y="1308097"/>
                </a:lnTo>
                <a:lnTo>
                  <a:pt x="816950" y="1305982"/>
                </a:lnTo>
                <a:lnTo>
                  <a:pt x="816216" y="1304192"/>
                </a:lnTo>
                <a:lnTo>
                  <a:pt x="816216" y="1302725"/>
                </a:lnTo>
                <a:lnTo>
                  <a:pt x="815378" y="1300343"/>
                </a:lnTo>
                <a:lnTo>
                  <a:pt x="813702" y="1297048"/>
                </a:lnTo>
                <a:lnTo>
                  <a:pt x="812864" y="1293828"/>
                </a:lnTo>
                <a:lnTo>
                  <a:pt x="812864" y="1290685"/>
                </a:lnTo>
                <a:lnTo>
                  <a:pt x="812540" y="1288304"/>
                </a:lnTo>
                <a:lnTo>
                  <a:pt x="811892" y="1286685"/>
                </a:lnTo>
                <a:lnTo>
                  <a:pt x="811387" y="1283789"/>
                </a:lnTo>
                <a:lnTo>
                  <a:pt x="811006" y="1279627"/>
                </a:lnTo>
                <a:lnTo>
                  <a:pt x="810749" y="1277245"/>
                </a:lnTo>
                <a:lnTo>
                  <a:pt x="810606" y="1276645"/>
                </a:lnTo>
                <a:lnTo>
                  <a:pt x="810311" y="1275607"/>
                </a:lnTo>
                <a:lnTo>
                  <a:pt x="809854" y="1274121"/>
                </a:lnTo>
                <a:lnTo>
                  <a:pt x="808311" y="1271740"/>
                </a:lnTo>
                <a:lnTo>
                  <a:pt x="805701" y="1268463"/>
                </a:lnTo>
                <a:lnTo>
                  <a:pt x="804348" y="1265482"/>
                </a:lnTo>
                <a:lnTo>
                  <a:pt x="804281" y="1262796"/>
                </a:lnTo>
                <a:lnTo>
                  <a:pt x="803700" y="1260415"/>
                </a:lnTo>
                <a:lnTo>
                  <a:pt x="802586" y="1258338"/>
                </a:lnTo>
                <a:lnTo>
                  <a:pt x="801643" y="1255024"/>
                </a:lnTo>
                <a:lnTo>
                  <a:pt x="800891" y="1250461"/>
                </a:lnTo>
                <a:lnTo>
                  <a:pt x="800481" y="1248080"/>
                </a:lnTo>
                <a:lnTo>
                  <a:pt x="800310" y="1247632"/>
                </a:lnTo>
                <a:lnTo>
                  <a:pt x="800167" y="1247346"/>
                </a:lnTo>
                <a:lnTo>
                  <a:pt x="798347" y="1244965"/>
                </a:lnTo>
                <a:lnTo>
                  <a:pt x="794852" y="1240488"/>
                </a:lnTo>
                <a:lnTo>
                  <a:pt x="792661" y="1236059"/>
                </a:lnTo>
                <a:lnTo>
                  <a:pt x="791766" y="1231668"/>
                </a:lnTo>
                <a:lnTo>
                  <a:pt x="791232" y="1229287"/>
                </a:lnTo>
                <a:lnTo>
                  <a:pt x="791061" y="1228916"/>
                </a:lnTo>
                <a:lnTo>
                  <a:pt x="790870" y="1228535"/>
                </a:lnTo>
                <a:lnTo>
                  <a:pt x="790670" y="1228163"/>
                </a:lnTo>
                <a:lnTo>
                  <a:pt x="788737" y="1225782"/>
                </a:lnTo>
                <a:lnTo>
                  <a:pt x="785070" y="1221391"/>
                </a:lnTo>
                <a:lnTo>
                  <a:pt x="782688" y="1217114"/>
                </a:lnTo>
                <a:lnTo>
                  <a:pt x="781593" y="1212952"/>
                </a:lnTo>
                <a:lnTo>
                  <a:pt x="780736" y="1210570"/>
                </a:lnTo>
                <a:lnTo>
                  <a:pt x="780098" y="1209970"/>
                </a:lnTo>
                <a:lnTo>
                  <a:pt x="779783" y="1209361"/>
                </a:lnTo>
                <a:lnTo>
                  <a:pt x="779783" y="1208723"/>
                </a:lnTo>
                <a:lnTo>
                  <a:pt x="778116" y="1206341"/>
                </a:lnTo>
                <a:lnTo>
                  <a:pt x="774783" y="1202217"/>
                </a:lnTo>
                <a:lnTo>
                  <a:pt x="772716" y="1199045"/>
                </a:lnTo>
                <a:lnTo>
                  <a:pt x="771925" y="1196835"/>
                </a:lnTo>
                <a:lnTo>
                  <a:pt x="770439" y="1194454"/>
                </a:lnTo>
                <a:lnTo>
                  <a:pt x="768277" y="1191901"/>
                </a:lnTo>
                <a:lnTo>
                  <a:pt x="767086" y="1189434"/>
                </a:lnTo>
                <a:lnTo>
                  <a:pt x="766867" y="1187053"/>
                </a:lnTo>
                <a:lnTo>
                  <a:pt x="765896" y="1184672"/>
                </a:lnTo>
                <a:lnTo>
                  <a:pt x="764162" y="1182291"/>
                </a:lnTo>
                <a:lnTo>
                  <a:pt x="762972" y="1180586"/>
                </a:lnTo>
                <a:lnTo>
                  <a:pt x="762324" y="1179547"/>
                </a:lnTo>
                <a:lnTo>
                  <a:pt x="760219" y="1177166"/>
                </a:lnTo>
                <a:lnTo>
                  <a:pt x="756647" y="1173442"/>
                </a:lnTo>
                <a:lnTo>
                  <a:pt x="754266" y="1169432"/>
                </a:lnTo>
                <a:lnTo>
                  <a:pt x="753075" y="1165146"/>
                </a:lnTo>
                <a:lnTo>
                  <a:pt x="752237" y="1162764"/>
                </a:lnTo>
                <a:lnTo>
                  <a:pt x="751761" y="1162288"/>
                </a:lnTo>
                <a:lnTo>
                  <a:pt x="751332" y="1161621"/>
                </a:lnTo>
                <a:lnTo>
                  <a:pt x="750941" y="1160755"/>
                </a:lnTo>
                <a:lnTo>
                  <a:pt x="749036" y="1158373"/>
                </a:lnTo>
                <a:lnTo>
                  <a:pt x="745627" y="1154478"/>
                </a:lnTo>
                <a:lnTo>
                  <a:pt x="743683" y="1152249"/>
                </a:lnTo>
                <a:lnTo>
                  <a:pt x="743198" y="1151687"/>
                </a:lnTo>
                <a:lnTo>
                  <a:pt x="741064" y="1149306"/>
                </a:lnTo>
                <a:lnTo>
                  <a:pt x="737302" y="1145105"/>
                </a:lnTo>
                <a:lnTo>
                  <a:pt x="734920" y="1142305"/>
                </a:lnTo>
                <a:lnTo>
                  <a:pt x="733920" y="1140924"/>
                </a:lnTo>
                <a:lnTo>
                  <a:pt x="731739" y="1138542"/>
                </a:lnTo>
                <a:lnTo>
                  <a:pt x="728358" y="1135161"/>
                </a:lnTo>
                <a:lnTo>
                  <a:pt x="725976" y="1132132"/>
                </a:lnTo>
                <a:lnTo>
                  <a:pt x="724595" y="1129455"/>
                </a:lnTo>
                <a:lnTo>
                  <a:pt x="722862" y="1127074"/>
                </a:lnTo>
                <a:lnTo>
                  <a:pt x="720776" y="1124988"/>
                </a:lnTo>
                <a:lnTo>
                  <a:pt x="718395" y="1121569"/>
                </a:lnTo>
                <a:lnTo>
                  <a:pt x="715718" y="1116806"/>
                </a:lnTo>
                <a:lnTo>
                  <a:pt x="712070" y="1112044"/>
                </a:lnTo>
                <a:lnTo>
                  <a:pt x="707450" y="1107281"/>
                </a:lnTo>
                <a:lnTo>
                  <a:pt x="705069" y="1104814"/>
                </a:lnTo>
                <a:lnTo>
                  <a:pt x="702678" y="1102271"/>
                </a:lnTo>
                <a:lnTo>
                  <a:pt x="698344" y="1097671"/>
                </a:lnTo>
                <a:lnTo>
                  <a:pt x="695963" y="1095146"/>
                </a:lnTo>
                <a:lnTo>
                  <a:pt x="695535" y="1094689"/>
                </a:lnTo>
                <a:lnTo>
                  <a:pt x="693315" y="1092308"/>
                </a:lnTo>
                <a:lnTo>
                  <a:pt x="689305" y="1088003"/>
                </a:lnTo>
                <a:lnTo>
                  <a:pt x="686924" y="1085440"/>
                </a:lnTo>
                <a:lnTo>
                  <a:pt x="686171" y="1084612"/>
                </a:lnTo>
                <a:lnTo>
                  <a:pt x="683857" y="1082231"/>
                </a:lnTo>
                <a:lnTo>
                  <a:pt x="679961" y="1078297"/>
                </a:lnTo>
                <a:lnTo>
                  <a:pt x="677580" y="1075706"/>
                </a:lnTo>
                <a:lnTo>
                  <a:pt x="676713" y="1074477"/>
                </a:lnTo>
                <a:lnTo>
                  <a:pt x="674446" y="1072096"/>
                </a:lnTo>
                <a:lnTo>
                  <a:pt x="670789" y="1068562"/>
                </a:lnTo>
                <a:lnTo>
                  <a:pt x="668407" y="1066067"/>
                </a:lnTo>
                <a:lnTo>
                  <a:pt x="667302" y="1064590"/>
                </a:lnTo>
                <a:lnTo>
                  <a:pt x="665140" y="1062209"/>
                </a:lnTo>
                <a:lnTo>
                  <a:pt x="661930" y="1058923"/>
                </a:lnTo>
                <a:lnTo>
                  <a:pt x="659549" y="1055684"/>
                </a:lnTo>
                <a:lnTo>
                  <a:pt x="657997" y="1052513"/>
                </a:lnTo>
                <a:lnTo>
                  <a:pt x="656530" y="1050131"/>
                </a:lnTo>
                <a:lnTo>
                  <a:pt x="655139" y="1048541"/>
                </a:lnTo>
                <a:lnTo>
                  <a:pt x="653291" y="1045902"/>
                </a:lnTo>
                <a:lnTo>
                  <a:pt x="650977" y="1042197"/>
                </a:lnTo>
                <a:lnTo>
                  <a:pt x="649338" y="1039816"/>
                </a:lnTo>
                <a:lnTo>
                  <a:pt x="648376" y="1038758"/>
                </a:lnTo>
                <a:lnTo>
                  <a:pt x="647843" y="1038177"/>
                </a:lnTo>
                <a:lnTo>
                  <a:pt x="645605" y="1035691"/>
                </a:lnTo>
                <a:lnTo>
                  <a:pt x="641404" y="1031034"/>
                </a:lnTo>
                <a:lnTo>
                  <a:pt x="639023" y="1028348"/>
                </a:lnTo>
                <a:lnTo>
                  <a:pt x="638461" y="1027643"/>
                </a:lnTo>
                <a:lnTo>
                  <a:pt x="636222" y="1025261"/>
                </a:lnTo>
                <a:lnTo>
                  <a:pt x="632308" y="1021204"/>
                </a:lnTo>
                <a:lnTo>
                  <a:pt x="629926" y="1018642"/>
                </a:lnTo>
                <a:lnTo>
                  <a:pt x="629079" y="1017575"/>
                </a:lnTo>
                <a:lnTo>
                  <a:pt x="626878" y="1015194"/>
                </a:lnTo>
                <a:lnTo>
                  <a:pt x="623345" y="1011498"/>
                </a:lnTo>
                <a:lnTo>
                  <a:pt x="620963" y="1008926"/>
                </a:lnTo>
                <a:lnTo>
                  <a:pt x="619735" y="1007469"/>
                </a:lnTo>
                <a:lnTo>
                  <a:pt x="617468" y="1005088"/>
                </a:lnTo>
                <a:lnTo>
                  <a:pt x="614162" y="1001782"/>
                </a:lnTo>
                <a:lnTo>
                  <a:pt x="611781" y="999173"/>
                </a:lnTo>
                <a:lnTo>
                  <a:pt x="610324" y="997268"/>
                </a:lnTo>
                <a:lnTo>
                  <a:pt x="608171" y="994886"/>
                </a:lnTo>
                <a:lnTo>
                  <a:pt x="605314" y="992029"/>
                </a:lnTo>
                <a:lnTo>
                  <a:pt x="602933" y="989219"/>
                </a:lnTo>
                <a:lnTo>
                  <a:pt x="601028" y="986457"/>
                </a:lnTo>
                <a:lnTo>
                  <a:pt x="599075" y="984075"/>
                </a:lnTo>
                <a:lnTo>
                  <a:pt x="597075" y="982075"/>
                </a:lnTo>
                <a:lnTo>
                  <a:pt x="594865" y="978865"/>
                </a:lnTo>
                <a:lnTo>
                  <a:pt x="592445" y="974446"/>
                </a:lnTo>
                <a:lnTo>
                  <a:pt x="591083" y="972064"/>
                </a:lnTo>
                <a:lnTo>
                  <a:pt x="590798" y="971721"/>
                </a:lnTo>
                <a:lnTo>
                  <a:pt x="590626" y="971521"/>
                </a:lnTo>
                <a:lnTo>
                  <a:pt x="588359" y="969093"/>
                </a:lnTo>
                <a:lnTo>
                  <a:pt x="583987" y="964378"/>
                </a:lnTo>
                <a:lnTo>
                  <a:pt x="581606" y="961815"/>
                </a:lnTo>
                <a:lnTo>
                  <a:pt x="581216" y="961387"/>
                </a:lnTo>
                <a:lnTo>
                  <a:pt x="578949" y="959006"/>
                </a:lnTo>
                <a:lnTo>
                  <a:pt x="574805" y="954672"/>
                </a:lnTo>
                <a:lnTo>
                  <a:pt x="572424" y="952176"/>
                </a:lnTo>
                <a:lnTo>
                  <a:pt x="571805" y="951519"/>
                </a:lnTo>
                <a:lnTo>
                  <a:pt x="569471" y="949138"/>
                </a:lnTo>
                <a:lnTo>
                  <a:pt x="565414" y="945032"/>
                </a:lnTo>
                <a:lnTo>
                  <a:pt x="563032" y="942556"/>
                </a:lnTo>
                <a:lnTo>
                  <a:pt x="562327" y="941718"/>
                </a:lnTo>
                <a:lnTo>
                  <a:pt x="559956" y="939336"/>
                </a:lnTo>
                <a:lnTo>
                  <a:pt x="555927" y="935412"/>
                </a:lnTo>
                <a:lnTo>
                  <a:pt x="553545" y="933031"/>
                </a:lnTo>
                <a:lnTo>
                  <a:pt x="552812" y="932202"/>
                </a:lnTo>
                <a:lnTo>
                  <a:pt x="550516" y="929821"/>
                </a:lnTo>
                <a:lnTo>
                  <a:pt x="546649" y="925887"/>
                </a:lnTo>
                <a:lnTo>
                  <a:pt x="544268" y="923373"/>
                </a:lnTo>
                <a:lnTo>
                  <a:pt x="543373" y="922277"/>
                </a:lnTo>
                <a:lnTo>
                  <a:pt x="541191" y="919896"/>
                </a:lnTo>
                <a:lnTo>
                  <a:pt x="537734" y="916229"/>
                </a:lnTo>
                <a:lnTo>
                  <a:pt x="535353" y="913590"/>
                </a:lnTo>
                <a:lnTo>
                  <a:pt x="534048" y="911962"/>
                </a:lnTo>
                <a:lnTo>
                  <a:pt x="531790" y="909580"/>
                </a:lnTo>
                <a:lnTo>
                  <a:pt x="528580" y="906447"/>
                </a:lnTo>
                <a:lnTo>
                  <a:pt x="526199" y="903427"/>
                </a:lnTo>
                <a:lnTo>
                  <a:pt x="524647" y="900522"/>
                </a:lnTo>
                <a:lnTo>
                  <a:pt x="522942" y="898141"/>
                </a:lnTo>
                <a:lnTo>
                  <a:pt x="521084" y="896283"/>
                </a:lnTo>
                <a:lnTo>
                  <a:pt x="519427" y="893702"/>
                </a:lnTo>
                <a:lnTo>
                  <a:pt x="517998" y="890407"/>
                </a:lnTo>
                <a:lnTo>
                  <a:pt x="516646" y="888025"/>
                </a:lnTo>
                <a:lnTo>
                  <a:pt x="515369" y="886558"/>
                </a:lnTo>
                <a:lnTo>
                  <a:pt x="514636" y="885701"/>
                </a:lnTo>
                <a:lnTo>
                  <a:pt x="514445" y="885463"/>
                </a:lnTo>
                <a:lnTo>
                  <a:pt x="512388" y="883082"/>
                </a:lnTo>
                <a:lnTo>
                  <a:pt x="508464" y="878557"/>
                </a:lnTo>
                <a:lnTo>
                  <a:pt x="506082" y="875767"/>
                </a:lnTo>
                <a:lnTo>
                  <a:pt x="505244" y="874690"/>
                </a:lnTo>
                <a:lnTo>
                  <a:pt x="503034" y="872309"/>
                </a:lnTo>
                <a:lnTo>
                  <a:pt x="499443" y="868623"/>
                </a:lnTo>
                <a:lnTo>
                  <a:pt x="497062" y="865946"/>
                </a:lnTo>
                <a:lnTo>
                  <a:pt x="495891" y="864299"/>
                </a:lnTo>
                <a:lnTo>
                  <a:pt x="493747" y="861917"/>
                </a:lnTo>
                <a:lnTo>
                  <a:pt x="490633" y="858803"/>
                </a:lnTo>
                <a:lnTo>
                  <a:pt x="488252" y="855774"/>
                </a:lnTo>
                <a:lnTo>
                  <a:pt x="486604" y="852811"/>
                </a:lnTo>
                <a:lnTo>
                  <a:pt x="484870" y="850430"/>
                </a:lnTo>
                <a:lnTo>
                  <a:pt x="483070" y="848630"/>
                </a:lnTo>
                <a:lnTo>
                  <a:pt x="480879" y="845544"/>
                </a:lnTo>
                <a:lnTo>
                  <a:pt x="478326" y="841181"/>
                </a:lnTo>
                <a:lnTo>
                  <a:pt x="476869" y="838800"/>
                </a:lnTo>
                <a:lnTo>
                  <a:pt x="476517" y="838400"/>
                </a:lnTo>
                <a:lnTo>
                  <a:pt x="476317" y="838171"/>
                </a:lnTo>
                <a:lnTo>
                  <a:pt x="474126" y="835743"/>
                </a:lnTo>
                <a:lnTo>
                  <a:pt x="469887" y="831028"/>
                </a:lnTo>
                <a:lnTo>
                  <a:pt x="467506" y="828332"/>
                </a:lnTo>
                <a:lnTo>
                  <a:pt x="466982" y="827656"/>
                </a:lnTo>
                <a:lnTo>
                  <a:pt x="464877" y="825275"/>
                </a:lnTo>
                <a:lnTo>
                  <a:pt x="461181" y="821188"/>
                </a:lnTo>
                <a:lnTo>
                  <a:pt x="458800" y="818340"/>
                </a:lnTo>
                <a:lnTo>
                  <a:pt x="457733" y="816731"/>
                </a:lnTo>
                <a:lnTo>
                  <a:pt x="455600" y="814349"/>
                </a:lnTo>
                <a:lnTo>
                  <a:pt x="452390" y="811197"/>
                </a:lnTo>
                <a:lnTo>
                  <a:pt x="450009" y="807672"/>
                </a:lnTo>
                <a:lnTo>
                  <a:pt x="448456" y="803777"/>
                </a:lnTo>
                <a:lnTo>
                  <a:pt x="447170" y="801395"/>
                </a:lnTo>
                <a:lnTo>
                  <a:pt x="446170" y="800529"/>
                </a:lnTo>
                <a:lnTo>
                  <a:pt x="445532" y="799462"/>
                </a:lnTo>
                <a:lnTo>
                  <a:pt x="445265" y="798195"/>
                </a:lnTo>
                <a:lnTo>
                  <a:pt x="443655" y="795814"/>
                </a:lnTo>
                <a:lnTo>
                  <a:pt x="440693" y="792318"/>
                </a:lnTo>
                <a:lnTo>
                  <a:pt x="438941" y="790089"/>
                </a:lnTo>
                <a:lnTo>
                  <a:pt x="438417" y="789118"/>
                </a:lnTo>
                <a:lnTo>
                  <a:pt x="436474" y="786736"/>
                </a:lnTo>
                <a:lnTo>
                  <a:pt x="433111" y="782945"/>
                </a:lnTo>
                <a:lnTo>
                  <a:pt x="430835" y="778774"/>
                </a:lnTo>
                <a:lnTo>
                  <a:pt x="429644" y="774221"/>
                </a:lnTo>
                <a:lnTo>
                  <a:pt x="428987" y="771839"/>
                </a:lnTo>
                <a:lnTo>
                  <a:pt x="428863" y="771630"/>
                </a:lnTo>
                <a:lnTo>
                  <a:pt x="426634" y="768982"/>
                </a:lnTo>
                <a:lnTo>
                  <a:pt x="422653" y="764324"/>
                </a:lnTo>
                <a:lnTo>
                  <a:pt x="420272" y="761076"/>
                </a:lnTo>
                <a:lnTo>
                  <a:pt x="419491" y="759238"/>
                </a:lnTo>
                <a:lnTo>
                  <a:pt x="417643" y="756856"/>
                </a:lnTo>
                <a:lnTo>
                  <a:pt x="414719" y="753932"/>
                </a:lnTo>
                <a:lnTo>
                  <a:pt x="413223" y="750980"/>
                </a:lnTo>
                <a:lnTo>
                  <a:pt x="413156" y="747989"/>
                </a:lnTo>
                <a:lnTo>
                  <a:pt x="412556" y="745607"/>
                </a:lnTo>
                <a:lnTo>
                  <a:pt x="411423" y="743836"/>
                </a:lnTo>
                <a:lnTo>
                  <a:pt x="410537" y="741921"/>
                </a:lnTo>
                <a:lnTo>
                  <a:pt x="409899" y="739864"/>
                </a:lnTo>
                <a:lnTo>
                  <a:pt x="408289" y="737483"/>
                </a:lnTo>
                <a:lnTo>
                  <a:pt x="405727" y="734778"/>
                </a:lnTo>
                <a:lnTo>
                  <a:pt x="404451" y="732139"/>
                </a:lnTo>
                <a:lnTo>
                  <a:pt x="404451" y="729577"/>
                </a:lnTo>
                <a:lnTo>
                  <a:pt x="403736" y="727196"/>
                </a:lnTo>
                <a:lnTo>
                  <a:pt x="402307" y="724995"/>
                </a:lnTo>
                <a:lnTo>
                  <a:pt x="401212" y="722643"/>
                </a:lnTo>
                <a:lnTo>
                  <a:pt x="400441" y="720119"/>
                </a:lnTo>
                <a:lnTo>
                  <a:pt x="398926" y="717737"/>
                </a:lnTo>
                <a:lnTo>
                  <a:pt x="396688" y="715499"/>
                </a:lnTo>
                <a:lnTo>
                  <a:pt x="395564" y="713251"/>
                </a:lnTo>
                <a:lnTo>
                  <a:pt x="395564" y="711013"/>
                </a:lnTo>
                <a:lnTo>
                  <a:pt x="394716" y="708631"/>
                </a:lnTo>
                <a:lnTo>
                  <a:pt x="393021" y="706107"/>
                </a:lnTo>
                <a:lnTo>
                  <a:pt x="391763" y="702812"/>
                </a:lnTo>
                <a:lnTo>
                  <a:pt x="390935" y="698725"/>
                </a:lnTo>
                <a:lnTo>
                  <a:pt x="390201" y="696344"/>
                </a:lnTo>
                <a:lnTo>
                  <a:pt x="389553" y="695668"/>
                </a:lnTo>
                <a:lnTo>
                  <a:pt x="389211" y="694982"/>
                </a:lnTo>
                <a:lnTo>
                  <a:pt x="389182" y="694306"/>
                </a:lnTo>
                <a:lnTo>
                  <a:pt x="387687" y="691925"/>
                </a:lnTo>
                <a:lnTo>
                  <a:pt x="384734" y="687838"/>
                </a:lnTo>
                <a:lnTo>
                  <a:pt x="383210" y="683933"/>
                </a:lnTo>
                <a:lnTo>
                  <a:pt x="383105" y="680199"/>
                </a:lnTo>
                <a:lnTo>
                  <a:pt x="382857" y="677818"/>
                </a:lnTo>
                <a:lnTo>
                  <a:pt x="382457" y="676789"/>
                </a:lnTo>
                <a:lnTo>
                  <a:pt x="381943" y="675008"/>
                </a:lnTo>
                <a:lnTo>
                  <a:pt x="381314" y="672465"/>
                </a:lnTo>
                <a:lnTo>
                  <a:pt x="379924" y="670084"/>
                </a:lnTo>
                <a:lnTo>
                  <a:pt x="377771" y="667864"/>
                </a:lnTo>
                <a:lnTo>
                  <a:pt x="376666" y="665636"/>
                </a:lnTo>
                <a:lnTo>
                  <a:pt x="376590" y="663416"/>
                </a:lnTo>
                <a:lnTo>
                  <a:pt x="375790" y="661035"/>
                </a:lnTo>
                <a:lnTo>
                  <a:pt x="374247" y="658492"/>
                </a:lnTo>
                <a:lnTo>
                  <a:pt x="373456" y="655320"/>
                </a:lnTo>
                <a:lnTo>
                  <a:pt x="373409" y="651510"/>
                </a:lnTo>
                <a:lnTo>
                  <a:pt x="373218" y="649129"/>
                </a:lnTo>
                <a:lnTo>
                  <a:pt x="372894" y="648176"/>
                </a:lnTo>
                <a:lnTo>
                  <a:pt x="372551" y="645452"/>
                </a:lnTo>
                <a:lnTo>
                  <a:pt x="372199" y="640966"/>
                </a:lnTo>
                <a:lnTo>
                  <a:pt x="371989" y="638585"/>
                </a:lnTo>
                <a:lnTo>
                  <a:pt x="371942" y="638308"/>
                </a:lnTo>
                <a:lnTo>
                  <a:pt x="371799" y="637584"/>
                </a:lnTo>
                <a:lnTo>
                  <a:pt x="371580" y="636394"/>
                </a:lnTo>
                <a:lnTo>
                  <a:pt x="370313" y="634013"/>
                </a:lnTo>
                <a:lnTo>
                  <a:pt x="367998" y="630441"/>
                </a:lnTo>
                <a:lnTo>
                  <a:pt x="366808" y="627459"/>
                </a:lnTo>
                <a:lnTo>
                  <a:pt x="366741" y="625078"/>
                </a:lnTo>
                <a:lnTo>
                  <a:pt x="366093" y="622697"/>
                </a:lnTo>
                <a:lnTo>
                  <a:pt x="364855" y="620316"/>
                </a:lnTo>
                <a:lnTo>
                  <a:pt x="364207" y="617287"/>
                </a:lnTo>
                <a:lnTo>
                  <a:pt x="364160" y="613620"/>
                </a:lnTo>
                <a:lnTo>
                  <a:pt x="363960" y="611238"/>
                </a:lnTo>
                <a:lnTo>
                  <a:pt x="363607" y="610143"/>
                </a:lnTo>
                <a:lnTo>
                  <a:pt x="363360" y="607514"/>
                </a:lnTo>
                <a:lnTo>
                  <a:pt x="363207" y="603342"/>
                </a:lnTo>
                <a:lnTo>
                  <a:pt x="363083" y="600961"/>
                </a:lnTo>
                <a:lnTo>
                  <a:pt x="362979" y="600370"/>
                </a:lnTo>
                <a:lnTo>
                  <a:pt x="362845" y="597856"/>
                </a:lnTo>
                <a:lnTo>
                  <a:pt x="362664" y="593408"/>
                </a:lnTo>
                <a:lnTo>
                  <a:pt x="362569" y="591026"/>
                </a:lnTo>
                <a:lnTo>
                  <a:pt x="362541" y="590712"/>
                </a:lnTo>
                <a:lnTo>
                  <a:pt x="362417" y="588207"/>
                </a:lnTo>
                <a:lnTo>
                  <a:pt x="362207" y="583521"/>
                </a:lnTo>
                <a:lnTo>
                  <a:pt x="362102" y="581139"/>
                </a:lnTo>
                <a:lnTo>
                  <a:pt x="362055" y="580492"/>
                </a:lnTo>
                <a:lnTo>
                  <a:pt x="361988" y="579434"/>
                </a:lnTo>
                <a:lnTo>
                  <a:pt x="361283" y="577053"/>
                </a:lnTo>
                <a:lnTo>
                  <a:pt x="359950" y="573348"/>
                </a:lnTo>
                <a:lnTo>
                  <a:pt x="359283" y="570833"/>
                </a:lnTo>
                <a:lnTo>
                  <a:pt x="359283" y="569500"/>
                </a:lnTo>
                <a:lnTo>
                  <a:pt x="358692" y="567119"/>
                </a:lnTo>
                <a:lnTo>
                  <a:pt x="357521" y="563690"/>
                </a:lnTo>
                <a:lnTo>
                  <a:pt x="356968" y="560756"/>
                </a:lnTo>
                <a:lnTo>
                  <a:pt x="357035" y="558308"/>
                </a:lnTo>
                <a:lnTo>
                  <a:pt x="356826" y="555927"/>
                </a:lnTo>
                <a:lnTo>
                  <a:pt x="356359" y="553612"/>
                </a:lnTo>
                <a:lnTo>
                  <a:pt x="356121" y="550993"/>
                </a:lnTo>
                <a:lnTo>
                  <a:pt x="356121" y="548078"/>
                </a:lnTo>
                <a:lnTo>
                  <a:pt x="356064" y="545697"/>
                </a:lnTo>
                <a:lnTo>
                  <a:pt x="355959" y="543849"/>
                </a:lnTo>
                <a:lnTo>
                  <a:pt x="355902" y="541411"/>
                </a:lnTo>
                <a:lnTo>
                  <a:pt x="355902" y="538391"/>
                </a:lnTo>
                <a:lnTo>
                  <a:pt x="355902" y="536010"/>
                </a:lnTo>
                <a:lnTo>
                  <a:pt x="355902" y="534267"/>
                </a:lnTo>
                <a:lnTo>
                  <a:pt x="355902" y="531886"/>
                </a:lnTo>
                <a:lnTo>
                  <a:pt x="355902" y="528866"/>
                </a:lnTo>
                <a:lnTo>
                  <a:pt x="355959" y="526485"/>
                </a:lnTo>
                <a:lnTo>
                  <a:pt x="356064" y="524742"/>
                </a:lnTo>
                <a:lnTo>
                  <a:pt x="356121" y="522418"/>
                </a:lnTo>
                <a:lnTo>
                  <a:pt x="356121" y="519503"/>
                </a:lnTo>
                <a:lnTo>
                  <a:pt x="356273" y="517122"/>
                </a:lnTo>
                <a:lnTo>
                  <a:pt x="356578" y="515274"/>
                </a:lnTo>
                <a:lnTo>
                  <a:pt x="356826" y="513131"/>
                </a:lnTo>
                <a:lnTo>
                  <a:pt x="356997" y="510702"/>
                </a:lnTo>
                <a:lnTo>
                  <a:pt x="357664" y="508321"/>
                </a:lnTo>
                <a:lnTo>
                  <a:pt x="358826" y="505987"/>
                </a:lnTo>
                <a:lnTo>
                  <a:pt x="359388" y="504168"/>
                </a:lnTo>
                <a:lnTo>
                  <a:pt x="359340" y="502853"/>
                </a:lnTo>
                <a:lnTo>
                  <a:pt x="359978" y="500948"/>
                </a:lnTo>
                <a:lnTo>
                  <a:pt x="361293" y="498453"/>
                </a:lnTo>
                <a:lnTo>
                  <a:pt x="361988" y="496767"/>
                </a:lnTo>
                <a:lnTo>
                  <a:pt x="362055" y="495881"/>
                </a:lnTo>
                <a:lnTo>
                  <a:pt x="362093" y="495405"/>
                </a:lnTo>
                <a:lnTo>
                  <a:pt x="362188" y="493043"/>
                </a:lnTo>
                <a:lnTo>
                  <a:pt x="362360" y="488528"/>
                </a:lnTo>
                <a:lnTo>
                  <a:pt x="362455" y="486146"/>
                </a:lnTo>
                <a:lnTo>
                  <a:pt x="362464" y="485899"/>
                </a:lnTo>
                <a:lnTo>
                  <a:pt x="362541" y="483594"/>
                </a:lnTo>
                <a:lnTo>
                  <a:pt x="362674" y="479231"/>
                </a:lnTo>
                <a:lnTo>
                  <a:pt x="362769" y="476850"/>
                </a:lnTo>
                <a:lnTo>
                  <a:pt x="362826" y="476450"/>
                </a:lnTo>
                <a:lnTo>
                  <a:pt x="362960" y="474202"/>
                </a:lnTo>
                <a:lnTo>
                  <a:pt x="363169" y="470106"/>
                </a:lnTo>
                <a:lnTo>
                  <a:pt x="363417" y="467725"/>
                </a:lnTo>
                <a:lnTo>
                  <a:pt x="363693" y="467058"/>
                </a:lnTo>
                <a:lnTo>
                  <a:pt x="363855" y="464839"/>
                </a:lnTo>
                <a:lnTo>
                  <a:pt x="363903" y="461058"/>
                </a:lnTo>
                <a:lnTo>
                  <a:pt x="364226" y="458676"/>
                </a:lnTo>
                <a:lnTo>
                  <a:pt x="364827" y="457695"/>
                </a:lnTo>
                <a:lnTo>
                  <a:pt x="365122" y="455609"/>
                </a:lnTo>
                <a:lnTo>
                  <a:pt x="365122" y="452438"/>
                </a:lnTo>
                <a:lnTo>
                  <a:pt x="365865" y="450056"/>
                </a:lnTo>
                <a:lnTo>
                  <a:pt x="367332" y="448466"/>
                </a:lnTo>
                <a:lnTo>
                  <a:pt x="368046" y="446789"/>
                </a:lnTo>
                <a:lnTo>
                  <a:pt x="367979" y="445027"/>
                </a:lnTo>
                <a:lnTo>
                  <a:pt x="368827" y="443703"/>
                </a:lnTo>
                <a:lnTo>
                  <a:pt x="370589" y="442827"/>
                </a:lnTo>
                <a:lnTo>
                  <a:pt x="371608" y="441465"/>
                </a:lnTo>
                <a:lnTo>
                  <a:pt x="371885" y="439617"/>
                </a:lnTo>
                <a:lnTo>
                  <a:pt x="372037" y="438560"/>
                </a:lnTo>
                <a:lnTo>
                  <a:pt x="372056" y="438283"/>
                </a:lnTo>
                <a:lnTo>
                  <a:pt x="372151" y="435997"/>
                </a:lnTo>
                <a:lnTo>
                  <a:pt x="372313" y="431702"/>
                </a:lnTo>
                <a:lnTo>
                  <a:pt x="372494" y="429320"/>
                </a:lnTo>
                <a:lnTo>
                  <a:pt x="372685" y="428854"/>
                </a:lnTo>
                <a:lnTo>
                  <a:pt x="372799" y="426587"/>
                </a:lnTo>
                <a:lnTo>
                  <a:pt x="372847" y="422519"/>
                </a:lnTo>
                <a:lnTo>
                  <a:pt x="373170" y="420138"/>
                </a:lnTo>
                <a:lnTo>
                  <a:pt x="373780" y="419443"/>
                </a:lnTo>
                <a:lnTo>
                  <a:pt x="374123" y="417405"/>
                </a:lnTo>
                <a:lnTo>
                  <a:pt x="374190" y="414014"/>
                </a:lnTo>
                <a:lnTo>
                  <a:pt x="375914" y="411632"/>
                </a:lnTo>
                <a:lnTo>
                  <a:pt x="379305" y="410261"/>
                </a:lnTo>
                <a:lnTo>
                  <a:pt x="381257" y="407451"/>
                </a:lnTo>
                <a:lnTo>
                  <a:pt x="381781" y="403212"/>
                </a:lnTo>
                <a:lnTo>
                  <a:pt x="382153" y="400831"/>
                </a:lnTo>
                <a:lnTo>
                  <a:pt x="382372" y="400307"/>
                </a:lnTo>
                <a:lnTo>
                  <a:pt x="382553" y="398097"/>
                </a:lnTo>
                <a:lnTo>
                  <a:pt x="382667" y="394202"/>
                </a:lnTo>
                <a:lnTo>
                  <a:pt x="383343" y="391820"/>
                </a:lnTo>
                <a:lnTo>
                  <a:pt x="384572" y="390954"/>
                </a:lnTo>
                <a:lnTo>
                  <a:pt x="385181" y="389192"/>
                </a:lnTo>
                <a:lnTo>
                  <a:pt x="385181" y="386515"/>
                </a:lnTo>
                <a:lnTo>
                  <a:pt x="386515" y="384905"/>
                </a:lnTo>
                <a:lnTo>
                  <a:pt x="389192" y="384353"/>
                </a:lnTo>
                <a:lnTo>
                  <a:pt x="390706" y="383496"/>
                </a:lnTo>
                <a:lnTo>
                  <a:pt x="391077" y="382324"/>
                </a:lnTo>
                <a:lnTo>
                  <a:pt x="391335" y="381552"/>
                </a:lnTo>
                <a:lnTo>
                  <a:pt x="391468" y="381181"/>
                </a:lnTo>
                <a:lnTo>
                  <a:pt x="391678" y="379009"/>
                </a:lnTo>
                <a:lnTo>
                  <a:pt x="391944" y="375028"/>
                </a:lnTo>
                <a:lnTo>
                  <a:pt x="392792" y="372647"/>
                </a:lnTo>
                <a:lnTo>
                  <a:pt x="394211" y="371866"/>
                </a:lnTo>
                <a:lnTo>
                  <a:pt x="394926" y="370189"/>
                </a:lnTo>
                <a:lnTo>
                  <a:pt x="394926" y="367627"/>
                </a:lnTo>
                <a:lnTo>
                  <a:pt x="396202" y="366274"/>
                </a:lnTo>
                <a:lnTo>
                  <a:pt x="398764" y="366141"/>
                </a:lnTo>
                <a:lnTo>
                  <a:pt x="400307" y="365293"/>
                </a:lnTo>
                <a:lnTo>
                  <a:pt x="400822" y="363750"/>
                </a:lnTo>
                <a:lnTo>
                  <a:pt x="401174" y="362722"/>
                </a:lnTo>
                <a:lnTo>
                  <a:pt x="401364" y="362207"/>
                </a:lnTo>
                <a:lnTo>
                  <a:pt x="401517" y="359978"/>
                </a:lnTo>
                <a:lnTo>
                  <a:pt x="401622" y="356025"/>
                </a:lnTo>
                <a:lnTo>
                  <a:pt x="402431" y="353644"/>
                </a:lnTo>
                <a:lnTo>
                  <a:pt x="403936" y="352835"/>
                </a:lnTo>
                <a:lnTo>
                  <a:pt x="404746" y="351263"/>
                </a:lnTo>
                <a:lnTo>
                  <a:pt x="404870" y="348939"/>
                </a:lnTo>
                <a:lnTo>
                  <a:pt x="406089" y="347691"/>
                </a:lnTo>
                <a:lnTo>
                  <a:pt x="408413" y="347501"/>
                </a:lnTo>
                <a:lnTo>
                  <a:pt x="409870" y="346577"/>
                </a:lnTo>
                <a:lnTo>
                  <a:pt x="410451" y="344910"/>
                </a:lnTo>
                <a:lnTo>
                  <a:pt x="410909" y="343776"/>
                </a:lnTo>
                <a:lnTo>
                  <a:pt x="411223" y="343195"/>
                </a:lnTo>
                <a:lnTo>
                  <a:pt x="411423" y="341014"/>
                </a:lnTo>
                <a:lnTo>
                  <a:pt x="411499" y="337233"/>
                </a:lnTo>
                <a:lnTo>
                  <a:pt x="413318" y="334851"/>
                </a:lnTo>
                <a:lnTo>
                  <a:pt x="416871" y="333870"/>
                </a:lnTo>
                <a:lnTo>
                  <a:pt x="418652" y="333270"/>
                </a:lnTo>
                <a:lnTo>
                  <a:pt x="419414" y="330946"/>
                </a:lnTo>
                <a:lnTo>
                  <a:pt x="420033" y="327050"/>
                </a:lnTo>
                <a:lnTo>
                  <a:pt x="420729" y="324783"/>
                </a:lnTo>
                <a:lnTo>
                  <a:pt x="421500" y="324164"/>
                </a:lnTo>
                <a:lnTo>
                  <a:pt x="421958" y="322240"/>
                </a:lnTo>
                <a:lnTo>
                  <a:pt x="422110" y="319021"/>
                </a:lnTo>
                <a:lnTo>
                  <a:pt x="423796" y="317278"/>
                </a:lnTo>
                <a:lnTo>
                  <a:pt x="427015" y="317021"/>
                </a:lnTo>
                <a:lnTo>
                  <a:pt x="428892" y="316516"/>
                </a:lnTo>
                <a:lnTo>
                  <a:pt x="429416" y="315763"/>
                </a:lnTo>
                <a:lnTo>
                  <a:pt x="429835" y="315116"/>
                </a:lnTo>
                <a:lnTo>
                  <a:pt x="430139" y="314592"/>
                </a:lnTo>
                <a:lnTo>
                  <a:pt x="430349" y="312420"/>
                </a:lnTo>
                <a:lnTo>
                  <a:pt x="430473" y="308610"/>
                </a:lnTo>
                <a:lnTo>
                  <a:pt x="432435" y="306343"/>
                </a:lnTo>
                <a:lnTo>
                  <a:pt x="436245" y="305619"/>
                </a:lnTo>
                <a:lnTo>
                  <a:pt x="438217" y="305210"/>
                </a:lnTo>
                <a:lnTo>
                  <a:pt x="438731" y="302762"/>
                </a:lnTo>
                <a:lnTo>
                  <a:pt x="439274" y="298694"/>
                </a:lnTo>
                <a:lnTo>
                  <a:pt x="440331" y="296313"/>
                </a:lnTo>
                <a:lnTo>
                  <a:pt x="441903" y="295618"/>
                </a:lnTo>
                <a:lnTo>
                  <a:pt x="442684" y="294027"/>
                </a:lnTo>
                <a:lnTo>
                  <a:pt x="442684" y="291532"/>
                </a:lnTo>
                <a:lnTo>
                  <a:pt x="443932" y="290189"/>
                </a:lnTo>
                <a:lnTo>
                  <a:pt x="446427" y="289998"/>
                </a:lnTo>
                <a:lnTo>
                  <a:pt x="447951" y="289141"/>
                </a:lnTo>
                <a:lnTo>
                  <a:pt x="448513" y="287626"/>
                </a:lnTo>
                <a:lnTo>
                  <a:pt x="449151" y="286588"/>
                </a:lnTo>
                <a:lnTo>
                  <a:pt x="449885" y="286026"/>
                </a:lnTo>
                <a:lnTo>
                  <a:pt x="450294" y="284064"/>
                </a:lnTo>
                <a:lnTo>
                  <a:pt x="450409" y="280692"/>
                </a:lnTo>
                <a:lnTo>
                  <a:pt x="452142" y="278902"/>
                </a:lnTo>
                <a:lnTo>
                  <a:pt x="455514" y="278682"/>
                </a:lnTo>
                <a:lnTo>
                  <a:pt x="457438" y="278216"/>
                </a:lnTo>
                <a:lnTo>
                  <a:pt x="457905" y="277511"/>
                </a:lnTo>
                <a:lnTo>
                  <a:pt x="458467" y="276930"/>
                </a:lnTo>
                <a:lnTo>
                  <a:pt x="459134" y="276463"/>
                </a:lnTo>
                <a:lnTo>
                  <a:pt x="459553" y="274491"/>
                </a:lnTo>
                <a:lnTo>
                  <a:pt x="459715" y="271034"/>
                </a:lnTo>
                <a:lnTo>
                  <a:pt x="461534" y="269157"/>
                </a:lnTo>
                <a:lnTo>
                  <a:pt x="464991" y="268872"/>
                </a:lnTo>
                <a:lnTo>
                  <a:pt x="466935" y="268434"/>
                </a:lnTo>
                <a:lnTo>
                  <a:pt x="467354" y="267833"/>
                </a:lnTo>
                <a:lnTo>
                  <a:pt x="467878" y="267329"/>
                </a:lnTo>
                <a:lnTo>
                  <a:pt x="468506" y="266910"/>
                </a:lnTo>
                <a:lnTo>
                  <a:pt x="468992" y="265014"/>
                </a:lnTo>
                <a:lnTo>
                  <a:pt x="469335" y="261642"/>
                </a:lnTo>
                <a:lnTo>
                  <a:pt x="471192" y="259852"/>
                </a:lnTo>
                <a:lnTo>
                  <a:pt x="474564" y="259632"/>
                </a:lnTo>
                <a:lnTo>
                  <a:pt x="476488" y="259166"/>
                </a:lnTo>
                <a:lnTo>
                  <a:pt x="476955" y="258461"/>
                </a:lnTo>
                <a:lnTo>
                  <a:pt x="477517" y="257880"/>
                </a:lnTo>
                <a:lnTo>
                  <a:pt x="478155" y="257413"/>
                </a:lnTo>
                <a:lnTo>
                  <a:pt x="478641" y="255508"/>
                </a:lnTo>
                <a:lnTo>
                  <a:pt x="478955" y="252174"/>
                </a:lnTo>
                <a:lnTo>
                  <a:pt x="480774" y="250384"/>
                </a:lnTo>
                <a:lnTo>
                  <a:pt x="484108" y="250127"/>
                </a:lnTo>
                <a:lnTo>
                  <a:pt x="486023" y="249660"/>
                </a:lnTo>
                <a:lnTo>
                  <a:pt x="486527" y="248984"/>
                </a:lnTo>
                <a:lnTo>
                  <a:pt x="487261" y="248402"/>
                </a:lnTo>
                <a:lnTo>
                  <a:pt x="488223" y="247898"/>
                </a:lnTo>
                <a:lnTo>
                  <a:pt x="488823" y="246116"/>
                </a:lnTo>
                <a:lnTo>
                  <a:pt x="489061" y="243059"/>
                </a:lnTo>
                <a:lnTo>
                  <a:pt x="490709" y="241411"/>
                </a:lnTo>
                <a:lnTo>
                  <a:pt x="493766" y="241173"/>
                </a:lnTo>
                <a:lnTo>
                  <a:pt x="495557" y="240582"/>
                </a:lnTo>
                <a:lnTo>
                  <a:pt x="496072" y="239620"/>
                </a:lnTo>
                <a:lnTo>
                  <a:pt x="497129" y="238897"/>
                </a:lnTo>
                <a:lnTo>
                  <a:pt x="498729" y="238382"/>
                </a:lnTo>
                <a:lnTo>
                  <a:pt x="499529" y="236801"/>
                </a:lnTo>
                <a:lnTo>
                  <a:pt x="499529" y="234153"/>
                </a:lnTo>
                <a:lnTo>
                  <a:pt x="500853" y="232791"/>
                </a:lnTo>
                <a:lnTo>
                  <a:pt x="503501" y="232724"/>
                </a:lnTo>
                <a:lnTo>
                  <a:pt x="505111" y="231943"/>
                </a:lnTo>
                <a:lnTo>
                  <a:pt x="505673" y="230467"/>
                </a:lnTo>
                <a:lnTo>
                  <a:pt x="507902" y="229448"/>
                </a:lnTo>
                <a:lnTo>
                  <a:pt x="511807" y="228886"/>
                </a:lnTo>
                <a:lnTo>
                  <a:pt x="513759" y="228448"/>
                </a:lnTo>
                <a:lnTo>
                  <a:pt x="513759" y="228152"/>
                </a:lnTo>
                <a:lnTo>
                  <a:pt x="514198" y="228076"/>
                </a:lnTo>
                <a:lnTo>
                  <a:pt x="514769" y="226266"/>
                </a:lnTo>
                <a:lnTo>
                  <a:pt x="515607" y="222590"/>
                </a:lnTo>
                <a:lnTo>
                  <a:pt x="517989" y="220675"/>
                </a:lnTo>
                <a:lnTo>
                  <a:pt x="521913" y="220513"/>
                </a:lnTo>
                <a:lnTo>
                  <a:pt x="524094" y="220323"/>
                </a:lnTo>
                <a:lnTo>
                  <a:pt x="524542" y="220085"/>
                </a:lnTo>
                <a:lnTo>
                  <a:pt x="525018" y="219742"/>
                </a:lnTo>
                <a:lnTo>
                  <a:pt x="525523" y="219294"/>
                </a:lnTo>
                <a:lnTo>
                  <a:pt x="525856" y="217246"/>
                </a:lnTo>
                <a:lnTo>
                  <a:pt x="526018" y="213598"/>
                </a:lnTo>
                <a:lnTo>
                  <a:pt x="527923" y="211741"/>
                </a:lnTo>
                <a:lnTo>
                  <a:pt x="531571" y="211693"/>
                </a:lnTo>
                <a:lnTo>
                  <a:pt x="533657" y="211398"/>
                </a:lnTo>
                <a:lnTo>
                  <a:pt x="534181" y="210855"/>
                </a:lnTo>
                <a:lnTo>
                  <a:pt x="535295" y="210331"/>
                </a:lnTo>
                <a:lnTo>
                  <a:pt x="537020" y="209807"/>
                </a:lnTo>
                <a:lnTo>
                  <a:pt x="537915" y="208321"/>
                </a:lnTo>
                <a:lnTo>
                  <a:pt x="537991" y="205873"/>
                </a:lnTo>
                <a:lnTo>
                  <a:pt x="539248" y="204654"/>
                </a:lnTo>
                <a:lnTo>
                  <a:pt x="541696" y="204654"/>
                </a:lnTo>
                <a:lnTo>
                  <a:pt x="543268" y="203845"/>
                </a:lnTo>
                <a:lnTo>
                  <a:pt x="543963" y="202216"/>
                </a:lnTo>
                <a:lnTo>
                  <a:pt x="546344" y="201282"/>
                </a:lnTo>
                <a:lnTo>
                  <a:pt x="550412" y="201025"/>
                </a:lnTo>
                <a:lnTo>
                  <a:pt x="552612" y="200835"/>
                </a:lnTo>
                <a:lnTo>
                  <a:pt x="552936" y="200730"/>
                </a:lnTo>
                <a:lnTo>
                  <a:pt x="553393" y="200511"/>
                </a:lnTo>
                <a:lnTo>
                  <a:pt x="553984" y="200187"/>
                </a:lnTo>
                <a:lnTo>
                  <a:pt x="554536" y="198358"/>
                </a:lnTo>
                <a:lnTo>
                  <a:pt x="555050" y="195024"/>
                </a:lnTo>
                <a:lnTo>
                  <a:pt x="556974" y="193272"/>
                </a:lnTo>
                <a:lnTo>
                  <a:pt x="560308" y="193091"/>
                </a:lnTo>
                <a:lnTo>
                  <a:pt x="562251" y="192653"/>
                </a:lnTo>
                <a:lnTo>
                  <a:pt x="562804" y="191957"/>
                </a:lnTo>
                <a:lnTo>
                  <a:pt x="565185" y="191453"/>
                </a:lnTo>
                <a:lnTo>
                  <a:pt x="569395" y="191138"/>
                </a:lnTo>
                <a:lnTo>
                  <a:pt x="571605" y="190957"/>
                </a:lnTo>
                <a:lnTo>
                  <a:pt x="572072" y="190805"/>
                </a:lnTo>
                <a:lnTo>
                  <a:pt x="572414" y="190605"/>
                </a:lnTo>
                <a:lnTo>
                  <a:pt x="572967" y="188776"/>
                </a:lnTo>
                <a:lnTo>
                  <a:pt x="573748" y="185337"/>
                </a:lnTo>
                <a:lnTo>
                  <a:pt x="575862" y="183585"/>
                </a:lnTo>
                <a:lnTo>
                  <a:pt x="579301" y="183528"/>
                </a:lnTo>
                <a:lnTo>
                  <a:pt x="581330" y="183185"/>
                </a:lnTo>
                <a:lnTo>
                  <a:pt x="581949" y="182537"/>
                </a:lnTo>
                <a:lnTo>
                  <a:pt x="584330" y="182061"/>
                </a:lnTo>
                <a:lnTo>
                  <a:pt x="588474" y="181756"/>
                </a:lnTo>
                <a:lnTo>
                  <a:pt x="590683" y="181575"/>
                </a:lnTo>
                <a:lnTo>
                  <a:pt x="590950" y="181527"/>
                </a:lnTo>
                <a:lnTo>
                  <a:pt x="591398" y="181375"/>
                </a:lnTo>
                <a:lnTo>
                  <a:pt x="592045" y="181108"/>
                </a:lnTo>
                <a:lnTo>
                  <a:pt x="592788" y="179480"/>
                </a:lnTo>
                <a:lnTo>
                  <a:pt x="593646" y="176479"/>
                </a:lnTo>
                <a:lnTo>
                  <a:pt x="595579" y="174946"/>
                </a:lnTo>
                <a:lnTo>
                  <a:pt x="598580" y="174889"/>
                </a:lnTo>
                <a:lnTo>
                  <a:pt x="600504" y="174441"/>
                </a:lnTo>
                <a:lnTo>
                  <a:pt x="601370" y="173593"/>
                </a:lnTo>
                <a:lnTo>
                  <a:pt x="603752" y="173136"/>
                </a:lnTo>
                <a:lnTo>
                  <a:pt x="607647" y="173060"/>
                </a:lnTo>
                <a:lnTo>
                  <a:pt x="609876" y="172907"/>
                </a:lnTo>
                <a:lnTo>
                  <a:pt x="610429" y="172679"/>
                </a:lnTo>
                <a:lnTo>
                  <a:pt x="612115" y="172279"/>
                </a:lnTo>
                <a:lnTo>
                  <a:pt x="614934" y="171726"/>
                </a:lnTo>
                <a:lnTo>
                  <a:pt x="616448" y="170859"/>
                </a:lnTo>
                <a:lnTo>
                  <a:pt x="616649" y="169669"/>
                </a:lnTo>
                <a:lnTo>
                  <a:pt x="617344" y="168993"/>
                </a:lnTo>
                <a:lnTo>
                  <a:pt x="618534" y="168850"/>
                </a:lnTo>
                <a:lnTo>
                  <a:pt x="619820" y="167764"/>
                </a:lnTo>
                <a:lnTo>
                  <a:pt x="621201" y="165716"/>
                </a:lnTo>
                <a:lnTo>
                  <a:pt x="623583" y="164716"/>
                </a:lnTo>
                <a:lnTo>
                  <a:pt x="626964" y="164773"/>
                </a:lnTo>
                <a:lnTo>
                  <a:pt x="629069" y="164497"/>
                </a:lnTo>
                <a:lnTo>
                  <a:pt x="629898" y="163887"/>
                </a:lnTo>
                <a:lnTo>
                  <a:pt x="632279" y="163544"/>
                </a:lnTo>
                <a:lnTo>
                  <a:pt x="636213" y="163478"/>
                </a:lnTo>
                <a:lnTo>
                  <a:pt x="638451" y="163335"/>
                </a:lnTo>
                <a:lnTo>
                  <a:pt x="639004" y="163135"/>
                </a:lnTo>
                <a:lnTo>
                  <a:pt x="641385" y="162792"/>
                </a:lnTo>
                <a:lnTo>
                  <a:pt x="645595" y="162316"/>
                </a:lnTo>
                <a:lnTo>
                  <a:pt x="647738" y="162068"/>
                </a:lnTo>
                <a:lnTo>
                  <a:pt x="648262" y="161963"/>
                </a:lnTo>
                <a:lnTo>
                  <a:pt x="649224" y="160544"/>
                </a:lnTo>
                <a:lnTo>
                  <a:pt x="650862" y="157772"/>
                </a:lnTo>
                <a:lnTo>
                  <a:pt x="653072" y="156391"/>
                </a:lnTo>
                <a:lnTo>
                  <a:pt x="655844" y="156391"/>
                </a:lnTo>
                <a:lnTo>
                  <a:pt x="657825" y="155981"/>
                </a:lnTo>
                <a:lnTo>
                  <a:pt x="659016" y="155181"/>
                </a:lnTo>
                <a:lnTo>
                  <a:pt x="661397" y="154753"/>
                </a:lnTo>
                <a:lnTo>
                  <a:pt x="664969" y="154705"/>
                </a:lnTo>
                <a:lnTo>
                  <a:pt x="667169" y="154534"/>
                </a:lnTo>
                <a:lnTo>
                  <a:pt x="668017" y="154238"/>
                </a:lnTo>
                <a:lnTo>
                  <a:pt x="670398" y="154067"/>
                </a:lnTo>
                <a:lnTo>
                  <a:pt x="674313" y="154029"/>
                </a:lnTo>
                <a:lnTo>
                  <a:pt x="676589" y="153914"/>
                </a:lnTo>
                <a:lnTo>
                  <a:pt x="677208" y="153734"/>
                </a:lnTo>
                <a:lnTo>
                  <a:pt x="679590" y="153533"/>
                </a:lnTo>
                <a:lnTo>
                  <a:pt x="683733" y="153324"/>
                </a:lnTo>
                <a:lnTo>
                  <a:pt x="685971" y="153181"/>
                </a:lnTo>
                <a:lnTo>
                  <a:pt x="686324" y="153124"/>
                </a:lnTo>
                <a:lnTo>
                  <a:pt x="687810" y="152924"/>
                </a:lnTo>
                <a:lnTo>
                  <a:pt x="690439" y="152571"/>
                </a:lnTo>
                <a:lnTo>
                  <a:pt x="692096" y="151848"/>
                </a:lnTo>
                <a:lnTo>
                  <a:pt x="692782" y="150752"/>
                </a:lnTo>
                <a:close/>
                <a:moveTo>
                  <a:pt x="2208247" y="359902"/>
                </a:moveTo>
                <a:lnTo>
                  <a:pt x="2209286" y="359940"/>
                </a:lnTo>
                <a:lnTo>
                  <a:pt x="2210552" y="358835"/>
                </a:lnTo>
                <a:lnTo>
                  <a:pt x="2212067" y="356568"/>
                </a:lnTo>
                <a:lnTo>
                  <a:pt x="2214448" y="355416"/>
                </a:lnTo>
                <a:lnTo>
                  <a:pt x="2217696" y="355359"/>
                </a:lnTo>
                <a:lnTo>
                  <a:pt x="2219820" y="355102"/>
                </a:lnTo>
                <a:lnTo>
                  <a:pt x="2220820" y="354644"/>
                </a:lnTo>
                <a:lnTo>
                  <a:pt x="2223202" y="354378"/>
                </a:lnTo>
                <a:lnTo>
                  <a:pt x="2226964" y="354282"/>
                </a:lnTo>
                <a:lnTo>
                  <a:pt x="2229221" y="354159"/>
                </a:lnTo>
                <a:lnTo>
                  <a:pt x="2229974" y="353997"/>
                </a:lnTo>
                <a:lnTo>
                  <a:pt x="2232355" y="353835"/>
                </a:lnTo>
                <a:lnTo>
                  <a:pt x="2236365" y="353673"/>
                </a:lnTo>
                <a:lnTo>
                  <a:pt x="2238670" y="353587"/>
                </a:lnTo>
                <a:lnTo>
                  <a:pt x="2239251" y="353587"/>
                </a:lnTo>
                <a:lnTo>
                  <a:pt x="2241633" y="353587"/>
                </a:lnTo>
                <a:lnTo>
                  <a:pt x="2245814" y="353587"/>
                </a:lnTo>
                <a:lnTo>
                  <a:pt x="2248281" y="353682"/>
                </a:lnTo>
                <a:lnTo>
                  <a:pt x="2249043" y="353863"/>
                </a:lnTo>
                <a:lnTo>
                  <a:pt x="2251424" y="354101"/>
                </a:lnTo>
                <a:lnTo>
                  <a:pt x="2255425" y="354397"/>
                </a:lnTo>
                <a:lnTo>
                  <a:pt x="2258339" y="354921"/>
                </a:lnTo>
                <a:lnTo>
                  <a:pt x="2260159" y="355692"/>
                </a:lnTo>
                <a:lnTo>
                  <a:pt x="2262540" y="356102"/>
                </a:lnTo>
                <a:lnTo>
                  <a:pt x="2265483" y="356168"/>
                </a:lnTo>
                <a:lnTo>
                  <a:pt x="2268769" y="357635"/>
                </a:lnTo>
                <a:lnTo>
                  <a:pt x="2272398" y="360512"/>
                </a:lnTo>
                <a:lnTo>
                  <a:pt x="2274780" y="362150"/>
                </a:lnTo>
                <a:lnTo>
                  <a:pt x="2275913" y="362550"/>
                </a:lnTo>
                <a:lnTo>
                  <a:pt x="2277085" y="363160"/>
                </a:lnTo>
                <a:lnTo>
                  <a:pt x="2278313" y="363988"/>
                </a:lnTo>
                <a:lnTo>
                  <a:pt x="2280695" y="364788"/>
                </a:lnTo>
                <a:lnTo>
                  <a:pt x="2284228" y="365579"/>
                </a:lnTo>
                <a:lnTo>
                  <a:pt x="2287438" y="367351"/>
                </a:lnTo>
                <a:lnTo>
                  <a:pt x="2290315" y="370103"/>
                </a:lnTo>
                <a:lnTo>
                  <a:pt x="2292696" y="372170"/>
                </a:lnTo>
                <a:lnTo>
                  <a:pt x="2294582" y="373571"/>
                </a:lnTo>
                <a:lnTo>
                  <a:pt x="2297182" y="375952"/>
                </a:lnTo>
                <a:lnTo>
                  <a:pt x="2300488" y="379314"/>
                </a:lnTo>
                <a:lnTo>
                  <a:pt x="2302869" y="382191"/>
                </a:lnTo>
                <a:lnTo>
                  <a:pt x="2304326" y="384572"/>
                </a:lnTo>
                <a:lnTo>
                  <a:pt x="2306212" y="386953"/>
                </a:lnTo>
                <a:lnTo>
                  <a:pt x="2308527" y="389334"/>
                </a:lnTo>
                <a:lnTo>
                  <a:pt x="2310174" y="392173"/>
                </a:lnTo>
                <a:lnTo>
                  <a:pt x="2311156" y="395468"/>
                </a:lnTo>
                <a:lnTo>
                  <a:pt x="2312194" y="397850"/>
                </a:lnTo>
                <a:lnTo>
                  <a:pt x="2313299" y="399317"/>
                </a:lnTo>
                <a:lnTo>
                  <a:pt x="2314032" y="400564"/>
                </a:lnTo>
                <a:lnTo>
                  <a:pt x="2314394" y="401593"/>
                </a:lnTo>
                <a:lnTo>
                  <a:pt x="2316042" y="403974"/>
                </a:lnTo>
                <a:lnTo>
                  <a:pt x="2318985" y="407708"/>
                </a:lnTo>
                <a:lnTo>
                  <a:pt x="2320452" y="411042"/>
                </a:lnTo>
                <a:lnTo>
                  <a:pt x="2320452" y="413985"/>
                </a:lnTo>
                <a:lnTo>
                  <a:pt x="2320833" y="416366"/>
                </a:lnTo>
                <a:lnTo>
                  <a:pt x="2321604" y="418186"/>
                </a:lnTo>
                <a:lnTo>
                  <a:pt x="2322005" y="420976"/>
                </a:lnTo>
                <a:lnTo>
                  <a:pt x="2322052" y="424729"/>
                </a:lnTo>
                <a:lnTo>
                  <a:pt x="2322157" y="427111"/>
                </a:lnTo>
                <a:lnTo>
                  <a:pt x="2322319" y="428120"/>
                </a:lnTo>
                <a:lnTo>
                  <a:pt x="2322462" y="430644"/>
                </a:lnTo>
                <a:lnTo>
                  <a:pt x="2322586" y="434683"/>
                </a:lnTo>
                <a:lnTo>
                  <a:pt x="2322662" y="437064"/>
                </a:lnTo>
                <a:lnTo>
                  <a:pt x="2322681" y="437788"/>
                </a:lnTo>
                <a:lnTo>
                  <a:pt x="2322671" y="440160"/>
                </a:lnTo>
                <a:lnTo>
                  <a:pt x="2322633" y="444179"/>
                </a:lnTo>
                <a:lnTo>
                  <a:pt x="2322576" y="446561"/>
                </a:lnTo>
                <a:lnTo>
                  <a:pt x="2322509" y="447304"/>
                </a:lnTo>
                <a:lnTo>
                  <a:pt x="2322452" y="449628"/>
                </a:lnTo>
                <a:lnTo>
                  <a:pt x="2322414" y="453533"/>
                </a:lnTo>
                <a:lnTo>
                  <a:pt x="2322224" y="455914"/>
                </a:lnTo>
                <a:lnTo>
                  <a:pt x="2321890" y="456771"/>
                </a:lnTo>
                <a:lnTo>
                  <a:pt x="2321690" y="458962"/>
                </a:lnTo>
                <a:lnTo>
                  <a:pt x="2321633" y="462477"/>
                </a:lnTo>
                <a:lnTo>
                  <a:pt x="2320471" y="464858"/>
                </a:lnTo>
                <a:lnTo>
                  <a:pt x="2318195" y="466106"/>
                </a:lnTo>
                <a:lnTo>
                  <a:pt x="2317013" y="467297"/>
                </a:lnTo>
                <a:lnTo>
                  <a:pt x="2316909" y="468440"/>
                </a:lnTo>
                <a:lnTo>
                  <a:pt x="2316290" y="469011"/>
                </a:lnTo>
                <a:lnTo>
                  <a:pt x="2315147" y="469011"/>
                </a:lnTo>
                <a:lnTo>
                  <a:pt x="2314194" y="470440"/>
                </a:lnTo>
                <a:lnTo>
                  <a:pt x="2313442" y="473307"/>
                </a:lnTo>
                <a:lnTo>
                  <a:pt x="2312908" y="475117"/>
                </a:lnTo>
                <a:lnTo>
                  <a:pt x="2312584" y="475869"/>
                </a:lnTo>
                <a:lnTo>
                  <a:pt x="2312403" y="478069"/>
                </a:lnTo>
                <a:lnTo>
                  <a:pt x="2312356" y="481717"/>
                </a:lnTo>
                <a:lnTo>
                  <a:pt x="2310517" y="484022"/>
                </a:lnTo>
                <a:lnTo>
                  <a:pt x="2306869" y="485003"/>
                </a:lnTo>
                <a:lnTo>
                  <a:pt x="2305002" y="485518"/>
                </a:lnTo>
                <a:lnTo>
                  <a:pt x="2304555" y="487823"/>
                </a:lnTo>
                <a:lnTo>
                  <a:pt x="2303983" y="491909"/>
                </a:lnTo>
                <a:lnTo>
                  <a:pt x="2301659" y="494290"/>
                </a:lnTo>
                <a:lnTo>
                  <a:pt x="2297573" y="494967"/>
                </a:lnTo>
                <a:lnTo>
                  <a:pt x="2295068" y="497224"/>
                </a:lnTo>
                <a:lnTo>
                  <a:pt x="2294163" y="501082"/>
                </a:lnTo>
                <a:lnTo>
                  <a:pt x="2291782" y="503101"/>
                </a:lnTo>
                <a:lnTo>
                  <a:pt x="2287924" y="503282"/>
                </a:lnTo>
                <a:lnTo>
                  <a:pt x="2285752" y="503482"/>
                </a:lnTo>
                <a:lnTo>
                  <a:pt x="2285248" y="503711"/>
                </a:lnTo>
                <a:lnTo>
                  <a:pt x="2284181" y="504073"/>
                </a:lnTo>
                <a:lnTo>
                  <a:pt x="2282552" y="504577"/>
                </a:lnTo>
                <a:lnTo>
                  <a:pt x="2281504" y="505911"/>
                </a:lnTo>
                <a:lnTo>
                  <a:pt x="2281057" y="508092"/>
                </a:lnTo>
                <a:lnTo>
                  <a:pt x="2279742" y="509245"/>
                </a:lnTo>
                <a:lnTo>
                  <a:pt x="2277561" y="509378"/>
                </a:lnTo>
                <a:lnTo>
                  <a:pt x="2276018" y="510216"/>
                </a:lnTo>
                <a:lnTo>
                  <a:pt x="2275113" y="511759"/>
                </a:lnTo>
                <a:lnTo>
                  <a:pt x="2272732" y="512550"/>
                </a:lnTo>
                <a:lnTo>
                  <a:pt x="2268874" y="512597"/>
                </a:lnTo>
                <a:lnTo>
                  <a:pt x="2266626" y="512731"/>
                </a:lnTo>
                <a:lnTo>
                  <a:pt x="2265988" y="512959"/>
                </a:lnTo>
                <a:lnTo>
                  <a:pt x="2263607" y="513255"/>
                </a:lnTo>
                <a:lnTo>
                  <a:pt x="2259482" y="513636"/>
                </a:lnTo>
                <a:lnTo>
                  <a:pt x="2257311" y="513845"/>
                </a:lnTo>
                <a:lnTo>
                  <a:pt x="2256063" y="514007"/>
                </a:lnTo>
                <a:lnTo>
                  <a:pt x="2254244" y="514236"/>
                </a:lnTo>
                <a:lnTo>
                  <a:pt x="2252558" y="514931"/>
                </a:lnTo>
                <a:lnTo>
                  <a:pt x="2250996" y="516084"/>
                </a:lnTo>
                <a:lnTo>
                  <a:pt x="2249634" y="516693"/>
                </a:lnTo>
                <a:lnTo>
                  <a:pt x="2248481" y="516769"/>
                </a:lnTo>
                <a:lnTo>
                  <a:pt x="2245947" y="516617"/>
                </a:lnTo>
                <a:lnTo>
                  <a:pt x="2242033" y="516236"/>
                </a:lnTo>
                <a:lnTo>
                  <a:pt x="2239651" y="516065"/>
                </a:lnTo>
                <a:lnTo>
                  <a:pt x="2238804" y="516103"/>
                </a:lnTo>
                <a:lnTo>
                  <a:pt x="2237384" y="515674"/>
                </a:lnTo>
                <a:lnTo>
                  <a:pt x="2235403" y="514788"/>
                </a:lnTo>
                <a:lnTo>
                  <a:pt x="2233022" y="514207"/>
                </a:lnTo>
                <a:lnTo>
                  <a:pt x="2230241" y="513912"/>
                </a:lnTo>
                <a:lnTo>
                  <a:pt x="2228679" y="513740"/>
                </a:lnTo>
                <a:lnTo>
                  <a:pt x="2228326" y="513683"/>
                </a:lnTo>
                <a:lnTo>
                  <a:pt x="2225945" y="513474"/>
                </a:lnTo>
                <a:lnTo>
                  <a:pt x="2221535" y="513131"/>
                </a:lnTo>
                <a:lnTo>
                  <a:pt x="2218696" y="512683"/>
                </a:lnTo>
                <a:lnTo>
                  <a:pt x="2217449" y="512121"/>
                </a:lnTo>
                <a:lnTo>
                  <a:pt x="2215067" y="511759"/>
                </a:lnTo>
                <a:lnTo>
                  <a:pt x="2211553" y="511578"/>
                </a:lnTo>
                <a:lnTo>
                  <a:pt x="2207714" y="509826"/>
                </a:lnTo>
                <a:lnTo>
                  <a:pt x="2203552" y="506492"/>
                </a:lnTo>
                <a:lnTo>
                  <a:pt x="2201170" y="504692"/>
                </a:lnTo>
                <a:lnTo>
                  <a:pt x="2200570" y="504434"/>
                </a:lnTo>
                <a:lnTo>
                  <a:pt x="2199818" y="503977"/>
                </a:lnTo>
                <a:lnTo>
                  <a:pt x="2198894" y="503311"/>
                </a:lnTo>
                <a:lnTo>
                  <a:pt x="2196513" y="502444"/>
                </a:lnTo>
                <a:lnTo>
                  <a:pt x="2192674" y="501377"/>
                </a:lnTo>
                <a:lnTo>
                  <a:pt x="2189369" y="499453"/>
                </a:lnTo>
                <a:lnTo>
                  <a:pt x="2186597" y="496681"/>
                </a:lnTo>
                <a:lnTo>
                  <a:pt x="2184216" y="494490"/>
                </a:lnTo>
                <a:lnTo>
                  <a:pt x="2182225" y="492871"/>
                </a:lnTo>
                <a:lnTo>
                  <a:pt x="2179653" y="490490"/>
                </a:lnTo>
                <a:lnTo>
                  <a:pt x="2176510" y="487347"/>
                </a:lnTo>
                <a:lnTo>
                  <a:pt x="2174129" y="484184"/>
                </a:lnTo>
                <a:lnTo>
                  <a:pt x="2172510" y="481013"/>
                </a:lnTo>
                <a:lnTo>
                  <a:pt x="2170871" y="478631"/>
                </a:lnTo>
                <a:lnTo>
                  <a:pt x="2169224" y="477041"/>
                </a:lnTo>
                <a:lnTo>
                  <a:pt x="2168433" y="475459"/>
                </a:lnTo>
                <a:lnTo>
                  <a:pt x="2168490" y="473869"/>
                </a:lnTo>
                <a:lnTo>
                  <a:pt x="2167366" y="471488"/>
                </a:lnTo>
                <a:lnTo>
                  <a:pt x="2165033" y="468316"/>
                </a:lnTo>
                <a:lnTo>
                  <a:pt x="2163528" y="464429"/>
                </a:lnTo>
                <a:lnTo>
                  <a:pt x="2162851" y="459829"/>
                </a:lnTo>
                <a:lnTo>
                  <a:pt x="2162489" y="457448"/>
                </a:lnTo>
                <a:lnTo>
                  <a:pt x="2162366" y="456981"/>
                </a:lnTo>
                <a:lnTo>
                  <a:pt x="2162242" y="456533"/>
                </a:lnTo>
                <a:lnTo>
                  <a:pt x="2160765" y="454152"/>
                </a:lnTo>
                <a:lnTo>
                  <a:pt x="2157946" y="449837"/>
                </a:lnTo>
                <a:lnTo>
                  <a:pt x="2156508" y="446237"/>
                </a:lnTo>
                <a:lnTo>
                  <a:pt x="2156450" y="443360"/>
                </a:lnTo>
                <a:lnTo>
                  <a:pt x="2156203" y="440979"/>
                </a:lnTo>
                <a:lnTo>
                  <a:pt x="2155784" y="439093"/>
                </a:lnTo>
                <a:lnTo>
                  <a:pt x="2155546" y="436474"/>
                </a:lnTo>
                <a:lnTo>
                  <a:pt x="2155488" y="433111"/>
                </a:lnTo>
                <a:lnTo>
                  <a:pt x="2155527" y="430730"/>
                </a:lnTo>
                <a:lnTo>
                  <a:pt x="2155650" y="429330"/>
                </a:lnTo>
                <a:lnTo>
                  <a:pt x="2155708" y="427006"/>
                </a:lnTo>
                <a:lnTo>
                  <a:pt x="2155708" y="423777"/>
                </a:lnTo>
                <a:lnTo>
                  <a:pt x="2156289" y="421396"/>
                </a:lnTo>
                <a:lnTo>
                  <a:pt x="2157432" y="419862"/>
                </a:lnTo>
                <a:lnTo>
                  <a:pt x="2158098" y="418148"/>
                </a:lnTo>
                <a:lnTo>
                  <a:pt x="2158279" y="416243"/>
                </a:lnTo>
                <a:lnTo>
                  <a:pt x="2159318" y="414909"/>
                </a:lnTo>
                <a:lnTo>
                  <a:pt x="2161223" y="414147"/>
                </a:lnTo>
                <a:lnTo>
                  <a:pt x="2162394" y="412937"/>
                </a:lnTo>
                <a:lnTo>
                  <a:pt x="2162823" y="411270"/>
                </a:lnTo>
                <a:lnTo>
                  <a:pt x="2163051" y="410223"/>
                </a:lnTo>
                <a:lnTo>
                  <a:pt x="2163080" y="409794"/>
                </a:lnTo>
                <a:lnTo>
                  <a:pt x="2163223" y="407546"/>
                </a:lnTo>
                <a:lnTo>
                  <a:pt x="2163470" y="403498"/>
                </a:lnTo>
                <a:lnTo>
                  <a:pt x="2163890" y="401117"/>
                </a:lnTo>
                <a:lnTo>
                  <a:pt x="2164480" y="400402"/>
                </a:lnTo>
                <a:lnTo>
                  <a:pt x="2164823" y="398374"/>
                </a:lnTo>
                <a:lnTo>
                  <a:pt x="2164928" y="395011"/>
                </a:lnTo>
                <a:lnTo>
                  <a:pt x="2166661" y="393192"/>
                </a:lnTo>
                <a:lnTo>
                  <a:pt x="2170024" y="392925"/>
                </a:lnTo>
                <a:lnTo>
                  <a:pt x="2171995" y="392516"/>
                </a:lnTo>
                <a:lnTo>
                  <a:pt x="2172576" y="391973"/>
                </a:lnTo>
                <a:lnTo>
                  <a:pt x="2172929" y="391401"/>
                </a:lnTo>
                <a:lnTo>
                  <a:pt x="2173034" y="390820"/>
                </a:lnTo>
                <a:lnTo>
                  <a:pt x="2173167" y="388563"/>
                </a:lnTo>
                <a:lnTo>
                  <a:pt x="2173319" y="384648"/>
                </a:lnTo>
                <a:lnTo>
                  <a:pt x="2175348" y="382295"/>
                </a:lnTo>
                <a:lnTo>
                  <a:pt x="2179263" y="381505"/>
                </a:lnTo>
                <a:lnTo>
                  <a:pt x="2181244" y="381105"/>
                </a:lnTo>
                <a:lnTo>
                  <a:pt x="2181749" y="379057"/>
                </a:lnTo>
                <a:lnTo>
                  <a:pt x="2182568" y="375171"/>
                </a:lnTo>
                <a:lnTo>
                  <a:pt x="2184921" y="373094"/>
                </a:lnTo>
                <a:lnTo>
                  <a:pt x="2188807" y="372809"/>
                </a:lnTo>
                <a:lnTo>
                  <a:pt x="2190979" y="372599"/>
                </a:lnTo>
                <a:lnTo>
                  <a:pt x="2191445" y="372466"/>
                </a:lnTo>
                <a:lnTo>
                  <a:pt x="2191855" y="372170"/>
                </a:lnTo>
                <a:lnTo>
                  <a:pt x="2192226" y="371704"/>
                </a:lnTo>
                <a:lnTo>
                  <a:pt x="2192588" y="369694"/>
                </a:lnTo>
                <a:lnTo>
                  <a:pt x="2192950" y="366122"/>
                </a:lnTo>
                <a:lnTo>
                  <a:pt x="2194922" y="364284"/>
                </a:lnTo>
                <a:lnTo>
                  <a:pt x="2198494" y="364188"/>
                </a:lnTo>
                <a:lnTo>
                  <a:pt x="2200618" y="363941"/>
                </a:lnTo>
                <a:lnTo>
                  <a:pt x="2201313" y="363531"/>
                </a:lnTo>
                <a:lnTo>
                  <a:pt x="2203152" y="362988"/>
                </a:lnTo>
                <a:lnTo>
                  <a:pt x="2206142" y="362293"/>
                </a:lnTo>
                <a:lnTo>
                  <a:pt x="2207657" y="361436"/>
                </a:lnTo>
                <a:lnTo>
                  <a:pt x="2207705" y="360397"/>
                </a:lnTo>
                <a:close/>
                <a:moveTo>
                  <a:pt x="729558" y="366255"/>
                </a:moveTo>
                <a:lnTo>
                  <a:pt x="732139" y="366151"/>
                </a:lnTo>
                <a:lnTo>
                  <a:pt x="734244" y="365874"/>
                </a:lnTo>
                <a:lnTo>
                  <a:pt x="735892" y="365446"/>
                </a:lnTo>
                <a:lnTo>
                  <a:pt x="738273" y="365284"/>
                </a:lnTo>
                <a:lnTo>
                  <a:pt x="741388" y="365389"/>
                </a:lnTo>
                <a:lnTo>
                  <a:pt x="743826" y="365446"/>
                </a:lnTo>
                <a:lnTo>
                  <a:pt x="745569" y="365446"/>
                </a:lnTo>
                <a:lnTo>
                  <a:pt x="747951" y="365446"/>
                </a:lnTo>
                <a:lnTo>
                  <a:pt x="750970" y="365446"/>
                </a:lnTo>
                <a:lnTo>
                  <a:pt x="753351" y="365446"/>
                </a:lnTo>
                <a:lnTo>
                  <a:pt x="755094" y="365446"/>
                </a:lnTo>
                <a:lnTo>
                  <a:pt x="757476" y="365446"/>
                </a:lnTo>
                <a:lnTo>
                  <a:pt x="760495" y="365446"/>
                </a:lnTo>
                <a:lnTo>
                  <a:pt x="762848" y="365417"/>
                </a:lnTo>
                <a:lnTo>
                  <a:pt x="764534" y="365360"/>
                </a:lnTo>
                <a:lnTo>
                  <a:pt x="766915" y="365303"/>
                </a:lnTo>
                <a:lnTo>
                  <a:pt x="769991" y="365255"/>
                </a:lnTo>
                <a:lnTo>
                  <a:pt x="772592" y="365474"/>
                </a:lnTo>
                <a:lnTo>
                  <a:pt x="774716" y="365960"/>
                </a:lnTo>
                <a:lnTo>
                  <a:pt x="777097" y="366208"/>
                </a:lnTo>
                <a:lnTo>
                  <a:pt x="779736" y="366208"/>
                </a:lnTo>
                <a:lnTo>
                  <a:pt x="782984" y="367522"/>
                </a:lnTo>
                <a:lnTo>
                  <a:pt x="786851" y="370161"/>
                </a:lnTo>
                <a:lnTo>
                  <a:pt x="789232" y="371637"/>
                </a:lnTo>
                <a:lnTo>
                  <a:pt x="790127" y="371970"/>
                </a:lnTo>
                <a:lnTo>
                  <a:pt x="792871" y="374352"/>
                </a:lnTo>
                <a:lnTo>
                  <a:pt x="797462" y="378781"/>
                </a:lnTo>
                <a:lnTo>
                  <a:pt x="799843" y="381133"/>
                </a:lnTo>
                <a:lnTo>
                  <a:pt x="800014" y="381410"/>
                </a:lnTo>
                <a:lnTo>
                  <a:pt x="801872" y="383791"/>
                </a:lnTo>
                <a:lnTo>
                  <a:pt x="805405" y="388277"/>
                </a:lnTo>
                <a:lnTo>
                  <a:pt x="807225" y="392344"/>
                </a:lnTo>
                <a:lnTo>
                  <a:pt x="807339" y="395992"/>
                </a:lnTo>
                <a:lnTo>
                  <a:pt x="807615" y="398374"/>
                </a:lnTo>
                <a:lnTo>
                  <a:pt x="808053" y="399488"/>
                </a:lnTo>
                <a:lnTo>
                  <a:pt x="808272" y="402098"/>
                </a:lnTo>
                <a:lnTo>
                  <a:pt x="808272" y="406184"/>
                </a:lnTo>
                <a:lnTo>
                  <a:pt x="808272" y="408565"/>
                </a:lnTo>
                <a:lnTo>
                  <a:pt x="808263" y="409242"/>
                </a:lnTo>
                <a:lnTo>
                  <a:pt x="808225" y="411575"/>
                </a:lnTo>
                <a:lnTo>
                  <a:pt x="808149" y="415585"/>
                </a:lnTo>
                <a:lnTo>
                  <a:pt x="808111" y="417967"/>
                </a:lnTo>
                <a:lnTo>
                  <a:pt x="808101" y="418719"/>
                </a:lnTo>
                <a:lnTo>
                  <a:pt x="808101" y="421100"/>
                </a:lnTo>
                <a:lnTo>
                  <a:pt x="808101" y="425101"/>
                </a:lnTo>
                <a:lnTo>
                  <a:pt x="808111" y="427482"/>
                </a:lnTo>
                <a:lnTo>
                  <a:pt x="808130" y="428244"/>
                </a:lnTo>
                <a:lnTo>
                  <a:pt x="808101" y="430597"/>
                </a:lnTo>
                <a:lnTo>
                  <a:pt x="808034" y="434550"/>
                </a:lnTo>
                <a:lnTo>
                  <a:pt x="808006" y="436931"/>
                </a:lnTo>
                <a:lnTo>
                  <a:pt x="808025" y="437740"/>
                </a:lnTo>
                <a:lnTo>
                  <a:pt x="808025" y="440122"/>
                </a:lnTo>
                <a:lnTo>
                  <a:pt x="807987" y="444056"/>
                </a:lnTo>
                <a:lnTo>
                  <a:pt x="807987" y="446437"/>
                </a:lnTo>
                <a:lnTo>
                  <a:pt x="808034" y="447265"/>
                </a:lnTo>
                <a:lnTo>
                  <a:pt x="808101" y="449713"/>
                </a:lnTo>
                <a:lnTo>
                  <a:pt x="808206" y="453790"/>
                </a:lnTo>
                <a:lnTo>
                  <a:pt x="808263" y="456171"/>
                </a:lnTo>
                <a:lnTo>
                  <a:pt x="808272" y="456857"/>
                </a:lnTo>
                <a:lnTo>
                  <a:pt x="808272" y="459248"/>
                </a:lnTo>
                <a:lnTo>
                  <a:pt x="808272" y="463334"/>
                </a:lnTo>
                <a:lnTo>
                  <a:pt x="808272" y="465715"/>
                </a:lnTo>
                <a:lnTo>
                  <a:pt x="808272" y="466392"/>
                </a:lnTo>
                <a:lnTo>
                  <a:pt x="808263" y="468754"/>
                </a:lnTo>
                <a:lnTo>
                  <a:pt x="808225" y="472802"/>
                </a:lnTo>
                <a:lnTo>
                  <a:pt x="808215" y="475183"/>
                </a:lnTo>
                <a:lnTo>
                  <a:pt x="808225" y="475898"/>
                </a:lnTo>
                <a:lnTo>
                  <a:pt x="808577" y="477145"/>
                </a:lnTo>
                <a:lnTo>
                  <a:pt x="809273" y="478927"/>
                </a:lnTo>
                <a:lnTo>
                  <a:pt x="810539" y="479841"/>
                </a:lnTo>
                <a:lnTo>
                  <a:pt x="812359" y="479879"/>
                </a:lnTo>
                <a:lnTo>
                  <a:pt x="814740" y="479927"/>
                </a:lnTo>
                <a:lnTo>
                  <a:pt x="817683" y="479993"/>
                </a:lnTo>
                <a:lnTo>
                  <a:pt x="819931" y="479860"/>
                </a:lnTo>
                <a:lnTo>
                  <a:pt x="821493" y="479536"/>
                </a:lnTo>
                <a:lnTo>
                  <a:pt x="823874" y="479317"/>
                </a:lnTo>
                <a:lnTo>
                  <a:pt x="827075" y="479203"/>
                </a:lnTo>
                <a:lnTo>
                  <a:pt x="829389" y="479127"/>
                </a:lnTo>
                <a:lnTo>
                  <a:pt x="830809" y="479108"/>
                </a:lnTo>
                <a:lnTo>
                  <a:pt x="833190" y="479031"/>
                </a:lnTo>
                <a:lnTo>
                  <a:pt x="836533" y="478907"/>
                </a:lnTo>
                <a:lnTo>
                  <a:pt x="838857" y="478860"/>
                </a:lnTo>
                <a:lnTo>
                  <a:pt x="840181" y="478888"/>
                </a:lnTo>
                <a:lnTo>
                  <a:pt x="842562" y="478927"/>
                </a:lnTo>
                <a:lnTo>
                  <a:pt x="846001" y="478993"/>
                </a:lnTo>
                <a:lnTo>
                  <a:pt x="848439" y="479050"/>
                </a:lnTo>
                <a:lnTo>
                  <a:pt x="849878" y="479098"/>
                </a:lnTo>
                <a:lnTo>
                  <a:pt x="852259" y="479155"/>
                </a:lnTo>
                <a:lnTo>
                  <a:pt x="855583" y="479222"/>
                </a:lnTo>
                <a:lnTo>
                  <a:pt x="858060" y="479308"/>
                </a:lnTo>
                <a:lnTo>
                  <a:pt x="859679" y="479431"/>
                </a:lnTo>
                <a:lnTo>
                  <a:pt x="862060" y="479517"/>
                </a:lnTo>
                <a:lnTo>
                  <a:pt x="865203" y="479584"/>
                </a:lnTo>
                <a:lnTo>
                  <a:pt x="867604" y="479593"/>
                </a:lnTo>
                <a:lnTo>
                  <a:pt x="869252" y="479565"/>
                </a:lnTo>
                <a:lnTo>
                  <a:pt x="871633" y="479546"/>
                </a:lnTo>
                <a:lnTo>
                  <a:pt x="874747" y="479546"/>
                </a:lnTo>
                <a:lnTo>
                  <a:pt x="877091" y="479517"/>
                </a:lnTo>
                <a:lnTo>
                  <a:pt x="878681" y="479460"/>
                </a:lnTo>
                <a:lnTo>
                  <a:pt x="881063" y="479422"/>
                </a:lnTo>
                <a:lnTo>
                  <a:pt x="884234" y="479422"/>
                </a:lnTo>
                <a:lnTo>
                  <a:pt x="886873" y="479679"/>
                </a:lnTo>
                <a:lnTo>
                  <a:pt x="888959" y="480184"/>
                </a:lnTo>
                <a:lnTo>
                  <a:pt x="891340" y="480403"/>
                </a:lnTo>
                <a:lnTo>
                  <a:pt x="894017" y="480336"/>
                </a:lnTo>
                <a:lnTo>
                  <a:pt x="897112" y="481670"/>
                </a:lnTo>
                <a:lnTo>
                  <a:pt x="900646" y="484403"/>
                </a:lnTo>
                <a:lnTo>
                  <a:pt x="903027" y="485975"/>
                </a:lnTo>
                <a:lnTo>
                  <a:pt x="904256" y="486366"/>
                </a:lnTo>
                <a:lnTo>
                  <a:pt x="906466" y="487956"/>
                </a:lnTo>
                <a:lnTo>
                  <a:pt x="909638" y="490738"/>
                </a:lnTo>
                <a:lnTo>
                  <a:pt x="912019" y="492443"/>
                </a:lnTo>
                <a:lnTo>
                  <a:pt x="913609" y="493081"/>
                </a:lnTo>
                <a:lnTo>
                  <a:pt x="914905" y="493871"/>
                </a:lnTo>
                <a:lnTo>
                  <a:pt x="915905" y="494824"/>
                </a:lnTo>
                <a:lnTo>
                  <a:pt x="916429" y="495833"/>
                </a:lnTo>
                <a:lnTo>
                  <a:pt x="916486" y="496891"/>
                </a:lnTo>
                <a:lnTo>
                  <a:pt x="917962" y="499272"/>
                </a:lnTo>
                <a:lnTo>
                  <a:pt x="920867" y="502977"/>
                </a:lnTo>
                <a:lnTo>
                  <a:pt x="922477" y="506959"/>
                </a:lnTo>
                <a:lnTo>
                  <a:pt x="922782" y="511226"/>
                </a:lnTo>
                <a:lnTo>
                  <a:pt x="922992" y="513607"/>
                </a:lnTo>
                <a:lnTo>
                  <a:pt x="923115" y="514102"/>
                </a:lnTo>
                <a:lnTo>
                  <a:pt x="923173" y="516541"/>
                </a:lnTo>
                <a:lnTo>
                  <a:pt x="923173" y="520932"/>
                </a:lnTo>
                <a:lnTo>
                  <a:pt x="923173" y="523313"/>
                </a:lnTo>
                <a:lnTo>
                  <a:pt x="923173" y="523684"/>
                </a:lnTo>
                <a:lnTo>
                  <a:pt x="923125" y="526028"/>
                </a:lnTo>
                <a:lnTo>
                  <a:pt x="923039" y="530323"/>
                </a:lnTo>
                <a:lnTo>
                  <a:pt x="923001" y="532705"/>
                </a:lnTo>
                <a:lnTo>
                  <a:pt x="923001" y="533171"/>
                </a:lnTo>
                <a:lnTo>
                  <a:pt x="922982" y="535534"/>
                </a:lnTo>
                <a:lnTo>
                  <a:pt x="922934" y="539791"/>
                </a:lnTo>
                <a:lnTo>
                  <a:pt x="922915" y="542173"/>
                </a:lnTo>
                <a:lnTo>
                  <a:pt x="922906" y="542677"/>
                </a:lnTo>
                <a:lnTo>
                  <a:pt x="922858" y="545011"/>
                </a:lnTo>
                <a:lnTo>
                  <a:pt x="922772" y="549173"/>
                </a:lnTo>
                <a:lnTo>
                  <a:pt x="922734" y="551555"/>
                </a:lnTo>
                <a:lnTo>
                  <a:pt x="922725" y="552155"/>
                </a:lnTo>
                <a:lnTo>
                  <a:pt x="922649" y="554450"/>
                </a:lnTo>
                <a:lnTo>
                  <a:pt x="922487" y="558460"/>
                </a:lnTo>
                <a:lnTo>
                  <a:pt x="922401" y="560842"/>
                </a:lnTo>
                <a:lnTo>
                  <a:pt x="922363" y="561594"/>
                </a:lnTo>
                <a:lnTo>
                  <a:pt x="922334" y="563947"/>
                </a:lnTo>
                <a:lnTo>
                  <a:pt x="922296" y="567881"/>
                </a:lnTo>
                <a:lnTo>
                  <a:pt x="921591" y="570262"/>
                </a:lnTo>
                <a:lnTo>
                  <a:pt x="920220" y="571090"/>
                </a:lnTo>
                <a:lnTo>
                  <a:pt x="919496" y="572748"/>
                </a:lnTo>
                <a:lnTo>
                  <a:pt x="919429" y="575253"/>
                </a:lnTo>
                <a:lnTo>
                  <a:pt x="918153" y="576529"/>
                </a:lnTo>
                <a:lnTo>
                  <a:pt x="915648" y="576596"/>
                </a:lnTo>
                <a:lnTo>
                  <a:pt x="914057" y="577386"/>
                </a:lnTo>
                <a:lnTo>
                  <a:pt x="913371" y="578901"/>
                </a:lnTo>
                <a:lnTo>
                  <a:pt x="911657" y="579996"/>
                </a:lnTo>
                <a:lnTo>
                  <a:pt x="908914" y="580682"/>
                </a:lnTo>
                <a:lnTo>
                  <a:pt x="907494" y="581644"/>
                </a:lnTo>
                <a:lnTo>
                  <a:pt x="907390" y="582873"/>
                </a:lnTo>
                <a:lnTo>
                  <a:pt x="906723" y="583540"/>
                </a:lnTo>
                <a:lnTo>
                  <a:pt x="905494" y="583644"/>
                </a:lnTo>
                <a:lnTo>
                  <a:pt x="904237" y="584768"/>
                </a:lnTo>
                <a:lnTo>
                  <a:pt x="902960" y="586921"/>
                </a:lnTo>
                <a:lnTo>
                  <a:pt x="900579" y="587988"/>
                </a:lnTo>
                <a:lnTo>
                  <a:pt x="897093" y="587988"/>
                </a:lnTo>
                <a:lnTo>
                  <a:pt x="894817" y="588102"/>
                </a:lnTo>
                <a:lnTo>
                  <a:pt x="893759" y="588321"/>
                </a:lnTo>
                <a:lnTo>
                  <a:pt x="891378" y="588455"/>
                </a:lnTo>
                <a:lnTo>
                  <a:pt x="887673" y="588502"/>
                </a:lnTo>
                <a:lnTo>
                  <a:pt x="885320" y="588531"/>
                </a:lnTo>
                <a:lnTo>
                  <a:pt x="884311" y="588531"/>
                </a:lnTo>
                <a:lnTo>
                  <a:pt x="881929" y="588531"/>
                </a:lnTo>
                <a:lnTo>
                  <a:pt x="878176" y="588531"/>
                </a:lnTo>
                <a:lnTo>
                  <a:pt x="875786" y="588521"/>
                </a:lnTo>
                <a:lnTo>
                  <a:pt x="874766" y="588502"/>
                </a:lnTo>
                <a:lnTo>
                  <a:pt x="872385" y="588521"/>
                </a:lnTo>
                <a:lnTo>
                  <a:pt x="868642" y="588569"/>
                </a:lnTo>
                <a:lnTo>
                  <a:pt x="866289" y="588597"/>
                </a:lnTo>
                <a:lnTo>
                  <a:pt x="865308" y="588597"/>
                </a:lnTo>
                <a:lnTo>
                  <a:pt x="862927" y="588597"/>
                </a:lnTo>
                <a:lnTo>
                  <a:pt x="859145" y="588597"/>
                </a:lnTo>
                <a:lnTo>
                  <a:pt x="856793" y="588626"/>
                </a:lnTo>
                <a:lnTo>
                  <a:pt x="855869" y="588683"/>
                </a:lnTo>
                <a:lnTo>
                  <a:pt x="853488" y="588712"/>
                </a:lnTo>
                <a:lnTo>
                  <a:pt x="849649" y="588712"/>
                </a:lnTo>
                <a:lnTo>
                  <a:pt x="847277" y="588721"/>
                </a:lnTo>
                <a:lnTo>
                  <a:pt x="846382" y="588750"/>
                </a:lnTo>
                <a:lnTo>
                  <a:pt x="844001" y="588759"/>
                </a:lnTo>
                <a:lnTo>
                  <a:pt x="840134" y="588759"/>
                </a:lnTo>
                <a:lnTo>
                  <a:pt x="837743" y="588750"/>
                </a:lnTo>
                <a:lnTo>
                  <a:pt x="836819" y="588721"/>
                </a:lnTo>
                <a:lnTo>
                  <a:pt x="834438" y="588693"/>
                </a:lnTo>
                <a:lnTo>
                  <a:pt x="830599" y="588645"/>
                </a:lnTo>
                <a:lnTo>
                  <a:pt x="828132" y="588559"/>
                </a:lnTo>
                <a:lnTo>
                  <a:pt x="827037" y="588426"/>
                </a:lnTo>
                <a:lnTo>
                  <a:pt x="824655" y="588340"/>
                </a:lnTo>
                <a:lnTo>
                  <a:pt x="820988" y="588293"/>
                </a:lnTo>
                <a:lnTo>
                  <a:pt x="818617" y="588302"/>
                </a:lnTo>
                <a:lnTo>
                  <a:pt x="817559" y="588388"/>
                </a:lnTo>
                <a:lnTo>
                  <a:pt x="815178" y="588435"/>
                </a:lnTo>
                <a:lnTo>
                  <a:pt x="811473" y="588435"/>
                </a:lnTo>
                <a:lnTo>
                  <a:pt x="809282" y="588616"/>
                </a:lnTo>
                <a:lnTo>
                  <a:pt x="808596" y="588988"/>
                </a:lnTo>
                <a:lnTo>
                  <a:pt x="808177" y="589521"/>
                </a:lnTo>
                <a:lnTo>
                  <a:pt x="808025" y="590207"/>
                </a:lnTo>
                <a:lnTo>
                  <a:pt x="807968" y="592531"/>
                </a:lnTo>
                <a:lnTo>
                  <a:pt x="808006" y="596494"/>
                </a:lnTo>
                <a:lnTo>
                  <a:pt x="808044" y="598875"/>
                </a:lnTo>
                <a:lnTo>
                  <a:pt x="808082" y="599675"/>
                </a:lnTo>
                <a:lnTo>
                  <a:pt x="808101" y="602075"/>
                </a:lnTo>
                <a:lnTo>
                  <a:pt x="808101" y="606076"/>
                </a:lnTo>
                <a:lnTo>
                  <a:pt x="808120" y="608457"/>
                </a:lnTo>
                <a:lnTo>
                  <a:pt x="808168" y="609219"/>
                </a:lnTo>
                <a:lnTo>
                  <a:pt x="808196" y="611619"/>
                </a:lnTo>
                <a:lnTo>
                  <a:pt x="808196" y="615667"/>
                </a:lnTo>
                <a:lnTo>
                  <a:pt x="808187" y="618049"/>
                </a:lnTo>
                <a:lnTo>
                  <a:pt x="808187" y="618763"/>
                </a:lnTo>
                <a:lnTo>
                  <a:pt x="808196" y="621163"/>
                </a:lnTo>
                <a:lnTo>
                  <a:pt x="808234" y="625240"/>
                </a:lnTo>
                <a:lnTo>
                  <a:pt x="808253" y="627621"/>
                </a:lnTo>
                <a:lnTo>
                  <a:pt x="808244" y="628307"/>
                </a:lnTo>
                <a:lnTo>
                  <a:pt x="808225" y="630669"/>
                </a:lnTo>
                <a:lnTo>
                  <a:pt x="808187" y="634698"/>
                </a:lnTo>
                <a:lnTo>
                  <a:pt x="808149" y="637080"/>
                </a:lnTo>
                <a:lnTo>
                  <a:pt x="808101" y="637813"/>
                </a:lnTo>
                <a:lnTo>
                  <a:pt x="808063" y="640156"/>
                </a:lnTo>
                <a:lnTo>
                  <a:pt x="808025" y="644109"/>
                </a:lnTo>
                <a:lnTo>
                  <a:pt x="807987" y="646490"/>
                </a:lnTo>
                <a:lnTo>
                  <a:pt x="807949" y="647300"/>
                </a:lnTo>
                <a:lnTo>
                  <a:pt x="807968" y="649700"/>
                </a:lnTo>
                <a:lnTo>
                  <a:pt x="808044" y="653691"/>
                </a:lnTo>
                <a:lnTo>
                  <a:pt x="808082" y="656072"/>
                </a:lnTo>
                <a:lnTo>
                  <a:pt x="808063" y="656844"/>
                </a:lnTo>
                <a:lnTo>
                  <a:pt x="808053" y="659216"/>
                </a:lnTo>
                <a:lnTo>
                  <a:pt x="808053" y="663188"/>
                </a:lnTo>
                <a:lnTo>
                  <a:pt x="808063" y="665569"/>
                </a:lnTo>
                <a:lnTo>
                  <a:pt x="808082" y="666359"/>
                </a:lnTo>
                <a:lnTo>
                  <a:pt x="808082" y="668750"/>
                </a:lnTo>
                <a:lnTo>
                  <a:pt x="808082" y="672741"/>
                </a:lnTo>
                <a:lnTo>
                  <a:pt x="808034" y="675122"/>
                </a:lnTo>
                <a:lnTo>
                  <a:pt x="807939" y="675894"/>
                </a:lnTo>
                <a:lnTo>
                  <a:pt x="807872" y="678199"/>
                </a:lnTo>
                <a:lnTo>
                  <a:pt x="807825" y="682057"/>
                </a:lnTo>
                <a:lnTo>
                  <a:pt x="806815" y="684438"/>
                </a:lnTo>
                <a:lnTo>
                  <a:pt x="804834" y="685343"/>
                </a:lnTo>
                <a:lnTo>
                  <a:pt x="803805" y="686705"/>
                </a:lnTo>
                <a:lnTo>
                  <a:pt x="803748" y="688505"/>
                </a:lnTo>
                <a:lnTo>
                  <a:pt x="802805" y="689448"/>
                </a:lnTo>
                <a:lnTo>
                  <a:pt x="801005" y="689505"/>
                </a:lnTo>
                <a:lnTo>
                  <a:pt x="799757" y="690639"/>
                </a:lnTo>
                <a:lnTo>
                  <a:pt x="799062" y="692839"/>
                </a:lnTo>
                <a:lnTo>
                  <a:pt x="797042" y="694287"/>
                </a:lnTo>
                <a:lnTo>
                  <a:pt x="793680" y="694982"/>
                </a:lnTo>
                <a:lnTo>
                  <a:pt x="791985" y="695668"/>
                </a:lnTo>
                <a:lnTo>
                  <a:pt x="791956" y="696344"/>
                </a:lnTo>
                <a:lnTo>
                  <a:pt x="791594" y="696706"/>
                </a:lnTo>
                <a:lnTo>
                  <a:pt x="790918" y="696735"/>
                </a:lnTo>
                <a:lnTo>
                  <a:pt x="789984" y="698192"/>
                </a:lnTo>
                <a:lnTo>
                  <a:pt x="788813" y="701069"/>
                </a:lnTo>
                <a:lnTo>
                  <a:pt x="786432" y="702507"/>
                </a:lnTo>
                <a:lnTo>
                  <a:pt x="782841" y="702507"/>
                </a:lnTo>
                <a:lnTo>
                  <a:pt x="780583" y="702621"/>
                </a:lnTo>
                <a:lnTo>
                  <a:pt x="779650" y="702869"/>
                </a:lnTo>
                <a:lnTo>
                  <a:pt x="777269" y="703031"/>
                </a:lnTo>
                <a:lnTo>
                  <a:pt x="773440" y="703126"/>
                </a:lnTo>
                <a:lnTo>
                  <a:pt x="771077" y="703135"/>
                </a:lnTo>
                <a:lnTo>
                  <a:pt x="770172" y="703069"/>
                </a:lnTo>
                <a:lnTo>
                  <a:pt x="767791" y="703021"/>
                </a:lnTo>
                <a:lnTo>
                  <a:pt x="763934" y="702974"/>
                </a:lnTo>
                <a:lnTo>
                  <a:pt x="761495" y="702916"/>
                </a:lnTo>
                <a:lnTo>
                  <a:pt x="760476" y="702850"/>
                </a:lnTo>
                <a:lnTo>
                  <a:pt x="758095" y="702821"/>
                </a:lnTo>
                <a:lnTo>
                  <a:pt x="754351" y="702821"/>
                </a:lnTo>
                <a:lnTo>
                  <a:pt x="751932" y="702783"/>
                </a:lnTo>
                <a:lnTo>
                  <a:pt x="750846" y="702707"/>
                </a:lnTo>
                <a:lnTo>
                  <a:pt x="748465" y="702650"/>
                </a:lnTo>
                <a:lnTo>
                  <a:pt x="744788" y="702593"/>
                </a:lnTo>
                <a:lnTo>
                  <a:pt x="742350" y="702535"/>
                </a:lnTo>
                <a:lnTo>
                  <a:pt x="741140" y="702469"/>
                </a:lnTo>
                <a:lnTo>
                  <a:pt x="738759" y="702412"/>
                </a:lnTo>
                <a:lnTo>
                  <a:pt x="735206" y="702354"/>
                </a:lnTo>
                <a:lnTo>
                  <a:pt x="732130" y="701659"/>
                </a:lnTo>
                <a:lnTo>
                  <a:pt x="729529" y="700326"/>
                </a:lnTo>
                <a:lnTo>
                  <a:pt x="727148" y="699659"/>
                </a:lnTo>
                <a:lnTo>
                  <a:pt x="724986" y="699659"/>
                </a:lnTo>
                <a:lnTo>
                  <a:pt x="722814" y="698573"/>
                </a:lnTo>
                <a:lnTo>
                  <a:pt x="720652" y="696411"/>
                </a:lnTo>
                <a:lnTo>
                  <a:pt x="718271" y="694468"/>
                </a:lnTo>
                <a:lnTo>
                  <a:pt x="715670" y="692753"/>
                </a:lnTo>
                <a:lnTo>
                  <a:pt x="712851" y="690372"/>
                </a:lnTo>
                <a:lnTo>
                  <a:pt x="709803" y="687324"/>
                </a:lnTo>
                <a:lnTo>
                  <a:pt x="708069" y="684066"/>
                </a:lnTo>
                <a:lnTo>
                  <a:pt x="707660" y="680609"/>
                </a:lnTo>
                <a:lnTo>
                  <a:pt x="707050" y="678228"/>
                </a:lnTo>
                <a:lnTo>
                  <a:pt x="706260" y="676923"/>
                </a:lnTo>
                <a:lnTo>
                  <a:pt x="705698" y="673989"/>
                </a:lnTo>
                <a:lnTo>
                  <a:pt x="705374" y="669407"/>
                </a:lnTo>
                <a:lnTo>
                  <a:pt x="705202" y="667026"/>
                </a:lnTo>
                <a:lnTo>
                  <a:pt x="705126" y="664388"/>
                </a:lnTo>
                <a:lnTo>
                  <a:pt x="705002" y="659673"/>
                </a:lnTo>
                <a:lnTo>
                  <a:pt x="704936" y="657292"/>
                </a:lnTo>
                <a:lnTo>
                  <a:pt x="704936" y="654863"/>
                </a:lnTo>
                <a:lnTo>
                  <a:pt x="704936" y="650138"/>
                </a:lnTo>
                <a:lnTo>
                  <a:pt x="704936" y="647757"/>
                </a:lnTo>
                <a:lnTo>
                  <a:pt x="704907" y="645319"/>
                </a:lnTo>
                <a:lnTo>
                  <a:pt x="704869" y="640556"/>
                </a:lnTo>
                <a:lnTo>
                  <a:pt x="704726" y="635794"/>
                </a:lnTo>
                <a:lnTo>
                  <a:pt x="704479" y="631031"/>
                </a:lnTo>
                <a:lnTo>
                  <a:pt x="704355" y="628526"/>
                </a:lnTo>
                <a:lnTo>
                  <a:pt x="704364" y="628298"/>
                </a:lnTo>
                <a:lnTo>
                  <a:pt x="704269" y="625916"/>
                </a:lnTo>
                <a:lnTo>
                  <a:pt x="704050" y="621382"/>
                </a:lnTo>
                <a:lnTo>
                  <a:pt x="703936" y="618887"/>
                </a:lnTo>
                <a:lnTo>
                  <a:pt x="703907" y="618411"/>
                </a:lnTo>
                <a:lnTo>
                  <a:pt x="704012" y="616029"/>
                </a:lnTo>
                <a:lnTo>
                  <a:pt x="704240" y="611743"/>
                </a:lnTo>
                <a:lnTo>
                  <a:pt x="704345" y="609476"/>
                </a:lnTo>
                <a:lnTo>
                  <a:pt x="704345" y="609229"/>
                </a:lnTo>
                <a:lnTo>
                  <a:pt x="704479" y="609009"/>
                </a:lnTo>
                <a:lnTo>
                  <a:pt x="704726" y="608828"/>
                </a:lnTo>
                <a:lnTo>
                  <a:pt x="705031" y="606743"/>
                </a:lnTo>
                <a:lnTo>
                  <a:pt x="705383" y="602771"/>
                </a:lnTo>
                <a:lnTo>
                  <a:pt x="705564" y="600608"/>
                </a:lnTo>
                <a:lnTo>
                  <a:pt x="705574" y="600256"/>
                </a:lnTo>
                <a:lnTo>
                  <a:pt x="705488" y="597789"/>
                </a:lnTo>
                <a:lnTo>
                  <a:pt x="705317" y="593217"/>
                </a:lnTo>
                <a:lnTo>
                  <a:pt x="705231" y="590836"/>
                </a:lnTo>
                <a:lnTo>
                  <a:pt x="705155" y="590407"/>
                </a:lnTo>
                <a:lnTo>
                  <a:pt x="704955" y="590131"/>
                </a:lnTo>
                <a:lnTo>
                  <a:pt x="704698" y="589969"/>
                </a:lnTo>
                <a:lnTo>
                  <a:pt x="704383" y="589940"/>
                </a:lnTo>
                <a:lnTo>
                  <a:pt x="702002" y="589664"/>
                </a:lnTo>
                <a:lnTo>
                  <a:pt x="697554" y="589150"/>
                </a:lnTo>
                <a:lnTo>
                  <a:pt x="694915" y="588893"/>
                </a:lnTo>
                <a:lnTo>
                  <a:pt x="694096" y="588902"/>
                </a:lnTo>
                <a:lnTo>
                  <a:pt x="691715" y="588883"/>
                </a:lnTo>
                <a:lnTo>
                  <a:pt x="687772" y="588845"/>
                </a:lnTo>
                <a:lnTo>
                  <a:pt x="685371" y="588826"/>
                </a:lnTo>
                <a:lnTo>
                  <a:pt x="684514" y="588836"/>
                </a:lnTo>
                <a:lnTo>
                  <a:pt x="682133" y="588883"/>
                </a:lnTo>
                <a:lnTo>
                  <a:pt x="678228" y="588969"/>
                </a:lnTo>
                <a:lnTo>
                  <a:pt x="675884" y="589007"/>
                </a:lnTo>
                <a:lnTo>
                  <a:pt x="675094" y="588988"/>
                </a:lnTo>
                <a:lnTo>
                  <a:pt x="672713" y="588978"/>
                </a:lnTo>
                <a:lnTo>
                  <a:pt x="668741" y="588978"/>
                </a:lnTo>
                <a:lnTo>
                  <a:pt x="666359" y="588978"/>
                </a:lnTo>
                <a:lnTo>
                  <a:pt x="665569" y="588978"/>
                </a:lnTo>
                <a:lnTo>
                  <a:pt x="663188" y="588978"/>
                </a:lnTo>
                <a:lnTo>
                  <a:pt x="659216" y="588978"/>
                </a:lnTo>
                <a:lnTo>
                  <a:pt x="656806" y="588959"/>
                </a:lnTo>
                <a:lnTo>
                  <a:pt x="655977" y="588912"/>
                </a:lnTo>
                <a:lnTo>
                  <a:pt x="653596" y="588883"/>
                </a:lnTo>
                <a:lnTo>
                  <a:pt x="649662" y="588883"/>
                </a:lnTo>
                <a:lnTo>
                  <a:pt x="647290" y="588893"/>
                </a:lnTo>
                <a:lnTo>
                  <a:pt x="646462" y="588902"/>
                </a:lnTo>
                <a:lnTo>
                  <a:pt x="644081" y="588902"/>
                </a:lnTo>
                <a:lnTo>
                  <a:pt x="640147" y="588902"/>
                </a:lnTo>
                <a:lnTo>
                  <a:pt x="637765" y="588912"/>
                </a:lnTo>
                <a:lnTo>
                  <a:pt x="636956" y="588921"/>
                </a:lnTo>
                <a:lnTo>
                  <a:pt x="634575" y="588902"/>
                </a:lnTo>
                <a:lnTo>
                  <a:pt x="630622" y="588855"/>
                </a:lnTo>
                <a:lnTo>
                  <a:pt x="628212" y="588826"/>
                </a:lnTo>
                <a:lnTo>
                  <a:pt x="627345" y="588816"/>
                </a:lnTo>
                <a:lnTo>
                  <a:pt x="624964" y="588788"/>
                </a:lnTo>
                <a:lnTo>
                  <a:pt x="621068" y="588740"/>
                </a:lnTo>
                <a:lnTo>
                  <a:pt x="618144" y="588197"/>
                </a:lnTo>
                <a:lnTo>
                  <a:pt x="616191" y="587159"/>
                </a:lnTo>
                <a:lnTo>
                  <a:pt x="613810" y="586578"/>
                </a:lnTo>
                <a:lnTo>
                  <a:pt x="611000" y="586435"/>
                </a:lnTo>
                <a:lnTo>
                  <a:pt x="608162" y="585035"/>
                </a:lnTo>
                <a:lnTo>
                  <a:pt x="605276" y="582359"/>
                </a:lnTo>
                <a:lnTo>
                  <a:pt x="602894" y="580349"/>
                </a:lnTo>
                <a:lnTo>
                  <a:pt x="601018" y="579006"/>
                </a:lnTo>
                <a:lnTo>
                  <a:pt x="598399" y="576624"/>
                </a:lnTo>
                <a:lnTo>
                  <a:pt x="595046" y="573205"/>
                </a:lnTo>
                <a:lnTo>
                  <a:pt x="592846" y="569290"/>
                </a:lnTo>
                <a:lnTo>
                  <a:pt x="591779" y="564880"/>
                </a:lnTo>
                <a:lnTo>
                  <a:pt x="591150" y="562499"/>
                </a:lnTo>
                <a:lnTo>
                  <a:pt x="590941" y="562146"/>
                </a:lnTo>
                <a:lnTo>
                  <a:pt x="590769" y="561423"/>
                </a:lnTo>
                <a:lnTo>
                  <a:pt x="590626" y="560327"/>
                </a:lnTo>
                <a:lnTo>
                  <a:pt x="589636" y="557946"/>
                </a:lnTo>
                <a:lnTo>
                  <a:pt x="587807" y="554279"/>
                </a:lnTo>
                <a:lnTo>
                  <a:pt x="586883" y="551536"/>
                </a:lnTo>
                <a:lnTo>
                  <a:pt x="586883" y="549707"/>
                </a:lnTo>
                <a:lnTo>
                  <a:pt x="586950" y="547326"/>
                </a:lnTo>
                <a:lnTo>
                  <a:pt x="587064" y="544392"/>
                </a:lnTo>
                <a:lnTo>
                  <a:pt x="587121" y="542068"/>
                </a:lnTo>
                <a:lnTo>
                  <a:pt x="587121" y="540353"/>
                </a:lnTo>
                <a:lnTo>
                  <a:pt x="587064" y="537972"/>
                </a:lnTo>
                <a:lnTo>
                  <a:pt x="586950" y="534924"/>
                </a:lnTo>
                <a:lnTo>
                  <a:pt x="586950" y="532552"/>
                </a:lnTo>
                <a:lnTo>
                  <a:pt x="587083" y="530847"/>
                </a:lnTo>
                <a:lnTo>
                  <a:pt x="587045" y="528466"/>
                </a:lnTo>
                <a:lnTo>
                  <a:pt x="586845" y="525409"/>
                </a:lnTo>
                <a:lnTo>
                  <a:pt x="586769" y="522951"/>
                </a:lnTo>
                <a:lnTo>
                  <a:pt x="586835" y="521113"/>
                </a:lnTo>
                <a:lnTo>
                  <a:pt x="587140" y="518732"/>
                </a:lnTo>
                <a:lnTo>
                  <a:pt x="587702" y="515807"/>
                </a:lnTo>
                <a:lnTo>
                  <a:pt x="588035" y="513759"/>
                </a:lnTo>
                <a:lnTo>
                  <a:pt x="588121" y="512569"/>
                </a:lnTo>
                <a:lnTo>
                  <a:pt x="588769" y="511769"/>
                </a:lnTo>
                <a:lnTo>
                  <a:pt x="589959" y="511378"/>
                </a:lnTo>
                <a:lnTo>
                  <a:pt x="590807" y="509845"/>
                </a:lnTo>
                <a:lnTo>
                  <a:pt x="591312" y="507178"/>
                </a:lnTo>
                <a:lnTo>
                  <a:pt x="591626" y="505587"/>
                </a:lnTo>
                <a:lnTo>
                  <a:pt x="591731" y="505082"/>
                </a:lnTo>
                <a:lnTo>
                  <a:pt x="591874" y="502844"/>
                </a:lnTo>
                <a:lnTo>
                  <a:pt x="592064" y="498881"/>
                </a:lnTo>
                <a:lnTo>
                  <a:pt x="593122" y="496500"/>
                </a:lnTo>
                <a:lnTo>
                  <a:pt x="595065" y="495700"/>
                </a:lnTo>
                <a:lnTo>
                  <a:pt x="596065" y="494319"/>
                </a:lnTo>
                <a:lnTo>
                  <a:pt x="596122" y="492357"/>
                </a:lnTo>
                <a:lnTo>
                  <a:pt x="597132" y="491319"/>
                </a:lnTo>
                <a:lnTo>
                  <a:pt x="599094" y="491195"/>
                </a:lnTo>
                <a:lnTo>
                  <a:pt x="600466" y="490185"/>
                </a:lnTo>
                <a:lnTo>
                  <a:pt x="601247" y="488280"/>
                </a:lnTo>
                <a:lnTo>
                  <a:pt x="603628" y="487023"/>
                </a:lnTo>
                <a:lnTo>
                  <a:pt x="607609" y="486394"/>
                </a:lnTo>
                <a:lnTo>
                  <a:pt x="609657" y="486061"/>
                </a:lnTo>
                <a:lnTo>
                  <a:pt x="610057" y="485956"/>
                </a:lnTo>
                <a:lnTo>
                  <a:pt x="610486" y="485832"/>
                </a:lnTo>
                <a:lnTo>
                  <a:pt x="611505" y="484470"/>
                </a:lnTo>
                <a:lnTo>
                  <a:pt x="613105" y="481860"/>
                </a:lnTo>
                <a:lnTo>
                  <a:pt x="615210" y="480527"/>
                </a:lnTo>
                <a:lnTo>
                  <a:pt x="617820" y="480460"/>
                </a:lnTo>
                <a:lnTo>
                  <a:pt x="620144" y="480403"/>
                </a:lnTo>
                <a:lnTo>
                  <a:pt x="622183" y="480355"/>
                </a:lnTo>
                <a:lnTo>
                  <a:pt x="624564" y="480336"/>
                </a:lnTo>
                <a:lnTo>
                  <a:pt x="627288" y="480336"/>
                </a:lnTo>
                <a:lnTo>
                  <a:pt x="629669" y="480336"/>
                </a:lnTo>
                <a:lnTo>
                  <a:pt x="631708" y="480336"/>
                </a:lnTo>
                <a:lnTo>
                  <a:pt x="634089" y="480336"/>
                </a:lnTo>
                <a:lnTo>
                  <a:pt x="636813" y="480336"/>
                </a:lnTo>
                <a:lnTo>
                  <a:pt x="639194" y="480336"/>
                </a:lnTo>
                <a:lnTo>
                  <a:pt x="641233" y="480336"/>
                </a:lnTo>
                <a:lnTo>
                  <a:pt x="643614" y="480365"/>
                </a:lnTo>
                <a:lnTo>
                  <a:pt x="646338" y="480431"/>
                </a:lnTo>
                <a:lnTo>
                  <a:pt x="648776" y="480479"/>
                </a:lnTo>
                <a:lnTo>
                  <a:pt x="650929" y="480536"/>
                </a:lnTo>
                <a:lnTo>
                  <a:pt x="653310" y="480498"/>
                </a:lnTo>
                <a:lnTo>
                  <a:pt x="655920" y="480365"/>
                </a:lnTo>
                <a:lnTo>
                  <a:pt x="658216" y="480270"/>
                </a:lnTo>
                <a:lnTo>
                  <a:pt x="660187" y="480222"/>
                </a:lnTo>
                <a:lnTo>
                  <a:pt x="662569" y="480203"/>
                </a:lnTo>
                <a:lnTo>
                  <a:pt x="665359" y="480203"/>
                </a:lnTo>
                <a:lnTo>
                  <a:pt x="667674" y="480136"/>
                </a:lnTo>
                <a:lnTo>
                  <a:pt x="669512" y="479993"/>
                </a:lnTo>
                <a:lnTo>
                  <a:pt x="671894" y="479927"/>
                </a:lnTo>
                <a:lnTo>
                  <a:pt x="674818" y="479927"/>
                </a:lnTo>
                <a:lnTo>
                  <a:pt x="677218" y="479955"/>
                </a:lnTo>
                <a:lnTo>
                  <a:pt x="679104" y="479993"/>
                </a:lnTo>
                <a:lnTo>
                  <a:pt x="681485" y="480079"/>
                </a:lnTo>
                <a:lnTo>
                  <a:pt x="684362" y="480212"/>
                </a:lnTo>
                <a:lnTo>
                  <a:pt x="686781" y="480251"/>
                </a:lnTo>
                <a:lnTo>
                  <a:pt x="688753" y="480203"/>
                </a:lnTo>
                <a:lnTo>
                  <a:pt x="691134" y="480155"/>
                </a:lnTo>
                <a:lnTo>
                  <a:pt x="693925" y="480089"/>
                </a:lnTo>
                <a:lnTo>
                  <a:pt x="695925" y="479698"/>
                </a:lnTo>
                <a:lnTo>
                  <a:pt x="697116" y="478993"/>
                </a:lnTo>
                <a:lnTo>
                  <a:pt x="699497" y="478346"/>
                </a:lnTo>
                <a:lnTo>
                  <a:pt x="703069" y="477764"/>
                </a:lnTo>
                <a:lnTo>
                  <a:pt x="705002" y="477317"/>
                </a:lnTo>
                <a:lnTo>
                  <a:pt x="705298" y="477002"/>
                </a:lnTo>
                <a:lnTo>
                  <a:pt x="705441" y="476698"/>
                </a:lnTo>
                <a:lnTo>
                  <a:pt x="705450" y="476402"/>
                </a:lnTo>
                <a:lnTo>
                  <a:pt x="705450" y="474021"/>
                </a:lnTo>
                <a:lnTo>
                  <a:pt x="705450" y="469563"/>
                </a:lnTo>
                <a:lnTo>
                  <a:pt x="705460" y="467182"/>
                </a:lnTo>
                <a:lnTo>
                  <a:pt x="705460" y="466877"/>
                </a:lnTo>
                <a:lnTo>
                  <a:pt x="705402" y="464439"/>
                </a:lnTo>
                <a:lnTo>
                  <a:pt x="705298" y="459877"/>
                </a:lnTo>
                <a:lnTo>
                  <a:pt x="705241" y="457495"/>
                </a:lnTo>
                <a:lnTo>
                  <a:pt x="705136" y="454819"/>
                </a:lnTo>
                <a:lnTo>
                  <a:pt x="704945" y="450056"/>
                </a:lnTo>
                <a:lnTo>
                  <a:pt x="704717" y="445294"/>
                </a:lnTo>
                <a:lnTo>
                  <a:pt x="704450" y="440531"/>
                </a:lnTo>
                <a:lnTo>
                  <a:pt x="704317" y="438007"/>
                </a:lnTo>
                <a:lnTo>
                  <a:pt x="704298" y="437731"/>
                </a:lnTo>
                <a:lnTo>
                  <a:pt x="704431" y="435350"/>
                </a:lnTo>
                <a:lnTo>
                  <a:pt x="704707" y="430863"/>
                </a:lnTo>
                <a:lnTo>
                  <a:pt x="704869" y="426263"/>
                </a:lnTo>
                <a:lnTo>
                  <a:pt x="704917" y="421548"/>
                </a:lnTo>
                <a:lnTo>
                  <a:pt x="704936" y="419167"/>
                </a:lnTo>
                <a:lnTo>
                  <a:pt x="704907" y="416719"/>
                </a:lnTo>
                <a:lnTo>
                  <a:pt x="704869" y="411956"/>
                </a:lnTo>
                <a:lnTo>
                  <a:pt x="704926" y="407270"/>
                </a:lnTo>
                <a:lnTo>
                  <a:pt x="705088" y="402669"/>
                </a:lnTo>
                <a:lnTo>
                  <a:pt x="705174" y="400288"/>
                </a:lnTo>
                <a:lnTo>
                  <a:pt x="705374" y="397935"/>
                </a:lnTo>
                <a:lnTo>
                  <a:pt x="705745" y="393716"/>
                </a:lnTo>
                <a:lnTo>
                  <a:pt x="706031" y="391335"/>
                </a:lnTo>
                <a:lnTo>
                  <a:pt x="706231" y="390792"/>
                </a:lnTo>
                <a:lnTo>
                  <a:pt x="706393" y="388582"/>
                </a:lnTo>
                <a:lnTo>
                  <a:pt x="706526" y="384686"/>
                </a:lnTo>
                <a:lnTo>
                  <a:pt x="707917" y="382305"/>
                </a:lnTo>
                <a:lnTo>
                  <a:pt x="710565" y="381438"/>
                </a:lnTo>
                <a:lnTo>
                  <a:pt x="711984" y="380467"/>
                </a:lnTo>
                <a:lnTo>
                  <a:pt x="712165" y="379409"/>
                </a:lnTo>
                <a:lnTo>
                  <a:pt x="712784" y="378762"/>
                </a:lnTo>
                <a:lnTo>
                  <a:pt x="713842" y="378524"/>
                </a:lnTo>
                <a:lnTo>
                  <a:pt x="714766" y="377066"/>
                </a:lnTo>
                <a:lnTo>
                  <a:pt x="715556" y="374390"/>
                </a:lnTo>
                <a:lnTo>
                  <a:pt x="717937" y="372789"/>
                </a:lnTo>
                <a:lnTo>
                  <a:pt x="721909" y="372285"/>
                </a:lnTo>
                <a:lnTo>
                  <a:pt x="723995" y="371989"/>
                </a:lnTo>
                <a:lnTo>
                  <a:pt x="724586" y="371770"/>
                </a:lnTo>
                <a:lnTo>
                  <a:pt x="725148" y="371570"/>
                </a:lnTo>
                <a:lnTo>
                  <a:pt x="726148" y="370189"/>
                </a:lnTo>
                <a:lnTo>
                  <a:pt x="727558" y="367608"/>
                </a:lnTo>
                <a:close/>
                <a:moveTo>
                  <a:pt x="1695050" y="628107"/>
                </a:moveTo>
                <a:lnTo>
                  <a:pt x="1695317" y="628069"/>
                </a:lnTo>
                <a:lnTo>
                  <a:pt x="1697555" y="627926"/>
                </a:lnTo>
                <a:lnTo>
                  <a:pt x="1701756" y="627659"/>
                </a:lnTo>
                <a:lnTo>
                  <a:pt x="1704137" y="627469"/>
                </a:lnTo>
                <a:lnTo>
                  <a:pt x="1704699" y="627345"/>
                </a:lnTo>
                <a:lnTo>
                  <a:pt x="1706166" y="627631"/>
                </a:lnTo>
                <a:lnTo>
                  <a:pt x="1708547" y="628307"/>
                </a:lnTo>
                <a:lnTo>
                  <a:pt x="1709738" y="629841"/>
                </a:lnTo>
                <a:lnTo>
                  <a:pt x="1709738" y="632222"/>
                </a:lnTo>
                <a:lnTo>
                  <a:pt x="1708547" y="633413"/>
                </a:lnTo>
                <a:lnTo>
                  <a:pt x="1706166" y="633413"/>
                </a:lnTo>
                <a:lnTo>
                  <a:pt x="1703384" y="633012"/>
                </a:lnTo>
                <a:lnTo>
                  <a:pt x="1700213" y="632222"/>
                </a:lnTo>
                <a:lnTo>
                  <a:pt x="1697831" y="631508"/>
                </a:lnTo>
                <a:lnTo>
                  <a:pt x="1696241" y="630869"/>
                </a:lnTo>
                <a:lnTo>
                  <a:pt x="1695107" y="630079"/>
                </a:lnTo>
                <a:lnTo>
                  <a:pt x="1694431" y="629126"/>
                </a:lnTo>
                <a:lnTo>
                  <a:pt x="1694297" y="628517"/>
                </a:lnTo>
                <a:lnTo>
                  <a:pt x="1694717" y="628250"/>
                </a:lnTo>
                <a:close/>
                <a:moveTo>
                  <a:pt x="2218677" y="627707"/>
                </a:moveTo>
                <a:lnTo>
                  <a:pt x="2219106" y="627545"/>
                </a:lnTo>
                <a:lnTo>
                  <a:pt x="2221706" y="627755"/>
                </a:lnTo>
                <a:lnTo>
                  <a:pt x="2226469" y="628355"/>
                </a:lnTo>
                <a:lnTo>
                  <a:pt x="2227259" y="629441"/>
                </a:lnTo>
                <a:lnTo>
                  <a:pt x="2224088" y="631031"/>
                </a:lnTo>
                <a:lnTo>
                  <a:pt x="2221706" y="631822"/>
                </a:lnTo>
                <a:lnTo>
                  <a:pt x="2220116" y="631822"/>
                </a:lnTo>
                <a:lnTo>
                  <a:pt x="2218534" y="631031"/>
                </a:lnTo>
                <a:lnTo>
                  <a:pt x="2216944" y="629441"/>
                </a:lnTo>
                <a:lnTo>
                  <a:pt x="2216725" y="628431"/>
                </a:lnTo>
                <a:lnTo>
                  <a:pt x="2217877" y="628002"/>
                </a:lnTo>
                <a:close/>
                <a:moveTo>
                  <a:pt x="2199380" y="636803"/>
                </a:moveTo>
                <a:lnTo>
                  <a:pt x="2199980" y="636451"/>
                </a:lnTo>
                <a:lnTo>
                  <a:pt x="2201466" y="636746"/>
                </a:lnTo>
                <a:lnTo>
                  <a:pt x="2203847" y="637699"/>
                </a:lnTo>
                <a:lnTo>
                  <a:pt x="2204637" y="638966"/>
                </a:lnTo>
                <a:lnTo>
                  <a:pt x="2203847" y="640556"/>
                </a:lnTo>
                <a:lnTo>
                  <a:pt x="2202656" y="642938"/>
                </a:lnTo>
                <a:lnTo>
                  <a:pt x="2201066" y="646109"/>
                </a:lnTo>
                <a:lnTo>
                  <a:pt x="2200008" y="645319"/>
                </a:lnTo>
                <a:lnTo>
                  <a:pt x="2199484" y="640556"/>
                </a:lnTo>
                <a:lnTo>
                  <a:pt x="2199180" y="637880"/>
                </a:lnTo>
                <a:lnTo>
                  <a:pt x="2199113" y="637280"/>
                </a:lnTo>
                <a:close/>
                <a:moveTo>
                  <a:pt x="1494234" y="672703"/>
                </a:moveTo>
                <a:lnTo>
                  <a:pt x="1495025" y="668731"/>
                </a:lnTo>
                <a:lnTo>
                  <a:pt x="1496025" y="669131"/>
                </a:lnTo>
                <a:lnTo>
                  <a:pt x="1497216" y="673894"/>
                </a:lnTo>
                <a:lnTo>
                  <a:pt x="1497692" y="676751"/>
                </a:lnTo>
                <a:lnTo>
                  <a:pt x="1497444" y="677704"/>
                </a:lnTo>
                <a:lnTo>
                  <a:pt x="1496854" y="680085"/>
                </a:lnTo>
                <a:lnTo>
                  <a:pt x="1495901" y="683895"/>
                </a:lnTo>
                <a:lnTo>
                  <a:pt x="1495025" y="683419"/>
                </a:lnTo>
                <a:lnTo>
                  <a:pt x="1494234" y="678656"/>
                </a:lnTo>
                <a:lnTo>
                  <a:pt x="1493834" y="675875"/>
                </a:lnTo>
                <a:lnTo>
                  <a:pt x="1493834" y="675084"/>
                </a:lnTo>
                <a:close/>
                <a:moveTo>
                  <a:pt x="2894409" y="682228"/>
                </a:moveTo>
                <a:lnTo>
                  <a:pt x="2895200" y="678256"/>
                </a:lnTo>
                <a:lnTo>
                  <a:pt x="2896391" y="678656"/>
                </a:lnTo>
                <a:lnTo>
                  <a:pt x="2897981" y="683419"/>
                </a:lnTo>
                <a:lnTo>
                  <a:pt x="2899172" y="686991"/>
                </a:lnTo>
                <a:lnTo>
                  <a:pt x="2899962" y="689372"/>
                </a:lnTo>
                <a:lnTo>
                  <a:pt x="2899172" y="690563"/>
                </a:lnTo>
                <a:lnTo>
                  <a:pt x="2896791" y="690563"/>
                </a:lnTo>
                <a:lnTo>
                  <a:pt x="2893219" y="689372"/>
                </a:lnTo>
                <a:lnTo>
                  <a:pt x="2888456" y="686991"/>
                </a:lnTo>
                <a:lnTo>
                  <a:pt x="2888056" y="685400"/>
                </a:lnTo>
                <a:lnTo>
                  <a:pt x="2892028" y="684609"/>
                </a:lnTo>
                <a:close/>
                <a:moveTo>
                  <a:pt x="3123752" y="913686"/>
                </a:moveTo>
                <a:lnTo>
                  <a:pt x="3124048" y="913457"/>
                </a:lnTo>
                <a:lnTo>
                  <a:pt x="3126581" y="913609"/>
                </a:lnTo>
                <a:lnTo>
                  <a:pt x="3131344" y="914133"/>
                </a:lnTo>
                <a:lnTo>
                  <a:pt x="3133725" y="916781"/>
                </a:lnTo>
                <a:lnTo>
                  <a:pt x="3133725" y="921544"/>
                </a:lnTo>
                <a:lnTo>
                  <a:pt x="3131344" y="923925"/>
                </a:lnTo>
                <a:lnTo>
                  <a:pt x="3126581" y="923925"/>
                </a:lnTo>
                <a:lnTo>
                  <a:pt x="3123800" y="921544"/>
                </a:lnTo>
                <a:lnTo>
                  <a:pt x="3123009" y="916781"/>
                </a:lnTo>
                <a:lnTo>
                  <a:pt x="3122857" y="914248"/>
                </a:lnTo>
                <a:lnTo>
                  <a:pt x="3123352" y="913952"/>
                </a:lnTo>
                <a:close/>
                <a:moveTo>
                  <a:pt x="512483" y="1302410"/>
                </a:moveTo>
                <a:lnTo>
                  <a:pt x="513731" y="1302353"/>
                </a:lnTo>
                <a:lnTo>
                  <a:pt x="515179" y="1301420"/>
                </a:lnTo>
                <a:lnTo>
                  <a:pt x="516836" y="1299620"/>
                </a:lnTo>
                <a:lnTo>
                  <a:pt x="519217" y="1298743"/>
                </a:lnTo>
                <a:lnTo>
                  <a:pt x="522322" y="1298810"/>
                </a:lnTo>
                <a:lnTo>
                  <a:pt x="524485" y="1298600"/>
                </a:lnTo>
                <a:lnTo>
                  <a:pt x="525713" y="1298105"/>
                </a:lnTo>
                <a:lnTo>
                  <a:pt x="528095" y="1297857"/>
                </a:lnTo>
                <a:lnTo>
                  <a:pt x="531628" y="1297857"/>
                </a:lnTo>
                <a:lnTo>
                  <a:pt x="533914" y="1297762"/>
                </a:lnTo>
                <a:lnTo>
                  <a:pt x="534953" y="1297572"/>
                </a:lnTo>
                <a:lnTo>
                  <a:pt x="537334" y="1297476"/>
                </a:lnTo>
                <a:lnTo>
                  <a:pt x="541058" y="1297476"/>
                </a:lnTo>
                <a:lnTo>
                  <a:pt x="543458" y="1297486"/>
                </a:lnTo>
                <a:lnTo>
                  <a:pt x="544525" y="1297515"/>
                </a:lnTo>
                <a:lnTo>
                  <a:pt x="546906" y="1297553"/>
                </a:lnTo>
                <a:lnTo>
                  <a:pt x="550602" y="1297600"/>
                </a:lnTo>
                <a:lnTo>
                  <a:pt x="553164" y="1297781"/>
                </a:lnTo>
                <a:lnTo>
                  <a:pt x="554593" y="1298096"/>
                </a:lnTo>
                <a:lnTo>
                  <a:pt x="556974" y="1298258"/>
                </a:lnTo>
                <a:lnTo>
                  <a:pt x="560308" y="1298258"/>
                </a:lnTo>
                <a:lnTo>
                  <a:pt x="563270" y="1298839"/>
                </a:lnTo>
                <a:lnTo>
                  <a:pt x="565871" y="1300010"/>
                </a:lnTo>
                <a:lnTo>
                  <a:pt x="568252" y="1300563"/>
                </a:lnTo>
                <a:lnTo>
                  <a:pt x="570414" y="1300496"/>
                </a:lnTo>
                <a:lnTo>
                  <a:pt x="572872" y="1301572"/>
                </a:lnTo>
                <a:lnTo>
                  <a:pt x="575624" y="1303811"/>
                </a:lnTo>
                <a:lnTo>
                  <a:pt x="578006" y="1305163"/>
                </a:lnTo>
                <a:lnTo>
                  <a:pt x="580015" y="1305649"/>
                </a:lnTo>
                <a:lnTo>
                  <a:pt x="581444" y="1306068"/>
                </a:lnTo>
                <a:lnTo>
                  <a:pt x="582273" y="1306411"/>
                </a:lnTo>
                <a:lnTo>
                  <a:pt x="584654" y="1306735"/>
                </a:lnTo>
                <a:lnTo>
                  <a:pt x="588588" y="1307021"/>
                </a:lnTo>
                <a:lnTo>
                  <a:pt x="592931" y="1308983"/>
                </a:lnTo>
                <a:lnTo>
                  <a:pt x="597694" y="1312631"/>
                </a:lnTo>
                <a:lnTo>
                  <a:pt x="602456" y="1315107"/>
                </a:lnTo>
                <a:lnTo>
                  <a:pt x="607219" y="1316431"/>
                </a:lnTo>
                <a:lnTo>
                  <a:pt x="611324" y="1318812"/>
                </a:lnTo>
                <a:lnTo>
                  <a:pt x="614763" y="1322251"/>
                </a:lnTo>
                <a:lnTo>
                  <a:pt x="617144" y="1324413"/>
                </a:lnTo>
                <a:lnTo>
                  <a:pt x="618468" y="1325280"/>
                </a:lnTo>
                <a:lnTo>
                  <a:pt x="621097" y="1327661"/>
                </a:lnTo>
                <a:lnTo>
                  <a:pt x="625031" y="1331557"/>
                </a:lnTo>
                <a:lnTo>
                  <a:pt x="627412" y="1333929"/>
                </a:lnTo>
                <a:lnTo>
                  <a:pt x="628240" y="1334795"/>
                </a:lnTo>
                <a:lnTo>
                  <a:pt x="630545" y="1337177"/>
                </a:lnTo>
                <a:lnTo>
                  <a:pt x="634346" y="1341072"/>
                </a:lnTo>
                <a:lnTo>
                  <a:pt x="636727" y="1343911"/>
                </a:lnTo>
                <a:lnTo>
                  <a:pt x="637689" y="1345682"/>
                </a:lnTo>
                <a:lnTo>
                  <a:pt x="639604" y="1348064"/>
                </a:lnTo>
                <a:lnTo>
                  <a:pt x="642461" y="1351055"/>
                </a:lnTo>
                <a:lnTo>
                  <a:pt x="644157" y="1354245"/>
                </a:lnTo>
                <a:lnTo>
                  <a:pt x="644681" y="1357627"/>
                </a:lnTo>
                <a:lnTo>
                  <a:pt x="645376" y="1360008"/>
                </a:lnTo>
                <a:lnTo>
                  <a:pt x="646243" y="1361389"/>
                </a:lnTo>
                <a:lnTo>
                  <a:pt x="646928" y="1362894"/>
                </a:lnTo>
                <a:lnTo>
                  <a:pt x="647443" y="1364532"/>
                </a:lnTo>
                <a:lnTo>
                  <a:pt x="648986" y="1366914"/>
                </a:lnTo>
                <a:lnTo>
                  <a:pt x="651548" y="1370038"/>
                </a:lnTo>
                <a:lnTo>
                  <a:pt x="652824" y="1372886"/>
                </a:lnTo>
                <a:lnTo>
                  <a:pt x="652824" y="1375448"/>
                </a:lnTo>
                <a:lnTo>
                  <a:pt x="653396" y="1377829"/>
                </a:lnTo>
                <a:lnTo>
                  <a:pt x="654520" y="1380030"/>
                </a:lnTo>
                <a:lnTo>
                  <a:pt x="655234" y="1383116"/>
                </a:lnTo>
                <a:lnTo>
                  <a:pt x="655530" y="1387107"/>
                </a:lnTo>
                <a:lnTo>
                  <a:pt x="655806" y="1389488"/>
                </a:lnTo>
                <a:lnTo>
                  <a:pt x="656063" y="1390259"/>
                </a:lnTo>
                <a:lnTo>
                  <a:pt x="656425" y="1393003"/>
                </a:lnTo>
                <a:lnTo>
                  <a:pt x="656892" y="1397718"/>
                </a:lnTo>
                <a:lnTo>
                  <a:pt x="657130" y="1400099"/>
                </a:lnTo>
                <a:lnTo>
                  <a:pt x="657158" y="1400518"/>
                </a:lnTo>
                <a:lnTo>
                  <a:pt x="657206" y="1401194"/>
                </a:lnTo>
                <a:lnTo>
                  <a:pt x="657825" y="1403575"/>
                </a:lnTo>
                <a:lnTo>
                  <a:pt x="659016" y="1407662"/>
                </a:lnTo>
                <a:lnTo>
                  <a:pt x="659635" y="1410319"/>
                </a:lnTo>
                <a:lnTo>
                  <a:pt x="659682" y="1411567"/>
                </a:lnTo>
                <a:lnTo>
                  <a:pt x="659444" y="1413948"/>
                </a:lnTo>
                <a:lnTo>
                  <a:pt x="658920" y="1417463"/>
                </a:lnTo>
                <a:lnTo>
                  <a:pt x="658673" y="1419596"/>
                </a:lnTo>
                <a:lnTo>
                  <a:pt x="658711" y="1420349"/>
                </a:lnTo>
                <a:lnTo>
                  <a:pt x="658349" y="1421149"/>
                </a:lnTo>
                <a:lnTo>
                  <a:pt x="657596" y="1421978"/>
                </a:lnTo>
                <a:lnTo>
                  <a:pt x="657101" y="1423864"/>
                </a:lnTo>
                <a:lnTo>
                  <a:pt x="656854" y="1426788"/>
                </a:lnTo>
                <a:lnTo>
                  <a:pt x="656711" y="1428379"/>
                </a:lnTo>
                <a:lnTo>
                  <a:pt x="656673" y="1428626"/>
                </a:lnTo>
                <a:lnTo>
                  <a:pt x="656473" y="1430807"/>
                </a:lnTo>
                <a:lnTo>
                  <a:pt x="656111" y="1434922"/>
                </a:lnTo>
                <a:lnTo>
                  <a:pt x="655863" y="1437303"/>
                </a:lnTo>
                <a:lnTo>
                  <a:pt x="655749" y="1437951"/>
                </a:lnTo>
                <a:lnTo>
                  <a:pt x="655606" y="1440190"/>
                </a:lnTo>
                <a:lnTo>
                  <a:pt x="655444" y="1444019"/>
                </a:lnTo>
                <a:lnTo>
                  <a:pt x="655187" y="1446400"/>
                </a:lnTo>
                <a:lnTo>
                  <a:pt x="654844" y="1447333"/>
                </a:lnTo>
                <a:lnTo>
                  <a:pt x="654625" y="1449495"/>
                </a:lnTo>
                <a:lnTo>
                  <a:pt x="654529" y="1452886"/>
                </a:lnTo>
                <a:lnTo>
                  <a:pt x="653558" y="1455268"/>
                </a:lnTo>
                <a:lnTo>
                  <a:pt x="651701" y="1456639"/>
                </a:lnTo>
                <a:lnTo>
                  <a:pt x="650796" y="1458116"/>
                </a:lnTo>
                <a:lnTo>
                  <a:pt x="650853" y="1459706"/>
                </a:lnTo>
                <a:lnTo>
                  <a:pt x="650081" y="1460621"/>
                </a:lnTo>
                <a:lnTo>
                  <a:pt x="648491" y="1460868"/>
                </a:lnTo>
                <a:lnTo>
                  <a:pt x="647376" y="1462135"/>
                </a:lnTo>
                <a:lnTo>
                  <a:pt x="646738" y="1464421"/>
                </a:lnTo>
                <a:lnTo>
                  <a:pt x="646271" y="1465888"/>
                </a:lnTo>
                <a:lnTo>
                  <a:pt x="645966" y="1466526"/>
                </a:lnTo>
                <a:lnTo>
                  <a:pt x="645795" y="1468736"/>
                </a:lnTo>
                <a:lnTo>
                  <a:pt x="645747" y="1472517"/>
                </a:lnTo>
                <a:lnTo>
                  <a:pt x="643842" y="1474861"/>
                </a:lnTo>
                <a:lnTo>
                  <a:pt x="640061" y="1475775"/>
                </a:lnTo>
                <a:lnTo>
                  <a:pt x="638156" y="1476242"/>
                </a:lnTo>
                <a:lnTo>
                  <a:pt x="637737" y="1478394"/>
                </a:lnTo>
                <a:lnTo>
                  <a:pt x="637061" y="1482423"/>
                </a:lnTo>
                <a:lnTo>
                  <a:pt x="635689" y="1484805"/>
                </a:lnTo>
                <a:lnTo>
                  <a:pt x="633622" y="1485538"/>
                </a:lnTo>
                <a:lnTo>
                  <a:pt x="632660" y="1486957"/>
                </a:lnTo>
                <a:lnTo>
                  <a:pt x="632812" y="1489072"/>
                </a:lnTo>
                <a:lnTo>
                  <a:pt x="631822" y="1490091"/>
                </a:lnTo>
                <a:lnTo>
                  <a:pt x="629707" y="1490024"/>
                </a:lnTo>
                <a:lnTo>
                  <a:pt x="628307" y="1490996"/>
                </a:lnTo>
                <a:lnTo>
                  <a:pt x="627621" y="1493034"/>
                </a:lnTo>
                <a:lnTo>
                  <a:pt x="626212" y="1494396"/>
                </a:lnTo>
                <a:lnTo>
                  <a:pt x="624078" y="1495082"/>
                </a:lnTo>
                <a:lnTo>
                  <a:pt x="622973" y="1496358"/>
                </a:lnTo>
                <a:lnTo>
                  <a:pt x="622897" y="1498235"/>
                </a:lnTo>
                <a:lnTo>
                  <a:pt x="621935" y="1499168"/>
                </a:lnTo>
                <a:lnTo>
                  <a:pt x="620058" y="1499168"/>
                </a:lnTo>
                <a:lnTo>
                  <a:pt x="618744" y="1500235"/>
                </a:lnTo>
                <a:lnTo>
                  <a:pt x="617982" y="1502359"/>
                </a:lnTo>
                <a:lnTo>
                  <a:pt x="615601" y="1503731"/>
                </a:lnTo>
                <a:lnTo>
                  <a:pt x="611600" y="1504331"/>
                </a:lnTo>
                <a:lnTo>
                  <a:pt x="609533" y="1504655"/>
                </a:lnTo>
                <a:lnTo>
                  <a:pt x="608543" y="1506703"/>
                </a:lnTo>
                <a:lnTo>
                  <a:pt x="607562" y="1510198"/>
                </a:lnTo>
                <a:lnTo>
                  <a:pt x="605323" y="1511999"/>
                </a:lnTo>
                <a:lnTo>
                  <a:pt x="601828" y="1512113"/>
                </a:lnTo>
                <a:lnTo>
                  <a:pt x="599761" y="1512437"/>
                </a:lnTo>
                <a:lnTo>
                  <a:pt x="599142" y="1512970"/>
                </a:lnTo>
                <a:lnTo>
                  <a:pt x="597046" y="1513542"/>
                </a:lnTo>
                <a:lnTo>
                  <a:pt x="593465" y="1514161"/>
                </a:lnTo>
                <a:lnTo>
                  <a:pt x="591617" y="1514704"/>
                </a:lnTo>
                <a:lnTo>
                  <a:pt x="591512" y="1515151"/>
                </a:lnTo>
                <a:lnTo>
                  <a:pt x="591226" y="1515389"/>
                </a:lnTo>
                <a:lnTo>
                  <a:pt x="590779" y="1515418"/>
                </a:lnTo>
                <a:lnTo>
                  <a:pt x="589902" y="1516923"/>
                </a:lnTo>
                <a:lnTo>
                  <a:pt x="588597" y="1519904"/>
                </a:lnTo>
                <a:lnTo>
                  <a:pt x="586216" y="1521457"/>
                </a:lnTo>
                <a:lnTo>
                  <a:pt x="582759" y="1521562"/>
                </a:lnTo>
                <a:lnTo>
                  <a:pt x="580644" y="1521828"/>
                </a:lnTo>
                <a:lnTo>
                  <a:pt x="579872" y="1522247"/>
                </a:lnTo>
                <a:lnTo>
                  <a:pt x="577491" y="1522543"/>
                </a:lnTo>
                <a:lnTo>
                  <a:pt x="573500" y="1522714"/>
                </a:lnTo>
                <a:lnTo>
                  <a:pt x="571252" y="1522847"/>
                </a:lnTo>
                <a:lnTo>
                  <a:pt x="570757" y="1522962"/>
                </a:lnTo>
                <a:lnTo>
                  <a:pt x="568566" y="1523257"/>
                </a:lnTo>
                <a:lnTo>
                  <a:pt x="564661" y="1523752"/>
                </a:lnTo>
                <a:lnTo>
                  <a:pt x="562651" y="1524124"/>
                </a:lnTo>
                <a:lnTo>
                  <a:pt x="562537" y="1524371"/>
                </a:lnTo>
                <a:lnTo>
                  <a:pt x="562099" y="1524524"/>
                </a:lnTo>
                <a:lnTo>
                  <a:pt x="560480" y="1525276"/>
                </a:lnTo>
                <a:lnTo>
                  <a:pt x="557479" y="1526781"/>
                </a:lnTo>
                <a:lnTo>
                  <a:pt x="555098" y="1527639"/>
                </a:lnTo>
                <a:lnTo>
                  <a:pt x="553336" y="1527858"/>
                </a:lnTo>
                <a:lnTo>
                  <a:pt x="551212" y="1528124"/>
                </a:lnTo>
                <a:lnTo>
                  <a:pt x="548745" y="1528429"/>
                </a:lnTo>
                <a:lnTo>
                  <a:pt x="546364" y="1528629"/>
                </a:lnTo>
                <a:lnTo>
                  <a:pt x="544068" y="1528715"/>
                </a:lnTo>
                <a:lnTo>
                  <a:pt x="541201" y="1528229"/>
                </a:lnTo>
                <a:lnTo>
                  <a:pt x="537762" y="1527172"/>
                </a:lnTo>
                <a:lnTo>
                  <a:pt x="535381" y="1526648"/>
                </a:lnTo>
                <a:lnTo>
                  <a:pt x="534057" y="1526648"/>
                </a:lnTo>
                <a:lnTo>
                  <a:pt x="532209" y="1525981"/>
                </a:lnTo>
                <a:lnTo>
                  <a:pt x="529828" y="1524657"/>
                </a:lnTo>
                <a:lnTo>
                  <a:pt x="527447" y="1523886"/>
                </a:lnTo>
                <a:lnTo>
                  <a:pt x="525066" y="1523657"/>
                </a:lnTo>
                <a:lnTo>
                  <a:pt x="523723" y="1523505"/>
                </a:lnTo>
                <a:lnTo>
                  <a:pt x="523418" y="1523429"/>
                </a:lnTo>
                <a:lnTo>
                  <a:pt x="521037" y="1523181"/>
                </a:lnTo>
                <a:lnTo>
                  <a:pt x="516579" y="1522771"/>
                </a:lnTo>
                <a:lnTo>
                  <a:pt x="513740" y="1522314"/>
                </a:lnTo>
                <a:lnTo>
                  <a:pt x="512531" y="1521819"/>
                </a:lnTo>
                <a:lnTo>
                  <a:pt x="510149" y="1521504"/>
                </a:lnTo>
                <a:lnTo>
                  <a:pt x="506597" y="1521371"/>
                </a:lnTo>
                <a:lnTo>
                  <a:pt x="502501" y="1519599"/>
                </a:lnTo>
                <a:lnTo>
                  <a:pt x="497862" y="1516180"/>
                </a:lnTo>
                <a:lnTo>
                  <a:pt x="495481" y="1514456"/>
                </a:lnTo>
                <a:lnTo>
                  <a:pt x="492728" y="1513637"/>
                </a:lnTo>
                <a:lnTo>
                  <a:pt x="488090" y="1512456"/>
                </a:lnTo>
                <a:lnTo>
                  <a:pt x="483860" y="1510132"/>
                </a:lnTo>
                <a:lnTo>
                  <a:pt x="480031" y="1506674"/>
                </a:lnTo>
                <a:lnTo>
                  <a:pt x="477650" y="1504693"/>
                </a:lnTo>
                <a:lnTo>
                  <a:pt x="476717" y="1504178"/>
                </a:lnTo>
                <a:lnTo>
                  <a:pt x="473964" y="1501797"/>
                </a:lnTo>
                <a:lnTo>
                  <a:pt x="469382" y="1497549"/>
                </a:lnTo>
                <a:lnTo>
                  <a:pt x="467001" y="1495339"/>
                </a:lnTo>
                <a:lnTo>
                  <a:pt x="466820" y="1495177"/>
                </a:lnTo>
                <a:lnTo>
                  <a:pt x="464553" y="1492796"/>
                </a:lnTo>
                <a:lnTo>
                  <a:pt x="460200" y="1488196"/>
                </a:lnTo>
                <a:lnTo>
                  <a:pt x="457819" y="1485671"/>
                </a:lnTo>
                <a:lnTo>
                  <a:pt x="457410" y="1485224"/>
                </a:lnTo>
                <a:lnTo>
                  <a:pt x="455190" y="1482842"/>
                </a:lnTo>
                <a:lnTo>
                  <a:pt x="451171" y="1478528"/>
                </a:lnTo>
                <a:lnTo>
                  <a:pt x="448789" y="1475584"/>
                </a:lnTo>
                <a:lnTo>
                  <a:pt x="448046" y="1473994"/>
                </a:lnTo>
                <a:lnTo>
                  <a:pt x="446227" y="1471613"/>
                </a:lnTo>
                <a:lnTo>
                  <a:pt x="443322" y="1468441"/>
                </a:lnTo>
                <a:lnTo>
                  <a:pt x="441703" y="1465221"/>
                </a:lnTo>
                <a:lnTo>
                  <a:pt x="441350" y="1461973"/>
                </a:lnTo>
                <a:lnTo>
                  <a:pt x="440712" y="1459592"/>
                </a:lnTo>
                <a:lnTo>
                  <a:pt x="439807" y="1458077"/>
                </a:lnTo>
                <a:lnTo>
                  <a:pt x="439055" y="1456353"/>
                </a:lnTo>
                <a:lnTo>
                  <a:pt x="438455" y="1454420"/>
                </a:lnTo>
                <a:lnTo>
                  <a:pt x="436931" y="1452039"/>
                </a:lnTo>
                <a:lnTo>
                  <a:pt x="434483" y="1449210"/>
                </a:lnTo>
                <a:lnTo>
                  <a:pt x="433254" y="1446581"/>
                </a:lnTo>
                <a:lnTo>
                  <a:pt x="433254" y="1444133"/>
                </a:lnTo>
                <a:lnTo>
                  <a:pt x="432645" y="1441752"/>
                </a:lnTo>
                <a:lnTo>
                  <a:pt x="431416" y="1439437"/>
                </a:lnTo>
                <a:lnTo>
                  <a:pt x="430797" y="1436437"/>
                </a:lnTo>
                <a:lnTo>
                  <a:pt x="430797" y="1432760"/>
                </a:lnTo>
                <a:lnTo>
                  <a:pt x="430673" y="1430379"/>
                </a:lnTo>
                <a:lnTo>
                  <a:pt x="430416" y="1429293"/>
                </a:lnTo>
                <a:lnTo>
                  <a:pt x="430187" y="1426683"/>
                </a:lnTo>
                <a:lnTo>
                  <a:pt x="429987" y="1422549"/>
                </a:lnTo>
                <a:lnTo>
                  <a:pt x="429844" y="1420168"/>
                </a:lnTo>
                <a:lnTo>
                  <a:pt x="429749" y="1419539"/>
                </a:lnTo>
                <a:lnTo>
                  <a:pt x="429663" y="1417072"/>
                </a:lnTo>
                <a:lnTo>
                  <a:pt x="429587" y="1412777"/>
                </a:lnTo>
                <a:lnTo>
                  <a:pt x="429539" y="1410395"/>
                </a:lnTo>
                <a:lnTo>
                  <a:pt x="429520" y="1409929"/>
                </a:lnTo>
                <a:lnTo>
                  <a:pt x="429539" y="1407576"/>
                </a:lnTo>
                <a:lnTo>
                  <a:pt x="429616" y="1403328"/>
                </a:lnTo>
                <a:lnTo>
                  <a:pt x="429654" y="1400947"/>
                </a:lnTo>
                <a:lnTo>
                  <a:pt x="429663" y="1400432"/>
                </a:lnTo>
                <a:lnTo>
                  <a:pt x="429711" y="1398089"/>
                </a:lnTo>
                <a:lnTo>
                  <a:pt x="429778" y="1393927"/>
                </a:lnTo>
                <a:lnTo>
                  <a:pt x="429863" y="1391545"/>
                </a:lnTo>
                <a:lnTo>
                  <a:pt x="429949" y="1390945"/>
                </a:lnTo>
                <a:lnTo>
                  <a:pt x="429997" y="1388612"/>
                </a:lnTo>
                <a:lnTo>
                  <a:pt x="429997" y="1384535"/>
                </a:lnTo>
                <a:lnTo>
                  <a:pt x="430168" y="1382154"/>
                </a:lnTo>
                <a:lnTo>
                  <a:pt x="430501" y="1381468"/>
                </a:lnTo>
                <a:lnTo>
                  <a:pt x="430721" y="1379306"/>
                </a:lnTo>
                <a:lnTo>
                  <a:pt x="430825" y="1375667"/>
                </a:lnTo>
                <a:lnTo>
                  <a:pt x="431711" y="1373286"/>
                </a:lnTo>
                <a:lnTo>
                  <a:pt x="433378" y="1372162"/>
                </a:lnTo>
                <a:lnTo>
                  <a:pt x="434207" y="1370619"/>
                </a:lnTo>
                <a:lnTo>
                  <a:pt x="434207" y="1368647"/>
                </a:lnTo>
                <a:lnTo>
                  <a:pt x="435197" y="1367399"/>
                </a:lnTo>
                <a:lnTo>
                  <a:pt x="437169" y="1366885"/>
                </a:lnTo>
                <a:lnTo>
                  <a:pt x="438350" y="1365695"/>
                </a:lnTo>
                <a:lnTo>
                  <a:pt x="438760" y="1363828"/>
                </a:lnTo>
                <a:lnTo>
                  <a:pt x="439036" y="1362685"/>
                </a:lnTo>
                <a:lnTo>
                  <a:pt x="439179" y="1362275"/>
                </a:lnTo>
                <a:lnTo>
                  <a:pt x="439360" y="1360075"/>
                </a:lnTo>
                <a:lnTo>
                  <a:pt x="439569" y="1356074"/>
                </a:lnTo>
                <a:lnTo>
                  <a:pt x="440560" y="1353693"/>
                </a:lnTo>
                <a:lnTo>
                  <a:pt x="442341" y="1352931"/>
                </a:lnTo>
                <a:lnTo>
                  <a:pt x="443303" y="1351512"/>
                </a:lnTo>
                <a:lnTo>
                  <a:pt x="443436" y="1349426"/>
                </a:lnTo>
                <a:lnTo>
                  <a:pt x="444551" y="1348349"/>
                </a:lnTo>
                <a:lnTo>
                  <a:pt x="446637" y="1348283"/>
                </a:lnTo>
                <a:lnTo>
                  <a:pt x="448008" y="1347273"/>
                </a:lnTo>
                <a:lnTo>
                  <a:pt x="448675" y="1345330"/>
                </a:lnTo>
                <a:lnTo>
                  <a:pt x="449447" y="1344025"/>
                </a:lnTo>
                <a:lnTo>
                  <a:pt x="450304" y="1343358"/>
                </a:lnTo>
                <a:lnTo>
                  <a:pt x="450847" y="1341520"/>
                </a:lnTo>
                <a:lnTo>
                  <a:pt x="451075" y="1338510"/>
                </a:lnTo>
                <a:lnTo>
                  <a:pt x="452685" y="1336862"/>
                </a:lnTo>
                <a:lnTo>
                  <a:pt x="455695" y="1336577"/>
                </a:lnTo>
                <a:lnTo>
                  <a:pt x="457495" y="1335996"/>
                </a:lnTo>
                <a:lnTo>
                  <a:pt x="458076" y="1335110"/>
                </a:lnTo>
                <a:lnTo>
                  <a:pt x="458724" y="1334376"/>
                </a:lnTo>
                <a:lnTo>
                  <a:pt x="459429" y="1333795"/>
                </a:lnTo>
                <a:lnTo>
                  <a:pt x="459896" y="1331871"/>
                </a:lnTo>
                <a:lnTo>
                  <a:pt x="460115" y="1328623"/>
                </a:lnTo>
                <a:lnTo>
                  <a:pt x="461848" y="1326766"/>
                </a:lnTo>
                <a:lnTo>
                  <a:pt x="465096" y="1326290"/>
                </a:lnTo>
                <a:lnTo>
                  <a:pt x="466944" y="1325756"/>
                </a:lnTo>
                <a:lnTo>
                  <a:pt x="467382" y="1325147"/>
                </a:lnTo>
                <a:lnTo>
                  <a:pt x="468440" y="1324632"/>
                </a:lnTo>
                <a:lnTo>
                  <a:pt x="470116" y="1324194"/>
                </a:lnTo>
                <a:lnTo>
                  <a:pt x="471316" y="1323013"/>
                </a:lnTo>
                <a:lnTo>
                  <a:pt x="472030" y="1321079"/>
                </a:lnTo>
                <a:lnTo>
                  <a:pt x="473354" y="1320032"/>
                </a:lnTo>
                <a:lnTo>
                  <a:pt x="475288" y="1319860"/>
                </a:lnTo>
                <a:lnTo>
                  <a:pt x="476612" y="1318803"/>
                </a:lnTo>
                <a:lnTo>
                  <a:pt x="477345" y="1316879"/>
                </a:lnTo>
                <a:lnTo>
                  <a:pt x="479727" y="1315736"/>
                </a:lnTo>
                <a:lnTo>
                  <a:pt x="483756" y="1315383"/>
                </a:lnTo>
                <a:lnTo>
                  <a:pt x="485937" y="1315183"/>
                </a:lnTo>
                <a:lnTo>
                  <a:pt x="486270" y="1315136"/>
                </a:lnTo>
                <a:lnTo>
                  <a:pt x="486728" y="1314945"/>
                </a:lnTo>
                <a:lnTo>
                  <a:pt x="487309" y="1314612"/>
                </a:lnTo>
                <a:lnTo>
                  <a:pt x="487966" y="1312888"/>
                </a:lnTo>
                <a:lnTo>
                  <a:pt x="488690" y="1309773"/>
                </a:lnTo>
                <a:lnTo>
                  <a:pt x="490623" y="1308125"/>
                </a:lnTo>
                <a:lnTo>
                  <a:pt x="493738" y="1307954"/>
                </a:lnTo>
                <a:lnTo>
                  <a:pt x="495671" y="1307497"/>
                </a:lnTo>
                <a:lnTo>
                  <a:pt x="496405" y="1306763"/>
                </a:lnTo>
                <a:lnTo>
                  <a:pt x="498786" y="1306325"/>
                </a:lnTo>
                <a:lnTo>
                  <a:pt x="502815" y="1306173"/>
                </a:lnTo>
                <a:lnTo>
                  <a:pt x="505054" y="1306030"/>
                </a:lnTo>
                <a:lnTo>
                  <a:pt x="505520" y="1305906"/>
                </a:lnTo>
                <a:lnTo>
                  <a:pt x="507149" y="1305620"/>
                </a:lnTo>
                <a:lnTo>
                  <a:pt x="509940" y="1305154"/>
                </a:lnTo>
                <a:lnTo>
                  <a:pt x="511473" y="1304306"/>
                </a:lnTo>
                <a:lnTo>
                  <a:pt x="511731" y="1303058"/>
                </a:lnTo>
                <a:close/>
                <a:moveTo>
                  <a:pt x="1883483" y="1320660"/>
                </a:moveTo>
                <a:lnTo>
                  <a:pt x="1885131" y="1320603"/>
                </a:lnTo>
                <a:lnTo>
                  <a:pt x="1887931" y="1321422"/>
                </a:lnTo>
                <a:lnTo>
                  <a:pt x="1891903" y="1323127"/>
                </a:lnTo>
                <a:lnTo>
                  <a:pt x="1894284" y="1324089"/>
                </a:lnTo>
                <a:lnTo>
                  <a:pt x="1895075" y="1324327"/>
                </a:lnTo>
                <a:lnTo>
                  <a:pt x="1897266" y="1326709"/>
                </a:lnTo>
                <a:lnTo>
                  <a:pt x="1900838" y="1331233"/>
                </a:lnTo>
                <a:lnTo>
                  <a:pt x="1902581" y="1335253"/>
                </a:lnTo>
                <a:lnTo>
                  <a:pt x="1902514" y="1338758"/>
                </a:lnTo>
                <a:lnTo>
                  <a:pt x="1902524" y="1341139"/>
                </a:lnTo>
                <a:lnTo>
                  <a:pt x="1902619" y="1342396"/>
                </a:lnTo>
                <a:lnTo>
                  <a:pt x="1902628" y="1344787"/>
                </a:lnTo>
                <a:lnTo>
                  <a:pt x="1902571" y="1348321"/>
                </a:lnTo>
                <a:lnTo>
                  <a:pt x="1902495" y="1350702"/>
                </a:lnTo>
                <a:lnTo>
                  <a:pt x="1902400" y="1351931"/>
                </a:lnTo>
                <a:lnTo>
                  <a:pt x="1902323" y="1354236"/>
                </a:lnTo>
                <a:lnTo>
                  <a:pt x="1902257" y="1357617"/>
                </a:lnTo>
                <a:lnTo>
                  <a:pt x="1902266" y="1359999"/>
                </a:lnTo>
                <a:lnTo>
                  <a:pt x="1902333" y="1361380"/>
                </a:lnTo>
                <a:lnTo>
                  <a:pt x="1902343" y="1363770"/>
                </a:lnTo>
                <a:lnTo>
                  <a:pt x="1902285" y="1367161"/>
                </a:lnTo>
                <a:lnTo>
                  <a:pt x="1902219" y="1369543"/>
                </a:lnTo>
                <a:lnTo>
                  <a:pt x="1902143" y="1370914"/>
                </a:lnTo>
                <a:lnTo>
                  <a:pt x="1902047" y="1373200"/>
                </a:lnTo>
                <a:lnTo>
                  <a:pt x="1901933" y="1376401"/>
                </a:lnTo>
                <a:lnTo>
                  <a:pt x="1901809" y="1378782"/>
                </a:lnTo>
                <a:lnTo>
                  <a:pt x="1901657" y="1380344"/>
                </a:lnTo>
                <a:lnTo>
                  <a:pt x="1901619" y="1382678"/>
                </a:lnTo>
                <a:lnTo>
                  <a:pt x="1901676" y="1385792"/>
                </a:lnTo>
                <a:lnTo>
                  <a:pt x="1901638" y="1388174"/>
                </a:lnTo>
                <a:lnTo>
                  <a:pt x="1901495" y="1389821"/>
                </a:lnTo>
                <a:lnTo>
                  <a:pt x="1901428" y="1392136"/>
                </a:lnTo>
                <a:lnTo>
                  <a:pt x="1901428" y="1395117"/>
                </a:lnTo>
                <a:lnTo>
                  <a:pt x="1901428" y="1397498"/>
                </a:lnTo>
                <a:lnTo>
                  <a:pt x="1901428" y="1399280"/>
                </a:lnTo>
                <a:lnTo>
                  <a:pt x="1901428" y="1401661"/>
                </a:lnTo>
                <a:lnTo>
                  <a:pt x="1901428" y="1404642"/>
                </a:lnTo>
                <a:lnTo>
                  <a:pt x="1901495" y="1407023"/>
                </a:lnTo>
                <a:lnTo>
                  <a:pt x="1901638" y="1408805"/>
                </a:lnTo>
                <a:lnTo>
                  <a:pt x="1901704" y="1411253"/>
                </a:lnTo>
                <a:lnTo>
                  <a:pt x="1901704" y="1414367"/>
                </a:lnTo>
                <a:lnTo>
                  <a:pt x="1901752" y="1416749"/>
                </a:lnTo>
                <a:lnTo>
                  <a:pt x="1901838" y="1418396"/>
                </a:lnTo>
                <a:lnTo>
                  <a:pt x="1901885" y="1420825"/>
                </a:lnTo>
                <a:lnTo>
                  <a:pt x="1901885" y="1424035"/>
                </a:lnTo>
                <a:lnTo>
                  <a:pt x="1901923" y="1426416"/>
                </a:lnTo>
                <a:lnTo>
                  <a:pt x="1902000" y="1427969"/>
                </a:lnTo>
                <a:lnTo>
                  <a:pt x="1902047" y="1430388"/>
                </a:lnTo>
                <a:lnTo>
                  <a:pt x="1902047" y="1433674"/>
                </a:lnTo>
                <a:lnTo>
                  <a:pt x="1902028" y="1436056"/>
                </a:lnTo>
                <a:lnTo>
                  <a:pt x="1902009" y="1437532"/>
                </a:lnTo>
                <a:lnTo>
                  <a:pt x="1901990" y="1439904"/>
                </a:lnTo>
                <a:lnTo>
                  <a:pt x="1901990" y="1443161"/>
                </a:lnTo>
                <a:lnTo>
                  <a:pt x="1902038" y="1445543"/>
                </a:lnTo>
                <a:lnTo>
                  <a:pt x="1902143" y="1447048"/>
                </a:lnTo>
                <a:lnTo>
                  <a:pt x="1902190" y="1449476"/>
                </a:lnTo>
                <a:lnTo>
                  <a:pt x="1902190" y="1452839"/>
                </a:lnTo>
                <a:lnTo>
                  <a:pt x="1902162" y="1455220"/>
                </a:lnTo>
                <a:lnTo>
                  <a:pt x="1902114" y="1456620"/>
                </a:lnTo>
                <a:lnTo>
                  <a:pt x="1902095" y="1458982"/>
                </a:lnTo>
                <a:lnTo>
                  <a:pt x="1902095" y="1462288"/>
                </a:lnTo>
                <a:lnTo>
                  <a:pt x="1900438" y="1464669"/>
                </a:lnTo>
                <a:lnTo>
                  <a:pt x="1897132" y="1466126"/>
                </a:lnTo>
                <a:lnTo>
                  <a:pt x="1893437" y="1467193"/>
                </a:lnTo>
                <a:lnTo>
                  <a:pt x="1889350" y="1467869"/>
                </a:lnTo>
                <a:lnTo>
                  <a:pt x="1886969" y="1468212"/>
                </a:lnTo>
                <a:lnTo>
                  <a:pt x="1886293" y="1468212"/>
                </a:lnTo>
                <a:lnTo>
                  <a:pt x="1885607" y="1467869"/>
                </a:lnTo>
                <a:lnTo>
                  <a:pt x="1884931" y="1467193"/>
                </a:lnTo>
                <a:lnTo>
                  <a:pt x="1882550" y="1466040"/>
                </a:lnTo>
                <a:lnTo>
                  <a:pt x="1878463" y="1464421"/>
                </a:lnTo>
                <a:lnTo>
                  <a:pt x="1875987" y="1463983"/>
                </a:lnTo>
                <a:lnTo>
                  <a:pt x="1875101" y="1464716"/>
                </a:lnTo>
                <a:lnTo>
                  <a:pt x="1872720" y="1465307"/>
                </a:lnTo>
                <a:lnTo>
                  <a:pt x="1868843" y="1465755"/>
                </a:lnTo>
                <a:lnTo>
                  <a:pt x="1866700" y="1465993"/>
                </a:lnTo>
                <a:lnTo>
                  <a:pt x="1866290" y="1466021"/>
                </a:lnTo>
                <a:lnTo>
                  <a:pt x="1865614" y="1466240"/>
                </a:lnTo>
                <a:lnTo>
                  <a:pt x="1864652" y="1466650"/>
                </a:lnTo>
                <a:lnTo>
                  <a:pt x="1863728" y="1468107"/>
                </a:lnTo>
                <a:lnTo>
                  <a:pt x="1862833" y="1470612"/>
                </a:lnTo>
                <a:lnTo>
                  <a:pt x="1861137" y="1471860"/>
                </a:lnTo>
                <a:lnTo>
                  <a:pt x="1858632" y="1471860"/>
                </a:lnTo>
                <a:lnTo>
                  <a:pt x="1856565" y="1472184"/>
                </a:lnTo>
                <a:lnTo>
                  <a:pt x="1854946" y="1472822"/>
                </a:lnTo>
                <a:lnTo>
                  <a:pt x="1852565" y="1473137"/>
                </a:lnTo>
                <a:lnTo>
                  <a:pt x="1849422" y="1473137"/>
                </a:lnTo>
                <a:lnTo>
                  <a:pt x="1847021" y="1473127"/>
                </a:lnTo>
                <a:lnTo>
                  <a:pt x="1845374" y="1473089"/>
                </a:lnTo>
                <a:lnTo>
                  <a:pt x="1842992" y="1473079"/>
                </a:lnTo>
                <a:lnTo>
                  <a:pt x="1839878" y="1473079"/>
                </a:lnTo>
                <a:lnTo>
                  <a:pt x="1836068" y="1471651"/>
                </a:lnTo>
                <a:lnTo>
                  <a:pt x="1831553" y="1468784"/>
                </a:lnTo>
                <a:lnTo>
                  <a:pt x="1829171" y="1467345"/>
                </a:lnTo>
                <a:lnTo>
                  <a:pt x="1828924" y="1467336"/>
                </a:lnTo>
                <a:lnTo>
                  <a:pt x="1828676" y="1467212"/>
                </a:lnTo>
                <a:lnTo>
                  <a:pt x="1828429" y="1466964"/>
                </a:lnTo>
                <a:lnTo>
                  <a:pt x="1826047" y="1466221"/>
                </a:lnTo>
                <a:lnTo>
                  <a:pt x="1821532" y="1464955"/>
                </a:lnTo>
                <a:lnTo>
                  <a:pt x="1817446" y="1462573"/>
                </a:lnTo>
                <a:lnTo>
                  <a:pt x="1813779" y="1459078"/>
                </a:lnTo>
                <a:lnTo>
                  <a:pt x="1811398" y="1456792"/>
                </a:lnTo>
                <a:lnTo>
                  <a:pt x="1810302" y="1455725"/>
                </a:lnTo>
                <a:lnTo>
                  <a:pt x="1807978" y="1453344"/>
                </a:lnTo>
                <a:lnTo>
                  <a:pt x="1804445" y="1449648"/>
                </a:lnTo>
                <a:lnTo>
                  <a:pt x="1802063" y="1446324"/>
                </a:lnTo>
                <a:lnTo>
                  <a:pt x="1800835" y="1443361"/>
                </a:lnTo>
                <a:lnTo>
                  <a:pt x="1799320" y="1440980"/>
                </a:lnTo>
                <a:lnTo>
                  <a:pt x="1797520" y="1439180"/>
                </a:lnTo>
                <a:lnTo>
                  <a:pt x="1796615" y="1437370"/>
                </a:lnTo>
                <a:lnTo>
                  <a:pt x="1796615" y="1435570"/>
                </a:lnTo>
                <a:lnTo>
                  <a:pt x="1795796" y="1433189"/>
                </a:lnTo>
                <a:lnTo>
                  <a:pt x="1794158" y="1430226"/>
                </a:lnTo>
                <a:lnTo>
                  <a:pt x="1793338" y="1427026"/>
                </a:lnTo>
                <a:lnTo>
                  <a:pt x="1793338" y="1423587"/>
                </a:lnTo>
                <a:lnTo>
                  <a:pt x="1793205" y="1421206"/>
                </a:lnTo>
                <a:lnTo>
                  <a:pt x="1792948" y="1419882"/>
                </a:lnTo>
                <a:lnTo>
                  <a:pt x="1792815" y="1417377"/>
                </a:lnTo>
                <a:lnTo>
                  <a:pt x="1792815" y="1413672"/>
                </a:lnTo>
                <a:lnTo>
                  <a:pt x="1792815" y="1411291"/>
                </a:lnTo>
                <a:lnTo>
                  <a:pt x="1792815" y="1410233"/>
                </a:lnTo>
                <a:lnTo>
                  <a:pt x="1792815" y="1407852"/>
                </a:lnTo>
                <a:lnTo>
                  <a:pt x="1792815" y="1404147"/>
                </a:lnTo>
                <a:lnTo>
                  <a:pt x="1792948" y="1401766"/>
                </a:lnTo>
                <a:lnTo>
                  <a:pt x="1793205" y="1400708"/>
                </a:lnTo>
                <a:lnTo>
                  <a:pt x="1793338" y="1398451"/>
                </a:lnTo>
                <a:lnTo>
                  <a:pt x="1793338" y="1395012"/>
                </a:lnTo>
                <a:lnTo>
                  <a:pt x="1794939" y="1392631"/>
                </a:lnTo>
                <a:lnTo>
                  <a:pt x="1798130" y="1391307"/>
                </a:lnTo>
                <a:lnTo>
                  <a:pt x="1799739" y="1390536"/>
                </a:lnTo>
                <a:lnTo>
                  <a:pt x="1800577" y="1388250"/>
                </a:lnTo>
                <a:lnTo>
                  <a:pt x="1801301" y="1384449"/>
                </a:lnTo>
                <a:lnTo>
                  <a:pt x="1802101" y="1382201"/>
                </a:lnTo>
                <a:lnTo>
                  <a:pt x="1803006" y="1381477"/>
                </a:lnTo>
                <a:lnTo>
                  <a:pt x="1803521" y="1379611"/>
                </a:lnTo>
                <a:lnTo>
                  <a:pt x="1803635" y="1376582"/>
                </a:lnTo>
                <a:lnTo>
                  <a:pt x="1805207" y="1375010"/>
                </a:lnTo>
                <a:lnTo>
                  <a:pt x="1808236" y="1374896"/>
                </a:lnTo>
                <a:lnTo>
                  <a:pt x="1810112" y="1374391"/>
                </a:lnTo>
                <a:lnTo>
                  <a:pt x="1810845" y="1373505"/>
                </a:lnTo>
                <a:lnTo>
                  <a:pt x="1812112" y="1372695"/>
                </a:lnTo>
                <a:lnTo>
                  <a:pt x="1813903" y="1371962"/>
                </a:lnTo>
                <a:lnTo>
                  <a:pt x="1814789" y="1370476"/>
                </a:lnTo>
                <a:lnTo>
                  <a:pt x="1814789" y="1368238"/>
                </a:lnTo>
                <a:lnTo>
                  <a:pt x="1815913" y="1367114"/>
                </a:lnTo>
                <a:lnTo>
                  <a:pt x="1818151" y="1367114"/>
                </a:lnTo>
                <a:lnTo>
                  <a:pt x="1819666" y="1366247"/>
                </a:lnTo>
                <a:lnTo>
                  <a:pt x="1820456" y="1364513"/>
                </a:lnTo>
                <a:lnTo>
                  <a:pt x="1822837" y="1363647"/>
                </a:lnTo>
                <a:lnTo>
                  <a:pt x="1826809" y="1363647"/>
                </a:lnTo>
                <a:lnTo>
                  <a:pt x="1829200" y="1363656"/>
                </a:lnTo>
                <a:lnTo>
                  <a:pt x="1830000" y="1363666"/>
                </a:lnTo>
                <a:lnTo>
                  <a:pt x="1832258" y="1363275"/>
                </a:lnTo>
                <a:lnTo>
                  <a:pt x="1835972" y="1362475"/>
                </a:lnTo>
                <a:lnTo>
                  <a:pt x="1837820" y="1361951"/>
                </a:lnTo>
                <a:lnTo>
                  <a:pt x="1837820" y="1361704"/>
                </a:lnTo>
                <a:lnTo>
                  <a:pt x="1838201" y="1361532"/>
                </a:lnTo>
                <a:lnTo>
                  <a:pt x="1839449" y="1360399"/>
                </a:lnTo>
                <a:lnTo>
                  <a:pt x="1841687" y="1358151"/>
                </a:lnTo>
                <a:lnTo>
                  <a:pt x="1844069" y="1357036"/>
                </a:lnTo>
                <a:lnTo>
                  <a:pt x="1846593" y="1357036"/>
                </a:lnTo>
                <a:lnTo>
                  <a:pt x="1849317" y="1357379"/>
                </a:lnTo>
                <a:lnTo>
                  <a:pt x="1852251" y="1358065"/>
                </a:lnTo>
                <a:lnTo>
                  <a:pt x="1854632" y="1358475"/>
                </a:lnTo>
                <a:lnTo>
                  <a:pt x="1856461" y="1358608"/>
                </a:lnTo>
                <a:lnTo>
                  <a:pt x="1858328" y="1359522"/>
                </a:lnTo>
                <a:lnTo>
                  <a:pt x="1860233" y="1361227"/>
                </a:lnTo>
                <a:lnTo>
                  <a:pt x="1862614" y="1362513"/>
                </a:lnTo>
                <a:lnTo>
                  <a:pt x="1865471" y="1363380"/>
                </a:lnTo>
                <a:lnTo>
                  <a:pt x="1867948" y="1364428"/>
                </a:lnTo>
                <a:lnTo>
                  <a:pt x="1870053" y="1365666"/>
                </a:lnTo>
                <a:lnTo>
                  <a:pt x="1872434" y="1366352"/>
                </a:lnTo>
                <a:lnTo>
                  <a:pt x="1875092" y="1366495"/>
                </a:lnTo>
                <a:lnTo>
                  <a:pt x="1876758" y="1365780"/>
                </a:lnTo>
                <a:lnTo>
                  <a:pt x="1877425" y="1364199"/>
                </a:lnTo>
                <a:lnTo>
                  <a:pt x="1877749" y="1363075"/>
                </a:lnTo>
                <a:lnTo>
                  <a:pt x="1877739" y="1362408"/>
                </a:lnTo>
                <a:lnTo>
                  <a:pt x="1877730" y="1360018"/>
                </a:lnTo>
                <a:lnTo>
                  <a:pt x="1877730" y="1355912"/>
                </a:lnTo>
                <a:lnTo>
                  <a:pt x="1877730" y="1353531"/>
                </a:lnTo>
                <a:lnTo>
                  <a:pt x="1877730" y="1352874"/>
                </a:lnTo>
                <a:lnTo>
                  <a:pt x="1877663" y="1350426"/>
                </a:lnTo>
                <a:lnTo>
                  <a:pt x="1877530" y="1346178"/>
                </a:lnTo>
                <a:lnTo>
                  <a:pt x="1877454" y="1343797"/>
                </a:lnTo>
                <a:lnTo>
                  <a:pt x="1877435" y="1343282"/>
                </a:lnTo>
                <a:lnTo>
                  <a:pt x="1877339" y="1340806"/>
                </a:lnTo>
                <a:lnTo>
                  <a:pt x="1877158" y="1336367"/>
                </a:lnTo>
                <a:lnTo>
                  <a:pt x="1877082" y="1333986"/>
                </a:lnTo>
                <a:lnTo>
                  <a:pt x="1877111" y="1333662"/>
                </a:lnTo>
                <a:lnTo>
                  <a:pt x="1877235" y="1331405"/>
                </a:lnTo>
                <a:lnTo>
                  <a:pt x="1877473" y="1327223"/>
                </a:lnTo>
                <a:lnTo>
                  <a:pt x="1878682" y="1324842"/>
                </a:lnTo>
                <a:lnTo>
                  <a:pt x="1880883" y="1324261"/>
                </a:lnTo>
                <a:lnTo>
                  <a:pt x="1882150" y="1323156"/>
                </a:lnTo>
                <a:lnTo>
                  <a:pt x="1882492" y="1321508"/>
                </a:lnTo>
                <a:close/>
                <a:moveTo>
                  <a:pt x="1949768" y="1320194"/>
                </a:moveTo>
                <a:lnTo>
                  <a:pt x="1951673" y="1320260"/>
                </a:lnTo>
                <a:lnTo>
                  <a:pt x="1954216" y="1321213"/>
                </a:lnTo>
                <a:lnTo>
                  <a:pt x="1957388" y="1323051"/>
                </a:lnTo>
                <a:lnTo>
                  <a:pt x="1959769" y="1324337"/>
                </a:lnTo>
                <a:lnTo>
                  <a:pt x="1961359" y="1325070"/>
                </a:lnTo>
                <a:lnTo>
                  <a:pt x="1963826" y="1327452"/>
                </a:lnTo>
                <a:lnTo>
                  <a:pt x="1967170" y="1331481"/>
                </a:lnTo>
                <a:lnTo>
                  <a:pt x="1968875" y="1335205"/>
                </a:lnTo>
                <a:lnTo>
                  <a:pt x="1968951" y="1338624"/>
                </a:lnTo>
                <a:lnTo>
                  <a:pt x="1968798" y="1341006"/>
                </a:lnTo>
                <a:lnTo>
                  <a:pt x="1968427" y="1342349"/>
                </a:lnTo>
                <a:lnTo>
                  <a:pt x="1968198" y="1344501"/>
                </a:lnTo>
                <a:lnTo>
                  <a:pt x="1968113" y="1347464"/>
                </a:lnTo>
                <a:lnTo>
                  <a:pt x="1966589" y="1348950"/>
                </a:lnTo>
                <a:lnTo>
                  <a:pt x="1963626" y="1348950"/>
                </a:lnTo>
                <a:lnTo>
                  <a:pt x="1961788" y="1349492"/>
                </a:lnTo>
                <a:lnTo>
                  <a:pt x="1961074" y="1350578"/>
                </a:lnTo>
                <a:lnTo>
                  <a:pt x="1958692" y="1351188"/>
                </a:lnTo>
                <a:lnTo>
                  <a:pt x="1954644" y="1351321"/>
                </a:lnTo>
                <a:lnTo>
                  <a:pt x="1951720" y="1350778"/>
                </a:lnTo>
                <a:lnTo>
                  <a:pt x="1949920" y="1349550"/>
                </a:lnTo>
                <a:lnTo>
                  <a:pt x="1947539" y="1349045"/>
                </a:lnTo>
                <a:lnTo>
                  <a:pt x="1944576" y="1349264"/>
                </a:lnTo>
                <a:lnTo>
                  <a:pt x="1941719" y="1347788"/>
                </a:lnTo>
                <a:lnTo>
                  <a:pt x="1938957" y="1344616"/>
                </a:lnTo>
                <a:lnTo>
                  <a:pt x="1937614" y="1341682"/>
                </a:lnTo>
                <a:lnTo>
                  <a:pt x="1937699" y="1339005"/>
                </a:lnTo>
                <a:lnTo>
                  <a:pt x="1937747" y="1336624"/>
                </a:lnTo>
                <a:lnTo>
                  <a:pt x="1937747" y="1334538"/>
                </a:lnTo>
                <a:lnTo>
                  <a:pt x="1937785" y="1332205"/>
                </a:lnTo>
                <a:lnTo>
                  <a:pt x="1937861" y="1329604"/>
                </a:lnTo>
                <a:lnTo>
                  <a:pt x="1939204" y="1328128"/>
                </a:lnTo>
                <a:lnTo>
                  <a:pt x="1941805" y="1327766"/>
                </a:lnTo>
                <a:lnTo>
                  <a:pt x="1943376" y="1326966"/>
                </a:lnTo>
                <a:lnTo>
                  <a:pt x="1943938" y="1325718"/>
                </a:lnTo>
                <a:lnTo>
                  <a:pt x="1945072" y="1324813"/>
                </a:lnTo>
                <a:lnTo>
                  <a:pt x="1946796" y="1324251"/>
                </a:lnTo>
                <a:lnTo>
                  <a:pt x="1947948" y="1323023"/>
                </a:lnTo>
                <a:lnTo>
                  <a:pt x="1948529" y="1321118"/>
                </a:lnTo>
                <a:close/>
                <a:moveTo>
                  <a:pt x="1491272" y="1327899"/>
                </a:moveTo>
                <a:lnTo>
                  <a:pt x="1494044" y="1327756"/>
                </a:lnTo>
                <a:lnTo>
                  <a:pt x="1496892" y="1328233"/>
                </a:lnTo>
                <a:lnTo>
                  <a:pt x="1499826" y="1329299"/>
                </a:lnTo>
                <a:lnTo>
                  <a:pt x="1502207" y="1329871"/>
                </a:lnTo>
                <a:lnTo>
                  <a:pt x="1504036" y="1329938"/>
                </a:lnTo>
                <a:lnTo>
                  <a:pt x="1505903" y="1330852"/>
                </a:lnTo>
                <a:lnTo>
                  <a:pt x="1507808" y="1332614"/>
                </a:lnTo>
                <a:lnTo>
                  <a:pt x="1509293" y="1334986"/>
                </a:lnTo>
                <a:lnTo>
                  <a:pt x="1510370" y="1337967"/>
                </a:lnTo>
                <a:lnTo>
                  <a:pt x="1511656" y="1340348"/>
                </a:lnTo>
                <a:lnTo>
                  <a:pt x="1513170" y="1342130"/>
                </a:lnTo>
                <a:lnTo>
                  <a:pt x="1514065" y="1343301"/>
                </a:lnTo>
                <a:lnTo>
                  <a:pt x="1514342" y="1343863"/>
                </a:lnTo>
                <a:lnTo>
                  <a:pt x="1516294" y="1346244"/>
                </a:lnTo>
                <a:lnTo>
                  <a:pt x="1519923" y="1350445"/>
                </a:lnTo>
                <a:lnTo>
                  <a:pt x="1522305" y="1354398"/>
                </a:lnTo>
                <a:lnTo>
                  <a:pt x="1523438" y="1358103"/>
                </a:lnTo>
                <a:lnTo>
                  <a:pt x="1524533" y="1360484"/>
                </a:lnTo>
                <a:lnTo>
                  <a:pt x="1525591" y="1361542"/>
                </a:lnTo>
                <a:lnTo>
                  <a:pt x="1526038" y="1362532"/>
                </a:lnTo>
                <a:lnTo>
                  <a:pt x="1525886" y="1363437"/>
                </a:lnTo>
                <a:lnTo>
                  <a:pt x="1527210" y="1365818"/>
                </a:lnTo>
                <a:lnTo>
                  <a:pt x="1530001" y="1369676"/>
                </a:lnTo>
                <a:lnTo>
                  <a:pt x="1531925" y="1373362"/>
                </a:lnTo>
                <a:lnTo>
                  <a:pt x="1532992" y="1376877"/>
                </a:lnTo>
                <a:lnTo>
                  <a:pt x="1534077" y="1379258"/>
                </a:lnTo>
                <a:lnTo>
                  <a:pt x="1535173" y="1380506"/>
                </a:lnTo>
                <a:lnTo>
                  <a:pt x="1535925" y="1381877"/>
                </a:lnTo>
                <a:lnTo>
                  <a:pt x="1536335" y="1383382"/>
                </a:lnTo>
                <a:lnTo>
                  <a:pt x="1537792" y="1385764"/>
                </a:lnTo>
                <a:lnTo>
                  <a:pt x="1540297" y="1389021"/>
                </a:lnTo>
                <a:lnTo>
                  <a:pt x="1541936" y="1391336"/>
                </a:lnTo>
                <a:lnTo>
                  <a:pt x="1542679" y="1392717"/>
                </a:lnTo>
                <a:lnTo>
                  <a:pt x="1544545" y="1395098"/>
                </a:lnTo>
                <a:lnTo>
                  <a:pt x="1547536" y="1398480"/>
                </a:lnTo>
                <a:lnTo>
                  <a:pt x="1549489" y="1402128"/>
                </a:lnTo>
                <a:lnTo>
                  <a:pt x="1550403" y="1406033"/>
                </a:lnTo>
                <a:lnTo>
                  <a:pt x="1551108" y="1408414"/>
                </a:lnTo>
                <a:lnTo>
                  <a:pt x="1551594" y="1409271"/>
                </a:lnTo>
                <a:lnTo>
                  <a:pt x="1552023" y="1410081"/>
                </a:lnTo>
                <a:lnTo>
                  <a:pt x="1552394" y="1410833"/>
                </a:lnTo>
                <a:lnTo>
                  <a:pt x="1553366" y="1411634"/>
                </a:lnTo>
                <a:lnTo>
                  <a:pt x="1554956" y="1412462"/>
                </a:lnTo>
                <a:lnTo>
                  <a:pt x="1557338" y="1413386"/>
                </a:lnTo>
                <a:lnTo>
                  <a:pt x="1560509" y="1414415"/>
                </a:lnTo>
                <a:lnTo>
                  <a:pt x="1562462" y="1413986"/>
                </a:lnTo>
                <a:lnTo>
                  <a:pt x="1563195" y="1412100"/>
                </a:lnTo>
                <a:lnTo>
                  <a:pt x="1563653" y="1410795"/>
                </a:lnTo>
                <a:lnTo>
                  <a:pt x="1563834" y="1410062"/>
                </a:lnTo>
                <a:lnTo>
                  <a:pt x="1563957" y="1407814"/>
                </a:lnTo>
                <a:lnTo>
                  <a:pt x="1564043" y="1404052"/>
                </a:lnTo>
                <a:lnTo>
                  <a:pt x="1565148" y="1401670"/>
                </a:lnTo>
                <a:lnTo>
                  <a:pt x="1567282" y="1400670"/>
                </a:lnTo>
                <a:lnTo>
                  <a:pt x="1568339" y="1399356"/>
                </a:lnTo>
                <a:lnTo>
                  <a:pt x="1568339" y="1397708"/>
                </a:lnTo>
                <a:lnTo>
                  <a:pt x="1569158" y="1396832"/>
                </a:lnTo>
                <a:lnTo>
                  <a:pt x="1570806" y="1396708"/>
                </a:lnTo>
                <a:lnTo>
                  <a:pt x="1571987" y="1395508"/>
                </a:lnTo>
                <a:lnTo>
                  <a:pt x="1572701" y="1393222"/>
                </a:lnTo>
                <a:lnTo>
                  <a:pt x="1573330" y="1391726"/>
                </a:lnTo>
                <a:lnTo>
                  <a:pt x="1573882" y="1391012"/>
                </a:lnTo>
                <a:lnTo>
                  <a:pt x="1574206" y="1388955"/>
                </a:lnTo>
                <a:lnTo>
                  <a:pt x="1574311" y="1385564"/>
                </a:lnTo>
                <a:lnTo>
                  <a:pt x="1576064" y="1383668"/>
                </a:lnTo>
                <a:lnTo>
                  <a:pt x="1579455" y="1383268"/>
                </a:lnTo>
                <a:lnTo>
                  <a:pt x="1581398" y="1382830"/>
                </a:lnTo>
                <a:lnTo>
                  <a:pt x="1581893" y="1382354"/>
                </a:lnTo>
                <a:lnTo>
                  <a:pt x="1582160" y="1381868"/>
                </a:lnTo>
                <a:lnTo>
                  <a:pt x="1582179" y="1381373"/>
                </a:lnTo>
                <a:lnTo>
                  <a:pt x="1582245" y="1379058"/>
                </a:lnTo>
                <a:lnTo>
                  <a:pt x="1582360" y="1374934"/>
                </a:lnTo>
                <a:lnTo>
                  <a:pt x="1582817" y="1372553"/>
                </a:lnTo>
                <a:lnTo>
                  <a:pt x="1583607" y="1371914"/>
                </a:lnTo>
                <a:lnTo>
                  <a:pt x="1584036" y="1369962"/>
                </a:lnTo>
                <a:lnTo>
                  <a:pt x="1584103" y="1366695"/>
                </a:lnTo>
                <a:lnTo>
                  <a:pt x="1585770" y="1364961"/>
                </a:lnTo>
                <a:lnTo>
                  <a:pt x="1589037" y="1364761"/>
                </a:lnTo>
                <a:lnTo>
                  <a:pt x="1590942" y="1364275"/>
                </a:lnTo>
                <a:lnTo>
                  <a:pt x="1591485" y="1363523"/>
                </a:lnTo>
                <a:lnTo>
                  <a:pt x="1591808" y="1362885"/>
                </a:lnTo>
                <a:lnTo>
                  <a:pt x="1591913" y="1362342"/>
                </a:lnTo>
                <a:lnTo>
                  <a:pt x="1592028" y="1360075"/>
                </a:lnTo>
                <a:lnTo>
                  <a:pt x="1592151" y="1356084"/>
                </a:lnTo>
                <a:lnTo>
                  <a:pt x="1592913" y="1353703"/>
                </a:lnTo>
                <a:lnTo>
                  <a:pt x="1594323" y="1352931"/>
                </a:lnTo>
                <a:lnTo>
                  <a:pt x="1595066" y="1351293"/>
                </a:lnTo>
                <a:lnTo>
                  <a:pt x="1595133" y="1348778"/>
                </a:lnTo>
                <a:lnTo>
                  <a:pt x="1596428" y="1347445"/>
                </a:lnTo>
                <a:lnTo>
                  <a:pt x="1598943" y="1347302"/>
                </a:lnTo>
                <a:lnTo>
                  <a:pt x="1600533" y="1346511"/>
                </a:lnTo>
                <a:lnTo>
                  <a:pt x="1601191" y="1345063"/>
                </a:lnTo>
                <a:lnTo>
                  <a:pt x="1601619" y="1344016"/>
                </a:lnTo>
                <a:lnTo>
                  <a:pt x="1601810" y="1343358"/>
                </a:lnTo>
                <a:lnTo>
                  <a:pt x="1601972" y="1341139"/>
                </a:lnTo>
                <a:lnTo>
                  <a:pt x="1602105" y="1337358"/>
                </a:lnTo>
                <a:lnTo>
                  <a:pt x="1604058" y="1335310"/>
                </a:lnTo>
                <a:lnTo>
                  <a:pt x="1607839" y="1334976"/>
                </a:lnTo>
                <a:lnTo>
                  <a:pt x="1609973" y="1334738"/>
                </a:lnTo>
                <a:lnTo>
                  <a:pt x="1610477" y="1334586"/>
                </a:lnTo>
                <a:lnTo>
                  <a:pt x="1611792" y="1334252"/>
                </a:lnTo>
                <a:lnTo>
                  <a:pt x="1613906" y="1333748"/>
                </a:lnTo>
                <a:lnTo>
                  <a:pt x="1615269" y="1332738"/>
                </a:lnTo>
                <a:lnTo>
                  <a:pt x="1615878" y="1331204"/>
                </a:lnTo>
                <a:lnTo>
                  <a:pt x="1616954" y="1330414"/>
                </a:lnTo>
                <a:lnTo>
                  <a:pt x="1618488" y="1330357"/>
                </a:lnTo>
                <a:lnTo>
                  <a:pt x="1620441" y="1331119"/>
                </a:lnTo>
                <a:lnTo>
                  <a:pt x="1622822" y="1332709"/>
                </a:lnTo>
                <a:lnTo>
                  <a:pt x="1625203" y="1334929"/>
                </a:lnTo>
                <a:lnTo>
                  <a:pt x="1627584" y="1337786"/>
                </a:lnTo>
                <a:lnTo>
                  <a:pt x="1629489" y="1340168"/>
                </a:lnTo>
                <a:lnTo>
                  <a:pt x="1630918" y="1342073"/>
                </a:lnTo>
                <a:lnTo>
                  <a:pt x="1631633" y="1343739"/>
                </a:lnTo>
                <a:lnTo>
                  <a:pt x="1631633" y="1345168"/>
                </a:lnTo>
                <a:lnTo>
                  <a:pt x="1631213" y="1347549"/>
                </a:lnTo>
                <a:lnTo>
                  <a:pt x="1630385" y="1350883"/>
                </a:lnTo>
                <a:lnTo>
                  <a:pt x="1629985" y="1352864"/>
                </a:lnTo>
                <a:lnTo>
                  <a:pt x="1630023" y="1353503"/>
                </a:lnTo>
                <a:lnTo>
                  <a:pt x="1629728" y="1354693"/>
                </a:lnTo>
                <a:lnTo>
                  <a:pt x="1629089" y="1356436"/>
                </a:lnTo>
                <a:lnTo>
                  <a:pt x="1628727" y="1358456"/>
                </a:lnTo>
                <a:lnTo>
                  <a:pt x="1628632" y="1360742"/>
                </a:lnTo>
                <a:lnTo>
                  <a:pt x="1628585" y="1361932"/>
                </a:lnTo>
                <a:lnTo>
                  <a:pt x="1628556" y="1364380"/>
                </a:lnTo>
                <a:lnTo>
                  <a:pt x="1628508" y="1369000"/>
                </a:lnTo>
                <a:lnTo>
                  <a:pt x="1628480" y="1371381"/>
                </a:lnTo>
                <a:lnTo>
                  <a:pt x="1628546" y="1373981"/>
                </a:lnTo>
                <a:lnTo>
                  <a:pt x="1628699" y="1378744"/>
                </a:lnTo>
                <a:lnTo>
                  <a:pt x="1629089" y="1383506"/>
                </a:lnTo>
                <a:lnTo>
                  <a:pt x="1629728" y="1388269"/>
                </a:lnTo>
                <a:lnTo>
                  <a:pt x="1630042" y="1390964"/>
                </a:lnTo>
                <a:lnTo>
                  <a:pt x="1630042" y="1391603"/>
                </a:lnTo>
                <a:lnTo>
                  <a:pt x="1630289" y="1393984"/>
                </a:lnTo>
                <a:lnTo>
                  <a:pt x="1630775" y="1398108"/>
                </a:lnTo>
                <a:lnTo>
                  <a:pt x="1631013" y="1400737"/>
                </a:lnTo>
                <a:lnTo>
                  <a:pt x="1631013" y="1401851"/>
                </a:lnTo>
                <a:lnTo>
                  <a:pt x="1631013" y="1404233"/>
                </a:lnTo>
                <a:lnTo>
                  <a:pt x="1631013" y="1407881"/>
                </a:lnTo>
                <a:lnTo>
                  <a:pt x="1631013" y="1410262"/>
                </a:lnTo>
                <a:lnTo>
                  <a:pt x="1631013" y="1411376"/>
                </a:lnTo>
                <a:lnTo>
                  <a:pt x="1631013" y="1413758"/>
                </a:lnTo>
                <a:lnTo>
                  <a:pt x="1631013" y="1417406"/>
                </a:lnTo>
                <a:lnTo>
                  <a:pt x="1631013" y="1419787"/>
                </a:lnTo>
                <a:lnTo>
                  <a:pt x="1631013" y="1420901"/>
                </a:lnTo>
                <a:lnTo>
                  <a:pt x="1631118" y="1423283"/>
                </a:lnTo>
                <a:lnTo>
                  <a:pt x="1631318" y="1426931"/>
                </a:lnTo>
                <a:lnTo>
                  <a:pt x="1631385" y="1429379"/>
                </a:lnTo>
                <a:lnTo>
                  <a:pt x="1631318" y="1430626"/>
                </a:lnTo>
                <a:lnTo>
                  <a:pt x="1631452" y="1433008"/>
                </a:lnTo>
                <a:lnTo>
                  <a:pt x="1631785" y="1436522"/>
                </a:lnTo>
                <a:lnTo>
                  <a:pt x="1631947" y="1439066"/>
                </a:lnTo>
                <a:lnTo>
                  <a:pt x="1631947" y="1440656"/>
                </a:lnTo>
                <a:lnTo>
                  <a:pt x="1632090" y="1443038"/>
                </a:lnTo>
                <a:lnTo>
                  <a:pt x="1632366" y="1446209"/>
                </a:lnTo>
                <a:lnTo>
                  <a:pt x="1632461" y="1448695"/>
                </a:lnTo>
                <a:lnTo>
                  <a:pt x="1632385" y="1450477"/>
                </a:lnTo>
                <a:lnTo>
                  <a:pt x="1632280" y="1452858"/>
                </a:lnTo>
                <a:lnTo>
                  <a:pt x="1632156" y="1455839"/>
                </a:lnTo>
                <a:lnTo>
                  <a:pt x="1632090" y="1458154"/>
                </a:lnTo>
                <a:lnTo>
                  <a:pt x="1632090" y="1459811"/>
                </a:lnTo>
                <a:lnTo>
                  <a:pt x="1631261" y="1461002"/>
                </a:lnTo>
                <a:lnTo>
                  <a:pt x="1629604" y="1461726"/>
                </a:lnTo>
                <a:lnTo>
                  <a:pt x="1628565" y="1463069"/>
                </a:lnTo>
                <a:lnTo>
                  <a:pt x="1628137" y="1465021"/>
                </a:lnTo>
                <a:lnTo>
                  <a:pt x="1627270" y="1466212"/>
                </a:lnTo>
                <a:lnTo>
                  <a:pt x="1625965" y="1466640"/>
                </a:lnTo>
                <a:lnTo>
                  <a:pt x="1624908" y="1467964"/>
                </a:lnTo>
                <a:lnTo>
                  <a:pt x="1624098" y="1470184"/>
                </a:lnTo>
                <a:lnTo>
                  <a:pt x="1622584" y="1471260"/>
                </a:lnTo>
                <a:lnTo>
                  <a:pt x="1620364" y="1471184"/>
                </a:lnTo>
                <a:lnTo>
                  <a:pt x="1617659" y="1470079"/>
                </a:lnTo>
                <a:lnTo>
                  <a:pt x="1614488" y="1467926"/>
                </a:lnTo>
                <a:lnTo>
                  <a:pt x="1612106" y="1466012"/>
                </a:lnTo>
                <a:lnTo>
                  <a:pt x="1610516" y="1464354"/>
                </a:lnTo>
                <a:lnTo>
                  <a:pt x="1608696" y="1461973"/>
                </a:lnTo>
                <a:lnTo>
                  <a:pt x="1606629" y="1458868"/>
                </a:lnTo>
                <a:lnTo>
                  <a:pt x="1605524" y="1456220"/>
                </a:lnTo>
                <a:lnTo>
                  <a:pt x="1605372" y="1454010"/>
                </a:lnTo>
                <a:lnTo>
                  <a:pt x="1605220" y="1451629"/>
                </a:lnTo>
                <a:lnTo>
                  <a:pt x="1605048" y="1449076"/>
                </a:lnTo>
                <a:lnTo>
                  <a:pt x="1604924" y="1446571"/>
                </a:lnTo>
                <a:lnTo>
                  <a:pt x="1604839" y="1444104"/>
                </a:lnTo>
                <a:lnTo>
                  <a:pt x="1604762" y="1441723"/>
                </a:lnTo>
                <a:lnTo>
                  <a:pt x="1604686" y="1439428"/>
                </a:lnTo>
                <a:lnTo>
                  <a:pt x="1604648" y="1437008"/>
                </a:lnTo>
                <a:lnTo>
                  <a:pt x="1604648" y="1434465"/>
                </a:lnTo>
                <a:lnTo>
                  <a:pt x="1604410" y="1432084"/>
                </a:lnTo>
                <a:lnTo>
                  <a:pt x="1603943" y="1429864"/>
                </a:lnTo>
                <a:lnTo>
                  <a:pt x="1603667" y="1427207"/>
                </a:lnTo>
                <a:lnTo>
                  <a:pt x="1603591" y="1424121"/>
                </a:lnTo>
                <a:lnTo>
                  <a:pt x="1603372" y="1421740"/>
                </a:lnTo>
                <a:lnTo>
                  <a:pt x="1603010" y="1420063"/>
                </a:lnTo>
                <a:lnTo>
                  <a:pt x="1602867" y="1417539"/>
                </a:lnTo>
                <a:lnTo>
                  <a:pt x="1602943" y="1414167"/>
                </a:lnTo>
                <a:lnTo>
                  <a:pt x="1602924" y="1411786"/>
                </a:lnTo>
                <a:lnTo>
                  <a:pt x="1602819" y="1410395"/>
                </a:lnTo>
                <a:lnTo>
                  <a:pt x="1602762" y="1407957"/>
                </a:lnTo>
                <a:lnTo>
                  <a:pt x="1602762" y="1404480"/>
                </a:lnTo>
                <a:lnTo>
                  <a:pt x="1602829" y="1402099"/>
                </a:lnTo>
                <a:lnTo>
                  <a:pt x="1602972" y="1400813"/>
                </a:lnTo>
                <a:lnTo>
                  <a:pt x="1602638" y="1398108"/>
                </a:lnTo>
                <a:lnTo>
                  <a:pt x="1601848" y="1393974"/>
                </a:lnTo>
                <a:lnTo>
                  <a:pt x="1601524" y="1391593"/>
                </a:lnTo>
                <a:lnTo>
                  <a:pt x="1601667" y="1390964"/>
                </a:lnTo>
                <a:lnTo>
                  <a:pt x="1601353" y="1390469"/>
                </a:lnTo>
                <a:lnTo>
                  <a:pt x="1600581" y="1390107"/>
                </a:lnTo>
                <a:lnTo>
                  <a:pt x="1600086" y="1389993"/>
                </a:lnTo>
                <a:lnTo>
                  <a:pt x="1599857" y="1390126"/>
                </a:lnTo>
                <a:lnTo>
                  <a:pt x="1599581" y="1392746"/>
                </a:lnTo>
                <a:lnTo>
                  <a:pt x="1599238" y="1396937"/>
                </a:lnTo>
                <a:lnTo>
                  <a:pt x="1598590" y="1399318"/>
                </a:lnTo>
                <a:lnTo>
                  <a:pt x="1597638" y="1399889"/>
                </a:lnTo>
                <a:lnTo>
                  <a:pt x="1597171" y="1401794"/>
                </a:lnTo>
                <a:lnTo>
                  <a:pt x="1597171" y="1405042"/>
                </a:lnTo>
                <a:lnTo>
                  <a:pt x="1595542" y="1406881"/>
                </a:lnTo>
                <a:lnTo>
                  <a:pt x="1592294" y="1407290"/>
                </a:lnTo>
                <a:lnTo>
                  <a:pt x="1590475" y="1407843"/>
                </a:lnTo>
                <a:lnTo>
                  <a:pt x="1590065" y="1408538"/>
                </a:lnTo>
                <a:lnTo>
                  <a:pt x="1589827" y="1409090"/>
                </a:lnTo>
                <a:lnTo>
                  <a:pt x="1589761" y="1409500"/>
                </a:lnTo>
                <a:lnTo>
                  <a:pt x="1589646" y="1411757"/>
                </a:lnTo>
                <a:lnTo>
                  <a:pt x="1589465" y="1415863"/>
                </a:lnTo>
                <a:lnTo>
                  <a:pt x="1588903" y="1418244"/>
                </a:lnTo>
                <a:lnTo>
                  <a:pt x="1587970" y="1418901"/>
                </a:lnTo>
                <a:lnTo>
                  <a:pt x="1587589" y="1420901"/>
                </a:lnTo>
                <a:lnTo>
                  <a:pt x="1587760" y="1424245"/>
                </a:lnTo>
                <a:lnTo>
                  <a:pt x="1586170" y="1425969"/>
                </a:lnTo>
                <a:lnTo>
                  <a:pt x="1582826" y="1426054"/>
                </a:lnTo>
                <a:lnTo>
                  <a:pt x="1580921" y="1426540"/>
                </a:lnTo>
                <a:lnTo>
                  <a:pt x="1580464" y="1427397"/>
                </a:lnTo>
                <a:lnTo>
                  <a:pt x="1580169" y="1428064"/>
                </a:lnTo>
                <a:lnTo>
                  <a:pt x="1580036" y="1428521"/>
                </a:lnTo>
                <a:lnTo>
                  <a:pt x="1579902" y="1430760"/>
                </a:lnTo>
                <a:lnTo>
                  <a:pt x="1579750" y="1434789"/>
                </a:lnTo>
                <a:lnTo>
                  <a:pt x="1578940" y="1437170"/>
                </a:lnTo>
                <a:lnTo>
                  <a:pt x="1577464" y="1437904"/>
                </a:lnTo>
                <a:lnTo>
                  <a:pt x="1576730" y="1439551"/>
                </a:lnTo>
                <a:lnTo>
                  <a:pt x="1576730" y="1442104"/>
                </a:lnTo>
                <a:lnTo>
                  <a:pt x="1575454" y="1443380"/>
                </a:lnTo>
                <a:lnTo>
                  <a:pt x="1572901" y="1443380"/>
                </a:lnTo>
                <a:lnTo>
                  <a:pt x="1571339" y="1444190"/>
                </a:lnTo>
                <a:lnTo>
                  <a:pt x="1570758" y="1445828"/>
                </a:lnTo>
                <a:lnTo>
                  <a:pt x="1569901" y="1446933"/>
                </a:lnTo>
                <a:lnTo>
                  <a:pt x="1568758" y="1447514"/>
                </a:lnTo>
                <a:lnTo>
                  <a:pt x="1568072" y="1449200"/>
                </a:lnTo>
                <a:lnTo>
                  <a:pt x="1567834" y="1452010"/>
                </a:lnTo>
                <a:lnTo>
                  <a:pt x="1566310" y="1453420"/>
                </a:lnTo>
                <a:lnTo>
                  <a:pt x="1563500" y="1453420"/>
                </a:lnTo>
                <a:lnTo>
                  <a:pt x="1560443" y="1452734"/>
                </a:lnTo>
                <a:lnTo>
                  <a:pt x="1557128" y="1451381"/>
                </a:lnTo>
                <a:lnTo>
                  <a:pt x="1554747" y="1450696"/>
                </a:lnTo>
                <a:lnTo>
                  <a:pt x="1553299" y="1450696"/>
                </a:lnTo>
                <a:lnTo>
                  <a:pt x="1551813" y="1449972"/>
                </a:lnTo>
                <a:lnTo>
                  <a:pt x="1550299" y="1448524"/>
                </a:lnTo>
                <a:lnTo>
                  <a:pt x="1549194" y="1446686"/>
                </a:lnTo>
                <a:lnTo>
                  <a:pt x="1548479" y="1444466"/>
                </a:lnTo>
                <a:lnTo>
                  <a:pt x="1547079" y="1442085"/>
                </a:lnTo>
                <a:lnTo>
                  <a:pt x="1544974" y="1439542"/>
                </a:lnTo>
                <a:lnTo>
                  <a:pt x="1543707" y="1437789"/>
                </a:lnTo>
                <a:lnTo>
                  <a:pt x="1543269" y="1436808"/>
                </a:lnTo>
                <a:lnTo>
                  <a:pt x="1541478" y="1434427"/>
                </a:lnTo>
                <a:lnTo>
                  <a:pt x="1538335" y="1430645"/>
                </a:lnTo>
                <a:lnTo>
                  <a:pt x="1536097" y="1426512"/>
                </a:lnTo>
                <a:lnTo>
                  <a:pt x="1534773" y="1422035"/>
                </a:lnTo>
                <a:lnTo>
                  <a:pt x="1534020" y="1419654"/>
                </a:lnTo>
                <a:lnTo>
                  <a:pt x="1533868" y="1419368"/>
                </a:lnTo>
                <a:lnTo>
                  <a:pt x="1533725" y="1419111"/>
                </a:lnTo>
                <a:lnTo>
                  <a:pt x="1533592" y="1418873"/>
                </a:lnTo>
                <a:lnTo>
                  <a:pt x="1531896" y="1416491"/>
                </a:lnTo>
                <a:lnTo>
                  <a:pt x="1528639" y="1411967"/>
                </a:lnTo>
                <a:lnTo>
                  <a:pt x="1526257" y="1408224"/>
                </a:lnTo>
                <a:lnTo>
                  <a:pt x="1524752" y="1405261"/>
                </a:lnTo>
                <a:lnTo>
                  <a:pt x="1523095" y="1402880"/>
                </a:lnTo>
                <a:lnTo>
                  <a:pt x="1521295" y="1401080"/>
                </a:lnTo>
                <a:lnTo>
                  <a:pt x="1520285" y="1399165"/>
                </a:lnTo>
                <a:lnTo>
                  <a:pt x="1520076" y="1397156"/>
                </a:lnTo>
                <a:lnTo>
                  <a:pt x="1519057" y="1394774"/>
                </a:lnTo>
                <a:lnTo>
                  <a:pt x="1517237" y="1392022"/>
                </a:lnTo>
                <a:lnTo>
                  <a:pt x="1515866" y="1389917"/>
                </a:lnTo>
                <a:lnTo>
                  <a:pt x="1514942" y="1388459"/>
                </a:lnTo>
                <a:lnTo>
                  <a:pt x="1514008" y="1388002"/>
                </a:lnTo>
                <a:lnTo>
                  <a:pt x="1513084" y="1388526"/>
                </a:lnTo>
                <a:lnTo>
                  <a:pt x="1512646" y="1389259"/>
                </a:lnTo>
                <a:lnTo>
                  <a:pt x="1512684" y="1390183"/>
                </a:lnTo>
                <a:lnTo>
                  <a:pt x="1512646" y="1392517"/>
                </a:lnTo>
                <a:lnTo>
                  <a:pt x="1512503" y="1396260"/>
                </a:lnTo>
                <a:lnTo>
                  <a:pt x="1512437" y="1398641"/>
                </a:lnTo>
                <a:lnTo>
                  <a:pt x="1512437" y="1399661"/>
                </a:lnTo>
                <a:lnTo>
                  <a:pt x="1512437" y="1402042"/>
                </a:lnTo>
                <a:lnTo>
                  <a:pt x="1512437" y="1405785"/>
                </a:lnTo>
                <a:lnTo>
                  <a:pt x="1512418" y="1408166"/>
                </a:lnTo>
                <a:lnTo>
                  <a:pt x="1512399" y="1409186"/>
                </a:lnTo>
                <a:lnTo>
                  <a:pt x="1512360" y="1411538"/>
                </a:lnTo>
                <a:lnTo>
                  <a:pt x="1512313" y="1415205"/>
                </a:lnTo>
                <a:lnTo>
                  <a:pt x="1512275" y="1417587"/>
                </a:lnTo>
                <a:lnTo>
                  <a:pt x="1512237" y="1418682"/>
                </a:lnTo>
                <a:lnTo>
                  <a:pt x="1512237" y="1421063"/>
                </a:lnTo>
                <a:lnTo>
                  <a:pt x="1512284" y="1424740"/>
                </a:lnTo>
                <a:lnTo>
                  <a:pt x="1512322" y="1427121"/>
                </a:lnTo>
                <a:lnTo>
                  <a:pt x="1512341" y="1428207"/>
                </a:lnTo>
                <a:lnTo>
                  <a:pt x="1512408" y="1430645"/>
                </a:lnTo>
                <a:lnTo>
                  <a:pt x="1512503" y="1434446"/>
                </a:lnTo>
                <a:lnTo>
                  <a:pt x="1512560" y="1436827"/>
                </a:lnTo>
                <a:lnTo>
                  <a:pt x="1512580" y="1437789"/>
                </a:lnTo>
                <a:lnTo>
                  <a:pt x="1512646" y="1440237"/>
                </a:lnTo>
                <a:lnTo>
                  <a:pt x="1512741" y="1444152"/>
                </a:lnTo>
                <a:lnTo>
                  <a:pt x="1512827" y="1446533"/>
                </a:lnTo>
                <a:lnTo>
                  <a:pt x="1512913" y="1447381"/>
                </a:lnTo>
                <a:lnTo>
                  <a:pt x="1512980" y="1449829"/>
                </a:lnTo>
                <a:lnTo>
                  <a:pt x="1513027" y="1453877"/>
                </a:lnTo>
                <a:lnTo>
                  <a:pt x="1513075" y="1456258"/>
                </a:lnTo>
                <a:lnTo>
                  <a:pt x="1513122" y="1456973"/>
                </a:lnTo>
                <a:lnTo>
                  <a:pt x="1513170" y="1459392"/>
                </a:lnTo>
                <a:lnTo>
                  <a:pt x="1513208" y="1463535"/>
                </a:lnTo>
                <a:lnTo>
                  <a:pt x="1512560" y="1465917"/>
                </a:lnTo>
                <a:lnTo>
                  <a:pt x="1511208" y="1466536"/>
                </a:lnTo>
                <a:lnTo>
                  <a:pt x="1510360" y="1468079"/>
                </a:lnTo>
                <a:lnTo>
                  <a:pt x="1510027" y="1470527"/>
                </a:lnTo>
                <a:lnTo>
                  <a:pt x="1508627" y="1471717"/>
                </a:lnTo>
                <a:lnTo>
                  <a:pt x="1506179" y="1471651"/>
                </a:lnTo>
                <a:lnTo>
                  <a:pt x="1504121" y="1471974"/>
                </a:lnTo>
                <a:lnTo>
                  <a:pt x="1502474" y="1472708"/>
                </a:lnTo>
                <a:lnTo>
                  <a:pt x="1500092" y="1473070"/>
                </a:lnTo>
                <a:lnTo>
                  <a:pt x="1496978" y="1473070"/>
                </a:lnTo>
                <a:lnTo>
                  <a:pt x="1493834" y="1471517"/>
                </a:lnTo>
                <a:lnTo>
                  <a:pt x="1490663" y="1468403"/>
                </a:lnTo>
                <a:lnTo>
                  <a:pt x="1489043" y="1465231"/>
                </a:lnTo>
                <a:lnTo>
                  <a:pt x="1488977" y="1461983"/>
                </a:lnTo>
                <a:lnTo>
                  <a:pt x="1488462" y="1459601"/>
                </a:lnTo>
                <a:lnTo>
                  <a:pt x="1487500" y="1458087"/>
                </a:lnTo>
                <a:lnTo>
                  <a:pt x="1487033" y="1455239"/>
                </a:lnTo>
                <a:lnTo>
                  <a:pt x="1487062" y="1451067"/>
                </a:lnTo>
                <a:lnTo>
                  <a:pt x="1487081" y="1448686"/>
                </a:lnTo>
                <a:lnTo>
                  <a:pt x="1487081" y="1448095"/>
                </a:lnTo>
                <a:lnTo>
                  <a:pt x="1487062" y="1445695"/>
                </a:lnTo>
                <a:lnTo>
                  <a:pt x="1487033" y="1441494"/>
                </a:lnTo>
                <a:lnTo>
                  <a:pt x="1487033" y="1439113"/>
                </a:lnTo>
                <a:lnTo>
                  <a:pt x="1487072" y="1438551"/>
                </a:lnTo>
                <a:lnTo>
                  <a:pt x="1487091" y="1436189"/>
                </a:lnTo>
                <a:lnTo>
                  <a:pt x="1487091" y="1432027"/>
                </a:lnTo>
                <a:lnTo>
                  <a:pt x="1487110" y="1429645"/>
                </a:lnTo>
                <a:lnTo>
                  <a:pt x="1487138" y="1429045"/>
                </a:lnTo>
                <a:lnTo>
                  <a:pt x="1487138" y="1426664"/>
                </a:lnTo>
                <a:lnTo>
                  <a:pt x="1487100" y="1422492"/>
                </a:lnTo>
                <a:lnTo>
                  <a:pt x="1487072" y="1420111"/>
                </a:lnTo>
                <a:lnTo>
                  <a:pt x="1487053" y="1419520"/>
                </a:lnTo>
                <a:lnTo>
                  <a:pt x="1487043" y="1417130"/>
                </a:lnTo>
                <a:lnTo>
                  <a:pt x="1487043" y="1412939"/>
                </a:lnTo>
                <a:lnTo>
                  <a:pt x="1487043" y="1410557"/>
                </a:lnTo>
                <a:lnTo>
                  <a:pt x="1487043" y="1409986"/>
                </a:lnTo>
                <a:lnTo>
                  <a:pt x="1487043" y="1407605"/>
                </a:lnTo>
                <a:lnTo>
                  <a:pt x="1487043" y="1403414"/>
                </a:lnTo>
                <a:lnTo>
                  <a:pt x="1487043" y="1401032"/>
                </a:lnTo>
                <a:lnTo>
                  <a:pt x="1487053" y="1400461"/>
                </a:lnTo>
                <a:lnTo>
                  <a:pt x="1487081" y="1398099"/>
                </a:lnTo>
                <a:lnTo>
                  <a:pt x="1487110" y="1393955"/>
                </a:lnTo>
                <a:lnTo>
                  <a:pt x="1487129" y="1391574"/>
                </a:lnTo>
                <a:lnTo>
                  <a:pt x="1487119" y="1390955"/>
                </a:lnTo>
                <a:lnTo>
                  <a:pt x="1487091" y="1388555"/>
                </a:lnTo>
                <a:lnTo>
                  <a:pt x="1487062" y="1384364"/>
                </a:lnTo>
                <a:lnTo>
                  <a:pt x="1487033" y="1381982"/>
                </a:lnTo>
                <a:lnTo>
                  <a:pt x="1487014" y="1381411"/>
                </a:lnTo>
                <a:lnTo>
                  <a:pt x="1486986" y="1379001"/>
                </a:lnTo>
                <a:lnTo>
                  <a:pt x="1486948" y="1374753"/>
                </a:lnTo>
                <a:lnTo>
                  <a:pt x="1486929" y="1372372"/>
                </a:lnTo>
                <a:lnTo>
                  <a:pt x="1486929" y="1371857"/>
                </a:lnTo>
                <a:lnTo>
                  <a:pt x="1486919" y="1369476"/>
                </a:lnTo>
                <a:lnTo>
                  <a:pt x="1486919" y="1365228"/>
                </a:lnTo>
                <a:lnTo>
                  <a:pt x="1486910" y="1362847"/>
                </a:lnTo>
                <a:lnTo>
                  <a:pt x="1486891" y="1362332"/>
                </a:lnTo>
                <a:lnTo>
                  <a:pt x="1486910" y="1359970"/>
                </a:lnTo>
                <a:lnTo>
                  <a:pt x="1486976" y="1355760"/>
                </a:lnTo>
                <a:lnTo>
                  <a:pt x="1487005" y="1353379"/>
                </a:lnTo>
                <a:lnTo>
                  <a:pt x="1487005" y="1352826"/>
                </a:lnTo>
                <a:lnTo>
                  <a:pt x="1487014" y="1350464"/>
                </a:lnTo>
                <a:lnTo>
                  <a:pt x="1487043" y="1346283"/>
                </a:lnTo>
                <a:lnTo>
                  <a:pt x="1487100" y="1343901"/>
                </a:lnTo>
                <a:lnTo>
                  <a:pt x="1487167" y="1343320"/>
                </a:lnTo>
                <a:lnTo>
                  <a:pt x="1487205" y="1340968"/>
                </a:lnTo>
                <a:lnTo>
                  <a:pt x="1487205" y="1336862"/>
                </a:lnTo>
                <a:lnTo>
                  <a:pt x="1487805" y="1334481"/>
                </a:lnTo>
                <a:lnTo>
                  <a:pt x="1489015" y="1333824"/>
                </a:lnTo>
                <a:lnTo>
                  <a:pt x="1489681" y="1332119"/>
                </a:lnTo>
                <a:lnTo>
                  <a:pt x="1489824" y="1329347"/>
                </a:lnTo>
                <a:close/>
                <a:moveTo>
                  <a:pt x="2260625" y="1324813"/>
                </a:moveTo>
                <a:lnTo>
                  <a:pt x="2264845" y="1324318"/>
                </a:lnTo>
                <a:lnTo>
                  <a:pt x="2266988" y="1324080"/>
                </a:lnTo>
                <a:lnTo>
                  <a:pt x="2269455" y="1324261"/>
                </a:lnTo>
                <a:lnTo>
                  <a:pt x="2274132" y="1324499"/>
                </a:lnTo>
                <a:lnTo>
                  <a:pt x="2278370" y="1326842"/>
                </a:lnTo>
                <a:lnTo>
                  <a:pt x="2282171" y="1331281"/>
                </a:lnTo>
                <a:lnTo>
                  <a:pt x="2284038" y="1335367"/>
                </a:lnTo>
                <a:lnTo>
                  <a:pt x="2283990" y="1339110"/>
                </a:lnTo>
                <a:lnTo>
                  <a:pt x="2283990" y="1341491"/>
                </a:lnTo>
                <a:lnTo>
                  <a:pt x="2284057" y="1342511"/>
                </a:lnTo>
                <a:lnTo>
                  <a:pt x="2284066" y="1344901"/>
                </a:lnTo>
                <a:lnTo>
                  <a:pt x="2284019" y="1348664"/>
                </a:lnTo>
                <a:lnTo>
                  <a:pt x="2283971" y="1351045"/>
                </a:lnTo>
                <a:lnTo>
                  <a:pt x="2283933" y="1352045"/>
                </a:lnTo>
                <a:lnTo>
                  <a:pt x="2283885" y="1354388"/>
                </a:lnTo>
                <a:lnTo>
                  <a:pt x="2283838" y="1358055"/>
                </a:lnTo>
                <a:lnTo>
                  <a:pt x="2283809" y="1360437"/>
                </a:lnTo>
                <a:lnTo>
                  <a:pt x="2283809" y="1361532"/>
                </a:lnTo>
                <a:lnTo>
                  <a:pt x="2283790" y="1363885"/>
                </a:lnTo>
                <a:lnTo>
                  <a:pt x="2283743" y="1367504"/>
                </a:lnTo>
                <a:lnTo>
                  <a:pt x="2283685" y="1369886"/>
                </a:lnTo>
                <a:lnTo>
                  <a:pt x="2283638" y="1371029"/>
                </a:lnTo>
                <a:lnTo>
                  <a:pt x="2283590" y="1373362"/>
                </a:lnTo>
                <a:lnTo>
                  <a:pt x="2283543" y="1376886"/>
                </a:lnTo>
                <a:lnTo>
                  <a:pt x="2283495" y="1379268"/>
                </a:lnTo>
                <a:lnTo>
                  <a:pt x="2283438" y="1380506"/>
                </a:lnTo>
                <a:lnTo>
                  <a:pt x="2283419" y="1382859"/>
                </a:lnTo>
                <a:lnTo>
                  <a:pt x="2283419" y="1386326"/>
                </a:lnTo>
                <a:lnTo>
                  <a:pt x="2283409" y="1388707"/>
                </a:lnTo>
                <a:lnTo>
                  <a:pt x="2283390" y="1390002"/>
                </a:lnTo>
                <a:lnTo>
                  <a:pt x="2283400" y="1392403"/>
                </a:lnTo>
                <a:lnTo>
                  <a:pt x="2283457" y="1395898"/>
                </a:lnTo>
                <a:lnTo>
                  <a:pt x="2283476" y="1398280"/>
                </a:lnTo>
                <a:lnTo>
                  <a:pt x="2283476" y="1399546"/>
                </a:lnTo>
                <a:lnTo>
                  <a:pt x="2283476" y="1401928"/>
                </a:lnTo>
                <a:lnTo>
                  <a:pt x="2283476" y="1405423"/>
                </a:lnTo>
                <a:lnTo>
                  <a:pt x="2283476" y="1407805"/>
                </a:lnTo>
                <a:lnTo>
                  <a:pt x="2283476" y="1409071"/>
                </a:lnTo>
                <a:lnTo>
                  <a:pt x="2283476" y="1411453"/>
                </a:lnTo>
                <a:lnTo>
                  <a:pt x="2283476" y="1414948"/>
                </a:lnTo>
                <a:lnTo>
                  <a:pt x="2283476" y="1417330"/>
                </a:lnTo>
                <a:lnTo>
                  <a:pt x="2283476" y="1418596"/>
                </a:lnTo>
                <a:lnTo>
                  <a:pt x="2283476" y="1420978"/>
                </a:lnTo>
                <a:lnTo>
                  <a:pt x="2283476" y="1424473"/>
                </a:lnTo>
                <a:lnTo>
                  <a:pt x="2283485" y="1426855"/>
                </a:lnTo>
                <a:lnTo>
                  <a:pt x="2283504" y="1428121"/>
                </a:lnTo>
                <a:lnTo>
                  <a:pt x="2283485" y="1430484"/>
                </a:lnTo>
                <a:lnTo>
                  <a:pt x="2283438" y="1433951"/>
                </a:lnTo>
                <a:lnTo>
                  <a:pt x="2283409" y="1436332"/>
                </a:lnTo>
                <a:lnTo>
                  <a:pt x="2283390" y="1437627"/>
                </a:lnTo>
                <a:lnTo>
                  <a:pt x="2283381" y="1439999"/>
                </a:lnTo>
                <a:lnTo>
                  <a:pt x="2283381" y="1443447"/>
                </a:lnTo>
                <a:lnTo>
                  <a:pt x="2283438" y="1445828"/>
                </a:lnTo>
                <a:lnTo>
                  <a:pt x="2283562" y="1447143"/>
                </a:lnTo>
                <a:lnTo>
                  <a:pt x="2283638" y="1449610"/>
                </a:lnTo>
                <a:lnTo>
                  <a:pt x="2283685" y="1453229"/>
                </a:lnTo>
                <a:lnTo>
                  <a:pt x="2283752" y="1455611"/>
                </a:lnTo>
                <a:lnTo>
                  <a:pt x="2283838" y="1456754"/>
                </a:lnTo>
                <a:lnTo>
                  <a:pt x="2283838" y="1459135"/>
                </a:lnTo>
                <a:lnTo>
                  <a:pt x="2283752" y="1462745"/>
                </a:lnTo>
                <a:lnTo>
                  <a:pt x="2282514" y="1465126"/>
                </a:lnTo>
                <a:lnTo>
                  <a:pt x="2280133" y="1466279"/>
                </a:lnTo>
                <a:lnTo>
                  <a:pt x="2278990" y="1467517"/>
                </a:lnTo>
                <a:lnTo>
                  <a:pt x="2279094" y="1468850"/>
                </a:lnTo>
                <a:lnTo>
                  <a:pt x="2278475" y="1469517"/>
                </a:lnTo>
                <a:lnTo>
                  <a:pt x="2277142" y="1469517"/>
                </a:lnTo>
                <a:lnTo>
                  <a:pt x="2275351" y="1470108"/>
                </a:lnTo>
                <a:lnTo>
                  <a:pt x="2273094" y="1471279"/>
                </a:lnTo>
                <a:lnTo>
                  <a:pt x="2270712" y="1471860"/>
                </a:lnTo>
                <a:lnTo>
                  <a:pt x="2268207" y="1471860"/>
                </a:lnTo>
                <a:lnTo>
                  <a:pt x="2265693" y="1470612"/>
                </a:lnTo>
                <a:lnTo>
                  <a:pt x="2263188" y="1468107"/>
                </a:lnTo>
                <a:lnTo>
                  <a:pt x="2261902" y="1465564"/>
                </a:lnTo>
                <a:lnTo>
                  <a:pt x="2261835" y="1462992"/>
                </a:lnTo>
                <a:lnTo>
                  <a:pt x="2261064" y="1460611"/>
                </a:lnTo>
                <a:lnTo>
                  <a:pt x="2259578" y="1458420"/>
                </a:lnTo>
                <a:lnTo>
                  <a:pt x="2258854" y="1455315"/>
                </a:lnTo>
                <a:lnTo>
                  <a:pt x="2258882" y="1451286"/>
                </a:lnTo>
                <a:lnTo>
                  <a:pt x="2258863" y="1448905"/>
                </a:lnTo>
                <a:lnTo>
                  <a:pt x="2258787" y="1448171"/>
                </a:lnTo>
                <a:lnTo>
                  <a:pt x="2258711" y="1445714"/>
                </a:lnTo>
                <a:lnTo>
                  <a:pt x="2258644" y="1441552"/>
                </a:lnTo>
                <a:lnTo>
                  <a:pt x="2258616" y="1439170"/>
                </a:lnTo>
                <a:lnTo>
                  <a:pt x="2258625" y="1438570"/>
                </a:lnTo>
                <a:lnTo>
                  <a:pt x="2258625" y="1436189"/>
                </a:lnTo>
                <a:lnTo>
                  <a:pt x="2258625" y="1432027"/>
                </a:lnTo>
                <a:lnTo>
                  <a:pt x="2258625" y="1429645"/>
                </a:lnTo>
                <a:lnTo>
                  <a:pt x="2258635" y="1429045"/>
                </a:lnTo>
                <a:lnTo>
                  <a:pt x="2258625" y="1426655"/>
                </a:lnTo>
                <a:lnTo>
                  <a:pt x="2258597" y="1422473"/>
                </a:lnTo>
                <a:lnTo>
                  <a:pt x="2258587" y="1420092"/>
                </a:lnTo>
                <a:lnTo>
                  <a:pt x="2258597" y="1419511"/>
                </a:lnTo>
                <a:lnTo>
                  <a:pt x="2258587" y="1417120"/>
                </a:lnTo>
                <a:lnTo>
                  <a:pt x="2258549" y="1412919"/>
                </a:lnTo>
                <a:lnTo>
                  <a:pt x="2258539" y="1410538"/>
                </a:lnTo>
                <a:lnTo>
                  <a:pt x="2258539" y="1409976"/>
                </a:lnTo>
                <a:lnTo>
                  <a:pt x="2258520" y="1407576"/>
                </a:lnTo>
                <a:lnTo>
                  <a:pt x="2258482" y="1403337"/>
                </a:lnTo>
                <a:lnTo>
                  <a:pt x="2258463" y="1400956"/>
                </a:lnTo>
                <a:lnTo>
                  <a:pt x="2258463" y="1400432"/>
                </a:lnTo>
                <a:lnTo>
                  <a:pt x="2258444" y="1398032"/>
                </a:lnTo>
                <a:lnTo>
                  <a:pt x="2258416" y="1393755"/>
                </a:lnTo>
                <a:lnTo>
                  <a:pt x="2258397" y="1391374"/>
                </a:lnTo>
                <a:lnTo>
                  <a:pt x="2258397" y="1390888"/>
                </a:lnTo>
                <a:lnTo>
                  <a:pt x="2258378" y="1388497"/>
                </a:lnTo>
                <a:lnTo>
                  <a:pt x="2258339" y="1384183"/>
                </a:lnTo>
                <a:lnTo>
                  <a:pt x="2258320" y="1381801"/>
                </a:lnTo>
                <a:lnTo>
                  <a:pt x="2258320" y="1381354"/>
                </a:lnTo>
                <a:lnTo>
                  <a:pt x="2258301" y="1378953"/>
                </a:lnTo>
                <a:lnTo>
                  <a:pt x="2258263" y="1374600"/>
                </a:lnTo>
                <a:lnTo>
                  <a:pt x="2258244" y="1372219"/>
                </a:lnTo>
                <a:lnTo>
                  <a:pt x="2258244" y="1371810"/>
                </a:lnTo>
                <a:lnTo>
                  <a:pt x="2258216" y="1369400"/>
                </a:lnTo>
                <a:lnTo>
                  <a:pt x="2258187" y="1365009"/>
                </a:lnTo>
                <a:lnTo>
                  <a:pt x="2258158" y="1362627"/>
                </a:lnTo>
                <a:lnTo>
                  <a:pt x="2258158" y="1362256"/>
                </a:lnTo>
                <a:lnTo>
                  <a:pt x="2258120" y="1359837"/>
                </a:lnTo>
                <a:lnTo>
                  <a:pt x="2258044" y="1355369"/>
                </a:lnTo>
                <a:lnTo>
                  <a:pt x="2257997" y="1352988"/>
                </a:lnTo>
                <a:lnTo>
                  <a:pt x="2257997" y="1352693"/>
                </a:lnTo>
                <a:lnTo>
                  <a:pt x="2257949" y="1350274"/>
                </a:lnTo>
                <a:lnTo>
                  <a:pt x="2257873" y="1345711"/>
                </a:lnTo>
                <a:lnTo>
                  <a:pt x="2257835" y="1343330"/>
                </a:lnTo>
                <a:lnTo>
                  <a:pt x="2257863" y="1340777"/>
                </a:lnTo>
                <a:lnTo>
                  <a:pt x="2257930" y="1336291"/>
                </a:lnTo>
                <a:lnTo>
                  <a:pt x="2257977" y="1333910"/>
                </a:lnTo>
                <a:lnTo>
                  <a:pt x="2257997" y="1333633"/>
                </a:lnTo>
                <a:lnTo>
                  <a:pt x="2258130" y="1331395"/>
                </a:lnTo>
                <a:lnTo>
                  <a:pt x="2258387" y="1327175"/>
                </a:lnTo>
                <a:close/>
                <a:moveTo>
                  <a:pt x="2396328" y="1328147"/>
                </a:moveTo>
                <a:lnTo>
                  <a:pt x="2398976" y="1328023"/>
                </a:lnTo>
                <a:lnTo>
                  <a:pt x="2402281" y="1329347"/>
                </a:lnTo>
                <a:lnTo>
                  <a:pt x="2406253" y="1332119"/>
                </a:lnTo>
                <a:lnTo>
                  <a:pt x="2408634" y="1334072"/>
                </a:lnTo>
                <a:lnTo>
                  <a:pt x="2409425" y="1335205"/>
                </a:lnTo>
                <a:lnTo>
                  <a:pt x="2410949" y="1337586"/>
                </a:lnTo>
                <a:lnTo>
                  <a:pt x="2413187" y="1341215"/>
                </a:lnTo>
                <a:lnTo>
                  <a:pt x="2414311" y="1344149"/>
                </a:lnTo>
                <a:lnTo>
                  <a:pt x="2414311" y="1346387"/>
                </a:lnTo>
                <a:lnTo>
                  <a:pt x="2414311" y="1348769"/>
                </a:lnTo>
                <a:lnTo>
                  <a:pt x="2414311" y="1351293"/>
                </a:lnTo>
                <a:lnTo>
                  <a:pt x="2414311" y="1353674"/>
                </a:lnTo>
                <a:lnTo>
                  <a:pt x="2414311" y="1355912"/>
                </a:lnTo>
                <a:lnTo>
                  <a:pt x="2414311" y="1358294"/>
                </a:lnTo>
                <a:lnTo>
                  <a:pt x="2414311" y="1360818"/>
                </a:lnTo>
                <a:lnTo>
                  <a:pt x="2414311" y="1363199"/>
                </a:lnTo>
                <a:lnTo>
                  <a:pt x="2414311" y="1365437"/>
                </a:lnTo>
                <a:lnTo>
                  <a:pt x="2414378" y="1367819"/>
                </a:lnTo>
                <a:lnTo>
                  <a:pt x="2414521" y="1370343"/>
                </a:lnTo>
                <a:lnTo>
                  <a:pt x="2414588" y="1372791"/>
                </a:lnTo>
                <a:lnTo>
                  <a:pt x="2414588" y="1375172"/>
                </a:lnTo>
                <a:lnTo>
                  <a:pt x="2414588" y="1377553"/>
                </a:lnTo>
                <a:lnTo>
                  <a:pt x="2414588" y="1379934"/>
                </a:lnTo>
                <a:lnTo>
                  <a:pt x="2414588" y="1382316"/>
                </a:lnTo>
                <a:lnTo>
                  <a:pt x="2414588" y="1384697"/>
                </a:lnTo>
                <a:lnTo>
                  <a:pt x="2414588" y="1387078"/>
                </a:lnTo>
                <a:lnTo>
                  <a:pt x="2414588" y="1389459"/>
                </a:lnTo>
                <a:lnTo>
                  <a:pt x="2414588" y="1391841"/>
                </a:lnTo>
                <a:lnTo>
                  <a:pt x="2414588" y="1394222"/>
                </a:lnTo>
                <a:lnTo>
                  <a:pt x="2414683" y="1396603"/>
                </a:lnTo>
                <a:lnTo>
                  <a:pt x="2414864" y="1398984"/>
                </a:lnTo>
                <a:lnTo>
                  <a:pt x="2414949" y="1401461"/>
                </a:lnTo>
                <a:lnTo>
                  <a:pt x="2414949" y="1404023"/>
                </a:lnTo>
                <a:lnTo>
                  <a:pt x="2415007" y="1406404"/>
                </a:lnTo>
                <a:lnTo>
                  <a:pt x="2415111" y="1408605"/>
                </a:lnTo>
                <a:lnTo>
                  <a:pt x="2415169" y="1411033"/>
                </a:lnTo>
                <a:lnTo>
                  <a:pt x="2415169" y="1413710"/>
                </a:lnTo>
                <a:lnTo>
                  <a:pt x="2415197" y="1416091"/>
                </a:lnTo>
                <a:lnTo>
                  <a:pt x="2415245" y="1418177"/>
                </a:lnTo>
                <a:lnTo>
                  <a:pt x="2415302" y="1420616"/>
                </a:lnTo>
                <a:lnTo>
                  <a:pt x="2415369" y="1423406"/>
                </a:lnTo>
                <a:lnTo>
                  <a:pt x="2415426" y="1425788"/>
                </a:lnTo>
                <a:lnTo>
                  <a:pt x="2415473" y="1427759"/>
                </a:lnTo>
                <a:lnTo>
                  <a:pt x="2415530" y="1430198"/>
                </a:lnTo>
                <a:lnTo>
                  <a:pt x="2415597" y="1433103"/>
                </a:lnTo>
                <a:lnTo>
                  <a:pt x="2415654" y="1435484"/>
                </a:lnTo>
                <a:lnTo>
                  <a:pt x="2415702" y="1437342"/>
                </a:lnTo>
                <a:lnTo>
                  <a:pt x="2415721" y="1439751"/>
                </a:lnTo>
                <a:lnTo>
                  <a:pt x="2415721" y="1442695"/>
                </a:lnTo>
                <a:lnTo>
                  <a:pt x="2415759" y="1445076"/>
                </a:lnTo>
                <a:lnTo>
                  <a:pt x="2415845" y="1446895"/>
                </a:lnTo>
                <a:lnTo>
                  <a:pt x="2415921" y="1449353"/>
                </a:lnTo>
                <a:lnTo>
                  <a:pt x="2415988" y="1452448"/>
                </a:lnTo>
                <a:lnTo>
                  <a:pt x="2416007" y="1454829"/>
                </a:lnTo>
                <a:lnTo>
                  <a:pt x="2415969" y="1456496"/>
                </a:lnTo>
                <a:lnTo>
                  <a:pt x="2415988" y="1458897"/>
                </a:lnTo>
                <a:lnTo>
                  <a:pt x="2416064" y="1462030"/>
                </a:lnTo>
                <a:lnTo>
                  <a:pt x="2414530" y="1464412"/>
                </a:lnTo>
                <a:lnTo>
                  <a:pt x="2411397" y="1466040"/>
                </a:lnTo>
                <a:lnTo>
                  <a:pt x="2408930" y="1468336"/>
                </a:lnTo>
                <a:lnTo>
                  <a:pt x="2407129" y="1471298"/>
                </a:lnTo>
                <a:lnTo>
                  <a:pt x="2404748" y="1472813"/>
                </a:lnTo>
                <a:lnTo>
                  <a:pt x="2401786" y="1472879"/>
                </a:lnTo>
                <a:lnTo>
                  <a:pt x="2398081" y="1471393"/>
                </a:lnTo>
                <a:lnTo>
                  <a:pt x="2393633" y="1468364"/>
                </a:lnTo>
                <a:lnTo>
                  <a:pt x="2391251" y="1466536"/>
                </a:lnTo>
                <a:lnTo>
                  <a:pt x="2390937" y="1465898"/>
                </a:lnTo>
                <a:lnTo>
                  <a:pt x="2389670" y="1463516"/>
                </a:lnTo>
                <a:lnTo>
                  <a:pt x="2387460" y="1459392"/>
                </a:lnTo>
                <a:lnTo>
                  <a:pt x="2386394" y="1456258"/>
                </a:lnTo>
                <a:lnTo>
                  <a:pt x="2386470" y="1454125"/>
                </a:lnTo>
                <a:lnTo>
                  <a:pt x="2386508" y="1451743"/>
                </a:lnTo>
                <a:lnTo>
                  <a:pt x="2386508" y="1449114"/>
                </a:lnTo>
                <a:lnTo>
                  <a:pt x="2386536" y="1446771"/>
                </a:lnTo>
                <a:lnTo>
                  <a:pt x="2386613" y="1444704"/>
                </a:lnTo>
                <a:lnTo>
                  <a:pt x="2386527" y="1442323"/>
                </a:lnTo>
                <a:lnTo>
                  <a:pt x="2386279" y="1439628"/>
                </a:lnTo>
                <a:lnTo>
                  <a:pt x="2386155" y="1437122"/>
                </a:lnTo>
                <a:lnTo>
                  <a:pt x="2386155" y="1434808"/>
                </a:lnTo>
                <a:lnTo>
                  <a:pt x="2386117" y="1432427"/>
                </a:lnTo>
                <a:lnTo>
                  <a:pt x="2386051" y="1429979"/>
                </a:lnTo>
                <a:lnTo>
                  <a:pt x="2386013" y="1427559"/>
                </a:lnTo>
                <a:lnTo>
                  <a:pt x="2386013" y="1425178"/>
                </a:lnTo>
                <a:lnTo>
                  <a:pt x="2385917" y="1422797"/>
                </a:lnTo>
                <a:lnTo>
                  <a:pt x="2385727" y="1420416"/>
                </a:lnTo>
                <a:lnTo>
                  <a:pt x="2385660" y="1417968"/>
                </a:lnTo>
                <a:lnTo>
                  <a:pt x="2385727" y="1415463"/>
                </a:lnTo>
                <a:lnTo>
                  <a:pt x="2385765" y="1413081"/>
                </a:lnTo>
                <a:lnTo>
                  <a:pt x="2385765" y="1410824"/>
                </a:lnTo>
                <a:lnTo>
                  <a:pt x="2385793" y="1408481"/>
                </a:lnTo>
                <a:lnTo>
                  <a:pt x="2385860" y="1406033"/>
                </a:lnTo>
                <a:lnTo>
                  <a:pt x="2385955" y="1403652"/>
                </a:lnTo>
                <a:lnTo>
                  <a:pt x="2386079" y="1401337"/>
                </a:lnTo>
                <a:lnTo>
                  <a:pt x="2386146" y="1399013"/>
                </a:lnTo>
                <a:lnTo>
                  <a:pt x="2386146" y="1396698"/>
                </a:lnTo>
                <a:lnTo>
                  <a:pt x="2386251" y="1394317"/>
                </a:lnTo>
                <a:lnTo>
                  <a:pt x="2386460" y="1391869"/>
                </a:lnTo>
                <a:lnTo>
                  <a:pt x="2386536" y="1389564"/>
                </a:lnTo>
                <a:lnTo>
                  <a:pt x="2386479" y="1387402"/>
                </a:lnTo>
                <a:lnTo>
                  <a:pt x="2386527" y="1385021"/>
                </a:lnTo>
                <a:lnTo>
                  <a:pt x="2386698" y="1382420"/>
                </a:lnTo>
                <a:lnTo>
                  <a:pt x="2386784" y="1380125"/>
                </a:lnTo>
                <a:lnTo>
                  <a:pt x="2386784" y="1378125"/>
                </a:lnTo>
                <a:lnTo>
                  <a:pt x="2386927" y="1375743"/>
                </a:lnTo>
                <a:lnTo>
                  <a:pt x="2387222" y="1372981"/>
                </a:lnTo>
                <a:lnTo>
                  <a:pt x="2387375" y="1370752"/>
                </a:lnTo>
                <a:lnTo>
                  <a:pt x="2387375" y="1369047"/>
                </a:lnTo>
                <a:lnTo>
                  <a:pt x="2387556" y="1366666"/>
                </a:lnTo>
                <a:lnTo>
                  <a:pt x="2387927" y="1363609"/>
                </a:lnTo>
                <a:lnTo>
                  <a:pt x="2388108" y="1361408"/>
                </a:lnTo>
                <a:lnTo>
                  <a:pt x="2388108" y="1360075"/>
                </a:lnTo>
                <a:lnTo>
                  <a:pt x="2388175" y="1357694"/>
                </a:lnTo>
                <a:lnTo>
                  <a:pt x="2388327" y="1354265"/>
                </a:lnTo>
                <a:lnTo>
                  <a:pt x="2388394" y="1351959"/>
                </a:lnTo>
                <a:lnTo>
                  <a:pt x="2388394" y="1350769"/>
                </a:lnTo>
                <a:lnTo>
                  <a:pt x="2388194" y="1348388"/>
                </a:lnTo>
                <a:lnTo>
                  <a:pt x="2387803" y="1344816"/>
                </a:lnTo>
                <a:lnTo>
                  <a:pt x="2387679" y="1342311"/>
                </a:lnTo>
                <a:lnTo>
                  <a:pt x="2387841" y="1340882"/>
                </a:lnTo>
                <a:lnTo>
                  <a:pt x="2388632" y="1339691"/>
                </a:lnTo>
                <a:lnTo>
                  <a:pt x="2390061" y="1338739"/>
                </a:lnTo>
                <a:lnTo>
                  <a:pt x="2391023" y="1337320"/>
                </a:lnTo>
                <a:lnTo>
                  <a:pt x="2391518" y="1335434"/>
                </a:lnTo>
                <a:lnTo>
                  <a:pt x="2392147" y="1334243"/>
                </a:lnTo>
                <a:lnTo>
                  <a:pt x="2392909" y="1333748"/>
                </a:lnTo>
                <a:lnTo>
                  <a:pt x="2393728" y="1332176"/>
                </a:lnTo>
                <a:lnTo>
                  <a:pt x="2394585" y="1329528"/>
                </a:lnTo>
                <a:close/>
                <a:moveTo>
                  <a:pt x="3185112" y="1325556"/>
                </a:moveTo>
                <a:lnTo>
                  <a:pt x="3188951" y="1325023"/>
                </a:lnTo>
                <a:lnTo>
                  <a:pt x="3191142" y="1324823"/>
                </a:lnTo>
                <a:lnTo>
                  <a:pt x="3191685" y="1324975"/>
                </a:lnTo>
                <a:lnTo>
                  <a:pt x="3194066" y="1325175"/>
                </a:lnTo>
                <a:lnTo>
                  <a:pt x="3198285" y="1325432"/>
                </a:lnTo>
                <a:lnTo>
                  <a:pt x="3202248" y="1327547"/>
                </a:lnTo>
                <a:lnTo>
                  <a:pt x="3205934" y="1331519"/>
                </a:lnTo>
                <a:lnTo>
                  <a:pt x="3207829" y="1335395"/>
                </a:lnTo>
                <a:lnTo>
                  <a:pt x="3207934" y="1339196"/>
                </a:lnTo>
                <a:lnTo>
                  <a:pt x="3207868" y="1341577"/>
                </a:lnTo>
                <a:lnTo>
                  <a:pt x="3207620" y="1342539"/>
                </a:lnTo>
                <a:lnTo>
                  <a:pt x="3207439" y="1344740"/>
                </a:lnTo>
                <a:lnTo>
                  <a:pt x="3207315" y="1348159"/>
                </a:lnTo>
                <a:lnTo>
                  <a:pt x="3205534" y="1349873"/>
                </a:lnTo>
                <a:lnTo>
                  <a:pt x="3202115" y="1349873"/>
                </a:lnTo>
                <a:lnTo>
                  <a:pt x="3199971" y="1350112"/>
                </a:lnTo>
                <a:lnTo>
                  <a:pt x="3199105" y="1350578"/>
                </a:lnTo>
                <a:lnTo>
                  <a:pt x="3196723" y="1350883"/>
                </a:lnTo>
                <a:lnTo>
                  <a:pt x="3192828" y="1351026"/>
                </a:lnTo>
                <a:lnTo>
                  <a:pt x="3188856" y="1349073"/>
                </a:lnTo>
                <a:lnTo>
                  <a:pt x="3184827" y="1345044"/>
                </a:lnTo>
                <a:lnTo>
                  <a:pt x="3182855" y="1341053"/>
                </a:lnTo>
                <a:lnTo>
                  <a:pt x="3182950" y="1337110"/>
                </a:lnTo>
                <a:lnTo>
                  <a:pt x="3182960" y="1334729"/>
                </a:lnTo>
                <a:lnTo>
                  <a:pt x="3182903" y="1333910"/>
                </a:lnTo>
                <a:lnTo>
                  <a:pt x="3182950" y="1331576"/>
                </a:lnTo>
                <a:lnTo>
                  <a:pt x="3183112" y="1327737"/>
                </a:lnTo>
                <a:close/>
                <a:moveTo>
                  <a:pt x="3101483" y="1338101"/>
                </a:moveTo>
                <a:lnTo>
                  <a:pt x="3103931" y="1338034"/>
                </a:lnTo>
                <a:lnTo>
                  <a:pt x="3106245" y="1337967"/>
                </a:lnTo>
                <a:lnTo>
                  <a:pt x="3108436" y="1337910"/>
                </a:lnTo>
                <a:lnTo>
                  <a:pt x="3110817" y="1337872"/>
                </a:lnTo>
                <a:lnTo>
                  <a:pt x="3113389" y="1337872"/>
                </a:lnTo>
                <a:lnTo>
                  <a:pt x="3116209" y="1339167"/>
                </a:lnTo>
                <a:lnTo>
                  <a:pt x="3119285" y="1341739"/>
                </a:lnTo>
                <a:lnTo>
                  <a:pt x="3120819" y="1344559"/>
                </a:lnTo>
                <a:lnTo>
                  <a:pt x="3120819" y="1347635"/>
                </a:lnTo>
                <a:lnTo>
                  <a:pt x="3121409" y="1350016"/>
                </a:lnTo>
                <a:lnTo>
                  <a:pt x="3122590" y="1351702"/>
                </a:lnTo>
                <a:lnTo>
                  <a:pt x="3123438" y="1353598"/>
                </a:lnTo>
                <a:lnTo>
                  <a:pt x="3123943" y="1355693"/>
                </a:lnTo>
                <a:lnTo>
                  <a:pt x="3125448" y="1356941"/>
                </a:lnTo>
                <a:lnTo>
                  <a:pt x="3127943" y="1357341"/>
                </a:lnTo>
                <a:lnTo>
                  <a:pt x="3130325" y="1357684"/>
                </a:lnTo>
                <a:lnTo>
                  <a:pt x="3132592" y="1357960"/>
                </a:lnTo>
                <a:lnTo>
                  <a:pt x="3135211" y="1359103"/>
                </a:lnTo>
                <a:lnTo>
                  <a:pt x="3138192" y="1361084"/>
                </a:lnTo>
                <a:lnTo>
                  <a:pt x="3140573" y="1362342"/>
                </a:lnTo>
                <a:lnTo>
                  <a:pt x="3142355" y="1362866"/>
                </a:lnTo>
                <a:lnTo>
                  <a:pt x="3144984" y="1365247"/>
                </a:lnTo>
                <a:lnTo>
                  <a:pt x="3148441" y="1369485"/>
                </a:lnTo>
                <a:lnTo>
                  <a:pt x="3150013" y="1373162"/>
                </a:lnTo>
                <a:lnTo>
                  <a:pt x="3149679" y="1376296"/>
                </a:lnTo>
                <a:lnTo>
                  <a:pt x="3147946" y="1378582"/>
                </a:lnTo>
                <a:lnTo>
                  <a:pt x="3144812" y="1380020"/>
                </a:lnTo>
                <a:lnTo>
                  <a:pt x="3143193" y="1380782"/>
                </a:lnTo>
                <a:lnTo>
                  <a:pt x="3142745" y="1380963"/>
                </a:lnTo>
                <a:lnTo>
                  <a:pt x="3142174" y="1381068"/>
                </a:lnTo>
                <a:lnTo>
                  <a:pt x="3140774" y="1382049"/>
                </a:lnTo>
                <a:lnTo>
                  <a:pt x="3138535" y="1383887"/>
                </a:lnTo>
                <a:lnTo>
                  <a:pt x="3136487" y="1384992"/>
                </a:lnTo>
                <a:lnTo>
                  <a:pt x="3134649" y="1385345"/>
                </a:lnTo>
                <a:lnTo>
                  <a:pt x="3132801" y="1385878"/>
                </a:lnTo>
                <a:lnTo>
                  <a:pt x="3130944" y="1386592"/>
                </a:lnTo>
                <a:lnTo>
                  <a:pt x="3128562" y="1387126"/>
                </a:lnTo>
                <a:lnTo>
                  <a:pt x="3125657" y="1387488"/>
                </a:lnTo>
                <a:lnTo>
                  <a:pt x="3123981" y="1388202"/>
                </a:lnTo>
                <a:lnTo>
                  <a:pt x="3123543" y="1389250"/>
                </a:lnTo>
                <a:lnTo>
                  <a:pt x="3123314" y="1389993"/>
                </a:lnTo>
                <a:lnTo>
                  <a:pt x="3123295" y="1390431"/>
                </a:lnTo>
                <a:lnTo>
                  <a:pt x="3123371" y="1392888"/>
                </a:lnTo>
                <a:lnTo>
                  <a:pt x="3123543" y="1397365"/>
                </a:lnTo>
                <a:lnTo>
                  <a:pt x="3123629" y="1399746"/>
                </a:lnTo>
                <a:lnTo>
                  <a:pt x="3123638" y="1400032"/>
                </a:lnTo>
                <a:lnTo>
                  <a:pt x="3123619" y="1402394"/>
                </a:lnTo>
                <a:lnTo>
                  <a:pt x="3123571" y="1406833"/>
                </a:lnTo>
                <a:lnTo>
                  <a:pt x="3123552" y="1409214"/>
                </a:lnTo>
                <a:lnTo>
                  <a:pt x="3123543" y="1409538"/>
                </a:lnTo>
                <a:lnTo>
                  <a:pt x="3123514" y="1411891"/>
                </a:lnTo>
                <a:lnTo>
                  <a:pt x="3123476" y="1416282"/>
                </a:lnTo>
                <a:lnTo>
                  <a:pt x="3123448" y="1418663"/>
                </a:lnTo>
                <a:lnTo>
                  <a:pt x="3123448" y="1419035"/>
                </a:lnTo>
                <a:lnTo>
                  <a:pt x="3123486" y="1421463"/>
                </a:lnTo>
                <a:lnTo>
                  <a:pt x="3123581" y="1425940"/>
                </a:lnTo>
                <a:lnTo>
                  <a:pt x="3123629" y="1428321"/>
                </a:lnTo>
                <a:lnTo>
                  <a:pt x="3123638" y="1428607"/>
                </a:lnTo>
                <a:lnTo>
                  <a:pt x="3123552" y="1430903"/>
                </a:lnTo>
                <a:lnTo>
                  <a:pt x="3123390" y="1435217"/>
                </a:lnTo>
                <a:lnTo>
                  <a:pt x="3123324" y="1437599"/>
                </a:lnTo>
                <a:lnTo>
                  <a:pt x="3123362" y="1438046"/>
                </a:lnTo>
                <a:lnTo>
                  <a:pt x="3123581" y="1438770"/>
                </a:lnTo>
                <a:lnTo>
                  <a:pt x="3123990" y="1439761"/>
                </a:lnTo>
                <a:lnTo>
                  <a:pt x="3126010" y="1442142"/>
                </a:lnTo>
                <a:lnTo>
                  <a:pt x="3129629" y="1445914"/>
                </a:lnTo>
                <a:lnTo>
                  <a:pt x="3132011" y="1448038"/>
                </a:lnTo>
                <a:lnTo>
                  <a:pt x="3133154" y="1448505"/>
                </a:lnTo>
                <a:lnTo>
                  <a:pt x="3134001" y="1448781"/>
                </a:lnTo>
                <a:lnTo>
                  <a:pt x="3134554" y="1448857"/>
                </a:lnTo>
                <a:lnTo>
                  <a:pt x="3136744" y="1448629"/>
                </a:lnTo>
                <a:lnTo>
                  <a:pt x="3140593" y="1448076"/>
                </a:lnTo>
                <a:lnTo>
                  <a:pt x="3142555" y="1447648"/>
                </a:lnTo>
                <a:lnTo>
                  <a:pt x="3142621" y="1447352"/>
                </a:lnTo>
                <a:lnTo>
                  <a:pt x="3142802" y="1447181"/>
                </a:lnTo>
                <a:lnTo>
                  <a:pt x="3143098" y="1447143"/>
                </a:lnTo>
                <a:lnTo>
                  <a:pt x="3143545" y="1447286"/>
                </a:lnTo>
                <a:lnTo>
                  <a:pt x="3144145" y="1447629"/>
                </a:lnTo>
                <a:lnTo>
                  <a:pt x="3146527" y="1449191"/>
                </a:lnTo>
                <a:lnTo>
                  <a:pt x="3150689" y="1451972"/>
                </a:lnTo>
                <a:lnTo>
                  <a:pt x="3153289" y="1454353"/>
                </a:lnTo>
                <a:lnTo>
                  <a:pt x="3154328" y="1456334"/>
                </a:lnTo>
                <a:lnTo>
                  <a:pt x="3154871" y="1457868"/>
                </a:lnTo>
                <a:lnTo>
                  <a:pt x="3154918" y="1458944"/>
                </a:lnTo>
                <a:lnTo>
                  <a:pt x="3154394" y="1459544"/>
                </a:lnTo>
                <a:lnTo>
                  <a:pt x="3153318" y="1459649"/>
                </a:lnTo>
                <a:lnTo>
                  <a:pt x="3152442" y="1461154"/>
                </a:lnTo>
                <a:lnTo>
                  <a:pt x="3151775" y="1464059"/>
                </a:lnTo>
                <a:lnTo>
                  <a:pt x="3150584" y="1465850"/>
                </a:lnTo>
                <a:lnTo>
                  <a:pt x="3148870" y="1466517"/>
                </a:lnTo>
                <a:lnTo>
                  <a:pt x="3147936" y="1467964"/>
                </a:lnTo>
                <a:lnTo>
                  <a:pt x="3147793" y="1470203"/>
                </a:lnTo>
                <a:lnTo>
                  <a:pt x="3146603" y="1471251"/>
                </a:lnTo>
                <a:lnTo>
                  <a:pt x="3144364" y="1471117"/>
                </a:lnTo>
                <a:lnTo>
                  <a:pt x="3142507" y="1471641"/>
                </a:lnTo>
                <a:lnTo>
                  <a:pt x="3141021" y="1472822"/>
                </a:lnTo>
                <a:lnTo>
                  <a:pt x="3138640" y="1473413"/>
                </a:lnTo>
                <a:lnTo>
                  <a:pt x="3135363" y="1473413"/>
                </a:lnTo>
                <a:lnTo>
                  <a:pt x="3132801" y="1473222"/>
                </a:lnTo>
                <a:lnTo>
                  <a:pt x="3130953" y="1472860"/>
                </a:lnTo>
                <a:lnTo>
                  <a:pt x="3128572" y="1472708"/>
                </a:lnTo>
                <a:lnTo>
                  <a:pt x="3125657" y="1472775"/>
                </a:lnTo>
                <a:lnTo>
                  <a:pt x="3122095" y="1471317"/>
                </a:lnTo>
                <a:lnTo>
                  <a:pt x="3117894" y="1468336"/>
                </a:lnTo>
                <a:lnTo>
                  <a:pt x="3115513" y="1466764"/>
                </a:lnTo>
                <a:lnTo>
                  <a:pt x="3114951" y="1466593"/>
                </a:lnTo>
                <a:lnTo>
                  <a:pt x="3114113" y="1466040"/>
                </a:lnTo>
                <a:lnTo>
                  <a:pt x="3112999" y="1465088"/>
                </a:lnTo>
                <a:lnTo>
                  <a:pt x="3110617" y="1463821"/>
                </a:lnTo>
                <a:lnTo>
                  <a:pt x="3106969" y="1462240"/>
                </a:lnTo>
                <a:lnTo>
                  <a:pt x="3104083" y="1460421"/>
                </a:lnTo>
                <a:lnTo>
                  <a:pt x="3101950" y="1458354"/>
                </a:lnTo>
                <a:lnTo>
                  <a:pt x="3100797" y="1456182"/>
                </a:lnTo>
                <a:lnTo>
                  <a:pt x="3100645" y="1453886"/>
                </a:lnTo>
                <a:lnTo>
                  <a:pt x="3099721" y="1451505"/>
                </a:lnTo>
                <a:lnTo>
                  <a:pt x="3098035" y="1449038"/>
                </a:lnTo>
                <a:lnTo>
                  <a:pt x="3097149" y="1445762"/>
                </a:lnTo>
                <a:lnTo>
                  <a:pt x="3097054" y="1441685"/>
                </a:lnTo>
                <a:lnTo>
                  <a:pt x="3096949" y="1439304"/>
                </a:lnTo>
                <a:lnTo>
                  <a:pt x="3096844" y="1438618"/>
                </a:lnTo>
                <a:lnTo>
                  <a:pt x="3096816" y="1436208"/>
                </a:lnTo>
                <a:lnTo>
                  <a:pt x="3096854" y="1432065"/>
                </a:lnTo>
                <a:lnTo>
                  <a:pt x="3096873" y="1429683"/>
                </a:lnTo>
                <a:lnTo>
                  <a:pt x="3096854" y="1429064"/>
                </a:lnTo>
                <a:lnTo>
                  <a:pt x="3096854" y="1426674"/>
                </a:lnTo>
                <a:lnTo>
                  <a:pt x="3096854" y="1422530"/>
                </a:lnTo>
                <a:lnTo>
                  <a:pt x="3096854" y="1420149"/>
                </a:lnTo>
                <a:lnTo>
                  <a:pt x="3096863" y="1419530"/>
                </a:lnTo>
                <a:lnTo>
                  <a:pt x="3096825" y="1417110"/>
                </a:lnTo>
                <a:lnTo>
                  <a:pt x="3096739" y="1412881"/>
                </a:lnTo>
                <a:lnTo>
                  <a:pt x="3096701" y="1410500"/>
                </a:lnTo>
                <a:lnTo>
                  <a:pt x="3096711" y="1409967"/>
                </a:lnTo>
                <a:lnTo>
                  <a:pt x="3096720" y="1407595"/>
                </a:lnTo>
                <a:lnTo>
                  <a:pt x="3096720" y="1403375"/>
                </a:lnTo>
                <a:lnTo>
                  <a:pt x="3096720" y="1400994"/>
                </a:lnTo>
                <a:lnTo>
                  <a:pt x="3096730" y="1400451"/>
                </a:lnTo>
                <a:lnTo>
                  <a:pt x="3096787" y="1398118"/>
                </a:lnTo>
                <a:lnTo>
                  <a:pt x="3096873" y="1394003"/>
                </a:lnTo>
                <a:lnTo>
                  <a:pt x="3096911" y="1391622"/>
                </a:lnTo>
                <a:lnTo>
                  <a:pt x="3096911" y="1390974"/>
                </a:lnTo>
                <a:lnTo>
                  <a:pt x="3096597" y="1389898"/>
                </a:lnTo>
                <a:lnTo>
                  <a:pt x="3095949" y="1388383"/>
                </a:lnTo>
                <a:lnTo>
                  <a:pt x="3093329" y="1386002"/>
                </a:lnTo>
                <a:lnTo>
                  <a:pt x="3088729" y="1382754"/>
                </a:lnTo>
                <a:lnTo>
                  <a:pt x="3086348" y="1381058"/>
                </a:lnTo>
                <a:lnTo>
                  <a:pt x="3084471" y="1378553"/>
                </a:lnTo>
                <a:lnTo>
                  <a:pt x="3081204" y="1373915"/>
                </a:lnTo>
                <a:lnTo>
                  <a:pt x="3079547" y="1369933"/>
                </a:lnTo>
                <a:lnTo>
                  <a:pt x="3079480" y="1366609"/>
                </a:lnTo>
                <a:lnTo>
                  <a:pt x="3081109" y="1364656"/>
                </a:lnTo>
                <a:lnTo>
                  <a:pt x="3084433" y="1364066"/>
                </a:lnTo>
                <a:lnTo>
                  <a:pt x="3086281" y="1363523"/>
                </a:lnTo>
                <a:lnTo>
                  <a:pt x="3086643" y="1363037"/>
                </a:lnTo>
                <a:lnTo>
                  <a:pt x="3087757" y="1362618"/>
                </a:lnTo>
                <a:lnTo>
                  <a:pt x="3089643" y="1362256"/>
                </a:lnTo>
                <a:lnTo>
                  <a:pt x="3090986" y="1361218"/>
                </a:lnTo>
                <a:lnTo>
                  <a:pt x="3091796" y="1359503"/>
                </a:lnTo>
                <a:lnTo>
                  <a:pt x="3093053" y="1358532"/>
                </a:lnTo>
                <a:lnTo>
                  <a:pt x="3094768" y="1358294"/>
                </a:lnTo>
                <a:lnTo>
                  <a:pt x="3095892" y="1357036"/>
                </a:lnTo>
                <a:lnTo>
                  <a:pt x="3096435" y="1354769"/>
                </a:lnTo>
                <a:lnTo>
                  <a:pt x="3096768" y="1353360"/>
                </a:lnTo>
                <a:lnTo>
                  <a:pt x="3096892" y="1352817"/>
                </a:lnTo>
                <a:lnTo>
                  <a:pt x="3096997" y="1350540"/>
                </a:lnTo>
                <a:lnTo>
                  <a:pt x="3097082" y="1346530"/>
                </a:lnTo>
                <a:lnTo>
                  <a:pt x="3097806" y="1344149"/>
                </a:lnTo>
                <a:lnTo>
                  <a:pt x="3099149" y="1343396"/>
                </a:lnTo>
                <a:lnTo>
                  <a:pt x="3099940" y="1341806"/>
                </a:lnTo>
                <a:lnTo>
                  <a:pt x="3100149" y="1339358"/>
                </a:lnTo>
                <a:close/>
                <a:moveTo>
                  <a:pt x="1711900" y="1358551"/>
                </a:moveTo>
                <a:lnTo>
                  <a:pt x="1713633" y="1358446"/>
                </a:lnTo>
                <a:lnTo>
                  <a:pt x="1716119" y="1358541"/>
                </a:lnTo>
                <a:lnTo>
                  <a:pt x="1719348" y="1358856"/>
                </a:lnTo>
                <a:lnTo>
                  <a:pt x="1721729" y="1358951"/>
                </a:lnTo>
                <a:lnTo>
                  <a:pt x="1723263" y="1358837"/>
                </a:lnTo>
                <a:lnTo>
                  <a:pt x="1725101" y="1359599"/>
                </a:lnTo>
                <a:lnTo>
                  <a:pt x="1727235" y="1361246"/>
                </a:lnTo>
                <a:lnTo>
                  <a:pt x="1729616" y="1362380"/>
                </a:lnTo>
                <a:lnTo>
                  <a:pt x="1732245" y="1362999"/>
                </a:lnTo>
                <a:lnTo>
                  <a:pt x="1734341" y="1363790"/>
                </a:lnTo>
                <a:lnTo>
                  <a:pt x="1735931" y="1364761"/>
                </a:lnTo>
                <a:lnTo>
                  <a:pt x="1738313" y="1365533"/>
                </a:lnTo>
                <a:lnTo>
                  <a:pt x="1741484" y="1366085"/>
                </a:lnTo>
                <a:lnTo>
                  <a:pt x="1744380" y="1367666"/>
                </a:lnTo>
                <a:lnTo>
                  <a:pt x="1747009" y="1370295"/>
                </a:lnTo>
                <a:lnTo>
                  <a:pt x="1749390" y="1372533"/>
                </a:lnTo>
                <a:lnTo>
                  <a:pt x="1751524" y="1374391"/>
                </a:lnTo>
                <a:lnTo>
                  <a:pt x="1754048" y="1376772"/>
                </a:lnTo>
                <a:lnTo>
                  <a:pt x="1756953" y="1379677"/>
                </a:lnTo>
                <a:lnTo>
                  <a:pt x="1758753" y="1382925"/>
                </a:lnTo>
                <a:lnTo>
                  <a:pt x="1759458" y="1386535"/>
                </a:lnTo>
                <a:lnTo>
                  <a:pt x="1760172" y="1388916"/>
                </a:lnTo>
                <a:lnTo>
                  <a:pt x="1760906" y="1390069"/>
                </a:lnTo>
                <a:lnTo>
                  <a:pt x="1761487" y="1391164"/>
                </a:lnTo>
                <a:lnTo>
                  <a:pt x="1761915" y="1392184"/>
                </a:lnTo>
                <a:lnTo>
                  <a:pt x="1763668" y="1394565"/>
                </a:lnTo>
                <a:lnTo>
                  <a:pt x="1766745" y="1398308"/>
                </a:lnTo>
                <a:lnTo>
                  <a:pt x="1768288" y="1401718"/>
                </a:lnTo>
                <a:lnTo>
                  <a:pt x="1768288" y="1404795"/>
                </a:lnTo>
                <a:lnTo>
                  <a:pt x="1768592" y="1407176"/>
                </a:lnTo>
                <a:lnTo>
                  <a:pt x="1769202" y="1408862"/>
                </a:lnTo>
                <a:lnTo>
                  <a:pt x="1769507" y="1411548"/>
                </a:lnTo>
                <a:lnTo>
                  <a:pt x="1769507" y="1415234"/>
                </a:lnTo>
                <a:lnTo>
                  <a:pt x="1768945" y="1417615"/>
                </a:lnTo>
                <a:lnTo>
                  <a:pt x="1767821" y="1418692"/>
                </a:lnTo>
                <a:lnTo>
                  <a:pt x="1767249" y="1420511"/>
                </a:lnTo>
                <a:lnTo>
                  <a:pt x="1767249" y="1423073"/>
                </a:lnTo>
                <a:lnTo>
                  <a:pt x="1765973" y="1424349"/>
                </a:lnTo>
                <a:lnTo>
                  <a:pt x="1763411" y="1424349"/>
                </a:lnTo>
                <a:lnTo>
                  <a:pt x="1761649" y="1424978"/>
                </a:lnTo>
                <a:lnTo>
                  <a:pt x="1760696" y="1426226"/>
                </a:lnTo>
                <a:lnTo>
                  <a:pt x="1758315" y="1426845"/>
                </a:lnTo>
                <a:lnTo>
                  <a:pt x="1754505" y="1426845"/>
                </a:lnTo>
                <a:lnTo>
                  <a:pt x="1752171" y="1426893"/>
                </a:lnTo>
                <a:lnTo>
                  <a:pt x="1751305" y="1426978"/>
                </a:lnTo>
                <a:lnTo>
                  <a:pt x="1748923" y="1427016"/>
                </a:lnTo>
                <a:lnTo>
                  <a:pt x="1745028" y="1427016"/>
                </a:lnTo>
                <a:lnTo>
                  <a:pt x="1742637" y="1427007"/>
                </a:lnTo>
                <a:lnTo>
                  <a:pt x="1741751" y="1426988"/>
                </a:lnTo>
                <a:lnTo>
                  <a:pt x="1739370" y="1426978"/>
                </a:lnTo>
                <a:lnTo>
                  <a:pt x="1735493" y="1426978"/>
                </a:lnTo>
                <a:lnTo>
                  <a:pt x="1733112" y="1426988"/>
                </a:lnTo>
                <a:lnTo>
                  <a:pt x="1732236" y="1426997"/>
                </a:lnTo>
                <a:lnTo>
                  <a:pt x="1729854" y="1426978"/>
                </a:lnTo>
                <a:lnTo>
                  <a:pt x="1725968" y="1426940"/>
                </a:lnTo>
                <a:lnTo>
                  <a:pt x="1723577" y="1426931"/>
                </a:lnTo>
                <a:lnTo>
                  <a:pt x="1722692" y="1426959"/>
                </a:lnTo>
                <a:lnTo>
                  <a:pt x="1720310" y="1426997"/>
                </a:lnTo>
                <a:lnTo>
                  <a:pt x="1716434" y="1427036"/>
                </a:lnTo>
                <a:lnTo>
                  <a:pt x="1714081" y="1427055"/>
                </a:lnTo>
                <a:lnTo>
                  <a:pt x="1713243" y="1427064"/>
                </a:lnTo>
                <a:lnTo>
                  <a:pt x="1710861" y="1427093"/>
                </a:lnTo>
                <a:lnTo>
                  <a:pt x="1706937" y="1427131"/>
                </a:lnTo>
                <a:lnTo>
                  <a:pt x="1704546" y="1427121"/>
                </a:lnTo>
                <a:lnTo>
                  <a:pt x="1703699" y="1427074"/>
                </a:lnTo>
                <a:lnTo>
                  <a:pt x="1701317" y="1427045"/>
                </a:lnTo>
                <a:lnTo>
                  <a:pt x="1697403" y="1427045"/>
                </a:lnTo>
                <a:lnTo>
                  <a:pt x="1695098" y="1427121"/>
                </a:lnTo>
                <a:lnTo>
                  <a:pt x="1694402" y="1427274"/>
                </a:lnTo>
                <a:lnTo>
                  <a:pt x="1693783" y="1427702"/>
                </a:lnTo>
                <a:lnTo>
                  <a:pt x="1693231" y="1428398"/>
                </a:lnTo>
                <a:lnTo>
                  <a:pt x="1693240" y="1430788"/>
                </a:lnTo>
                <a:lnTo>
                  <a:pt x="1693802" y="1434875"/>
                </a:lnTo>
                <a:lnTo>
                  <a:pt x="1694193" y="1437256"/>
                </a:lnTo>
                <a:lnTo>
                  <a:pt x="1694393" y="1437932"/>
                </a:lnTo>
                <a:lnTo>
                  <a:pt x="1694736" y="1438466"/>
                </a:lnTo>
                <a:lnTo>
                  <a:pt x="1695212" y="1438837"/>
                </a:lnTo>
                <a:lnTo>
                  <a:pt x="1695917" y="1439304"/>
                </a:lnTo>
                <a:lnTo>
                  <a:pt x="1696841" y="1439856"/>
                </a:lnTo>
                <a:lnTo>
                  <a:pt x="1699222" y="1440542"/>
                </a:lnTo>
                <a:lnTo>
                  <a:pt x="1703060" y="1441352"/>
                </a:lnTo>
                <a:lnTo>
                  <a:pt x="1707290" y="1443266"/>
                </a:lnTo>
                <a:lnTo>
                  <a:pt x="1711909" y="1446286"/>
                </a:lnTo>
                <a:lnTo>
                  <a:pt x="1714290" y="1447819"/>
                </a:lnTo>
                <a:lnTo>
                  <a:pt x="1716957" y="1448152"/>
                </a:lnTo>
                <a:lnTo>
                  <a:pt x="1721672" y="1448638"/>
                </a:lnTo>
                <a:lnTo>
                  <a:pt x="1724301" y="1448895"/>
                </a:lnTo>
                <a:lnTo>
                  <a:pt x="1724863" y="1448914"/>
                </a:lnTo>
                <a:lnTo>
                  <a:pt x="1727244" y="1448667"/>
                </a:lnTo>
                <a:lnTo>
                  <a:pt x="1731445" y="1448162"/>
                </a:lnTo>
                <a:lnTo>
                  <a:pt x="1733569" y="1447905"/>
                </a:lnTo>
                <a:lnTo>
                  <a:pt x="1734036" y="1445828"/>
                </a:lnTo>
                <a:lnTo>
                  <a:pt x="1734798" y="1441885"/>
                </a:lnTo>
                <a:lnTo>
                  <a:pt x="1737160" y="1439847"/>
                </a:lnTo>
                <a:lnTo>
                  <a:pt x="1741103" y="1439732"/>
                </a:lnTo>
                <a:lnTo>
                  <a:pt x="1743370" y="1439618"/>
                </a:lnTo>
                <a:lnTo>
                  <a:pt x="1743961" y="1439513"/>
                </a:lnTo>
                <a:lnTo>
                  <a:pt x="1746342" y="1439180"/>
                </a:lnTo>
                <a:lnTo>
                  <a:pt x="1750514" y="1438637"/>
                </a:lnTo>
                <a:lnTo>
                  <a:pt x="1754743" y="1440723"/>
                </a:lnTo>
                <a:lnTo>
                  <a:pt x="1759020" y="1445438"/>
                </a:lnTo>
                <a:lnTo>
                  <a:pt x="1761087" y="1449867"/>
                </a:lnTo>
                <a:lnTo>
                  <a:pt x="1760944" y="1454010"/>
                </a:lnTo>
                <a:lnTo>
                  <a:pt x="1760458" y="1456392"/>
                </a:lnTo>
                <a:lnTo>
                  <a:pt x="1759610" y="1457011"/>
                </a:lnTo>
                <a:lnTo>
                  <a:pt x="1759134" y="1458916"/>
                </a:lnTo>
                <a:lnTo>
                  <a:pt x="1759010" y="1462088"/>
                </a:lnTo>
                <a:lnTo>
                  <a:pt x="1757363" y="1463621"/>
                </a:lnTo>
                <a:lnTo>
                  <a:pt x="1754191" y="1463507"/>
                </a:lnTo>
                <a:lnTo>
                  <a:pt x="1752219" y="1463916"/>
                </a:lnTo>
                <a:lnTo>
                  <a:pt x="1751447" y="1464850"/>
                </a:lnTo>
                <a:lnTo>
                  <a:pt x="1749066" y="1465545"/>
                </a:lnTo>
                <a:lnTo>
                  <a:pt x="1745075" y="1466012"/>
                </a:lnTo>
                <a:lnTo>
                  <a:pt x="1742904" y="1466231"/>
                </a:lnTo>
                <a:lnTo>
                  <a:pt x="1742561" y="1466183"/>
                </a:lnTo>
                <a:lnTo>
                  <a:pt x="1741894" y="1466336"/>
                </a:lnTo>
                <a:lnTo>
                  <a:pt x="1740903" y="1466679"/>
                </a:lnTo>
                <a:lnTo>
                  <a:pt x="1739789" y="1467945"/>
                </a:lnTo>
                <a:lnTo>
                  <a:pt x="1738560" y="1470146"/>
                </a:lnTo>
                <a:lnTo>
                  <a:pt x="1736846" y="1471308"/>
                </a:lnTo>
                <a:lnTo>
                  <a:pt x="1734645" y="1471422"/>
                </a:lnTo>
                <a:lnTo>
                  <a:pt x="1732798" y="1471955"/>
                </a:lnTo>
                <a:lnTo>
                  <a:pt x="1731283" y="1472889"/>
                </a:lnTo>
                <a:lnTo>
                  <a:pt x="1728902" y="1473356"/>
                </a:lnTo>
                <a:lnTo>
                  <a:pt x="1725654" y="1473356"/>
                </a:lnTo>
                <a:lnTo>
                  <a:pt x="1723244" y="1473337"/>
                </a:lnTo>
                <a:lnTo>
                  <a:pt x="1721682" y="1473279"/>
                </a:lnTo>
                <a:lnTo>
                  <a:pt x="1719301" y="1473279"/>
                </a:lnTo>
                <a:lnTo>
                  <a:pt x="1716100" y="1473337"/>
                </a:lnTo>
                <a:lnTo>
                  <a:pt x="1713024" y="1472641"/>
                </a:lnTo>
                <a:lnTo>
                  <a:pt x="1710061" y="1471193"/>
                </a:lnTo>
                <a:lnTo>
                  <a:pt x="1707680" y="1470460"/>
                </a:lnTo>
                <a:lnTo>
                  <a:pt x="1705880" y="1470460"/>
                </a:lnTo>
                <a:lnTo>
                  <a:pt x="1703927" y="1469555"/>
                </a:lnTo>
                <a:lnTo>
                  <a:pt x="1701832" y="1467755"/>
                </a:lnTo>
                <a:lnTo>
                  <a:pt x="1699450" y="1466517"/>
                </a:lnTo>
                <a:lnTo>
                  <a:pt x="1696783" y="1465859"/>
                </a:lnTo>
                <a:lnTo>
                  <a:pt x="1694002" y="1464412"/>
                </a:lnTo>
                <a:lnTo>
                  <a:pt x="1691097" y="1462173"/>
                </a:lnTo>
                <a:lnTo>
                  <a:pt x="1688716" y="1460916"/>
                </a:lnTo>
                <a:lnTo>
                  <a:pt x="1686858" y="1460640"/>
                </a:lnTo>
                <a:lnTo>
                  <a:pt x="1685096" y="1459706"/>
                </a:lnTo>
                <a:lnTo>
                  <a:pt x="1683449" y="1458116"/>
                </a:lnTo>
                <a:lnTo>
                  <a:pt x="1681067" y="1455830"/>
                </a:lnTo>
                <a:lnTo>
                  <a:pt x="1677953" y="1452829"/>
                </a:lnTo>
                <a:lnTo>
                  <a:pt x="1675448" y="1450448"/>
                </a:lnTo>
                <a:lnTo>
                  <a:pt x="1673543" y="1448686"/>
                </a:lnTo>
                <a:lnTo>
                  <a:pt x="1672457" y="1446714"/>
                </a:lnTo>
                <a:lnTo>
                  <a:pt x="1672199" y="1444552"/>
                </a:lnTo>
                <a:lnTo>
                  <a:pt x="1671171" y="1442171"/>
                </a:lnTo>
                <a:lnTo>
                  <a:pt x="1669380" y="1439570"/>
                </a:lnTo>
                <a:lnTo>
                  <a:pt x="1668085" y="1436075"/>
                </a:lnTo>
                <a:lnTo>
                  <a:pt x="1667275" y="1431684"/>
                </a:lnTo>
                <a:lnTo>
                  <a:pt x="1666713" y="1429302"/>
                </a:lnTo>
                <a:lnTo>
                  <a:pt x="1666399" y="1428931"/>
                </a:lnTo>
                <a:lnTo>
                  <a:pt x="1666227" y="1428579"/>
                </a:lnTo>
                <a:lnTo>
                  <a:pt x="1666208" y="1428236"/>
                </a:lnTo>
                <a:lnTo>
                  <a:pt x="1665094" y="1425854"/>
                </a:lnTo>
                <a:lnTo>
                  <a:pt x="1662875" y="1421435"/>
                </a:lnTo>
                <a:lnTo>
                  <a:pt x="1661770" y="1417949"/>
                </a:lnTo>
                <a:lnTo>
                  <a:pt x="1661770" y="1415396"/>
                </a:lnTo>
                <a:lnTo>
                  <a:pt x="1662017" y="1413015"/>
                </a:lnTo>
                <a:lnTo>
                  <a:pt x="1662494" y="1410805"/>
                </a:lnTo>
                <a:lnTo>
                  <a:pt x="1662779" y="1408709"/>
                </a:lnTo>
                <a:lnTo>
                  <a:pt x="1662865" y="1406728"/>
                </a:lnTo>
                <a:lnTo>
                  <a:pt x="1663903" y="1405138"/>
                </a:lnTo>
                <a:lnTo>
                  <a:pt x="1665884" y="1403947"/>
                </a:lnTo>
                <a:lnTo>
                  <a:pt x="1666980" y="1402661"/>
                </a:lnTo>
                <a:lnTo>
                  <a:pt x="1667180" y="1401270"/>
                </a:lnTo>
                <a:lnTo>
                  <a:pt x="1667294" y="1400480"/>
                </a:lnTo>
                <a:lnTo>
                  <a:pt x="1667494" y="1398070"/>
                </a:lnTo>
                <a:lnTo>
                  <a:pt x="1667818" y="1393860"/>
                </a:lnTo>
                <a:lnTo>
                  <a:pt x="1668199" y="1391479"/>
                </a:lnTo>
                <a:lnTo>
                  <a:pt x="1668647" y="1390926"/>
                </a:lnTo>
                <a:lnTo>
                  <a:pt x="1668904" y="1388802"/>
                </a:lnTo>
                <a:lnTo>
                  <a:pt x="1668961" y="1385097"/>
                </a:lnTo>
                <a:lnTo>
                  <a:pt x="1670847" y="1383078"/>
                </a:lnTo>
                <a:lnTo>
                  <a:pt x="1674552" y="1382763"/>
                </a:lnTo>
                <a:lnTo>
                  <a:pt x="1676610" y="1382439"/>
                </a:lnTo>
                <a:lnTo>
                  <a:pt x="1677019" y="1382116"/>
                </a:lnTo>
                <a:lnTo>
                  <a:pt x="1677305" y="1381744"/>
                </a:lnTo>
                <a:lnTo>
                  <a:pt x="1677467" y="1381335"/>
                </a:lnTo>
                <a:lnTo>
                  <a:pt x="1677724" y="1379210"/>
                </a:lnTo>
                <a:lnTo>
                  <a:pt x="1678076" y="1375372"/>
                </a:lnTo>
                <a:lnTo>
                  <a:pt x="1680172" y="1373305"/>
                </a:lnTo>
                <a:lnTo>
                  <a:pt x="1684010" y="1373000"/>
                </a:lnTo>
                <a:lnTo>
                  <a:pt x="1686116" y="1372733"/>
                </a:lnTo>
                <a:lnTo>
                  <a:pt x="1686497" y="1372476"/>
                </a:lnTo>
                <a:lnTo>
                  <a:pt x="1686906" y="1372172"/>
                </a:lnTo>
                <a:lnTo>
                  <a:pt x="1687344" y="1371791"/>
                </a:lnTo>
                <a:lnTo>
                  <a:pt x="1687801" y="1369866"/>
                </a:lnTo>
                <a:lnTo>
                  <a:pt x="1688287" y="1366409"/>
                </a:lnTo>
                <a:lnTo>
                  <a:pt x="1690259" y="1364647"/>
                </a:lnTo>
                <a:lnTo>
                  <a:pt x="1693716" y="1364590"/>
                </a:lnTo>
                <a:lnTo>
                  <a:pt x="1695793" y="1364285"/>
                </a:lnTo>
                <a:lnTo>
                  <a:pt x="1696469" y="1363723"/>
                </a:lnTo>
                <a:lnTo>
                  <a:pt x="1698850" y="1363228"/>
                </a:lnTo>
                <a:lnTo>
                  <a:pt x="1702937" y="1362808"/>
                </a:lnTo>
                <a:lnTo>
                  <a:pt x="1705127" y="1362627"/>
                </a:lnTo>
                <a:lnTo>
                  <a:pt x="1705432" y="1362666"/>
                </a:lnTo>
                <a:lnTo>
                  <a:pt x="1706232" y="1362532"/>
                </a:lnTo>
                <a:lnTo>
                  <a:pt x="1707509" y="1362227"/>
                </a:lnTo>
                <a:lnTo>
                  <a:pt x="1708871" y="1361208"/>
                </a:lnTo>
                <a:lnTo>
                  <a:pt x="1710319" y="1359475"/>
                </a:lnTo>
                <a:close/>
                <a:moveTo>
                  <a:pt x="1949053" y="1357427"/>
                </a:moveTo>
                <a:lnTo>
                  <a:pt x="1951434" y="1357674"/>
                </a:lnTo>
                <a:lnTo>
                  <a:pt x="1953749" y="1358865"/>
                </a:lnTo>
                <a:lnTo>
                  <a:pt x="1956006" y="1360999"/>
                </a:lnTo>
                <a:lnTo>
                  <a:pt x="1958388" y="1362847"/>
                </a:lnTo>
                <a:lnTo>
                  <a:pt x="1960893" y="1364380"/>
                </a:lnTo>
                <a:lnTo>
                  <a:pt x="1963464" y="1366761"/>
                </a:lnTo>
                <a:lnTo>
                  <a:pt x="1966093" y="1369990"/>
                </a:lnTo>
                <a:lnTo>
                  <a:pt x="1967351" y="1372848"/>
                </a:lnTo>
                <a:lnTo>
                  <a:pt x="1967217" y="1375353"/>
                </a:lnTo>
                <a:lnTo>
                  <a:pt x="1967294" y="1377734"/>
                </a:lnTo>
                <a:lnTo>
                  <a:pt x="1967589" y="1379992"/>
                </a:lnTo>
                <a:lnTo>
                  <a:pt x="1967741" y="1382525"/>
                </a:lnTo>
                <a:lnTo>
                  <a:pt x="1967741" y="1385316"/>
                </a:lnTo>
                <a:lnTo>
                  <a:pt x="1967675" y="1387697"/>
                </a:lnTo>
                <a:lnTo>
                  <a:pt x="1967532" y="1389669"/>
                </a:lnTo>
                <a:lnTo>
                  <a:pt x="1967598" y="1392117"/>
                </a:lnTo>
                <a:lnTo>
                  <a:pt x="1967875" y="1395051"/>
                </a:lnTo>
                <a:lnTo>
                  <a:pt x="1968008" y="1397432"/>
                </a:lnTo>
                <a:lnTo>
                  <a:pt x="1968008" y="1399261"/>
                </a:lnTo>
                <a:lnTo>
                  <a:pt x="1968046" y="1401680"/>
                </a:lnTo>
                <a:lnTo>
                  <a:pt x="1968132" y="1404690"/>
                </a:lnTo>
                <a:lnTo>
                  <a:pt x="1968170" y="1407071"/>
                </a:lnTo>
                <a:lnTo>
                  <a:pt x="1968170" y="1408824"/>
                </a:lnTo>
                <a:lnTo>
                  <a:pt x="1968208" y="1411243"/>
                </a:lnTo>
                <a:lnTo>
                  <a:pt x="1968284" y="1414329"/>
                </a:lnTo>
                <a:lnTo>
                  <a:pt x="1968303" y="1416710"/>
                </a:lnTo>
                <a:lnTo>
                  <a:pt x="1968256" y="1418387"/>
                </a:lnTo>
                <a:lnTo>
                  <a:pt x="1968198" y="1420701"/>
                </a:lnTo>
                <a:lnTo>
                  <a:pt x="1968113" y="1423664"/>
                </a:lnTo>
                <a:lnTo>
                  <a:pt x="1968075" y="1426045"/>
                </a:lnTo>
                <a:lnTo>
                  <a:pt x="1968075" y="1427845"/>
                </a:lnTo>
                <a:lnTo>
                  <a:pt x="1968113" y="1430274"/>
                </a:lnTo>
                <a:lnTo>
                  <a:pt x="1968198" y="1433312"/>
                </a:lnTo>
                <a:lnTo>
                  <a:pt x="1968303" y="1435694"/>
                </a:lnTo>
                <a:lnTo>
                  <a:pt x="1968437" y="1437418"/>
                </a:lnTo>
                <a:lnTo>
                  <a:pt x="1968427" y="1439789"/>
                </a:lnTo>
                <a:lnTo>
                  <a:pt x="1968265" y="1442809"/>
                </a:lnTo>
                <a:lnTo>
                  <a:pt x="1968227" y="1445190"/>
                </a:lnTo>
                <a:lnTo>
                  <a:pt x="1968313" y="1446933"/>
                </a:lnTo>
                <a:lnTo>
                  <a:pt x="1968351" y="1449353"/>
                </a:lnTo>
                <a:lnTo>
                  <a:pt x="1968351" y="1452448"/>
                </a:lnTo>
                <a:lnTo>
                  <a:pt x="1968313" y="1454829"/>
                </a:lnTo>
                <a:lnTo>
                  <a:pt x="1968227" y="1456496"/>
                </a:lnTo>
                <a:lnTo>
                  <a:pt x="1968227" y="1458868"/>
                </a:lnTo>
                <a:lnTo>
                  <a:pt x="1968303" y="1461973"/>
                </a:lnTo>
                <a:lnTo>
                  <a:pt x="1966798" y="1464107"/>
                </a:lnTo>
                <a:lnTo>
                  <a:pt x="1963693" y="1465278"/>
                </a:lnTo>
                <a:lnTo>
                  <a:pt x="1962064" y="1466021"/>
                </a:lnTo>
                <a:lnTo>
                  <a:pt x="1961883" y="1466336"/>
                </a:lnTo>
                <a:lnTo>
                  <a:pt x="1961464" y="1466583"/>
                </a:lnTo>
                <a:lnTo>
                  <a:pt x="1960797" y="1466764"/>
                </a:lnTo>
                <a:lnTo>
                  <a:pt x="1959588" y="1467926"/>
                </a:lnTo>
                <a:lnTo>
                  <a:pt x="1957816" y="1470079"/>
                </a:lnTo>
                <a:lnTo>
                  <a:pt x="1955854" y="1471155"/>
                </a:lnTo>
                <a:lnTo>
                  <a:pt x="1953701" y="1471155"/>
                </a:lnTo>
                <a:lnTo>
                  <a:pt x="1951234" y="1470079"/>
                </a:lnTo>
                <a:lnTo>
                  <a:pt x="1948463" y="1467926"/>
                </a:lnTo>
                <a:lnTo>
                  <a:pt x="1946081" y="1465450"/>
                </a:lnTo>
                <a:lnTo>
                  <a:pt x="1944091" y="1462649"/>
                </a:lnTo>
                <a:lnTo>
                  <a:pt x="1942433" y="1460268"/>
                </a:lnTo>
                <a:lnTo>
                  <a:pt x="1941100" y="1458306"/>
                </a:lnTo>
                <a:lnTo>
                  <a:pt x="1940462" y="1456687"/>
                </a:lnTo>
                <a:lnTo>
                  <a:pt x="1940509" y="1455401"/>
                </a:lnTo>
                <a:lnTo>
                  <a:pt x="1940471" y="1453020"/>
                </a:lnTo>
                <a:lnTo>
                  <a:pt x="1940338" y="1449543"/>
                </a:lnTo>
                <a:lnTo>
                  <a:pt x="1940252" y="1447067"/>
                </a:lnTo>
                <a:lnTo>
                  <a:pt x="1940195" y="1445600"/>
                </a:lnTo>
                <a:lnTo>
                  <a:pt x="1940233" y="1443218"/>
                </a:lnTo>
                <a:lnTo>
                  <a:pt x="1940366" y="1439923"/>
                </a:lnTo>
                <a:lnTo>
                  <a:pt x="1940404" y="1437580"/>
                </a:lnTo>
                <a:lnTo>
                  <a:pt x="1940347" y="1436189"/>
                </a:lnTo>
                <a:lnTo>
                  <a:pt x="1940195" y="1433808"/>
                </a:lnTo>
                <a:lnTo>
                  <a:pt x="1939928" y="1430436"/>
                </a:lnTo>
                <a:lnTo>
                  <a:pt x="1939804" y="1427921"/>
                </a:lnTo>
                <a:lnTo>
                  <a:pt x="1939804" y="1426274"/>
                </a:lnTo>
                <a:lnTo>
                  <a:pt x="1939747" y="1423892"/>
                </a:lnTo>
                <a:lnTo>
                  <a:pt x="1939633" y="1420778"/>
                </a:lnTo>
                <a:lnTo>
                  <a:pt x="1939576" y="1418339"/>
                </a:lnTo>
                <a:lnTo>
                  <a:pt x="1939576" y="1416577"/>
                </a:lnTo>
                <a:lnTo>
                  <a:pt x="1939576" y="1414196"/>
                </a:lnTo>
                <a:lnTo>
                  <a:pt x="1939576" y="1411195"/>
                </a:lnTo>
                <a:lnTo>
                  <a:pt x="1939538" y="1408786"/>
                </a:lnTo>
                <a:lnTo>
                  <a:pt x="1939471" y="1406957"/>
                </a:lnTo>
                <a:lnTo>
                  <a:pt x="1939433" y="1404576"/>
                </a:lnTo>
                <a:lnTo>
                  <a:pt x="1939433" y="1401642"/>
                </a:lnTo>
                <a:lnTo>
                  <a:pt x="1939404" y="1399223"/>
                </a:lnTo>
                <a:lnTo>
                  <a:pt x="1939328" y="1397318"/>
                </a:lnTo>
                <a:lnTo>
                  <a:pt x="1939290" y="1394936"/>
                </a:lnTo>
                <a:lnTo>
                  <a:pt x="1939290" y="1392079"/>
                </a:lnTo>
                <a:lnTo>
                  <a:pt x="1939290" y="1389698"/>
                </a:lnTo>
                <a:lnTo>
                  <a:pt x="1939290" y="1387793"/>
                </a:lnTo>
                <a:lnTo>
                  <a:pt x="1939347" y="1385411"/>
                </a:lnTo>
                <a:lnTo>
                  <a:pt x="1939471" y="1382554"/>
                </a:lnTo>
                <a:lnTo>
                  <a:pt x="1939528" y="1380230"/>
                </a:lnTo>
                <a:lnTo>
                  <a:pt x="1939528" y="1378448"/>
                </a:lnTo>
                <a:lnTo>
                  <a:pt x="1939661" y="1376067"/>
                </a:lnTo>
                <a:lnTo>
                  <a:pt x="1939938" y="1373086"/>
                </a:lnTo>
                <a:lnTo>
                  <a:pt x="1940033" y="1370809"/>
                </a:lnTo>
                <a:lnTo>
                  <a:pt x="1939957" y="1369219"/>
                </a:lnTo>
                <a:lnTo>
                  <a:pt x="1940719" y="1368238"/>
                </a:lnTo>
                <a:lnTo>
                  <a:pt x="1942309" y="1367866"/>
                </a:lnTo>
                <a:lnTo>
                  <a:pt x="1943310" y="1366485"/>
                </a:lnTo>
                <a:lnTo>
                  <a:pt x="1943738" y="1364113"/>
                </a:lnTo>
                <a:lnTo>
                  <a:pt x="1944995" y="1362713"/>
                </a:lnTo>
                <a:lnTo>
                  <a:pt x="1947072" y="1362285"/>
                </a:lnTo>
                <a:lnTo>
                  <a:pt x="1948053" y="1360884"/>
                </a:lnTo>
                <a:lnTo>
                  <a:pt x="1947929" y="1358503"/>
                </a:lnTo>
                <a:close/>
                <a:moveTo>
                  <a:pt x="2046580" y="1360303"/>
                </a:moveTo>
                <a:lnTo>
                  <a:pt x="2047446" y="1360218"/>
                </a:lnTo>
                <a:lnTo>
                  <a:pt x="2049780" y="1360170"/>
                </a:lnTo>
                <a:lnTo>
                  <a:pt x="2053590" y="1360170"/>
                </a:lnTo>
                <a:lnTo>
                  <a:pt x="2055971" y="1360189"/>
                </a:lnTo>
                <a:lnTo>
                  <a:pt x="2056924" y="1360237"/>
                </a:lnTo>
                <a:lnTo>
                  <a:pt x="2058353" y="1360713"/>
                </a:lnTo>
                <a:lnTo>
                  <a:pt x="2060258" y="1361618"/>
                </a:lnTo>
                <a:lnTo>
                  <a:pt x="2062639" y="1362237"/>
                </a:lnTo>
                <a:lnTo>
                  <a:pt x="2065496" y="1362561"/>
                </a:lnTo>
                <a:lnTo>
                  <a:pt x="2067135" y="1362770"/>
                </a:lnTo>
                <a:lnTo>
                  <a:pt x="2067554" y="1362866"/>
                </a:lnTo>
                <a:lnTo>
                  <a:pt x="2069935" y="1363237"/>
                </a:lnTo>
                <a:lnTo>
                  <a:pt x="2074278" y="1363894"/>
                </a:lnTo>
                <a:lnTo>
                  <a:pt x="2078793" y="1366066"/>
                </a:lnTo>
                <a:lnTo>
                  <a:pt x="2083479" y="1369752"/>
                </a:lnTo>
                <a:lnTo>
                  <a:pt x="2085861" y="1371638"/>
                </a:lnTo>
                <a:lnTo>
                  <a:pt x="2088032" y="1374096"/>
                </a:lnTo>
                <a:lnTo>
                  <a:pt x="2092138" y="1378782"/>
                </a:lnTo>
                <a:lnTo>
                  <a:pt x="2094252" y="1383240"/>
                </a:lnTo>
                <a:lnTo>
                  <a:pt x="2094367" y="1387459"/>
                </a:lnTo>
                <a:lnTo>
                  <a:pt x="2094147" y="1389840"/>
                </a:lnTo>
                <a:lnTo>
                  <a:pt x="2093595" y="1390383"/>
                </a:lnTo>
                <a:lnTo>
                  <a:pt x="2092985" y="1392145"/>
                </a:lnTo>
                <a:lnTo>
                  <a:pt x="2092300" y="1395136"/>
                </a:lnTo>
                <a:lnTo>
                  <a:pt x="2090461" y="1396536"/>
                </a:lnTo>
                <a:lnTo>
                  <a:pt x="2087470" y="1396336"/>
                </a:lnTo>
                <a:lnTo>
                  <a:pt x="2083822" y="1395070"/>
                </a:lnTo>
                <a:lnTo>
                  <a:pt x="2079508" y="1392726"/>
                </a:lnTo>
                <a:lnTo>
                  <a:pt x="2077126" y="1391526"/>
                </a:lnTo>
                <a:lnTo>
                  <a:pt x="2076679" y="1391469"/>
                </a:lnTo>
                <a:lnTo>
                  <a:pt x="2076212" y="1391250"/>
                </a:lnTo>
                <a:lnTo>
                  <a:pt x="2075736" y="1390850"/>
                </a:lnTo>
                <a:lnTo>
                  <a:pt x="2073354" y="1389736"/>
                </a:lnTo>
                <a:lnTo>
                  <a:pt x="2069068" y="1387916"/>
                </a:lnTo>
                <a:lnTo>
                  <a:pt x="2065211" y="1386202"/>
                </a:lnTo>
                <a:lnTo>
                  <a:pt x="2061782" y="1384592"/>
                </a:lnTo>
                <a:lnTo>
                  <a:pt x="2059400" y="1383792"/>
                </a:lnTo>
                <a:lnTo>
                  <a:pt x="2058067" y="1383792"/>
                </a:lnTo>
                <a:lnTo>
                  <a:pt x="2055866" y="1383973"/>
                </a:lnTo>
                <a:lnTo>
                  <a:pt x="2052809" y="1384344"/>
                </a:lnTo>
                <a:lnTo>
                  <a:pt x="2050428" y="1384630"/>
                </a:lnTo>
                <a:lnTo>
                  <a:pt x="2048723" y="1384830"/>
                </a:lnTo>
                <a:lnTo>
                  <a:pt x="2047199" y="1385687"/>
                </a:lnTo>
                <a:lnTo>
                  <a:pt x="2045856" y="1387202"/>
                </a:lnTo>
                <a:lnTo>
                  <a:pt x="2043474" y="1387983"/>
                </a:lnTo>
                <a:lnTo>
                  <a:pt x="2040055" y="1388050"/>
                </a:lnTo>
                <a:lnTo>
                  <a:pt x="2038045" y="1388431"/>
                </a:lnTo>
                <a:lnTo>
                  <a:pt x="2037445" y="1389107"/>
                </a:lnTo>
                <a:lnTo>
                  <a:pt x="2036407" y="1389745"/>
                </a:lnTo>
                <a:lnTo>
                  <a:pt x="2034921" y="1390345"/>
                </a:lnTo>
                <a:lnTo>
                  <a:pt x="2034321" y="1392126"/>
                </a:lnTo>
                <a:lnTo>
                  <a:pt x="2034597" y="1395089"/>
                </a:lnTo>
                <a:lnTo>
                  <a:pt x="2033264" y="1396470"/>
                </a:lnTo>
                <a:lnTo>
                  <a:pt x="2030301" y="1396279"/>
                </a:lnTo>
                <a:lnTo>
                  <a:pt x="2028558" y="1396908"/>
                </a:lnTo>
                <a:lnTo>
                  <a:pt x="2028015" y="1398365"/>
                </a:lnTo>
                <a:lnTo>
                  <a:pt x="2027606" y="1399365"/>
                </a:lnTo>
                <a:lnTo>
                  <a:pt x="2027320" y="1399908"/>
                </a:lnTo>
                <a:lnTo>
                  <a:pt x="2027177" y="1402147"/>
                </a:lnTo>
                <a:lnTo>
                  <a:pt x="2027177" y="1406081"/>
                </a:lnTo>
                <a:lnTo>
                  <a:pt x="2026815" y="1408462"/>
                </a:lnTo>
                <a:lnTo>
                  <a:pt x="2026091" y="1409290"/>
                </a:lnTo>
                <a:lnTo>
                  <a:pt x="2025653" y="1411234"/>
                </a:lnTo>
                <a:lnTo>
                  <a:pt x="2025501" y="1414291"/>
                </a:lnTo>
                <a:lnTo>
                  <a:pt x="2025358" y="1416672"/>
                </a:lnTo>
                <a:lnTo>
                  <a:pt x="2025225" y="1418377"/>
                </a:lnTo>
                <a:lnTo>
                  <a:pt x="2025196" y="1420730"/>
                </a:lnTo>
                <a:lnTo>
                  <a:pt x="2025282" y="1423740"/>
                </a:lnTo>
                <a:lnTo>
                  <a:pt x="2025644" y="1426121"/>
                </a:lnTo>
                <a:lnTo>
                  <a:pt x="2026310" y="1427874"/>
                </a:lnTo>
                <a:lnTo>
                  <a:pt x="2027187" y="1430341"/>
                </a:lnTo>
                <a:lnTo>
                  <a:pt x="2028282" y="1433513"/>
                </a:lnTo>
                <a:lnTo>
                  <a:pt x="2029663" y="1435894"/>
                </a:lnTo>
                <a:lnTo>
                  <a:pt x="2031321" y="1437484"/>
                </a:lnTo>
                <a:lnTo>
                  <a:pt x="2033702" y="1438961"/>
                </a:lnTo>
                <a:lnTo>
                  <a:pt x="2036807" y="1440342"/>
                </a:lnTo>
                <a:lnTo>
                  <a:pt x="2040560" y="1442552"/>
                </a:lnTo>
                <a:lnTo>
                  <a:pt x="2044979" y="1445600"/>
                </a:lnTo>
                <a:lnTo>
                  <a:pt x="2047361" y="1447133"/>
                </a:lnTo>
                <a:lnTo>
                  <a:pt x="2047704" y="1447152"/>
                </a:lnTo>
                <a:lnTo>
                  <a:pt x="2048218" y="1447324"/>
                </a:lnTo>
                <a:lnTo>
                  <a:pt x="2048894" y="1447638"/>
                </a:lnTo>
                <a:lnTo>
                  <a:pt x="2051275" y="1447924"/>
                </a:lnTo>
                <a:lnTo>
                  <a:pt x="2055362" y="1448181"/>
                </a:lnTo>
                <a:lnTo>
                  <a:pt x="2057533" y="1448314"/>
                </a:lnTo>
                <a:lnTo>
                  <a:pt x="2057800" y="1448324"/>
                </a:lnTo>
                <a:lnTo>
                  <a:pt x="2059095" y="1448200"/>
                </a:lnTo>
                <a:lnTo>
                  <a:pt x="2061429" y="1447933"/>
                </a:lnTo>
                <a:lnTo>
                  <a:pt x="2063086" y="1447209"/>
                </a:lnTo>
                <a:lnTo>
                  <a:pt x="2064058" y="1446019"/>
                </a:lnTo>
                <a:lnTo>
                  <a:pt x="2065144" y="1445390"/>
                </a:lnTo>
                <a:lnTo>
                  <a:pt x="2066334" y="1445324"/>
                </a:lnTo>
                <a:lnTo>
                  <a:pt x="2067296" y="1443914"/>
                </a:lnTo>
                <a:lnTo>
                  <a:pt x="2068049" y="1441152"/>
                </a:lnTo>
                <a:lnTo>
                  <a:pt x="2070430" y="1439494"/>
                </a:lnTo>
                <a:lnTo>
                  <a:pt x="2074440" y="1438923"/>
                </a:lnTo>
                <a:lnTo>
                  <a:pt x="2076526" y="1438627"/>
                </a:lnTo>
                <a:lnTo>
                  <a:pt x="2076993" y="1438504"/>
                </a:lnTo>
                <a:lnTo>
                  <a:pt x="2077460" y="1438351"/>
                </a:lnTo>
                <a:lnTo>
                  <a:pt x="2078403" y="1436913"/>
                </a:lnTo>
                <a:lnTo>
                  <a:pt x="2079822" y="1434189"/>
                </a:lnTo>
                <a:lnTo>
                  <a:pt x="2081889" y="1432903"/>
                </a:lnTo>
                <a:lnTo>
                  <a:pt x="2084613" y="1433055"/>
                </a:lnTo>
                <a:lnTo>
                  <a:pt x="2087804" y="1434417"/>
                </a:lnTo>
                <a:lnTo>
                  <a:pt x="2091471" y="1436989"/>
                </a:lnTo>
                <a:lnTo>
                  <a:pt x="2093852" y="1439704"/>
                </a:lnTo>
                <a:lnTo>
                  <a:pt x="2094948" y="1442561"/>
                </a:lnTo>
                <a:lnTo>
                  <a:pt x="2095976" y="1444943"/>
                </a:lnTo>
                <a:lnTo>
                  <a:pt x="2096929" y="1446848"/>
                </a:lnTo>
                <a:lnTo>
                  <a:pt x="2097434" y="1448305"/>
                </a:lnTo>
                <a:lnTo>
                  <a:pt x="2097481" y="1449305"/>
                </a:lnTo>
                <a:lnTo>
                  <a:pt x="2097005" y="1449896"/>
                </a:lnTo>
                <a:lnTo>
                  <a:pt x="2096005" y="1450086"/>
                </a:lnTo>
                <a:lnTo>
                  <a:pt x="2095214" y="1451686"/>
                </a:lnTo>
                <a:lnTo>
                  <a:pt x="2094652" y="1454687"/>
                </a:lnTo>
                <a:lnTo>
                  <a:pt x="2094081" y="1456477"/>
                </a:lnTo>
                <a:lnTo>
                  <a:pt x="2093500" y="1457039"/>
                </a:lnTo>
                <a:lnTo>
                  <a:pt x="2093109" y="1459030"/>
                </a:lnTo>
                <a:lnTo>
                  <a:pt x="2092909" y="1462449"/>
                </a:lnTo>
                <a:lnTo>
                  <a:pt x="2091099" y="1464154"/>
                </a:lnTo>
                <a:lnTo>
                  <a:pt x="2087680" y="1464154"/>
                </a:lnTo>
                <a:lnTo>
                  <a:pt x="2085670" y="1464526"/>
                </a:lnTo>
                <a:lnTo>
                  <a:pt x="2085070" y="1465269"/>
                </a:lnTo>
                <a:lnTo>
                  <a:pt x="2082689" y="1465945"/>
                </a:lnTo>
                <a:lnTo>
                  <a:pt x="2078526" y="1466545"/>
                </a:lnTo>
                <a:lnTo>
                  <a:pt x="2075621" y="1468403"/>
                </a:lnTo>
                <a:lnTo>
                  <a:pt x="2073974" y="1471517"/>
                </a:lnTo>
                <a:lnTo>
                  <a:pt x="2071592" y="1473070"/>
                </a:lnTo>
                <a:lnTo>
                  <a:pt x="2068478" y="1473070"/>
                </a:lnTo>
                <a:lnTo>
                  <a:pt x="2066325" y="1473289"/>
                </a:lnTo>
                <a:lnTo>
                  <a:pt x="2065115" y="1473737"/>
                </a:lnTo>
                <a:lnTo>
                  <a:pt x="2062734" y="1473984"/>
                </a:lnTo>
                <a:lnTo>
                  <a:pt x="2059181" y="1474041"/>
                </a:lnTo>
                <a:lnTo>
                  <a:pt x="2056809" y="1474051"/>
                </a:lnTo>
                <a:lnTo>
                  <a:pt x="2055619" y="1474013"/>
                </a:lnTo>
                <a:lnTo>
                  <a:pt x="2053238" y="1473994"/>
                </a:lnTo>
                <a:lnTo>
                  <a:pt x="2049666" y="1473994"/>
                </a:lnTo>
                <a:lnTo>
                  <a:pt x="2046646" y="1473356"/>
                </a:lnTo>
                <a:lnTo>
                  <a:pt x="2044189" y="1472089"/>
                </a:lnTo>
                <a:lnTo>
                  <a:pt x="2041808" y="1471422"/>
                </a:lnTo>
                <a:lnTo>
                  <a:pt x="2039503" y="1471355"/>
                </a:lnTo>
                <a:lnTo>
                  <a:pt x="2037026" y="1470203"/>
                </a:lnTo>
                <a:lnTo>
                  <a:pt x="2034378" y="1467964"/>
                </a:lnTo>
                <a:lnTo>
                  <a:pt x="2031997" y="1466517"/>
                </a:lnTo>
                <a:lnTo>
                  <a:pt x="2029882" y="1465840"/>
                </a:lnTo>
                <a:lnTo>
                  <a:pt x="2027149" y="1464164"/>
                </a:lnTo>
                <a:lnTo>
                  <a:pt x="2023786" y="1461468"/>
                </a:lnTo>
                <a:lnTo>
                  <a:pt x="2021405" y="1460049"/>
                </a:lnTo>
                <a:lnTo>
                  <a:pt x="2020005" y="1459906"/>
                </a:lnTo>
                <a:lnTo>
                  <a:pt x="2018643" y="1459201"/>
                </a:lnTo>
                <a:lnTo>
                  <a:pt x="2017319" y="1457954"/>
                </a:lnTo>
                <a:lnTo>
                  <a:pt x="2014938" y="1455391"/>
                </a:lnTo>
                <a:lnTo>
                  <a:pt x="2011499" y="1451524"/>
                </a:lnTo>
                <a:lnTo>
                  <a:pt x="2009356" y="1449143"/>
                </a:lnTo>
                <a:lnTo>
                  <a:pt x="2008518" y="1448248"/>
                </a:lnTo>
                <a:lnTo>
                  <a:pt x="2008070" y="1447352"/>
                </a:lnTo>
                <a:lnTo>
                  <a:pt x="2008013" y="1446457"/>
                </a:lnTo>
                <a:lnTo>
                  <a:pt x="2006498" y="1444076"/>
                </a:lnTo>
                <a:lnTo>
                  <a:pt x="2003527" y="1440209"/>
                </a:lnTo>
                <a:lnTo>
                  <a:pt x="2001793" y="1436084"/>
                </a:lnTo>
                <a:lnTo>
                  <a:pt x="2001288" y="1431712"/>
                </a:lnTo>
                <a:lnTo>
                  <a:pt x="2000964" y="1429331"/>
                </a:lnTo>
                <a:lnTo>
                  <a:pt x="2000822" y="1428941"/>
                </a:lnTo>
                <a:lnTo>
                  <a:pt x="2000631" y="1427664"/>
                </a:lnTo>
                <a:lnTo>
                  <a:pt x="2000374" y="1425502"/>
                </a:lnTo>
                <a:lnTo>
                  <a:pt x="1999298" y="1423121"/>
                </a:lnTo>
                <a:lnTo>
                  <a:pt x="1997393" y="1420520"/>
                </a:lnTo>
                <a:lnTo>
                  <a:pt x="1996554" y="1418387"/>
                </a:lnTo>
                <a:lnTo>
                  <a:pt x="1996773" y="1416701"/>
                </a:lnTo>
                <a:lnTo>
                  <a:pt x="1997097" y="1414320"/>
                </a:lnTo>
                <a:lnTo>
                  <a:pt x="1997507" y="1411243"/>
                </a:lnTo>
                <a:lnTo>
                  <a:pt x="1997783" y="1409138"/>
                </a:lnTo>
                <a:lnTo>
                  <a:pt x="1997935" y="1408024"/>
                </a:lnTo>
                <a:lnTo>
                  <a:pt x="1998574" y="1407224"/>
                </a:lnTo>
                <a:lnTo>
                  <a:pt x="1999688" y="1406757"/>
                </a:lnTo>
                <a:lnTo>
                  <a:pt x="2000412" y="1405099"/>
                </a:lnTo>
                <a:lnTo>
                  <a:pt x="2000745" y="1402261"/>
                </a:lnTo>
                <a:lnTo>
                  <a:pt x="2000907" y="1400670"/>
                </a:lnTo>
                <a:lnTo>
                  <a:pt x="2000907" y="1400337"/>
                </a:lnTo>
                <a:lnTo>
                  <a:pt x="2001069" y="1398118"/>
                </a:lnTo>
                <a:lnTo>
                  <a:pt x="2001383" y="1394003"/>
                </a:lnTo>
                <a:lnTo>
                  <a:pt x="2001736" y="1391622"/>
                </a:lnTo>
                <a:lnTo>
                  <a:pt x="2002107" y="1390974"/>
                </a:lnTo>
                <a:lnTo>
                  <a:pt x="2002393" y="1388869"/>
                </a:lnTo>
                <a:lnTo>
                  <a:pt x="2002574" y="1385316"/>
                </a:lnTo>
                <a:lnTo>
                  <a:pt x="2004441" y="1383173"/>
                </a:lnTo>
                <a:lnTo>
                  <a:pt x="2007994" y="1382449"/>
                </a:lnTo>
                <a:lnTo>
                  <a:pt x="2009927" y="1382001"/>
                </a:lnTo>
                <a:lnTo>
                  <a:pt x="2010232" y="1381830"/>
                </a:lnTo>
                <a:lnTo>
                  <a:pt x="2010432" y="1381582"/>
                </a:lnTo>
                <a:lnTo>
                  <a:pt x="2010527" y="1381277"/>
                </a:lnTo>
                <a:lnTo>
                  <a:pt x="2010785" y="1379153"/>
                </a:lnTo>
                <a:lnTo>
                  <a:pt x="2011204" y="1375210"/>
                </a:lnTo>
                <a:lnTo>
                  <a:pt x="2013385" y="1373076"/>
                </a:lnTo>
                <a:lnTo>
                  <a:pt x="2017328" y="1372753"/>
                </a:lnTo>
                <a:lnTo>
                  <a:pt x="2019500" y="1372553"/>
                </a:lnTo>
                <a:lnTo>
                  <a:pt x="2019910" y="1372457"/>
                </a:lnTo>
                <a:lnTo>
                  <a:pt x="2020300" y="1372210"/>
                </a:lnTo>
                <a:lnTo>
                  <a:pt x="2020691" y="1371800"/>
                </a:lnTo>
                <a:lnTo>
                  <a:pt x="2021195" y="1369924"/>
                </a:lnTo>
                <a:lnTo>
                  <a:pt x="2021815" y="1366580"/>
                </a:lnTo>
                <a:lnTo>
                  <a:pt x="2023805" y="1364875"/>
                </a:lnTo>
                <a:lnTo>
                  <a:pt x="2027149" y="1364828"/>
                </a:lnTo>
                <a:lnTo>
                  <a:pt x="2029196" y="1364485"/>
                </a:lnTo>
                <a:lnTo>
                  <a:pt x="2029939" y="1363875"/>
                </a:lnTo>
                <a:lnTo>
                  <a:pt x="2032321" y="1363456"/>
                </a:lnTo>
                <a:lnTo>
                  <a:pt x="2036340" y="1363237"/>
                </a:lnTo>
                <a:lnTo>
                  <a:pt x="2038626" y="1363142"/>
                </a:lnTo>
                <a:lnTo>
                  <a:pt x="2039188" y="1363180"/>
                </a:lnTo>
                <a:lnTo>
                  <a:pt x="2040979" y="1362913"/>
                </a:lnTo>
                <a:lnTo>
                  <a:pt x="2043989" y="1362351"/>
                </a:lnTo>
                <a:lnTo>
                  <a:pt x="2045656" y="1361646"/>
                </a:lnTo>
                <a:lnTo>
                  <a:pt x="2045980" y="1360780"/>
                </a:lnTo>
                <a:close/>
                <a:moveTo>
                  <a:pt x="2169052" y="1358551"/>
                </a:moveTo>
                <a:lnTo>
                  <a:pt x="2170814" y="1358551"/>
                </a:lnTo>
                <a:lnTo>
                  <a:pt x="2173253" y="1358608"/>
                </a:lnTo>
                <a:lnTo>
                  <a:pt x="2176367" y="1358722"/>
                </a:lnTo>
                <a:lnTo>
                  <a:pt x="2178749" y="1358779"/>
                </a:lnTo>
                <a:lnTo>
                  <a:pt x="2180396" y="1358779"/>
                </a:lnTo>
                <a:lnTo>
                  <a:pt x="2182482" y="1359599"/>
                </a:lnTo>
                <a:lnTo>
                  <a:pt x="2185006" y="1361246"/>
                </a:lnTo>
                <a:lnTo>
                  <a:pt x="2187388" y="1362285"/>
                </a:lnTo>
                <a:lnTo>
                  <a:pt x="2189626" y="1362694"/>
                </a:lnTo>
                <a:lnTo>
                  <a:pt x="2191236" y="1363180"/>
                </a:lnTo>
                <a:lnTo>
                  <a:pt x="2192217" y="1363751"/>
                </a:lnTo>
                <a:lnTo>
                  <a:pt x="2194598" y="1364418"/>
                </a:lnTo>
                <a:lnTo>
                  <a:pt x="2198380" y="1365190"/>
                </a:lnTo>
                <a:lnTo>
                  <a:pt x="2201847" y="1367085"/>
                </a:lnTo>
                <a:lnTo>
                  <a:pt x="2204990" y="1370095"/>
                </a:lnTo>
                <a:lnTo>
                  <a:pt x="2207371" y="1372753"/>
                </a:lnTo>
                <a:lnTo>
                  <a:pt x="2208990" y="1375067"/>
                </a:lnTo>
                <a:lnTo>
                  <a:pt x="2210924" y="1377448"/>
                </a:lnTo>
                <a:lnTo>
                  <a:pt x="2213172" y="1379896"/>
                </a:lnTo>
                <a:lnTo>
                  <a:pt x="2214334" y="1382278"/>
                </a:lnTo>
                <a:lnTo>
                  <a:pt x="2214391" y="1384592"/>
                </a:lnTo>
                <a:lnTo>
                  <a:pt x="2215182" y="1386973"/>
                </a:lnTo>
                <a:lnTo>
                  <a:pt x="2216687" y="1389421"/>
                </a:lnTo>
                <a:lnTo>
                  <a:pt x="2217401" y="1392517"/>
                </a:lnTo>
                <a:lnTo>
                  <a:pt x="2217315" y="1396260"/>
                </a:lnTo>
                <a:lnTo>
                  <a:pt x="2217315" y="1398641"/>
                </a:lnTo>
                <a:lnTo>
                  <a:pt x="2217401" y="1399661"/>
                </a:lnTo>
                <a:lnTo>
                  <a:pt x="2217420" y="1402070"/>
                </a:lnTo>
                <a:lnTo>
                  <a:pt x="2217382" y="1405852"/>
                </a:lnTo>
                <a:lnTo>
                  <a:pt x="2217372" y="1408233"/>
                </a:lnTo>
                <a:lnTo>
                  <a:pt x="2217391" y="1409214"/>
                </a:lnTo>
                <a:lnTo>
                  <a:pt x="2217401" y="1411605"/>
                </a:lnTo>
                <a:lnTo>
                  <a:pt x="2217401" y="1415405"/>
                </a:lnTo>
                <a:lnTo>
                  <a:pt x="2217391" y="1417787"/>
                </a:lnTo>
                <a:lnTo>
                  <a:pt x="2217363" y="1418749"/>
                </a:lnTo>
                <a:lnTo>
                  <a:pt x="2217344" y="1421111"/>
                </a:lnTo>
                <a:lnTo>
                  <a:pt x="2217344" y="1424883"/>
                </a:lnTo>
                <a:lnTo>
                  <a:pt x="2217391" y="1427264"/>
                </a:lnTo>
                <a:lnTo>
                  <a:pt x="2217487" y="1428255"/>
                </a:lnTo>
                <a:lnTo>
                  <a:pt x="2217572" y="1430722"/>
                </a:lnTo>
                <a:lnTo>
                  <a:pt x="2217649" y="1434656"/>
                </a:lnTo>
                <a:lnTo>
                  <a:pt x="2217696" y="1437037"/>
                </a:lnTo>
                <a:lnTo>
                  <a:pt x="2217734" y="1437865"/>
                </a:lnTo>
                <a:lnTo>
                  <a:pt x="2217772" y="1440285"/>
                </a:lnTo>
                <a:lnTo>
                  <a:pt x="2217801" y="1444295"/>
                </a:lnTo>
                <a:lnTo>
                  <a:pt x="2217820" y="1446676"/>
                </a:lnTo>
                <a:lnTo>
                  <a:pt x="2217820" y="1447429"/>
                </a:lnTo>
                <a:lnTo>
                  <a:pt x="2217934" y="1449915"/>
                </a:lnTo>
                <a:lnTo>
                  <a:pt x="2218153" y="1454153"/>
                </a:lnTo>
                <a:lnTo>
                  <a:pt x="2218268" y="1456534"/>
                </a:lnTo>
                <a:lnTo>
                  <a:pt x="2218268" y="1457058"/>
                </a:lnTo>
                <a:lnTo>
                  <a:pt x="2218172" y="1459344"/>
                </a:lnTo>
                <a:lnTo>
                  <a:pt x="2217982" y="1463392"/>
                </a:lnTo>
                <a:lnTo>
                  <a:pt x="2216944" y="1465774"/>
                </a:lnTo>
                <a:lnTo>
                  <a:pt x="2215048" y="1466488"/>
                </a:lnTo>
                <a:lnTo>
                  <a:pt x="2214039" y="1467860"/>
                </a:lnTo>
                <a:lnTo>
                  <a:pt x="2213905" y="1469879"/>
                </a:lnTo>
                <a:lnTo>
                  <a:pt x="2212829" y="1470927"/>
                </a:lnTo>
                <a:lnTo>
                  <a:pt x="2210810" y="1470984"/>
                </a:lnTo>
                <a:lnTo>
                  <a:pt x="2208286" y="1469974"/>
                </a:lnTo>
                <a:lnTo>
                  <a:pt x="2205257" y="1467888"/>
                </a:lnTo>
                <a:lnTo>
                  <a:pt x="2202875" y="1466679"/>
                </a:lnTo>
                <a:lnTo>
                  <a:pt x="2201142" y="1466326"/>
                </a:lnTo>
                <a:lnTo>
                  <a:pt x="2200065" y="1466117"/>
                </a:lnTo>
                <a:lnTo>
                  <a:pt x="2199656" y="1466050"/>
                </a:lnTo>
                <a:lnTo>
                  <a:pt x="2197275" y="1465812"/>
                </a:lnTo>
                <a:lnTo>
                  <a:pt x="2192922" y="1465383"/>
                </a:lnTo>
                <a:lnTo>
                  <a:pt x="2190359" y="1465193"/>
                </a:lnTo>
                <a:lnTo>
                  <a:pt x="2189569" y="1465250"/>
                </a:lnTo>
                <a:lnTo>
                  <a:pt x="2188378" y="1465669"/>
                </a:lnTo>
                <a:lnTo>
                  <a:pt x="2186788" y="1466459"/>
                </a:lnTo>
                <a:lnTo>
                  <a:pt x="2185816" y="1467869"/>
                </a:lnTo>
                <a:lnTo>
                  <a:pt x="2185473" y="1469908"/>
                </a:lnTo>
                <a:lnTo>
                  <a:pt x="2184283" y="1471070"/>
                </a:lnTo>
                <a:lnTo>
                  <a:pt x="2182244" y="1471346"/>
                </a:lnTo>
                <a:lnTo>
                  <a:pt x="2180511" y="1471984"/>
                </a:lnTo>
                <a:lnTo>
                  <a:pt x="2179072" y="1472994"/>
                </a:lnTo>
                <a:lnTo>
                  <a:pt x="2176691" y="1473527"/>
                </a:lnTo>
                <a:lnTo>
                  <a:pt x="2173367" y="1473584"/>
                </a:lnTo>
                <a:lnTo>
                  <a:pt x="2170976" y="1473575"/>
                </a:lnTo>
                <a:lnTo>
                  <a:pt x="2169519" y="1473508"/>
                </a:lnTo>
                <a:lnTo>
                  <a:pt x="2167138" y="1473470"/>
                </a:lnTo>
                <a:lnTo>
                  <a:pt x="2163832" y="1473470"/>
                </a:lnTo>
                <a:lnTo>
                  <a:pt x="2160946" y="1472975"/>
                </a:lnTo>
                <a:lnTo>
                  <a:pt x="2158498" y="1471974"/>
                </a:lnTo>
                <a:lnTo>
                  <a:pt x="2156117" y="1471479"/>
                </a:lnTo>
                <a:lnTo>
                  <a:pt x="2153803" y="1471479"/>
                </a:lnTo>
                <a:lnTo>
                  <a:pt x="2151202" y="1470317"/>
                </a:lnTo>
                <a:lnTo>
                  <a:pt x="2148316" y="1468003"/>
                </a:lnTo>
                <a:lnTo>
                  <a:pt x="2145935" y="1466545"/>
                </a:lnTo>
                <a:lnTo>
                  <a:pt x="2144058" y="1465945"/>
                </a:lnTo>
                <a:lnTo>
                  <a:pt x="2140829" y="1463564"/>
                </a:lnTo>
                <a:lnTo>
                  <a:pt x="2136248" y="1459401"/>
                </a:lnTo>
                <a:lnTo>
                  <a:pt x="2133867" y="1457163"/>
                </a:lnTo>
                <a:lnTo>
                  <a:pt x="2133686" y="1456839"/>
                </a:lnTo>
                <a:lnTo>
                  <a:pt x="2131886" y="1454458"/>
                </a:lnTo>
                <a:lnTo>
                  <a:pt x="2128466" y="1450019"/>
                </a:lnTo>
                <a:lnTo>
                  <a:pt x="2126752" y="1446086"/>
                </a:lnTo>
                <a:lnTo>
                  <a:pt x="2126752" y="1442666"/>
                </a:lnTo>
                <a:lnTo>
                  <a:pt x="2126571" y="1440285"/>
                </a:lnTo>
                <a:lnTo>
                  <a:pt x="2126209" y="1438942"/>
                </a:lnTo>
                <a:lnTo>
                  <a:pt x="2126056" y="1436408"/>
                </a:lnTo>
                <a:lnTo>
                  <a:pt x="2126104" y="1432665"/>
                </a:lnTo>
                <a:lnTo>
                  <a:pt x="2126266" y="1430284"/>
                </a:lnTo>
                <a:lnTo>
                  <a:pt x="2126542" y="1429264"/>
                </a:lnTo>
                <a:lnTo>
                  <a:pt x="2126713" y="1427045"/>
                </a:lnTo>
                <a:lnTo>
                  <a:pt x="2126771" y="1423645"/>
                </a:lnTo>
                <a:lnTo>
                  <a:pt x="2128495" y="1421321"/>
                </a:lnTo>
                <a:lnTo>
                  <a:pt x="2131895" y="1420063"/>
                </a:lnTo>
                <a:lnTo>
                  <a:pt x="2133629" y="1419406"/>
                </a:lnTo>
                <a:lnTo>
                  <a:pt x="2134086" y="1417253"/>
                </a:lnTo>
                <a:lnTo>
                  <a:pt x="2134848" y="1413300"/>
                </a:lnTo>
                <a:lnTo>
                  <a:pt x="2137200" y="1410995"/>
                </a:lnTo>
                <a:lnTo>
                  <a:pt x="2141153" y="1410329"/>
                </a:lnTo>
                <a:lnTo>
                  <a:pt x="2143192" y="1409995"/>
                </a:lnTo>
                <a:lnTo>
                  <a:pt x="2144316" y="1408033"/>
                </a:lnTo>
                <a:lnTo>
                  <a:pt x="2145430" y="1404699"/>
                </a:lnTo>
                <a:lnTo>
                  <a:pt x="2147649" y="1403033"/>
                </a:lnTo>
                <a:lnTo>
                  <a:pt x="2150983" y="1403033"/>
                </a:lnTo>
                <a:lnTo>
                  <a:pt x="2153060" y="1402728"/>
                </a:lnTo>
                <a:lnTo>
                  <a:pt x="2153879" y="1402118"/>
                </a:lnTo>
                <a:lnTo>
                  <a:pt x="2156260" y="1401842"/>
                </a:lnTo>
                <a:lnTo>
                  <a:pt x="2160203" y="1401918"/>
                </a:lnTo>
                <a:lnTo>
                  <a:pt x="2162613" y="1401947"/>
                </a:lnTo>
                <a:lnTo>
                  <a:pt x="2163499" y="1401947"/>
                </a:lnTo>
                <a:lnTo>
                  <a:pt x="2165880" y="1401918"/>
                </a:lnTo>
                <a:lnTo>
                  <a:pt x="2169757" y="1401880"/>
                </a:lnTo>
                <a:lnTo>
                  <a:pt x="2172167" y="1401909"/>
                </a:lnTo>
                <a:lnTo>
                  <a:pt x="2173100" y="1401994"/>
                </a:lnTo>
                <a:lnTo>
                  <a:pt x="2175481" y="1402080"/>
                </a:lnTo>
                <a:lnTo>
                  <a:pt x="2179310" y="1402156"/>
                </a:lnTo>
                <a:lnTo>
                  <a:pt x="2181787" y="1402251"/>
                </a:lnTo>
                <a:lnTo>
                  <a:pt x="2182911" y="1402366"/>
                </a:lnTo>
                <a:lnTo>
                  <a:pt x="2185292" y="1402356"/>
                </a:lnTo>
                <a:lnTo>
                  <a:pt x="2188931" y="1402232"/>
                </a:lnTo>
                <a:lnTo>
                  <a:pt x="2191083" y="1402004"/>
                </a:lnTo>
                <a:lnTo>
                  <a:pt x="2191741" y="1401661"/>
                </a:lnTo>
                <a:lnTo>
                  <a:pt x="2192293" y="1401166"/>
                </a:lnTo>
                <a:lnTo>
                  <a:pt x="2192731" y="1400508"/>
                </a:lnTo>
                <a:lnTo>
                  <a:pt x="2192998" y="1398394"/>
                </a:lnTo>
                <a:lnTo>
                  <a:pt x="2193084" y="1394822"/>
                </a:lnTo>
                <a:lnTo>
                  <a:pt x="2192950" y="1392441"/>
                </a:lnTo>
                <a:lnTo>
                  <a:pt x="2192579" y="1391250"/>
                </a:lnTo>
                <a:lnTo>
                  <a:pt x="2191979" y="1390155"/>
                </a:lnTo>
                <a:lnTo>
                  <a:pt x="2191160" y="1389174"/>
                </a:lnTo>
                <a:lnTo>
                  <a:pt x="2189159" y="1387592"/>
                </a:lnTo>
                <a:lnTo>
                  <a:pt x="2185988" y="1385392"/>
                </a:lnTo>
                <a:lnTo>
                  <a:pt x="2183606" y="1384325"/>
                </a:lnTo>
                <a:lnTo>
                  <a:pt x="2182016" y="1384383"/>
                </a:lnTo>
                <a:lnTo>
                  <a:pt x="2179063" y="1383592"/>
                </a:lnTo>
                <a:lnTo>
                  <a:pt x="2174729" y="1381944"/>
                </a:lnTo>
                <a:lnTo>
                  <a:pt x="2172348" y="1381096"/>
                </a:lnTo>
                <a:lnTo>
                  <a:pt x="2171919" y="1381049"/>
                </a:lnTo>
                <a:lnTo>
                  <a:pt x="2171671" y="1381020"/>
                </a:lnTo>
                <a:lnTo>
                  <a:pt x="2170138" y="1382287"/>
                </a:lnTo>
                <a:lnTo>
                  <a:pt x="2167928" y="1384611"/>
                </a:lnTo>
                <a:lnTo>
                  <a:pt x="2165661" y="1385830"/>
                </a:lnTo>
                <a:lnTo>
                  <a:pt x="2163337" y="1385954"/>
                </a:lnTo>
                <a:lnTo>
                  <a:pt x="2161718" y="1386716"/>
                </a:lnTo>
                <a:lnTo>
                  <a:pt x="2160822" y="1388135"/>
                </a:lnTo>
                <a:lnTo>
                  <a:pt x="2158441" y="1388840"/>
                </a:lnTo>
                <a:lnTo>
                  <a:pt x="2154574" y="1388840"/>
                </a:lnTo>
                <a:lnTo>
                  <a:pt x="2152279" y="1388926"/>
                </a:lnTo>
                <a:lnTo>
                  <a:pt x="2151545" y="1389097"/>
                </a:lnTo>
                <a:lnTo>
                  <a:pt x="2149164" y="1389336"/>
                </a:lnTo>
                <a:lnTo>
                  <a:pt x="2145135" y="1389659"/>
                </a:lnTo>
                <a:lnTo>
                  <a:pt x="2140896" y="1387640"/>
                </a:lnTo>
                <a:lnTo>
                  <a:pt x="2136429" y="1383297"/>
                </a:lnTo>
                <a:lnTo>
                  <a:pt x="2134419" y="1379115"/>
                </a:lnTo>
                <a:lnTo>
                  <a:pt x="2134857" y="1375086"/>
                </a:lnTo>
                <a:lnTo>
                  <a:pt x="2135648" y="1372705"/>
                </a:lnTo>
                <a:lnTo>
                  <a:pt x="2136791" y="1371971"/>
                </a:lnTo>
                <a:lnTo>
                  <a:pt x="2137400" y="1370190"/>
                </a:lnTo>
                <a:lnTo>
                  <a:pt x="2137458" y="1367371"/>
                </a:lnTo>
                <a:lnTo>
                  <a:pt x="2138896" y="1365904"/>
                </a:lnTo>
                <a:lnTo>
                  <a:pt x="2141715" y="1365780"/>
                </a:lnTo>
                <a:lnTo>
                  <a:pt x="2143544" y="1365228"/>
                </a:lnTo>
                <a:lnTo>
                  <a:pt x="2144373" y="1364237"/>
                </a:lnTo>
                <a:lnTo>
                  <a:pt x="2146754" y="1363761"/>
                </a:lnTo>
                <a:lnTo>
                  <a:pt x="2150688" y="1363799"/>
                </a:lnTo>
                <a:lnTo>
                  <a:pt x="2153041" y="1363770"/>
                </a:lnTo>
                <a:lnTo>
                  <a:pt x="2153822" y="1363685"/>
                </a:lnTo>
                <a:lnTo>
                  <a:pt x="2156203" y="1363294"/>
                </a:lnTo>
                <a:lnTo>
                  <a:pt x="2160184" y="1362608"/>
                </a:lnTo>
                <a:lnTo>
                  <a:pt x="2162223" y="1362275"/>
                </a:lnTo>
                <a:lnTo>
                  <a:pt x="2162727" y="1362227"/>
                </a:lnTo>
                <a:lnTo>
                  <a:pt x="2163413" y="1362123"/>
                </a:lnTo>
                <a:lnTo>
                  <a:pt x="2164861" y="1361189"/>
                </a:lnTo>
                <a:lnTo>
                  <a:pt x="2167071" y="1359427"/>
                </a:lnTo>
                <a:close/>
                <a:moveTo>
                  <a:pt x="2503522" y="1360008"/>
                </a:moveTo>
                <a:lnTo>
                  <a:pt x="2504561" y="1360008"/>
                </a:lnTo>
                <a:lnTo>
                  <a:pt x="2507056" y="1360522"/>
                </a:lnTo>
                <a:lnTo>
                  <a:pt x="2511028" y="1361561"/>
                </a:lnTo>
                <a:lnTo>
                  <a:pt x="2513409" y="1362104"/>
                </a:lnTo>
                <a:lnTo>
                  <a:pt x="2514200" y="1362170"/>
                </a:lnTo>
                <a:lnTo>
                  <a:pt x="2514629" y="1362199"/>
                </a:lnTo>
                <a:lnTo>
                  <a:pt x="2517067" y="1362513"/>
                </a:lnTo>
                <a:lnTo>
                  <a:pt x="2521772" y="1363170"/>
                </a:lnTo>
                <a:lnTo>
                  <a:pt x="2524982" y="1363990"/>
                </a:lnTo>
                <a:lnTo>
                  <a:pt x="2526687" y="1364990"/>
                </a:lnTo>
                <a:lnTo>
                  <a:pt x="2529068" y="1365637"/>
                </a:lnTo>
                <a:lnTo>
                  <a:pt x="2532126" y="1365923"/>
                </a:lnTo>
                <a:lnTo>
                  <a:pt x="2535069" y="1367447"/>
                </a:lnTo>
                <a:lnTo>
                  <a:pt x="2537898" y="1370219"/>
                </a:lnTo>
                <a:lnTo>
                  <a:pt x="2540279" y="1372867"/>
                </a:lnTo>
                <a:lnTo>
                  <a:pt x="2542213" y="1375391"/>
                </a:lnTo>
                <a:lnTo>
                  <a:pt x="2544366" y="1377772"/>
                </a:lnTo>
                <a:lnTo>
                  <a:pt x="2546747" y="1380011"/>
                </a:lnTo>
                <a:lnTo>
                  <a:pt x="2547976" y="1382354"/>
                </a:lnTo>
                <a:lnTo>
                  <a:pt x="2548061" y="1384821"/>
                </a:lnTo>
                <a:lnTo>
                  <a:pt x="2548804" y="1387202"/>
                </a:lnTo>
                <a:lnTo>
                  <a:pt x="2550214" y="1389497"/>
                </a:lnTo>
                <a:lnTo>
                  <a:pt x="2551033" y="1392698"/>
                </a:lnTo>
                <a:lnTo>
                  <a:pt x="2551252" y="1396784"/>
                </a:lnTo>
                <a:lnTo>
                  <a:pt x="2551433" y="1399165"/>
                </a:lnTo>
                <a:lnTo>
                  <a:pt x="2551576" y="1399842"/>
                </a:lnTo>
                <a:lnTo>
                  <a:pt x="2551728" y="1402366"/>
                </a:lnTo>
                <a:lnTo>
                  <a:pt x="2551871" y="1406747"/>
                </a:lnTo>
                <a:lnTo>
                  <a:pt x="2551957" y="1409129"/>
                </a:lnTo>
                <a:lnTo>
                  <a:pt x="2551976" y="1409510"/>
                </a:lnTo>
                <a:lnTo>
                  <a:pt x="2552014" y="1411929"/>
                </a:lnTo>
                <a:lnTo>
                  <a:pt x="2552062" y="1416387"/>
                </a:lnTo>
                <a:lnTo>
                  <a:pt x="2552090" y="1418768"/>
                </a:lnTo>
                <a:lnTo>
                  <a:pt x="2552090" y="1419073"/>
                </a:lnTo>
                <a:lnTo>
                  <a:pt x="2552071" y="1421435"/>
                </a:lnTo>
                <a:lnTo>
                  <a:pt x="2552024" y="1425845"/>
                </a:lnTo>
                <a:lnTo>
                  <a:pt x="2551995" y="1428226"/>
                </a:lnTo>
                <a:lnTo>
                  <a:pt x="2551995" y="1428579"/>
                </a:lnTo>
                <a:lnTo>
                  <a:pt x="2551995" y="1430960"/>
                </a:lnTo>
                <a:lnTo>
                  <a:pt x="2551995" y="1435370"/>
                </a:lnTo>
                <a:lnTo>
                  <a:pt x="2551995" y="1437751"/>
                </a:lnTo>
                <a:lnTo>
                  <a:pt x="2551995" y="1438104"/>
                </a:lnTo>
                <a:lnTo>
                  <a:pt x="2551995" y="1440475"/>
                </a:lnTo>
                <a:lnTo>
                  <a:pt x="2551995" y="1444885"/>
                </a:lnTo>
                <a:lnTo>
                  <a:pt x="2551995" y="1447267"/>
                </a:lnTo>
                <a:lnTo>
                  <a:pt x="2552005" y="1447619"/>
                </a:lnTo>
                <a:lnTo>
                  <a:pt x="2552052" y="1450057"/>
                </a:lnTo>
                <a:lnTo>
                  <a:pt x="2552148" y="1454563"/>
                </a:lnTo>
                <a:lnTo>
                  <a:pt x="2552186" y="1456944"/>
                </a:lnTo>
                <a:lnTo>
                  <a:pt x="2552176" y="1457201"/>
                </a:lnTo>
                <a:lnTo>
                  <a:pt x="2552043" y="1459449"/>
                </a:lnTo>
                <a:lnTo>
                  <a:pt x="2551805" y="1463707"/>
                </a:lnTo>
                <a:lnTo>
                  <a:pt x="2550986" y="1466088"/>
                </a:lnTo>
                <a:lnTo>
                  <a:pt x="2549585" y="1466593"/>
                </a:lnTo>
                <a:lnTo>
                  <a:pt x="2548614" y="1468003"/>
                </a:lnTo>
                <a:lnTo>
                  <a:pt x="2548061" y="1470308"/>
                </a:lnTo>
                <a:lnTo>
                  <a:pt x="2546633" y="1471422"/>
                </a:lnTo>
                <a:lnTo>
                  <a:pt x="2544328" y="1471355"/>
                </a:lnTo>
                <a:lnTo>
                  <a:pt x="2541489" y="1470889"/>
                </a:lnTo>
                <a:lnTo>
                  <a:pt x="2538117" y="1470050"/>
                </a:lnTo>
                <a:lnTo>
                  <a:pt x="2535736" y="1469660"/>
                </a:lnTo>
                <a:lnTo>
                  <a:pt x="2534345" y="1469717"/>
                </a:lnTo>
                <a:lnTo>
                  <a:pt x="2532926" y="1469022"/>
                </a:lnTo>
                <a:lnTo>
                  <a:pt x="2531478" y="1467574"/>
                </a:lnTo>
                <a:lnTo>
                  <a:pt x="2530754" y="1466126"/>
                </a:lnTo>
                <a:lnTo>
                  <a:pt x="2530754" y="1464678"/>
                </a:lnTo>
                <a:lnTo>
                  <a:pt x="2529583" y="1462297"/>
                </a:lnTo>
                <a:lnTo>
                  <a:pt x="2527249" y="1458982"/>
                </a:lnTo>
                <a:lnTo>
                  <a:pt x="2526125" y="1455477"/>
                </a:lnTo>
                <a:lnTo>
                  <a:pt x="2526221" y="1451791"/>
                </a:lnTo>
                <a:lnTo>
                  <a:pt x="2526354" y="1449410"/>
                </a:lnTo>
                <a:lnTo>
                  <a:pt x="2526525" y="1448333"/>
                </a:lnTo>
                <a:lnTo>
                  <a:pt x="2526582" y="1446019"/>
                </a:lnTo>
                <a:lnTo>
                  <a:pt x="2526535" y="1442447"/>
                </a:lnTo>
                <a:lnTo>
                  <a:pt x="2526535" y="1440066"/>
                </a:lnTo>
                <a:lnTo>
                  <a:pt x="2526592" y="1438875"/>
                </a:lnTo>
                <a:lnTo>
                  <a:pt x="2526592" y="1436494"/>
                </a:lnTo>
                <a:lnTo>
                  <a:pt x="2526535" y="1432922"/>
                </a:lnTo>
                <a:lnTo>
                  <a:pt x="2526478" y="1430541"/>
                </a:lnTo>
                <a:lnTo>
                  <a:pt x="2526430" y="1429350"/>
                </a:lnTo>
                <a:lnTo>
                  <a:pt x="2526373" y="1426912"/>
                </a:lnTo>
                <a:lnTo>
                  <a:pt x="2526316" y="1423225"/>
                </a:lnTo>
                <a:lnTo>
                  <a:pt x="2526278" y="1420844"/>
                </a:lnTo>
                <a:lnTo>
                  <a:pt x="2526240" y="1419768"/>
                </a:lnTo>
                <a:lnTo>
                  <a:pt x="2526173" y="1417310"/>
                </a:lnTo>
                <a:lnTo>
                  <a:pt x="2526059" y="1413491"/>
                </a:lnTo>
                <a:lnTo>
                  <a:pt x="2525992" y="1411110"/>
                </a:lnTo>
                <a:lnTo>
                  <a:pt x="2525982" y="1410167"/>
                </a:lnTo>
                <a:lnTo>
                  <a:pt x="2525973" y="1407785"/>
                </a:lnTo>
                <a:lnTo>
                  <a:pt x="2525973" y="1403947"/>
                </a:lnTo>
                <a:lnTo>
                  <a:pt x="2525925" y="1401566"/>
                </a:lnTo>
                <a:lnTo>
                  <a:pt x="2525840" y="1400642"/>
                </a:lnTo>
                <a:lnTo>
                  <a:pt x="2525563" y="1397975"/>
                </a:lnTo>
                <a:lnTo>
                  <a:pt x="2525087" y="1393574"/>
                </a:lnTo>
                <a:lnTo>
                  <a:pt x="2524792" y="1391193"/>
                </a:lnTo>
                <a:lnTo>
                  <a:pt x="2524677" y="1390831"/>
                </a:lnTo>
                <a:lnTo>
                  <a:pt x="2524496" y="1390488"/>
                </a:lnTo>
                <a:lnTo>
                  <a:pt x="2524249" y="1390164"/>
                </a:lnTo>
                <a:lnTo>
                  <a:pt x="2523134" y="1389174"/>
                </a:lnTo>
                <a:lnTo>
                  <a:pt x="2521153" y="1387516"/>
                </a:lnTo>
                <a:lnTo>
                  <a:pt x="2518772" y="1385983"/>
                </a:lnTo>
                <a:lnTo>
                  <a:pt x="2515991" y="1384602"/>
                </a:lnTo>
                <a:lnTo>
                  <a:pt x="2512514" y="1383211"/>
                </a:lnTo>
                <a:lnTo>
                  <a:pt x="2508352" y="1381820"/>
                </a:lnTo>
                <a:lnTo>
                  <a:pt x="2505970" y="1381096"/>
                </a:lnTo>
                <a:lnTo>
                  <a:pt x="2505370" y="1381039"/>
                </a:lnTo>
                <a:lnTo>
                  <a:pt x="2505046" y="1381011"/>
                </a:lnTo>
                <a:lnTo>
                  <a:pt x="2503541" y="1382354"/>
                </a:lnTo>
                <a:lnTo>
                  <a:pt x="2501484" y="1384802"/>
                </a:lnTo>
                <a:lnTo>
                  <a:pt x="2499227" y="1386021"/>
                </a:lnTo>
                <a:lnTo>
                  <a:pt x="2496779" y="1386021"/>
                </a:lnTo>
                <a:lnTo>
                  <a:pt x="2495083" y="1386707"/>
                </a:lnTo>
                <a:lnTo>
                  <a:pt x="2494140" y="1388078"/>
                </a:lnTo>
                <a:lnTo>
                  <a:pt x="2491759" y="1388993"/>
                </a:lnTo>
                <a:lnTo>
                  <a:pt x="2487940" y="1389440"/>
                </a:lnTo>
                <a:lnTo>
                  <a:pt x="2485815" y="1389698"/>
                </a:lnTo>
                <a:lnTo>
                  <a:pt x="2485396" y="1389774"/>
                </a:lnTo>
                <a:lnTo>
                  <a:pt x="2485139" y="1390021"/>
                </a:lnTo>
                <a:lnTo>
                  <a:pt x="2485034" y="1390440"/>
                </a:lnTo>
                <a:lnTo>
                  <a:pt x="2484749" y="1392536"/>
                </a:lnTo>
                <a:lnTo>
                  <a:pt x="2484282" y="1396317"/>
                </a:lnTo>
                <a:lnTo>
                  <a:pt x="2483415" y="1398699"/>
                </a:lnTo>
                <a:lnTo>
                  <a:pt x="2482158" y="1399680"/>
                </a:lnTo>
                <a:lnTo>
                  <a:pt x="2481529" y="1401432"/>
                </a:lnTo>
                <a:lnTo>
                  <a:pt x="2481529" y="1403947"/>
                </a:lnTo>
                <a:lnTo>
                  <a:pt x="2481034" y="1406328"/>
                </a:lnTo>
                <a:lnTo>
                  <a:pt x="2480043" y="1408576"/>
                </a:lnTo>
                <a:lnTo>
                  <a:pt x="2479519" y="1410433"/>
                </a:lnTo>
                <a:lnTo>
                  <a:pt x="2479462" y="1411900"/>
                </a:lnTo>
                <a:lnTo>
                  <a:pt x="2479367" y="1414282"/>
                </a:lnTo>
                <a:lnTo>
                  <a:pt x="2479234" y="1417577"/>
                </a:lnTo>
                <a:lnTo>
                  <a:pt x="2479138" y="1419863"/>
                </a:lnTo>
                <a:lnTo>
                  <a:pt x="2479091" y="1421149"/>
                </a:lnTo>
                <a:lnTo>
                  <a:pt x="2479348" y="1423530"/>
                </a:lnTo>
                <a:lnTo>
                  <a:pt x="2479910" y="1427007"/>
                </a:lnTo>
                <a:lnTo>
                  <a:pt x="2480253" y="1429731"/>
                </a:lnTo>
                <a:lnTo>
                  <a:pt x="2480377" y="1431703"/>
                </a:lnTo>
                <a:lnTo>
                  <a:pt x="2480529" y="1434084"/>
                </a:lnTo>
                <a:lnTo>
                  <a:pt x="2480710" y="1436875"/>
                </a:lnTo>
                <a:lnTo>
                  <a:pt x="2480805" y="1439351"/>
                </a:lnTo>
                <a:lnTo>
                  <a:pt x="2480805" y="1441504"/>
                </a:lnTo>
                <a:lnTo>
                  <a:pt x="2480948" y="1443885"/>
                </a:lnTo>
                <a:lnTo>
                  <a:pt x="2481253" y="1446495"/>
                </a:lnTo>
                <a:lnTo>
                  <a:pt x="2481367" y="1448991"/>
                </a:lnTo>
                <a:lnTo>
                  <a:pt x="2481301" y="1451372"/>
                </a:lnTo>
                <a:lnTo>
                  <a:pt x="2481291" y="1453753"/>
                </a:lnTo>
                <a:lnTo>
                  <a:pt x="2481358" y="1456134"/>
                </a:lnTo>
                <a:lnTo>
                  <a:pt x="2481463" y="1458620"/>
                </a:lnTo>
                <a:lnTo>
                  <a:pt x="2481605" y="1461202"/>
                </a:lnTo>
                <a:lnTo>
                  <a:pt x="2480377" y="1463011"/>
                </a:lnTo>
                <a:lnTo>
                  <a:pt x="2477795" y="1464050"/>
                </a:lnTo>
                <a:lnTo>
                  <a:pt x="2476338" y="1464974"/>
                </a:lnTo>
                <a:lnTo>
                  <a:pt x="2476014" y="1465793"/>
                </a:lnTo>
                <a:lnTo>
                  <a:pt x="2475062" y="1466364"/>
                </a:lnTo>
                <a:lnTo>
                  <a:pt x="2473481" y="1466688"/>
                </a:lnTo>
                <a:lnTo>
                  <a:pt x="2472090" y="1467679"/>
                </a:lnTo>
                <a:lnTo>
                  <a:pt x="2470880" y="1469327"/>
                </a:lnTo>
                <a:lnTo>
                  <a:pt x="2469452" y="1470146"/>
                </a:lnTo>
                <a:lnTo>
                  <a:pt x="2467804" y="1470146"/>
                </a:lnTo>
                <a:lnTo>
                  <a:pt x="2465899" y="1469327"/>
                </a:lnTo>
                <a:lnTo>
                  <a:pt x="2463765" y="1467679"/>
                </a:lnTo>
                <a:lnTo>
                  <a:pt x="2461384" y="1465212"/>
                </a:lnTo>
                <a:lnTo>
                  <a:pt x="2458755" y="1461935"/>
                </a:lnTo>
                <a:lnTo>
                  <a:pt x="2456936" y="1459554"/>
                </a:lnTo>
                <a:lnTo>
                  <a:pt x="2455897" y="1458068"/>
                </a:lnTo>
                <a:lnTo>
                  <a:pt x="2455402" y="1456830"/>
                </a:lnTo>
                <a:lnTo>
                  <a:pt x="2455440" y="1455839"/>
                </a:lnTo>
                <a:lnTo>
                  <a:pt x="2455640" y="1453458"/>
                </a:lnTo>
                <a:lnTo>
                  <a:pt x="2455983" y="1449686"/>
                </a:lnTo>
                <a:lnTo>
                  <a:pt x="2456155" y="1447476"/>
                </a:lnTo>
                <a:lnTo>
                  <a:pt x="2456155" y="1446828"/>
                </a:lnTo>
                <a:lnTo>
                  <a:pt x="2456355" y="1444447"/>
                </a:lnTo>
                <a:lnTo>
                  <a:pt x="2456764" y="1440332"/>
                </a:lnTo>
                <a:lnTo>
                  <a:pt x="2456974" y="1438161"/>
                </a:lnTo>
                <a:lnTo>
                  <a:pt x="2456974" y="1437913"/>
                </a:lnTo>
                <a:lnTo>
                  <a:pt x="2456974" y="1435532"/>
                </a:lnTo>
                <a:lnTo>
                  <a:pt x="2456974" y="1431017"/>
                </a:lnTo>
                <a:lnTo>
                  <a:pt x="2456964" y="1428626"/>
                </a:lnTo>
                <a:lnTo>
                  <a:pt x="2456955" y="1428379"/>
                </a:lnTo>
                <a:lnTo>
                  <a:pt x="2456736" y="1425997"/>
                </a:lnTo>
                <a:lnTo>
                  <a:pt x="2456307" y="1421482"/>
                </a:lnTo>
                <a:lnTo>
                  <a:pt x="2456088" y="1418882"/>
                </a:lnTo>
                <a:lnTo>
                  <a:pt x="2456088" y="1418206"/>
                </a:lnTo>
                <a:lnTo>
                  <a:pt x="2456088" y="1415825"/>
                </a:lnTo>
                <a:lnTo>
                  <a:pt x="2456088" y="1411738"/>
                </a:lnTo>
                <a:lnTo>
                  <a:pt x="2456088" y="1409357"/>
                </a:lnTo>
                <a:lnTo>
                  <a:pt x="2456088" y="1408681"/>
                </a:lnTo>
                <a:lnTo>
                  <a:pt x="2456431" y="1406300"/>
                </a:lnTo>
                <a:lnTo>
                  <a:pt x="2457107" y="1402213"/>
                </a:lnTo>
                <a:lnTo>
                  <a:pt x="2457498" y="1397841"/>
                </a:lnTo>
                <a:lnTo>
                  <a:pt x="2457593" y="1393174"/>
                </a:lnTo>
                <a:lnTo>
                  <a:pt x="2457641" y="1390793"/>
                </a:lnTo>
                <a:lnTo>
                  <a:pt x="2457593" y="1389059"/>
                </a:lnTo>
                <a:lnTo>
                  <a:pt x="2457498" y="1385888"/>
                </a:lnTo>
                <a:lnTo>
                  <a:pt x="2457326" y="1383506"/>
                </a:lnTo>
                <a:lnTo>
                  <a:pt x="2457079" y="1381916"/>
                </a:lnTo>
                <a:lnTo>
                  <a:pt x="2456945" y="1381001"/>
                </a:lnTo>
                <a:lnTo>
                  <a:pt x="2456945" y="1380754"/>
                </a:lnTo>
                <a:lnTo>
                  <a:pt x="2456945" y="1378372"/>
                </a:lnTo>
                <a:lnTo>
                  <a:pt x="2456945" y="1373857"/>
                </a:lnTo>
                <a:lnTo>
                  <a:pt x="2456945" y="1371467"/>
                </a:lnTo>
                <a:lnTo>
                  <a:pt x="2456926" y="1371200"/>
                </a:lnTo>
                <a:lnTo>
                  <a:pt x="2457317" y="1371019"/>
                </a:lnTo>
                <a:lnTo>
                  <a:pt x="2457841" y="1369162"/>
                </a:lnTo>
                <a:lnTo>
                  <a:pt x="2458631" y="1365485"/>
                </a:lnTo>
                <a:lnTo>
                  <a:pt x="2461012" y="1363370"/>
                </a:lnTo>
                <a:lnTo>
                  <a:pt x="2464984" y="1362827"/>
                </a:lnTo>
                <a:lnTo>
                  <a:pt x="2467508" y="1362961"/>
                </a:lnTo>
                <a:lnTo>
                  <a:pt x="2468566" y="1363780"/>
                </a:lnTo>
                <a:lnTo>
                  <a:pt x="2470947" y="1365066"/>
                </a:lnTo>
                <a:lnTo>
                  <a:pt x="2474652" y="1366809"/>
                </a:lnTo>
                <a:lnTo>
                  <a:pt x="2477252" y="1367038"/>
                </a:lnTo>
                <a:lnTo>
                  <a:pt x="2478767" y="1365742"/>
                </a:lnTo>
                <a:lnTo>
                  <a:pt x="2481148" y="1365047"/>
                </a:lnTo>
                <a:lnTo>
                  <a:pt x="2484396" y="1364942"/>
                </a:lnTo>
                <a:lnTo>
                  <a:pt x="2486444" y="1364599"/>
                </a:lnTo>
                <a:lnTo>
                  <a:pt x="2487273" y="1364028"/>
                </a:lnTo>
                <a:lnTo>
                  <a:pt x="2489654" y="1363504"/>
                </a:lnTo>
                <a:lnTo>
                  <a:pt x="2493588" y="1363037"/>
                </a:lnTo>
                <a:lnTo>
                  <a:pt x="2495741" y="1362808"/>
                </a:lnTo>
                <a:lnTo>
                  <a:pt x="2496122" y="1362827"/>
                </a:lnTo>
                <a:lnTo>
                  <a:pt x="2497512" y="1362647"/>
                </a:lnTo>
                <a:lnTo>
                  <a:pt x="2499912" y="1362266"/>
                </a:lnTo>
                <a:lnTo>
                  <a:pt x="2501579" y="1361561"/>
                </a:lnTo>
                <a:lnTo>
                  <a:pt x="2502532" y="1360522"/>
                </a:lnTo>
                <a:close/>
                <a:moveTo>
                  <a:pt x="2599087" y="1360418"/>
                </a:moveTo>
                <a:lnTo>
                  <a:pt x="2599915" y="1360418"/>
                </a:lnTo>
                <a:lnTo>
                  <a:pt x="2600887" y="1360837"/>
                </a:lnTo>
                <a:lnTo>
                  <a:pt x="2602001" y="1361665"/>
                </a:lnTo>
                <a:lnTo>
                  <a:pt x="2604383" y="1362799"/>
                </a:lnTo>
                <a:lnTo>
                  <a:pt x="2608031" y="1364237"/>
                </a:lnTo>
                <a:lnTo>
                  <a:pt x="2610317" y="1364704"/>
                </a:lnTo>
                <a:lnTo>
                  <a:pt x="2611260" y="1364199"/>
                </a:lnTo>
                <a:lnTo>
                  <a:pt x="2613641" y="1363980"/>
                </a:lnTo>
                <a:lnTo>
                  <a:pt x="2617460" y="1364037"/>
                </a:lnTo>
                <a:lnTo>
                  <a:pt x="2619651" y="1363847"/>
                </a:lnTo>
                <a:lnTo>
                  <a:pt x="2620204" y="1363408"/>
                </a:lnTo>
                <a:lnTo>
                  <a:pt x="2622585" y="1362970"/>
                </a:lnTo>
                <a:lnTo>
                  <a:pt x="2626795" y="1362551"/>
                </a:lnTo>
                <a:lnTo>
                  <a:pt x="2628967" y="1362342"/>
                </a:lnTo>
                <a:lnTo>
                  <a:pt x="2629414" y="1362275"/>
                </a:lnTo>
                <a:lnTo>
                  <a:pt x="2629900" y="1362142"/>
                </a:lnTo>
                <a:lnTo>
                  <a:pt x="2631024" y="1360884"/>
                </a:lnTo>
                <a:lnTo>
                  <a:pt x="2632786" y="1358503"/>
                </a:lnTo>
                <a:lnTo>
                  <a:pt x="2634853" y="1357179"/>
                </a:lnTo>
                <a:lnTo>
                  <a:pt x="2637234" y="1356912"/>
                </a:lnTo>
                <a:lnTo>
                  <a:pt x="2639578" y="1356884"/>
                </a:lnTo>
                <a:lnTo>
                  <a:pt x="2641892" y="1357074"/>
                </a:lnTo>
                <a:lnTo>
                  <a:pt x="2644273" y="1357170"/>
                </a:lnTo>
                <a:lnTo>
                  <a:pt x="2646721" y="1357170"/>
                </a:lnTo>
                <a:lnTo>
                  <a:pt x="2650198" y="1358398"/>
                </a:lnTo>
                <a:lnTo>
                  <a:pt x="2654694" y="1360846"/>
                </a:lnTo>
                <a:lnTo>
                  <a:pt x="2657075" y="1362094"/>
                </a:lnTo>
                <a:lnTo>
                  <a:pt x="2657342" y="1362142"/>
                </a:lnTo>
                <a:lnTo>
                  <a:pt x="2660028" y="1362847"/>
                </a:lnTo>
                <a:lnTo>
                  <a:pt x="2664676" y="1363951"/>
                </a:lnTo>
                <a:lnTo>
                  <a:pt x="2668810" y="1366276"/>
                </a:lnTo>
                <a:lnTo>
                  <a:pt x="2672420" y="1369828"/>
                </a:lnTo>
                <a:lnTo>
                  <a:pt x="2674801" y="1372257"/>
                </a:lnTo>
                <a:lnTo>
                  <a:pt x="2675954" y="1373572"/>
                </a:lnTo>
                <a:lnTo>
                  <a:pt x="2678173" y="1375953"/>
                </a:lnTo>
                <a:lnTo>
                  <a:pt x="2681478" y="1379401"/>
                </a:lnTo>
                <a:lnTo>
                  <a:pt x="2683326" y="1382963"/>
                </a:lnTo>
                <a:lnTo>
                  <a:pt x="2683697" y="1386650"/>
                </a:lnTo>
                <a:lnTo>
                  <a:pt x="2684193" y="1389031"/>
                </a:lnTo>
                <a:lnTo>
                  <a:pt x="2684802" y="1390107"/>
                </a:lnTo>
                <a:lnTo>
                  <a:pt x="2685174" y="1392860"/>
                </a:lnTo>
                <a:lnTo>
                  <a:pt x="2685307" y="1397279"/>
                </a:lnTo>
                <a:lnTo>
                  <a:pt x="2685393" y="1399661"/>
                </a:lnTo>
                <a:lnTo>
                  <a:pt x="2685421" y="1400004"/>
                </a:lnTo>
                <a:lnTo>
                  <a:pt x="2685469" y="1402423"/>
                </a:lnTo>
                <a:lnTo>
                  <a:pt x="2685507" y="1406928"/>
                </a:lnTo>
                <a:lnTo>
                  <a:pt x="2685526" y="1409309"/>
                </a:lnTo>
                <a:lnTo>
                  <a:pt x="2685536" y="1409567"/>
                </a:lnTo>
                <a:lnTo>
                  <a:pt x="2685545" y="1411957"/>
                </a:lnTo>
                <a:lnTo>
                  <a:pt x="2685545" y="1416463"/>
                </a:lnTo>
                <a:lnTo>
                  <a:pt x="2685545" y="1418844"/>
                </a:lnTo>
                <a:lnTo>
                  <a:pt x="2685555" y="1419101"/>
                </a:lnTo>
                <a:lnTo>
                  <a:pt x="2685517" y="1421444"/>
                </a:lnTo>
                <a:lnTo>
                  <a:pt x="2685440" y="1425883"/>
                </a:lnTo>
                <a:lnTo>
                  <a:pt x="2685402" y="1428264"/>
                </a:lnTo>
                <a:lnTo>
                  <a:pt x="2685412" y="1428588"/>
                </a:lnTo>
                <a:lnTo>
                  <a:pt x="2685412" y="1430969"/>
                </a:lnTo>
                <a:lnTo>
                  <a:pt x="2685412" y="1435418"/>
                </a:lnTo>
                <a:lnTo>
                  <a:pt x="2685412" y="1437799"/>
                </a:lnTo>
                <a:lnTo>
                  <a:pt x="2685402" y="1438113"/>
                </a:lnTo>
                <a:lnTo>
                  <a:pt x="2685421" y="1440513"/>
                </a:lnTo>
                <a:lnTo>
                  <a:pt x="2685459" y="1444990"/>
                </a:lnTo>
                <a:lnTo>
                  <a:pt x="2685479" y="1447371"/>
                </a:lnTo>
                <a:lnTo>
                  <a:pt x="2685469" y="1447657"/>
                </a:lnTo>
                <a:lnTo>
                  <a:pt x="2685526" y="1450096"/>
                </a:lnTo>
                <a:lnTo>
                  <a:pt x="2685650" y="1454687"/>
                </a:lnTo>
                <a:lnTo>
                  <a:pt x="2685698" y="1457068"/>
                </a:lnTo>
                <a:lnTo>
                  <a:pt x="2685488" y="1459430"/>
                </a:lnTo>
                <a:lnTo>
                  <a:pt x="2685136" y="1463650"/>
                </a:lnTo>
                <a:lnTo>
                  <a:pt x="2684278" y="1466031"/>
                </a:lnTo>
                <a:lnTo>
                  <a:pt x="2682916" y="1466574"/>
                </a:lnTo>
                <a:lnTo>
                  <a:pt x="2682040" y="1468079"/>
                </a:lnTo>
                <a:lnTo>
                  <a:pt x="2681630" y="1470527"/>
                </a:lnTo>
                <a:lnTo>
                  <a:pt x="2680202" y="1471717"/>
                </a:lnTo>
                <a:lnTo>
                  <a:pt x="2677754" y="1471651"/>
                </a:lnTo>
                <a:lnTo>
                  <a:pt x="2674382" y="1470660"/>
                </a:lnTo>
                <a:lnTo>
                  <a:pt x="2670096" y="1468755"/>
                </a:lnTo>
                <a:lnTo>
                  <a:pt x="2667714" y="1467803"/>
                </a:lnTo>
                <a:lnTo>
                  <a:pt x="2667238" y="1467803"/>
                </a:lnTo>
                <a:lnTo>
                  <a:pt x="2666771" y="1467564"/>
                </a:lnTo>
                <a:lnTo>
                  <a:pt x="2666324" y="1467088"/>
                </a:lnTo>
                <a:lnTo>
                  <a:pt x="2666095" y="1466621"/>
                </a:lnTo>
                <a:lnTo>
                  <a:pt x="2666095" y="1466174"/>
                </a:lnTo>
                <a:lnTo>
                  <a:pt x="2664571" y="1463792"/>
                </a:lnTo>
                <a:lnTo>
                  <a:pt x="2661542" y="1459478"/>
                </a:lnTo>
                <a:lnTo>
                  <a:pt x="2659971" y="1455534"/>
                </a:lnTo>
                <a:lnTo>
                  <a:pt x="2659875" y="1451943"/>
                </a:lnTo>
                <a:lnTo>
                  <a:pt x="2659828" y="1449562"/>
                </a:lnTo>
                <a:lnTo>
                  <a:pt x="2659847" y="1448391"/>
                </a:lnTo>
                <a:lnTo>
                  <a:pt x="2659828" y="1445990"/>
                </a:lnTo>
                <a:lnTo>
                  <a:pt x="2659780" y="1442361"/>
                </a:lnTo>
                <a:lnTo>
                  <a:pt x="2659780" y="1439980"/>
                </a:lnTo>
                <a:lnTo>
                  <a:pt x="2659828" y="1438847"/>
                </a:lnTo>
                <a:lnTo>
                  <a:pt x="2659856" y="1436494"/>
                </a:lnTo>
                <a:lnTo>
                  <a:pt x="2659856" y="1432922"/>
                </a:lnTo>
                <a:lnTo>
                  <a:pt x="2659828" y="1430541"/>
                </a:lnTo>
                <a:lnTo>
                  <a:pt x="2659780" y="1429350"/>
                </a:lnTo>
                <a:lnTo>
                  <a:pt x="2659723" y="1426912"/>
                </a:lnTo>
                <a:lnTo>
                  <a:pt x="2659666" y="1423225"/>
                </a:lnTo>
                <a:lnTo>
                  <a:pt x="2659618" y="1420844"/>
                </a:lnTo>
                <a:lnTo>
                  <a:pt x="2659571" y="1419768"/>
                </a:lnTo>
                <a:lnTo>
                  <a:pt x="2659523" y="1417330"/>
                </a:lnTo>
                <a:lnTo>
                  <a:pt x="2659466" y="1413548"/>
                </a:lnTo>
                <a:lnTo>
                  <a:pt x="2659456" y="1411167"/>
                </a:lnTo>
                <a:lnTo>
                  <a:pt x="2659504" y="1410186"/>
                </a:lnTo>
                <a:lnTo>
                  <a:pt x="2659466" y="1407776"/>
                </a:lnTo>
                <a:lnTo>
                  <a:pt x="2659351" y="1403918"/>
                </a:lnTo>
                <a:lnTo>
                  <a:pt x="2659275" y="1401537"/>
                </a:lnTo>
                <a:lnTo>
                  <a:pt x="2659247" y="1400632"/>
                </a:lnTo>
                <a:lnTo>
                  <a:pt x="2659199" y="1398203"/>
                </a:lnTo>
                <a:lnTo>
                  <a:pt x="2659142" y="1394260"/>
                </a:lnTo>
                <a:lnTo>
                  <a:pt x="2658980" y="1391879"/>
                </a:lnTo>
                <a:lnTo>
                  <a:pt x="2658713" y="1391060"/>
                </a:lnTo>
                <a:lnTo>
                  <a:pt x="2658304" y="1390326"/>
                </a:lnTo>
                <a:lnTo>
                  <a:pt x="2657751" y="1389688"/>
                </a:lnTo>
                <a:lnTo>
                  <a:pt x="2656284" y="1388497"/>
                </a:lnTo>
                <a:lnTo>
                  <a:pt x="2653903" y="1386754"/>
                </a:lnTo>
                <a:lnTo>
                  <a:pt x="2651522" y="1385792"/>
                </a:lnTo>
                <a:lnTo>
                  <a:pt x="2649141" y="1385592"/>
                </a:lnTo>
                <a:lnTo>
                  <a:pt x="2646016" y="1384849"/>
                </a:lnTo>
                <a:lnTo>
                  <a:pt x="2642149" y="1383554"/>
                </a:lnTo>
                <a:lnTo>
                  <a:pt x="2639768" y="1382859"/>
                </a:lnTo>
                <a:lnTo>
                  <a:pt x="2638873" y="1382763"/>
                </a:lnTo>
                <a:lnTo>
                  <a:pt x="2637530" y="1383802"/>
                </a:lnTo>
                <a:lnTo>
                  <a:pt x="2635748" y="1385983"/>
                </a:lnTo>
                <a:lnTo>
                  <a:pt x="2633367" y="1387154"/>
                </a:lnTo>
                <a:lnTo>
                  <a:pt x="2630386" y="1387316"/>
                </a:lnTo>
                <a:lnTo>
                  <a:pt x="2628614" y="1387926"/>
                </a:lnTo>
                <a:lnTo>
                  <a:pt x="2628052" y="1388993"/>
                </a:lnTo>
                <a:lnTo>
                  <a:pt x="2626424" y="1389802"/>
                </a:lnTo>
                <a:lnTo>
                  <a:pt x="2623728" y="1390364"/>
                </a:lnTo>
                <a:lnTo>
                  <a:pt x="2622423" y="1391441"/>
                </a:lnTo>
                <a:lnTo>
                  <a:pt x="2622509" y="1393031"/>
                </a:lnTo>
                <a:lnTo>
                  <a:pt x="2621756" y="1393784"/>
                </a:lnTo>
                <a:lnTo>
                  <a:pt x="2620166" y="1393698"/>
                </a:lnTo>
                <a:lnTo>
                  <a:pt x="2619089" y="1395003"/>
                </a:lnTo>
                <a:lnTo>
                  <a:pt x="2618527" y="1397689"/>
                </a:lnTo>
                <a:lnTo>
                  <a:pt x="2617918" y="1399327"/>
                </a:lnTo>
                <a:lnTo>
                  <a:pt x="2617270" y="1399889"/>
                </a:lnTo>
                <a:lnTo>
                  <a:pt x="2616918" y="1401918"/>
                </a:lnTo>
                <a:lnTo>
                  <a:pt x="2616841" y="1405395"/>
                </a:lnTo>
                <a:lnTo>
                  <a:pt x="2616441" y="1407776"/>
                </a:lnTo>
                <a:lnTo>
                  <a:pt x="2615708" y="1409062"/>
                </a:lnTo>
                <a:lnTo>
                  <a:pt x="2615336" y="1411072"/>
                </a:lnTo>
                <a:lnTo>
                  <a:pt x="2615336" y="1413815"/>
                </a:lnTo>
                <a:lnTo>
                  <a:pt x="2615298" y="1416196"/>
                </a:lnTo>
                <a:lnTo>
                  <a:pt x="2615241" y="1418215"/>
                </a:lnTo>
                <a:lnTo>
                  <a:pt x="2615213" y="1420568"/>
                </a:lnTo>
                <a:lnTo>
                  <a:pt x="2615213" y="1423245"/>
                </a:lnTo>
                <a:lnTo>
                  <a:pt x="2615298" y="1425626"/>
                </a:lnTo>
                <a:lnTo>
                  <a:pt x="2615479" y="1427712"/>
                </a:lnTo>
                <a:lnTo>
                  <a:pt x="2615565" y="1430179"/>
                </a:lnTo>
                <a:lnTo>
                  <a:pt x="2615565" y="1433036"/>
                </a:lnTo>
                <a:lnTo>
                  <a:pt x="2615613" y="1435418"/>
                </a:lnTo>
                <a:lnTo>
                  <a:pt x="2615717" y="1437323"/>
                </a:lnTo>
                <a:lnTo>
                  <a:pt x="2615775" y="1439751"/>
                </a:lnTo>
                <a:lnTo>
                  <a:pt x="2615775" y="1442714"/>
                </a:lnTo>
                <a:lnTo>
                  <a:pt x="2615813" y="1445095"/>
                </a:lnTo>
                <a:lnTo>
                  <a:pt x="2615908" y="1446895"/>
                </a:lnTo>
                <a:lnTo>
                  <a:pt x="2615917" y="1449286"/>
                </a:lnTo>
                <a:lnTo>
                  <a:pt x="2615841" y="1452267"/>
                </a:lnTo>
                <a:lnTo>
                  <a:pt x="2615822" y="1454648"/>
                </a:lnTo>
                <a:lnTo>
                  <a:pt x="2615870" y="1456430"/>
                </a:lnTo>
                <a:lnTo>
                  <a:pt x="2615889" y="1458839"/>
                </a:lnTo>
                <a:lnTo>
                  <a:pt x="2615889" y="1461859"/>
                </a:lnTo>
                <a:lnTo>
                  <a:pt x="2614384" y="1464240"/>
                </a:lnTo>
                <a:lnTo>
                  <a:pt x="2611364" y="1465983"/>
                </a:lnTo>
                <a:lnTo>
                  <a:pt x="2609021" y="1468403"/>
                </a:lnTo>
                <a:lnTo>
                  <a:pt x="2607374" y="1471517"/>
                </a:lnTo>
                <a:lnTo>
                  <a:pt x="2604992" y="1473070"/>
                </a:lnTo>
                <a:lnTo>
                  <a:pt x="2601878" y="1473070"/>
                </a:lnTo>
                <a:lnTo>
                  <a:pt x="2598144" y="1471517"/>
                </a:lnTo>
                <a:lnTo>
                  <a:pt x="2593791" y="1468403"/>
                </a:lnTo>
                <a:lnTo>
                  <a:pt x="2591410" y="1466479"/>
                </a:lnTo>
                <a:lnTo>
                  <a:pt x="2591000" y="1465726"/>
                </a:lnTo>
                <a:lnTo>
                  <a:pt x="2589533" y="1463345"/>
                </a:lnTo>
                <a:lnTo>
                  <a:pt x="2586990" y="1459335"/>
                </a:lnTo>
                <a:lnTo>
                  <a:pt x="2585723" y="1456058"/>
                </a:lnTo>
                <a:lnTo>
                  <a:pt x="2585723" y="1453515"/>
                </a:lnTo>
                <a:lnTo>
                  <a:pt x="2585761" y="1451134"/>
                </a:lnTo>
                <a:lnTo>
                  <a:pt x="2585837" y="1448914"/>
                </a:lnTo>
                <a:lnTo>
                  <a:pt x="2585876" y="1446571"/>
                </a:lnTo>
                <a:lnTo>
                  <a:pt x="2585876" y="1444104"/>
                </a:lnTo>
                <a:lnTo>
                  <a:pt x="2585837" y="1441723"/>
                </a:lnTo>
                <a:lnTo>
                  <a:pt x="2585761" y="1439428"/>
                </a:lnTo>
                <a:lnTo>
                  <a:pt x="2585723" y="1437008"/>
                </a:lnTo>
                <a:lnTo>
                  <a:pt x="2585723" y="1434465"/>
                </a:lnTo>
                <a:lnTo>
                  <a:pt x="2585723" y="1432084"/>
                </a:lnTo>
                <a:lnTo>
                  <a:pt x="2585723" y="1429864"/>
                </a:lnTo>
                <a:lnTo>
                  <a:pt x="2585676" y="1427436"/>
                </a:lnTo>
                <a:lnTo>
                  <a:pt x="2585590" y="1424807"/>
                </a:lnTo>
                <a:lnTo>
                  <a:pt x="2585476" y="1422425"/>
                </a:lnTo>
                <a:lnTo>
                  <a:pt x="2585342" y="1420292"/>
                </a:lnTo>
                <a:lnTo>
                  <a:pt x="2585266" y="1417844"/>
                </a:lnTo>
                <a:lnTo>
                  <a:pt x="2585266" y="1415082"/>
                </a:lnTo>
                <a:lnTo>
                  <a:pt x="2585266" y="1412700"/>
                </a:lnTo>
                <a:lnTo>
                  <a:pt x="2585266" y="1410700"/>
                </a:lnTo>
                <a:lnTo>
                  <a:pt x="2585266" y="1408319"/>
                </a:lnTo>
                <a:lnTo>
                  <a:pt x="2585266" y="1405557"/>
                </a:lnTo>
                <a:lnTo>
                  <a:pt x="2585466" y="1403175"/>
                </a:lnTo>
                <a:lnTo>
                  <a:pt x="2585847" y="1401175"/>
                </a:lnTo>
                <a:lnTo>
                  <a:pt x="2586038" y="1398984"/>
                </a:lnTo>
                <a:lnTo>
                  <a:pt x="2586038" y="1396603"/>
                </a:lnTo>
                <a:lnTo>
                  <a:pt x="2586133" y="1394222"/>
                </a:lnTo>
                <a:lnTo>
                  <a:pt x="2586333" y="1391841"/>
                </a:lnTo>
                <a:lnTo>
                  <a:pt x="2586476" y="1389602"/>
                </a:lnTo>
                <a:lnTo>
                  <a:pt x="2586561" y="1387507"/>
                </a:lnTo>
                <a:lnTo>
                  <a:pt x="2586390" y="1385125"/>
                </a:lnTo>
                <a:lnTo>
                  <a:pt x="2585942" y="1382458"/>
                </a:lnTo>
                <a:lnTo>
                  <a:pt x="2585761" y="1379896"/>
                </a:lnTo>
                <a:lnTo>
                  <a:pt x="2585847" y="1377439"/>
                </a:lnTo>
                <a:lnTo>
                  <a:pt x="2585847" y="1375058"/>
                </a:lnTo>
                <a:lnTo>
                  <a:pt x="2585780" y="1372753"/>
                </a:lnTo>
                <a:lnTo>
                  <a:pt x="2585780" y="1370371"/>
                </a:lnTo>
                <a:lnTo>
                  <a:pt x="2585857" y="1367923"/>
                </a:lnTo>
                <a:lnTo>
                  <a:pt x="2587123" y="1366361"/>
                </a:lnTo>
                <a:lnTo>
                  <a:pt x="2589571" y="1365704"/>
                </a:lnTo>
                <a:lnTo>
                  <a:pt x="2590991" y="1364742"/>
                </a:lnTo>
                <a:lnTo>
                  <a:pt x="2591381" y="1363485"/>
                </a:lnTo>
                <a:lnTo>
                  <a:pt x="2593029" y="1362656"/>
                </a:lnTo>
                <a:lnTo>
                  <a:pt x="2595944" y="1362266"/>
                </a:lnTo>
                <a:lnTo>
                  <a:pt x="2597715" y="1361665"/>
                </a:lnTo>
                <a:lnTo>
                  <a:pt x="2598353" y="1360837"/>
                </a:lnTo>
                <a:close/>
                <a:moveTo>
                  <a:pt x="2760469" y="1359751"/>
                </a:moveTo>
                <a:lnTo>
                  <a:pt x="2761659" y="1359856"/>
                </a:lnTo>
                <a:lnTo>
                  <a:pt x="2763517" y="1359332"/>
                </a:lnTo>
                <a:lnTo>
                  <a:pt x="2766041" y="1358189"/>
                </a:lnTo>
                <a:lnTo>
                  <a:pt x="2768422" y="1357570"/>
                </a:lnTo>
                <a:lnTo>
                  <a:pt x="2770661" y="1357503"/>
                </a:lnTo>
                <a:lnTo>
                  <a:pt x="2773509" y="1357970"/>
                </a:lnTo>
                <a:lnTo>
                  <a:pt x="2776966" y="1358970"/>
                </a:lnTo>
                <a:lnTo>
                  <a:pt x="2779347" y="1359475"/>
                </a:lnTo>
                <a:lnTo>
                  <a:pt x="2780652" y="1359475"/>
                </a:lnTo>
                <a:lnTo>
                  <a:pt x="2781948" y="1360122"/>
                </a:lnTo>
                <a:lnTo>
                  <a:pt x="2783253" y="1361427"/>
                </a:lnTo>
                <a:lnTo>
                  <a:pt x="2785634" y="1362542"/>
                </a:lnTo>
                <a:lnTo>
                  <a:pt x="2789091" y="1363466"/>
                </a:lnTo>
                <a:lnTo>
                  <a:pt x="2792482" y="1365123"/>
                </a:lnTo>
                <a:lnTo>
                  <a:pt x="2795797" y="1367514"/>
                </a:lnTo>
                <a:lnTo>
                  <a:pt x="2798178" y="1368781"/>
                </a:lnTo>
                <a:lnTo>
                  <a:pt x="2799626" y="1368952"/>
                </a:lnTo>
                <a:lnTo>
                  <a:pt x="2801017" y="1369676"/>
                </a:lnTo>
                <a:lnTo>
                  <a:pt x="2802350" y="1370962"/>
                </a:lnTo>
                <a:lnTo>
                  <a:pt x="2804732" y="1373134"/>
                </a:lnTo>
                <a:lnTo>
                  <a:pt x="2808161" y="1376191"/>
                </a:lnTo>
                <a:lnTo>
                  <a:pt x="2810723" y="1378572"/>
                </a:lnTo>
                <a:lnTo>
                  <a:pt x="2812428" y="1380277"/>
                </a:lnTo>
                <a:lnTo>
                  <a:pt x="2813561" y="1382258"/>
                </a:lnTo>
                <a:lnTo>
                  <a:pt x="2814123" y="1384525"/>
                </a:lnTo>
                <a:lnTo>
                  <a:pt x="2815380" y="1386907"/>
                </a:lnTo>
                <a:lnTo>
                  <a:pt x="2817304" y="1389402"/>
                </a:lnTo>
                <a:lnTo>
                  <a:pt x="2818552" y="1391622"/>
                </a:lnTo>
                <a:lnTo>
                  <a:pt x="2819114" y="1393565"/>
                </a:lnTo>
                <a:lnTo>
                  <a:pt x="2820524" y="1395946"/>
                </a:lnTo>
                <a:lnTo>
                  <a:pt x="2822762" y="1398765"/>
                </a:lnTo>
                <a:lnTo>
                  <a:pt x="2823886" y="1401299"/>
                </a:lnTo>
                <a:lnTo>
                  <a:pt x="2823886" y="1403537"/>
                </a:lnTo>
                <a:lnTo>
                  <a:pt x="2824382" y="1405919"/>
                </a:lnTo>
                <a:lnTo>
                  <a:pt x="2825372" y="1408443"/>
                </a:lnTo>
                <a:lnTo>
                  <a:pt x="2825867" y="1411319"/>
                </a:lnTo>
                <a:lnTo>
                  <a:pt x="2825867" y="1414548"/>
                </a:lnTo>
                <a:lnTo>
                  <a:pt x="2825887" y="1416929"/>
                </a:lnTo>
                <a:lnTo>
                  <a:pt x="2825944" y="1418463"/>
                </a:lnTo>
                <a:lnTo>
                  <a:pt x="2825972" y="1420863"/>
                </a:lnTo>
                <a:lnTo>
                  <a:pt x="2825972" y="1424149"/>
                </a:lnTo>
                <a:lnTo>
                  <a:pt x="2825715" y="1426531"/>
                </a:lnTo>
                <a:lnTo>
                  <a:pt x="2825191" y="1428007"/>
                </a:lnTo>
                <a:lnTo>
                  <a:pt x="2824934" y="1430131"/>
                </a:lnTo>
                <a:lnTo>
                  <a:pt x="2824934" y="1432903"/>
                </a:lnTo>
                <a:lnTo>
                  <a:pt x="2823553" y="1435113"/>
                </a:lnTo>
                <a:lnTo>
                  <a:pt x="2820781" y="1436751"/>
                </a:lnTo>
                <a:lnTo>
                  <a:pt x="2819352" y="1437704"/>
                </a:lnTo>
                <a:lnTo>
                  <a:pt x="2819267" y="1437961"/>
                </a:lnTo>
                <a:lnTo>
                  <a:pt x="2818905" y="1440304"/>
                </a:lnTo>
                <a:lnTo>
                  <a:pt x="2818286" y="1444342"/>
                </a:lnTo>
                <a:lnTo>
                  <a:pt x="2817524" y="1446724"/>
                </a:lnTo>
                <a:lnTo>
                  <a:pt x="2816619" y="1447448"/>
                </a:lnTo>
                <a:lnTo>
                  <a:pt x="2816104" y="1449314"/>
                </a:lnTo>
                <a:lnTo>
                  <a:pt x="2815990" y="1452343"/>
                </a:lnTo>
                <a:lnTo>
                  <a:pt x="2814418" y="1453915"/>
                </a:lnTo>
                <a:lnTo>
                  <a:pt x="2811389" y="1454029"/>
                </a:lnTo>
                <a:lnTo>
                  <a:pt x="2809475" y="1454496"/>
                </a:lnTo>
                <a:lnTo>
                  <a:pt x="2808675" y="1455315"/>
                </a:lnTo>
                <a:lnTo>
                  <a:pt x="2807818" y="1456125"/>
                </a:lnTo>
                <a:lnTo>
                  <a:pt x="2806903" y="1456925"/>
                </a:lnTo>
                <a:lnTo>
                  <a:pt x="2806389" y="1458792"/>
                </a:lnTo>
                <a:lnTo>
                  <a:pt x="2806275" y="1461726"/>
                </a:lnTo>
                <a:lnTo>
                  <a:pt x="2804751" y="1463250"/>
                </a:lnTo>
                <a:lnTo>
                  <a:pt x="2801817" y="1463364"/>
                </a:lnTo>
                <a:lnTo>
                  <a:pt x="2799969" y="1463897"/>
                </a:lnTo>
                <a:lnTo>
                  <a:pt x="2799197" y="1464840"/>
                </a:lnTo>
                <a:lnTo>
                  <a:pt x="2796816" y="1465583"/>
                </a:lnTo>
                <a:lnTo>
                  <a:pt x="2792825" y="1466107"/>
                </a:lnTo>
                <a:lnTo>
                  <a:pt x="2790701" y="1466364"/>
                </a:lnTo>
                <a:lnTo>
                  <a:pt x="2790454" y="1466355"/>
                </a:lnTo>
                <a:lnTo>
                  <a:pt x="2790120" y="1466479"/>
                </a:lnTo>
                <a:lnTo>
                  <a:pt x="2789711" y="1466726"/>
                </a:lnTo>
                <a:lnTo>
                  <a:pt x="2788958" y="1468355"/>
                </a:lnTo>
                <a:lnTo>
                  <a:pt x="2787872" y="1471365"/>
                </a:lnTo>
                <a:lnTo>
                  <a:pt x="2785815" y="1472879"/>
                </a:lnTo>
                <a:lnTo>
                  <a:pt x="2782805" y="1472879"/>
                </a:lnTo>
                <a:lnTo>
                  <a:pt x="2780652" y="1473098"/>
                </a:lnTo>
                <a:lnTo>
                  <a:pt x="2779347" y="1473556"/>
                </a:lnTo>
                <a:lnTo>
                  <a:pt x="2776966" y="1473775"/>
                </a:lnTo>
                <a:lnTo>
                  <a:pt x="2773509" y="1473775"/>
                </a:lnTo>
                <a:lnTo>
                  <a:pt x="2770918" y="1473565"/>
                </a:lnTo>
                <a:lnTo>
                  <a:pt x="2769203" y="1473156"/>
                </a:lnTo>
                <a:lnTo>
                  <a:pt x="2766822" y="1472946"/>
                </a:lnTo>
                <a:lnTo>
                  <a:pt x="2763774" y="1472946"/>
                </a:lnTo>
                <a:lnTo>
                  <a:pt x="2760012" y="1471422"/>
                </a:lnTo>
                <a:lnTo>
                  <a:pt x="2755525" y="1468374"/>
                </a:lnTo>
                <a:lnTo>
                  <a:pt x="2753144" y="1466793"/>
                </a:lnTo>
                <a:lnTo>
                  <a:pt x="2752868" y="1466688"/>
                </a:lnTo>
                <a:lnTo>
                  <a:pt x="2752639" y="1466602"/>
                </a:lnTo>
                <a:lnTo>
                  <a:pt x="2750096" y="1466012"/>
                </a:lnTo>
                <a:lnTo>
                  <a:pt x="2745496" y="1465002"/>
                </a:lnTo>
                <a:lnTo>
                  <a:pt x="2741352" y="1462707"/>
                </a:lnTo>
                <a:lnTo>
                  <a:pt x="2737666" y="1459116"/>
                </a:lnTo>
                <a:lnTo>
                  <a:pt x="2735285" y="1456849"/>
                </a:lnTo>
                <a:lnTo>
                  <a:pt x="2734208" y="1455896"/>
                </a:lnTo>
                <a:lnTo>
                  <a:pt x="2731818" y="1453515"/>
                </a:lnTo>
                <a:lnTo>
                  <a:pt x="2728103" y="1449705"/>
                </a:lnTo>
                <a:lnTo>
                  <a:pt x="2725722" y="1446800"/>
                </a:lnTo>
                <a:lnTo>
                  <a:pt x="2724674" y="1444809"/>
                </a:lnTo>
                <a:lnTo>
                  <a:pt x="2722769" y="1442428"/>
                </a:lnTo>
                <a:lnTo>
                  <a:pt x="2719997" y="1439656"/>
                </a:lnTo>
                <a:lnTo>
                  <a:pt x="2718645" y="1436922"/>
                </a:lnTo>
                <a:lnTo>
                  <a:pt x="2718711" y="1434217"/>
                </a:lnTo>
                <a:lnTo>
                  <a:pt x="2718245" y="1431836"/>
                </a:lnTo>
                <a:lnTo>
                  <a:pt x="2717254" y="1429779"/>
                </a:lnTo>
                <a:lnTo>
                  <a:pt x="2716682" y="1426835"/>
                </a:lnTo>
                <a:lnTo>
                  <a:pt x="2716549" y="1422997"/>
                </a:lnTo>
                <a:lnTo>
                  <a:pt x="2716378" y="1420616"/>
                </a:lnTo>
                <a:lnTo>
                  <a:pt x="2716168" y="1419692"/>
                </a:lnTo>
                <a:lnTo>
                  <a:pt x="2716101" y="1417244"/>
                </a:lnTo>
                <a:lnTo>
                  <a:pt x="2716178" y="1413272"/>
                </a:lnTo>
                <a:lnTo>
                  <a:pt x="2716225" y="1410891"/>
                </a:lnTo>
                <a:lnTo>
                  <a:pt x="2716254" y="1410100"/>
                </a:lnTo>
                <a:lnTo>
                  <a:pt x="2716273" y="1407728"/>
                </a:lnTo>
                <a:lnTo>
                  <a:pt x="2716273" y="1403795"/>
                </a:lnTo>
                <a:lnTo>
                  <a:pt x="2716454" y="1401413"/>
                </a:lnTo>
                <a:lnTo>
                  <a:pt x="2716825" y="1400585"/>
                </a:lnTo>
                <a:lnTo>
                  <a:pt x="2716978" y="1398365"/>
                </a:lnTo>
                <a:lnTo>
                  <a:pt x="2716930" y="1394746"/>
                </a:lnTo>
                <a:lnTo>
                  <a:pt x="2718264" y="1392365"/>
                </a:lnTo>
                <a:lnTo>
                  <a:pt x="2720978" y="1391222"/>
                </a:lnTo>
                <a:lnTo>
                  <a:pt x="2722388" y="1390250"/>
                </a:lnTo>
                <a:lnTo>
                  <a:pt x="2722502" y="1389459"/>
                </a:lnTo>
                <a:lnTo>
                  <a:pt x="2722959" y="1388983"/>
                </a:lnTo>
                <a:lnTo>
                  <a:pt x="2723750" y="1388821"/>
                </a:lnTo>
                <a:lnTo>
                  <a:pt x="2724483" y="1387173"/>
                </a:lnTo>
                <a:lnTo>
                  <a:pt x="2725141" y="1384021"/>
                </a:lnTo>
                <a:lnTo>
                  <a:pt x="2725903" y="1382116"/>
                </a:lnTo>
                <a:lnTo>
                  <a:pt x="2726769" y="1381458"/>
                </a:lnTo>
                <a:lnTo>
                  <a:pt x="2727322" y="1379630"/>
                </a:lnTo>
                <a:lnTo>
                  <a:pt x="2727560" y="1376629"/>
                </a:lnTo>
                <a:lnTo>
                  <a:pt x="2729179" y="1374972"/>
                </a:lnTo>
                <a:lnTo>
                  <a:pt x="2732180" y="1374667"/>
                </a:lnTo>
                <a:lnTo>
                  <a:pt x="2733999" y="1374115"/>
                </a:lnTo>
                <a:lnTo>
                  <a:pt x="2734656" y="1373315"/>
                </a:lnTo>
                <a:lnTo>
                  <a:pt x="2735647" y="1372581"/>
                </a:lnTo>
                <a:lnTo>
                  <a:pt x="2736980" y="1371924"/>
                </a:lnTo>
                <a:lnTo>
                  <a:pt x="2737714" y="1370286"/>
                </a:lnTo>
                <a:lnTo>
                  <a:pt x="2737866" y="1367657"/>
                </a:lnTo>
                <a:lnTo>
                  <a:pt x="2739257" y="1366266"/>
                </a:lnTo>
                <a:lnTo>
                  <a:pt x="2741886" y="1366114"/>
                </a:lnTo>
                <a:lnTo>
                  <a:pt x="2743562" y="1365409"/>
                </a:lnTo>
                <a:lnTo>
                  <a:pt x="2744267" y="1364142"/>
                </a:lnTo>
                <a:lnTo>
                  <a:pt x="2746648" y="1363485"/>
                </a:lnTo>
                <a:lnTo>
                  <a:pt x="2750706" y="1363447"/>
                </a:lnTo>
                <a:lnTo>
                  <a:pt x="2753039" y="1363399"/>
                </a:lnTo>
                <a:lnTo>
                  <a:pt x="2753658" y="1363342"/>
                </a:lnTo>
                <a:lnTo>
                  <a:pt x="2755411" y="1363008"/>
                </a:lnTo>
                <a:lnTo>
                  <a:pt x="2758297" y="1362389"/>
                </a:lnTo>
                <a:lnTo>
                  <a:pt x="2759774" y="1361484"/>
                </a:lnTo>
                <a:lnTo>
                  <a:pt x="2759840" y="1360294"/>
                </a:lnTo>
                <a:close/>
                <a:moveTo>
                  <a:pt x="2999280" y="1360522"/>
                </a:moveTo>
                <a:lnTo>
                  <a:pt x="3000013" y="1360351"/>
                </a:lnTo>
                <a:lnTo>
                  <a:pt x="3001642" y="1359599"/>
                </a:lnTo>
                <a:lnTo>
                  <a:pt x="3004166" y="1358275"/>
                </a:lnTo>
                <a:lnTo>
                  <a:pt x="3006547" y="1357570"/>
                </a:lnTo>
                <a:lnTo>
                  <a:pt x="3008786" y="1357503"/>
                </a:lnTo>
                <a:lnTo>
                  <a:pt x="3011214" y="1357551"/>
                </a:lnTo>
                <a:lnTo>
                  <a:pt x="3013843" y="1357722"/>
                </a:lnTo>
                <a:lnTo>
                  <a:pt x="3016225" y="1357770"/>
                </a:lnTo>
                <a:lnTo>
                  <a:pt x="3018358" y="1357694"/>
                </a:lnTo>
                <a:lnTo>
                  <a:pt x="3021244" y="1358760"/>
                </a:lnTo>
                <a:lnTo>
                  <a:pt x="3024892" y="1360970"/>
                </a:lnTo>
                <a:lnTo>
                  <a:pt x="3027274" y="1362180"/>
                </a:lnTo>
                <a:lnTo>
                  <a:pt x="3028388" y="1362389"/>
                </a:lnTo>
                <a:lnTo>
                  <a:pt x="3029226" y="1362666"/>
                </a:lnTo>
                <a:lnTo>
                  <a:pt x="3029769" y="1362999"/>
                </a:lnTo>
                <a:lnTo>
                  <a:pt x="3032150" y="1363666"/>
                </a:lnTo>
                <a:lnTo>
                  <a:pt x="3036370" y="1364675"/>
                </a:lnTo>
                <a:lnTo>
                  <a:pt x="3040151" y="1366790"/>
                </a:lnTo>
                <a:lnTo>
                  <a:pt x="3043504" y="1370000"/>
                </a:lnTo>
                <a:lnTo>
                  <a:pt x="3045885" y="1372600"/>
                </a:lnTo>
                <a:lnTo>
                  <a:pt x="3047295" y="1374600"/>
                </a:lnTo>
                <a:lnTo>
                  <a:pt x="3049257" y="1376982"/>
                </a:lnTo>
                <a:lnTo>
                  <a:pt x="3051781" y="1379744"/>
                </a:lnTo>
                <a:lnTo>
                  <a:pt x="3053077" y="1382420"/>
                </a:lnTo>
                <a:lnTo>
                  <a:pt x="3053153" y="1385021"/>
                </a:lnTo>
                <a:lnTo>
                  <a:pt x="3053877" y="1387402"/>
                </a:lnTo>
                <a:lnTo>
                  <a:pt x="3055249" y="1389564"/>
                </a:lnTo>
                <a:lnTo>
                  <a:pt x="3056011" y="1392707"/>
                </a:lnTo>
                <a:lnTo>
                  <a:pt x="3056144" y="1396813"/>
                </a:lnTo>
                <a:lnTo>
                  <a:pt x="3056268" y="1399194"/>
                </a:lnTo>
                <a:lnTo>
                  <a:pt x="3056392" y="1399851"/>
                </a:lnTo>
                <a:lnTo>
                  <a:pt x="3056430" y="1402271"/>
                </a:lnTo>
                <a:lnTo>
                  <a:pt x="3056392" y="1406452"/>
                </a:lnTo>
                <a:lnTo>
                  <a:pt x="3056363" y="1408833"/>
                </a:lnTo>
                <a:lnTo>
                  <a:pt x="3056353" y="1409414"/>
                </a:lnTo>
                <a:lnTo>
                  <a:pt x="3056249" y="1411691"/>
                </a:lnTo>
                <a:lnTo>
                  <a:pt x="3056058" y="1415672"/>
                </a:lnTo>
                <a:lnTo>
                  <a:pt x="3055934" y="1418053"/>
                </a:lnTo>
                <a:lnTo>
                  <a:pt x="3055858" y="1418834"/>
                </a:lnTo>
                <a:lnTo>
                  <a:pt x="3055830" y="1421178"/>
                </a:lnTo>
                <a:lnTo>
                  <a:pt x="3055830" y="1425092"/>
                </a:lnTo>
                <a:lnTo>
                  <a:pt x="3055858" y="1427474"/>
                </a:lnTo>
                <a:lnTo>
                  <a:pt x="3055906" y="1428321"/>
                </a:lnTo>
                <a:lnTo>
                  <a:pt x="3056030" y="1430826"/>
                </a:lnTo>
                <a:lnTo>
                  <a:pt x="3056230" y="1434989"/>
                </a:lnTo>
                <a:lnTo>
                  <a:pt x="3056315" y="1437370"/>
                </a:lnTo>
                <a:lnTo>
                  <a:pt x="3056296" y="1437970"/>
                </a:lnTo>
                <a:lnTo>
                  <a:pt x="3056268" y="1440323"/>
                </a:lnTo>
                <a:lnTo>
                  <a:pt x="3056230" y="1444428"/>
                </a:lnTo>
                <a:lnTo>
                  <a:pt x="3056201" y="1446809"/>
                </a:lnTo>
                <a:lnTo>
                  <a:pt x="3056182" y="1447467"/>
                </a:lnTo>
                <a:lnTo>
                  <a:pt x="3056268" y="1449934"/>
                </a:lnTo>
                <a:lnTo>
                  <a:pt x="3056439" y="1454191"/>
                </a:lnTo>
                <a:lnTo>
                  <a:pt x="3056544" y="1456573"/>
                </a:lnTo>
                <a:lnTo>
                  <a:pt x="3056573" y="1457077"/>
                </a:lnTo>
                <a:lnTo>
                  <a:pt x="3056506" y="1459392"/>
                </a:lnTo>
                <a:lnTo>
                  <a:pt x="3056344" y="1463526"/>
                </a:lnTo>
                <a:lnTo>
                  <a:pt x="3055391" y="1465907"/>
                </a:lnTo>
                <a:lnTo>
                  <a:pt x="3053639" y="1466536"/>
                </a:lnTo>
                <a:lnTo>
                  <a:pt x="3052610" y="1467888"/>
                </a:lnTo>
                <a:lnTo>
                  <a:pt x="3052315" y="1469974"/>
                </a:lnTo>
                <a:lnTo>
                  <a:pt x="3051124" y="1471022"/>
                </a:lnTo>
                <a:lnTo>
                  <a:pt x="3049038" y="1471022"/>
                </a:lnTo>
                <a:lnTo>
                  <a:pt x="3045857" y="1470212"/>
                </a:lnTo>
                <a:lnTo>
                  <a:pt x="3041571" y="1468603"/>
                </a:lnTo>
                <a:lnTo>
                  <a:pt x="3039189" y="1467803"/>
                </a:lnTo>
                <a:lnTo>
                  <a:pt x="3038713" y="1467803"/>
                </a:lnTo>
                <a:lnTo>
                  <a:pt x="3038161" y="1467564"/>
                </a:lnTo>
                <a:lnTo>
                  <a:pt x="3037523" y="1467088"/>
                </a:lnTo>
                <a:lnTo>
                  <a:pt x="3035141" y="1466545"/>
                </a:lnTo>
                <a:lnTo>
                  <a:pt x="3031017" y="1465926"/>
                </a:lnTo>
                <a:lnTo>
                  <a:pt x="3028655" y="1465631"/>
                </a:lnTo>
                <a:lnTo>
                  <a:pt x="3028064" y="1465659"/>
                </a:lnTo>
                <a:lnTo>
                  <a:pt x="3027131" y="1465964"/>
                </a:lnTo>
                <a:lnTo>
                  <a:pt x="3025845" y="1466555"/>
                </a:lnTo>
                <a:lnTo>
                  <a:pt x="3024892" y="1467983"/>
                </a:lnTo>
                <a:lnTo>
                  <a:pt x="3024273" y="1470250"/>
                </a:lnTo>
                <a:lnTo>
                  <a:pt x="3022825" y="1471470"/>
                </a:lnTo>
                <a:lnTo>
                  <a:pt x="3020558" y="1471651"/>
                </a:lnTo>
                <a:lnTo>
                  <a:pt x="3018768" y="1472241"/>
                </a:lnTo>
                <a:lnTo>
                  <a:pt x="3017453" y="1473251"/>
                </a:lnTo>
                <a:lnTo>
                  <a:pt x="3015072" y="1473803"/>
                </a:lnTo>
                <a:lnTo>
                  <a:pt x="3011624" y="1473908"/>
                </a:lnTo>
                <a:lnTo>
                  <a:pt x="3009290" y="1473946"/>
                </a:lnTo>
                <a:lnTo>
                  <a:pt x="3008062" y="1473927"/>
                </a:lnTo>
                <a:lnTo>
                  <a:pt x="3005680" y="1473918"/>
                </a:lnTo>
                <a:lnTo>
                  <a:pt x="3002147" y="1473918"/>
                </a:lnTo>
                <a:lnTo>
                  <a:pt x="2999337" y="1473498"/>
                </a:lnTo>
                <a:lnTo>
                  <a:pt x="2997260" y="1472651"/>
                </a:lnTo>
                <a:lnTo>
                  <a:pt x="2994879" y="1472222"/>
                </a:lnTo>
                <a:lnTo>
                  <a:pt x="2992193" y="1472222"/>
                </a:lnTo>
                <a:lnTo>
                  <a:pt x="2989164" y="1470879"/>
                </a:lnTo>
                <a:lnTo>
                  <a:pt x="2985783" y="1468193"/>
                </a:lnTo>
                <a:lnTo>
                  <a:pt x="2983401" y="1466593"/>
                </a:lnTo>
                <a:lnTo>
                  <a:pt x="2982020" y="1466069"/>
                </a:lnTo>
                <a:lnTo>
                  <a:pt x="2979153" y="1463688"/>
                </a:lnTo>
                <a:lnTo>
                  <a:pt x="2974810" y="1459449"/>
                </a:lnTo>
                <a:lnTo>
                  <a:pt x="2972429" y="1456954"/>
                </a:lnTo>
                <a:lnTo>
                  <a:pt x="2972010" y="1456211"/>
                </a:lnTo>
                <a:lnTo>
                  <a:pt x="2970095" y="1453829"/>
                </a:lnTo>
                <a:lnTo>
                  <a:pt x="2966676" y="1449810"/>
                </a:lnTo>
                <a:lnTo>
                  <a:pt x="2964942" y="1446057"/>
                </a:lnTo>
                <a:lnTo>
                  <a:pt x="2964875" y="1442580"/>
                </a:lnTo>
                <a:lnTo>
                  <a:pt x="2964599" y="1440199"/>
                </a:lnTo>
                <a:lnTo>
                  <a:pt x="2964104" y="1438913"/>
                </a:lnTo>
                <a:lnTo>
                  <a:pt x="2963932" y="1436360"/>
                </a:lnTo>
                <a:lnTo>
                  <a:pt x="2964066" y="1432531"/>
                </a:lnTo>
                <a:lnTo>
                  <a:pt x="2964332" y="1430150"/>
                </a:lnTo>
                <a:lnTo>
                  <a:pt x="2964732" y="1429217"/>
                </a:lnTo>
                <a:lnTo>
                  <a:pt x="2964904" y="1427007"/>
                </a:lnTo>
                <a:lnTo>
                  <a:pt x="2964847" y="1423511"/>
                </a:lnTo>
                <a:lnTo>
                  <a:pt x="2966561" y="1421378"/>
                </a:lnTo>
                <a:lnTo>
                  <a:pt x="2970057" y="1420587"/>
                </a:lnTo>
                <a:lnTo>
                  <a:pt x="2971914" y="1420073"/>
                </a:lnTo>
                <a:lnTo>
                  <a:pt x="2972152" y="1419816"/>
                </a:lnTo>
                <a:lnTo>
                  <a:pt x="2972286" y="1419577"/>
                </a:lnTo>
                <a:lnTo>
                  <a:pt x="2972581" y="1417225"/>
                </a:lnTo>
                <a:lnTo>
                  <a:pt x="2973076" y="1413224"/>
                </a:lnTo>
                <a:lnTo>
                  <a:pt x="2975324" y="1410948"/>
                </a:lnTo>
                <a:lnTo>
                  <a:pt x="2979325" y="1410405"/>
                </a:lnTo>
                <a:lnTo>
                  <a:pt x="2981411" y="1410110"/>
                </a:lnTo>
                <a:lnTo>
                  <a:pt x="2981801" y="1409948"/>
                </a:lnTo>
                <a:lnTo>
                  <a:pt x="2982106" y="1409786"/>
                </a:lnTo>
                <a:lnTo>
                  <a:pt x="2982801" y="1408100"/>
                </a:lnTo>
                <a:lnTo>
                  <a:pt x="2983897" y="1404890"/>
                </a:lnTo>
                <a:lnTo>
                  <a:pt x="2986040" y="1403290"/>
                </a:lnTo>
                <a:lnTo>
                  <a:pt x="2989250" y="1403290"/>
                </a:lnTo>
                <a:lnTo>
                  <a:pt x="2991260" y="1402928"/>
                </a:lnTo>
                <a:lnTo>
                  <a:pt x="2992088" y="1402194"/>
                </a:lnTo>
                <a:lnTo>
                  <a:pt x="2994470" y="1401804"/>
                </a:lnTo>
                <a:lnTo>
                  <a:pt x="2998403" y="1401766"/>
                </a:lnTo>
                <a:lnTo>
                  <a:pt x="3000756" y="1401737"/>
                </a:lnTo>
                <a:lnTo>
                  <a:pt x="3001518" y="1401718"/>
                </a:lnTo>
                <a:lnTo>
                  <a:pt x="3003899" y="1401623"/>
                </a:lnTo>
                <a:lnTo>
                  <a:pt x="3007900" y="1401470"/>
                </a:lnTo>
                <a:lnTo>
                  <a:pt x="3010224" y="1401404"/>
                </a:lnTo>
                <a:lnTo>
                  <a:pt x="3010872" y="1401442"/>
                </a:lnTo>
                <a:lnTo>
                  <a:pt x="3013253" y="1401461"/>
                </a:lnTo>
                <a:lnTo>
                  <a:pt x="3017368" y="1401461"/>
                </a:lnTo>
                <a:lnTo>
                  <a:pt x="3019777" y="1401489"/>
                </a:lnTo>
                <a:lnTo>
                  <a:pt x="3020482" y="1401556"/>
                </a:lnTo>
                <a:lnTo>
                  <a:pt x="3022864" y="1401585"/>
                </a:lnTo>
                <a:lnTo>
                  <a:pt x="3026921" y="1401585"/>
                </a:lnTo>
                <a:lnTo>
                  <a:pt x="3029179" y="1401451"/>
                </a:lnTo>
                <a:lnTo>
                  <a:pt x="3029626" y="1401204"/>
                </a:lnTo>
                <a:lnTo>
                  <a:pt x="3029950" y="1400851"/>
                </a:lnTo>
                <a:lnTo>
                  <a:pt x="3030150" y="1400404"/>
                </a:lnTo>
                <a:lnTo>
                  <a:pt x="3030160" y="1398032"/>
                </a:lnTo>
                <a:lnTo>
                  <a:pt x="3029979" y="1393736"/>
                </a:lnTo>
                <a:lnTo>
                  <a:pt x="3029845" y="1391355"/>
                </a:lnTo>
                <a:lnTo>
                  <a:pt x="3029741" y="1390888"/>
                </a:lnTo>
                <a:lnTo>
                  <a:pt x="3029512" y="1390412"/>
                </a:lnTo>
                <a:lnTo>
                  <a:pt x="3029141" y="1389926"/>
                </a:lnTo>
                <a:lnTo>
                  <a:pt x="3028017" y="1388993"/>
                </a:lnTo>
                <a:lnTo>
                  <a:pt x="3026159" y="1387612"/>
                </a:lnTo>
                <a:lnTo>
                  <a:pt x="3023778" y="1386669"/>
                </a:lnTo>
                <a:lnTo>
                  <a:pt x="3020873" y="1386145"/>
                </a:lnTo>
                <a:lnTo>
                  <a:pt x="3017206" y="1384697"/>
                </a:lnTo>
                <a:lnTo>
                  <a:pt x="3012758" y="1382316"/>
                </a:lnTo>
                <a:lnTo>
                  <a:pt x="3010376" y="1381096"/>
                </a:lnTo>
                <a:lnTo>
                  <a:pt x="3010062" y="1381049"/>
                </a:lnTo>
                <a:lnTo>
                  <a:pt x="3009281" y="1381096"/>
                </a:lnTo>
                <a:lnTo>
                  <a:pt x="3007824" y="1382030"/>
                </a:lnTo>
                <a:lnTo>
                  <a:pt x="3005271" y="1383830"/>
                </a:lnTo>
                <a:lnTo>
                  <a:pt x="3003080" y="1384773"/>
                </a:lnTo>
                <a:lnTo>
                  <a:pt x="3001280" y="1384830"/>
                </a:lnTo>
                <a:lnTo>
                  <a:pt x="2999984" y="1385926"/>
                </a:lnTo>
                <a:lnTo>
                  <a:pt x="2999203" y="1388040"/>
                </a:lnTo>
                <a:lnTo>
                  <a:pt x="2996822" y="1389136"/>
                </a:lnTo>
                <a:lnTo>
                  <a:pt x="2992841" y="1389212"/>
                </a:lnTo>
                <a:lnTo>
                  <a:pt x="2990545" y="1389297"/>
                </a:lnTo>
                <a:lnTo>
                  <a:pt x="2989945" y="1389402"/>
                </a:lnTo>
                <a:lnTo>
                  <a:pt x="2987564" y="1389707"/>
                </a:lnTo>
                <a:lnTo>
                  <a:pt x="2983401" y="1390212"/>
                </a:lnTo>
                <a:lnTo>
                  <a:pt x="2978991" y="1388135"/>
                </a:lnTo>
                <a:lnTo>
                  <a:pt x="2974315" y="1383459"/>
                </a:lnTo>
                <a:lnTo>
                  <a:pt x="2972238" y="1379049"/>
                </a:lnTo>
                <a:lnTo>
                  <a:pt x="2972743" y="1374886"/>
                </a:lnTo>
                <a:lnTo>
                  <a:pt x="2973448" y="1372505"/>
                </a:lnTo>
                <a:lnTo>
                  <a:pt x="2974334" y="1371905"/>
                </a:lnTo>
                <a:lnTo>
                  <a:pt x="2974962" y="1370143"/>
                </a:lnTo>
                <a:lnTo>
                  <a:pt x="2975324" y="1367238"/>
                </a:lnTo>
                <a:lnTo>
                  <a:pt x="2976963" y="1365695"/>
                </a:lnTo>
                <a:lnTo>
                  <a:pt x="2979868" y="1365523"/>
                </a:lnTo>
                <a:lnTo>
                  <a:pt x="2981696" y="1364971"/>
                </a:lnTo>
                <a:lnTo>
                  <a:pt x="2982449" y="1364047"/>
                </a:lnTo>
                <a:lnTo>
                  <a:pt x="2984830" y="1363504"/>
                </a:lnTo>
                <a:lnTo>
                  <a:pt x="2988840" y="1363361"/>
                </a:lnTo>
                <a:lnTo>
                  <a:pt x="2991145" y="1363285"/>
                </a:lnTo>
                <a:lnTo>
                  <a:pt x="2991745" y="1363275"/>
                </a:lnTo>
                <a:lnTo>
                  <a:pt x="2993593" y="1362970"/>
                </a:lnTo>
                <a:lnTo>
                  <a:pt x="2996708" y="1362370"/>
                </a:lnTo>
                <a:lnTo>
                  <a:pt x="2998422" y="1361713"/>
                </a:lnTo>
                <a:lnTo>
                  <a:pt x="2998746" y="1360980"/>
                </a:lnTo>
                <a:close/>
                <a:moveTo>
                  <a:pt x="3295279" y="1361570"/>
                </a:moveTo>
                <a:lnTo>
                  <a:pt x="3295526" y="1361570"/>
                </a:lnTo>
                <a:lnTo>
                  <a:pt x="3296050" y="1361704"/>
                </a:lnTo>
                <a:lnTo>
                  <a:pt x="3296841" y="1361951"/>
                </a:lnTo>
                <a:lnTo>
                  <a:pt x="3299222" y="1362218"/>
                </a:lnTo>
                <a:lnTo>
                  <a:pt x="3303194" y="1362494"/>
                </a:lnTo>
                <a:lnTo>
                  <a:pt x="3305356" y="1362675"/>
                </a:lnTo>
                <a:lnTo>
                  <a:pt x="3305727" y="1362761"/>
                </a:lnTo>
                <a:lnTo>
                  <a:pt x="3308109" y="1363170"/>
                </a:lnTo>
                <a:lnTo>
                  <a:pt x="3312500" y="1363904"/>
                </a:lnTo>
                <a:lnTo>
                  <a:pt x="3316738" y="1365761"/>
                </a:lnTo>
                <a:lnTo>
                  <a:pt x="3320825" y="1368752"/>
                </a:lnTo>
                <a:lnTo>
                  <a:pt x="3323206" y="1370238"/>
                </a:lnTo>
                <a:lnTo>
                  <a:pt x="3323882" y="1370238"/>
                </a:lnTo>
                <a:lnTo>
                  <a:pt x="3324568" y="1370581"/>
                </a:lnTo>
                <a:lnTo>
                  <a:pt x="3325244" y="1371257"/>
                </a:lnTo>
                <a:lnTo>
                  <a:pt x="3327625" y="1373857"/>
                </a:lnTo>
                <a:lnTo>
                  <a:pt x="3331712" y="1378372"/>
                </a:lnTo>
                <a:lnTo>
                  <a:pt x="3333864" y="1380754"/>
                </a:lnTo>
                <a:lnTo>
                  <a:pt x="3334112" y="1381001"/>
                </a:lnTo>
                <a:lnTo>
                  <a:pt x="3334236" y="1381258"/>
                </a:lnTo>
                <a:lnTo>
                  <a:pt x="3334264" y="1381525"/>
                </a:lnTo>
                <a:lnTo>
                  <a:pt x="3336084" y="1383906"/>
                </a:lnTo>
                <a:lnTo>
                  <a:pt x="3339694" y="1388402"/>
                </a:lnTo>
                <a:lnTo>
                  <a:pt x="3341942" y="1392784"/>
                </a:lnTo>
                <a:lnTo>
                  <a:pt x="3342827" y="1397041"/>
                </a:lnTo>
                <a:lnTo>
                  <a:pt x="3343513" y="1399423"/>
                </a:lnTo>
                <a:lnTo>
                  <a:pt x="3343989" y="1399927"/>
                </a:lnTo>
                <a:lnTo>
                  <a:pt x="3344228" y="1400413"/>
                </a:lnTo>
                <a:lnTo>
                  <a:pt x="3344228" y="1400889"/>
                </a:lnTo>
                <a:lnTo>
                  <a:pt x="3345418" y="1403271"/>
                </a:lnTo>
                <a:lnTo>
                  <a:pt x="3347799" y="1407557"/>
                </a:lnTo>
                <a:lnTo>
                  <a:pt x="3349095" y="1411234"/>
                </a:lnTo>
                <a:lnTo>
                  <a:pt x="3349295" y="1414291"/>
                </a:lnTo>
                <a:lnTo>
                  <a:pt x="3349600" y="1416672"/>
                </a:lnTo>
                <a:lnTo>
                  <a:pt x="3350000" y="1418377"/>
                </a:lnTo>
                <a:lnTo>
                  <a:pt x="3350200" y="1420959"/>
                </a:lnTo>
                <a:lnTo>
                  <a:pt x="3350200" y="1424416"/>
                </a:lnTo>
                <a:lnTo>
                  <a:pt x="3350019" y="1426797"/>
                </a:lnTo>
                <a:lnTo>
                  <a:pt x="3349657" y="1428102"/>
                </a:lnTo>
                <a:lnTo>
                  <a:pt x="3349514" y="1430341"/>
                </a:lnTo>
                <a:lnTo>
                  <a:pt x="3349590" y="1433513"/>
                </a:lnTo>
                <a:lnTo>
                  <a:pt x="3348038" y="1435808"/>
                </a:lnTo>
                <a:lnTo>
                  <a:pt x="3344866" y="1437237"/>
                </a:lnTo>
                <a:lnTo>
                  <a:pt x="3343256" y="1438008"/>
                </a:lnTo>
                <a:lnTo>
                  <a:pt x="3342875" y="1440323"/>
                </a:lnTo>
                <a:lnTo>
                  <a:pt x="3342265" y="1444428"/>
                </a:lnTo>
                <a:lnTo>
                  <a:pt x="3341465" y="1446809"/>
                </a:lnTo>
                <a:lnTo>
                  <a:pt x="3340465" y="1447467"/>
                </a:lnTo>
                <a:lnTo>
                  <a:pt x="3339913" y="1449295"/>
                </a:lnTo>
                <a:lnTo>
                  <a:pt x="3339789" y="1452286"/>
                </a:lnTo>
                <a:lnTo>
                  <a:pt x="3338236" y="1453867"/>
                </a:lnTo>
                <a:lnTo>
                  <a:pt x="3335245" y="1454058"/>
                </a:lnTo>
                <a:lnTo>
                  <a:pt x="3333417" y="1454610"/>
                </a:lnTo>
                <a:lnTo>
                  <a:pt x="3332750" y="1455525"/>
                </a:lnTo>
                <a:lnTo>
                  <a:pt x="3331883" y="1456325"/>
                </a:lnTo>
                <a:lnTo>
                  <a:pt x="3330816" y="1456992"/>
                </a:lnTo>
                <a:lnTo>
                  <a:pt x="3330283" y="1458839"/>
                </a:lnTo>
                <a:lnTo>
                  <a:pt x="3330283" y="1461868"/>
                </a:lnTo>
                <a:lnTo>
                  <a:pt x="3328768" y="1463316"/>
                </a:lnTo>
                <a:lnTo>
                  <a:pt x="3325739" y="1463192"/>
                </a:lnTo>
                <a:lnTo>
                  <a:pt x="3323863" y="1463688"/>
                </a:lnTo>
                <a:lnTo>
                  <a:pt x="3323139" y="1464831"/>
                </a:lnTo>
                <a:lnTo>
                  <a:pt x="3320758" y="1465564"/>
                </a:lnTo>
                <a:lnTo>
                  <a:pt x="3316719" y="1465898"/>
                </a:lnTo>
                <a:lnTo>
                  <a:pt x="3314490" y="1466050"/>
                </a:lnTo>
                <a:lnTo>
                  <a:pt x="3314062" y="1466012"/>
                </a:lnTo>
                <a:lnTo>
                  <a:pt x="3313262" y="1466212"/>
                </a:lnTo>
                <a:lnTo>
                  <a:pt x="3312109" y="1466631"/>
                </a:lnTo>
                <a:lnTo>
                  <a:pt x="3311128" y="1468041"/>
                </a:lnTo>
                <a:lnTo>
                  <a:pt x="3310338" y="1470422"/>
                </a:lnTo>
                <a:lnTo>
                  <a:pt x="3308747" y="1471584"/>
                </a:lnTo>
                <a:lnTo>
                  <a:pt x="3306366" y="1471517"/>
                </a:lnTo>
                <a:lnTo>
                  <a:pt x="3304356" y="1471889"/>
                </a:lnTo>
                <a:lnTo>
                  <a:pt x="3302708" y="1472689"/>
                </a:lnTo>
                <a:lnTo>
                  <a:pt x="3300327" y="1473117"/>
                </a:lnTo>
                <a:lnTo>
                  <a:pt x="3297212" y="1473175"/>
                </a:lnTo>
                <a:lnTo>
                  <a:pt x="3294840" y="1473184"/>
                </a:lnTo>
                <a:lnTo>
                  <a:pt x="3293221" y="1473156"/>
                </a:lnTo>
                <a:lnTo>
                  <a:pt x="3290840" y="1473137"/>
                </a:lnTo>
                <a:lnTo>
                  <a:pt x="3287697" y="1473137"/>
                </a:lnTo>
                <a:lnTo>
                  <a:pt x="3284411" y="1472232"/>
                </a:lnTo>
                <a:lnTo>
                  <a:pt x="3280982" y="1470422"/>
                </a:lnTo>
                <a:lnTo>
                  <a:pt x="3278600" y="1469517"/>
                </a:lnTo>
                <a:lnTo>
                  <a:pt x="3277267" y="1469517"/>
                </a:lnTo>
                <a:lnTo>
                  <a:pt x="3275933" y="1468850"/>
                </a:lnTo>
                <a:lnTo>
                  <a:pt x="3274600" y="1467517"/>
                </a:lnTo>
                <a:lnTo>
                  <a:pt x="3272219" y="1466288"/>
                </a:lnTo>
                <a:lnTo>
                  <a:pt x="3268790" y="1465155"/>
                </a:lnTo>
                <a:lnTo>
                  <a:pt x="3265046" y="1462773"/>
                </a:lnTo>
                <a:lnTo>
                  <a:pt x="3260979" y="1459144"/>
                </a:lnTo>
                <a:lnTo>
                  <a:pt x="3258598" y="1456982"/>
                </a:lnTo>
                <a:lnTo>
                  <a:pt x="3257902" y="1456287"/>
                </a:lnTo>
                <a:lnTo>
                  <a:pt x="3255540" y="1453906"/>
                </a:lnTo>
                <a:lnTo>
                  <a:pt x="3251530" y="1449838"/>
                </a:lnTo>
                <a:lnTo>
                  <a:pt x="3249149" y="1447229"/>
                </a:lnTo>
                <a:lnTo>
                  <a:pt x="3248396" y="1446095"/>
                </a:lnTo>
                <a:lnTo>
                  <a:pt x="3246453" y="1443714"/>
                </a:lnTo>
                <a:lnTo>
                  <a:pt x="3243310" y="1440085"/>
                </a:lnTo>
                <a:lnTo>
                  <a:pt x="3241643" y="1436608"/>
                </a:lnTo>
                <a:lnTo>
                  <a:pt x="3241453" y="1433274"/>
                </a:lnTo>
                <a:lnTo>
                  <a:pt x="3241072" y="1430893"/>
                </a:lnTo>
                <a:lnTo>
                  <a:pt x="3240510" y="1429464"/>
                </a:lnTo>
                <a:lnTo>
                  <a:pt x="3240014" y="1426588"/>
                </a:lnTo>
                <a:lnTo>
                  <a:pt x="3239595" y="1422273"/>
                </a:lnTo>
                <a:lnTo>
                  <a:pt x="3239348" y="1419892"/>
                </a:lnTo>
                <a:lnTo>
                  <a:pt x="3239272" y="1419444"/>
                </a:lnTo>
                <a:lnTo>
                  <a:pt x="3239329" y="1417120"/>
                </a:lnTo>
                <a:lnTo>
                  <a:pt x="3239510" y="1412910"/>
                </a:lnTo>
                <a:lnTo>
                  <a:pt x="3239605" y="1410529"/>
                </a:lnTo>
                <a:lnTo>
                  <a:pt x="3239605" y="1409976"/>
                </a:lnTo>
                <a:lnTo>
                  <a:pt x="3239767" y="1407757"/>
                </a:lnTo>
                <a:lnTo>
                  <a:pt x="3240091" y="1403871"/>
                </a:lnTo>
                <a:lnTo>
                  <a:pt x="3240300" y="1401489"/>
                </a:lnTo>
                <a:lnTo>
                  <a:pt x="3240395" y="1400613"/>
                </a:lnTo>
                <a:lnTo>
                  <a:pt x="3240424" y="1398260"/>
                </a:lnTo>
                <a:lnTo>
                  <a:pt x="3240386" y="1394431"/>
                </a:lnTo>
                <a:lnTo>
                  <a:pt x="3240834" y="1392050"/>
                </a:lnTo>
                <a:lnTo>
                  <a:pt x="3241758" y="1391117"/>
                </a:lnTo>
                <a:lnTo>
                  <a:pt x="3242320" y="1389288"/>
                </a:lnTo>
                <a:lnTo>
                  <a:pt x="3242491" y="1386564"/>
                </a:lnTo>
                <a:lnTo>
                  <a:pt x="3243939" y="1385116"/>
                </a:lnTo>
                <a:lnTo>
                  <a:pt x="3246663" y="1384945"/>
                </a:lnTo>
                <a:lnTo>
                  <a:pt x="3248444" y="1384344"/>
                </a:lnTo>
                <a:lnTo>
                  <a:pt x="3249282" y="1383316"/>
                </a:lnTo>
                <a:lnTo>
                  <a:pt x="3250035" y="1382382"/>
                </a:lnTo>
                <a:lnTo>
                  <a:pt x="3250702" y="1381544"/>
                </a:lnTo>
                <a:lnTo>
                  <a:pt x="3251092" y="1379553"/>
                </a:lnTo>
                <a:lnTo>
                  <a:pt x="3251197" y="1376401"/>
                </a:lnTo>
                <a:lnTo>
                  <a:pt x="3252826" y="1374772"/>
                </a:lnTo>
                <a:lnTo>
                  <a:pt x="3255978" y="1374667"/>
                </a:lnTo>
                <a:lnTo>
                  <a:pt x="3257979" y="1374277"/>
                </a:lnTo>
                <a:lnTo>
                  <a:pt x="3258826" y="1373629"/>
                </a:lnTo>
                <a:lnTo>
                  <a:pt x="3259779" y="1372876"/>
                </a:lnTo>
                <a:lnTo>
                  <a:pt x="3260836" y="1372029"/>
                </a:lnTo>
                <a:lnTo>
                  <a:pt x="3261389" y="1370200"/>
                </a:lnTo>
                <a:lnTo>
                  <a:pt x="3261455" y="1367409"/>
                </a:lnTo>
                <a:lnTo>
                  <a:pt x="3262884" y="1365980"/>
                </a:lnTo>
                <a:lnTo>
                  <a:pt x="3265675" y="1365914"/>
                </a:lnTo>
                <a:lnTo>
                  <a:pt x="3267485" y="1365342"/>
                </a:lnTo>
                <a:lnTo>
                  <a:pt x="3268313" y="1364266"/>
                </a:lnTo>
                <a:lnTo>
                  <a:pt x="3270695" y="1363723"/>
                </a:lnTo>
                <a:lnTo>
                  <a:pt x="3274628" y="1363723"/>
                </a:lnTo>
                <a:lnTo>
                  <a:pt x="3277019" y="1363732"/>
                </a:lnTo>
                <a:lnTo>
                  <a:pt x="3277857" y="1363751"/>
                </a:lnTo>
                <a:lnTo>
                  <a:pt x="3280239" y="1363361"/>
                </a:lnTo>
                <a:lnTo>
                  <a:pt x="3284163" y="1362580"/>
                </a:lnTo>
                <a:lnTo>
                  <a:pt x="3286154" y="1362189"/>
                </a:lnTo>
                <a:lnTo>
                  <a:pt x="3287401" y="1362161"/>
                </a:lnTo>
                <a:lnTo>
                  <a:pt x="3289725" y="1362104"/>
                </a:lnTo>
                <a:lnTo>
                  <a:pt x="3291954" y="1361951"/>
                </a:lnTo>
                <a:lnTo>
                  <a:pt x="3294088" y="1361704"/>
                </a:lnTo>
                <a:close/>
                <a:moveTo>
                  <a:pt x="3427981" y="1360713"/>
                </a:moveTo>
                <a:lnTo>
                  <a:pt x="3428657" y="1360713"/>
                </a:lnTo>
                <a:lnTo>
                  <a:pt x="3431143" y="1360818"/>
                </a:lnTo>
                <a:lnTo>
                  <a:pt x="3435429" y="1361018"/>
                </a:lnTo>
                <a:lnTo>
                  <a:pt x="3437811" y="1361123"/>
                </a:lnTo>
                <a:lnTo>
                  <a:pt x="3438287" y="1361123"/>
                </a:lnTo>
                <a:lnTo>
                  <a:pt x="3438868" y="1361361"/>
                </a:lnTo>
                <a:lnTo>
                  <a:pt x="3439544" y="1361837"/>
                </a:lnTo>
                <a:lnTo>
                  <a:pt x="3441925" y="1362380"/>
                </a:lnTo>
                <a:lnTo>
                  <a:pt x="3446012" y="1362999"/>
                </a:lnTo>
                <a:lnTo>
                  <a:pt x="3448917" y="1363866"/>
                </a:lnTo>
                <a:lnTo>
                  <a:pt x="3450650" y="1364980"/>
                </a:lnTo>
                <a:lnTo>
                  <a:pt x="3453032" y="1365799"/>
                </a:lnTo>
                <a:lnTo>
                  <a:pt x="3456061" y="1366333"/>
                </a:lnTo>
                <a:lnTo>
                  <a:pt x="3458861" y="1367847"/>
                </a:lnTo>
                <a:lnTo>
                  <a:pt x="3461423" y="1370352"/>
                </a:lnTo>
                <a:lnTo>
                  <a:pt x="3463804" y="1373638"/>
                </a:lnTo>
                <a:lnTo>
                  <a:pt x="3466005" y="1377725"/>
                </a:lnTo>
                <a:lnTo>
                  <a:pt x="3467443" y="1380106"/>
                </a:lnTo>
                <a:lnTo>
                  <a:pt x="3468119" y="1380782"/>
                </a:lnTo>
                <a:lnTo>
                  <a:pt x="3468462" y="1381468"/>
                </a:lnTo>
                <a:lnTo>
                  <a:pt x="3468462" y="1382144"/>
                </a:lnTo>
                <a:lnTo>
                  <a:pt x="3469843" y="1384525"/>
                </a:lnTo>
                <a:lnTo>
                  <a:pt x="3472605" y="1388612"/>
                </a:lnTo>
                <a:lnTo>
                  <a:pt x="3473958" y="1392345"/>
                </a:lnTo>
                <a:lnTo>
                  <a:pt x="3473910" y="1395736"/>
                </a:lnTo>
                <a:lnTo>
                  <a:pt x="3474091" y="1398118"/>
                </a:lnTo>
                <a:lnTo>
                  <a:pt x="3474491" y="1399489"/>
                </a:lnTo>
                <a:lnTo>
                  <a:pt x="3474758" y="1402137"/>
                </a:lnTo>
                <a:lnTo>
                  <a:pt x="3474891" y="1406061"/>
                </a:lnTo>
                <a:lnTo>
                  <a:pt x="3474968" y="1408443"/>
                </a:lnTo>
                <a:lnTo>
                  <a:pt x="3475015" y="1409281"/>
                </a:lnTo>
                <a:lnTo>
                  <a:pt x="3475063" y="1411710"/>
                </a:lnTo>
                <a:lnTo>
                  <a:pt x="3475101" y="1415720"/>
                </a:lnTo>
                <a:lnTo>
                  <a:pt x="3475120" y="1418101"/>
                </a:lnTo>
                <a:lnTo>
                  <a:pt x="3475111" y="1418854"/>
                </a:lnTo>
                <a:lnTo>
                  <a:pt x="3475101" y="1421225"/>
                </a:lnTo>
                <a:lnTo>
                  <a:pt x="3475101" y="1425226"/>
                </a:lnTo>
                <a:lnTo>
                  <a:pt x="3475101" y="1427607"/>
                </a:lnTo>
                <a:lnTo>
                  <a:pt x="3475091" y="1428369"/>
                </a:lnTo>
                <a:lnTo>
                  <a:pt x="3475111" y="1430769"/>
                </a:lnTo>
                <a:lnTo>
                  <a:pt x="3475158" y="1434808"/>
                </a:lnTo>
                <a:lnTo>
                  <a:pt x="3475187" y="1437189"/>
                </a:lnTo>
                <a:lnTo>
                  <a:pt x="3475225" y="1437913"/>
                </a:lnTo>
                <a:lnTo>
                  <a:pt x="3475253" y="1440332"/>
                </a:lnTo>
                <a:lnTo>
                  <a:pt x="3475301" y="1444438"/>
                </a:lnTo>
                <a:lnTo>
                  <a:pt x="3475339" y="1446819"/>
                </a:lnTo>
                <a:lnTo>
                  <a:pt x="3475358" y="1447476"/>
                </a:lnTo>
                <a:lnTo>
                  <a:pt x="3475396" y="1449886"/>
                </a:lnTo>
                <a:lnTo>
                  <a:pt x="3475434" y="1454067"/>
                </a:lnTo>
                <a:lnTo>
                  <a:pt x="3475453" y="1456449"/>
                </a:lnTo>
                <a:lnTo>
                  <a:pt x="3475453" y="1457030"/>
                </a:lnTo>
                <a:lnTo>
                  <a:pt x="3475425" y="1459392"/>
                </a:lnTo>
                <a:lnTo>
                  <a:pt x="3475387" y="1463526"/>
                </a:lnTo>
                <a:lnTo>
                  <a:pt x="3474529" y="1465907"/>
                </a:lnTo>
                <a:lnTo>
                  <a:pt x="3472872" y="1466536"/>
                </a:lnTo>
                <a:lnTo>
                  <a:pt x="3471920" y="1467964"/>
                </a:lnTo>
                <a:lnTo>
                  <a:pt x="3471672" y="1470184"/>
                </a:lnTo>
                <a:lnTo>
                  <a:pt x="3470434" y="1471260"/>
                </a:lnTo>
                <a:lnTo>
                  <a:pt x="3468214" y="1471184"/>
                </a:lnTo>
                <a:lnTo>
                  <a:pt x="3465871" y="1471232"/>
                </a:lnTo>
                <a:lnTo>
                  <a:pt x="3463423" y="1471393"/>
                </a:lnTo>
                <a:lnTo>
                  <a:pt x="3461042" y="1471508"/>
                </a:lnTo>
                <a:lnTo>
                  <a:pt x="3458728" y="1471574"/>
                </a:lnTo>
                <a:lnTo>
                  <a:pt x="3456346" y="1470422"/>
                </a:lnTo>
                <a:lnTo>
                  <a:pt x="3453889" y="1468041"/>
                </a:lnTo>
                <a:lnTo>
                  <a:pt x="3452660" y="1465621"/>
                </a:lnTo>
                <a:lnTo>
                  <a:pt x="3452660" y="1463164"/>
                </a:lnTo>
                <a:lnTo>
                  <a:pt x="3451879" y="1460783"/>
                </a:lnTo>
                <a:lnTo>
                  <a:pt x="3450307" y="1458478"/>
                </a:lnTo>
                <a:lnTo>
                  <a:pt x="3449545" y="1455334"/>
                </a:lnTo>
                <a:lnTo>
                  <a:pt x="3449584" y="1451343"/>
                </a:lnTo>
                <a:lnTo>
                  <a:pt x="3449622" y="1448962"/>
                </a:lnTo>
                <a:lnTo>
                  <a:pt x="3449641" y="1448191"/>
                </a:lnTo>
                <a:lnTo>
                  <a:pt x="3449679" y="1445838"/>
                </a:lnTo>
                <a:lnTo>
                  <a:pt x="3449717" y="1441923"/>
                </a:lnTo>
                <a:lnTo>
                  <a:pt x="3449745" y="1439542"/>
                </a:lnTo>
                <a:lnTo>
                  <a:pt x="3449765" y="1438694"/>
                </a:lnTo>
                <a:lnTo>
                  <a:pt x="3449774" y="1436322"/>
                </a:lnTo>
                <a:lnTo>
                  <a:pt x="3449774" y="1432427"/>
                </a:lnTo>
                <a:lnTo>
                  <a:pt x="3449784" y="1430045"/>
                </a:lnTo>
                <a:lnTo>
                  <a:pt x="3449812" y="1429179"/>
                </a:lnTo>
                <a:lnTo>
                  <a:pt x="3449831" y="1426816"/>
                </a:lnTo>
                <a:lnTo>
                  <a:pt x="3449831" y="1422940"/>
                </a:lnTo>
                <a:lnTo>
                  <a:pt x="3449841" y="1420558"/>
                </a:lnTo>
                <a:lnTo>
                  <a:pt x="3449860" y="1419673"/>
                </a:lnTo>
                <a:lnTo>
                  <a:pt x="3449850" y="1417272"/>
                </a:lnTo>
                <a:lnTo>
                  <a:pt x="3449803" y="1413377"/>
                </a:lnTo>
                <a:lnTo>
                  <a:pt x="3449784" y="1410995"/>
                </a:lnTo>
                <a:lnTo>
                  <a:pt x="3449784" y="1410129"/>
                </a:lnTo>
                <a:lnTo>
                  <a:pt x="3449755" y="1407728"/>
                </a:lnTo>
                <a:lnTo>
                  <a:pt x="3449717" y="1403785"/>
                </a:lnTo>
                <a:lnTo>
                  <a:pt x="3449650" y="1401404"/>
                </a:lnTo>
                <a:lnTo>
                  <a:pt x="3449555" y="1400585"/>
                </a:lnTo>
                <a:lnTo>
                  <a:pt x="3449145" y="1398070"/>
                </a:lnTo>
                <a:lnTo>
                  <a:pt x="3448412" y="1393869"/>
                </a:lnTo>
                <a:lnTo>
                  <a:pt x="3447812" y="1391488"/>
                </a:lnTo>
                <a:lnTo>
                  <a:pt x="3447336" y="1390926"/>
                </a:lnTo>
                <a:lnTo>
                  <a:pt x="3444954" y="1389116"/>
                </a:lnTo>
                <a:lnTo>
                  <a:pt x="3440668" y="1386059"/>
                </a:lnTo>
                <a:lnTo>
                  <a:pt x="3436696" y="1383678"/>
                </a:lnTo>
                <a:lnTo>
                  <a:pt x="3433029" y="1381973"/>
                </a:lnTo>
                <a:lnTo>
                  <a:pt x="3430648" y="1381039"/>
                </a:lnTo>
                <a:lnTo>
                  <a:pt x="3429552" y="1380868"/>
                </a:lnTo>
                <a:lnTo>
                  <a:pt x="3428924" y="1380792"/>
                </a:lnTo>
                <a:lnTo>
                  <a:pt x="3428505" y="1380896"/>
                </a:lnTo>
                <a:lnTo>
                  <a:pt x="3428133" y="1381049"/>
                </a:lnTo>
                <a:lnTo>
                  <a:pt x="3427219" y="1382516"/>
                </a:lnTo>
                <a:lnTo>
                  <a:pt x="3425771" y="1385306"/>
                </a:lnTo>
                <a:lnTo>
                  <a:pt x="3423656" y="1386773"/>
                </a:lnTo>
                <a:lnTo>
                  <a:pt x="3420866" y="1386916"/>
                </a:lnTo>
                <a:lnTo>
                  <a:pt x="3419113" y="1387535"/>
                </a:lnTo>
                <a:lnTo>
                  <a:pt x="3418380" y="1388640"/>
                </a:lnTo>
                <a:lnTo>
                  <a:pt x="3416151" y="1389555"/>
                </a:lnTo>
                <a:lnTo>
                  <a:pt x="3412417" y="1390288"/>
                </a:lnTo>
                <a:lnTo>
                  <a:pt x="3410579" y="1390831"/>
                </a:lnTo>
                <a:lnTo>
                  <a:pt x="3410645" y="1391202"/>
                </a:lnTo>
                <a:lnTo>
                  <a:pt x="3410131" y="1391279"/>
                </a:lnTo>
                <a:lnTo>
                  <a:pt x="3409540" y="1393069"/>
                </a:lnTo>
                <a:lnTo>
                  <a:pt x="3408721" y="1396708"/>
                </a:lnTo>
                <a:lnTo>
                  <a:pt x="3407664" y="1398946"/>
                </a:lnTo>
                <a:lnTo>
                  <a:pt x="3406388" y="1399765"/>
                </a:lnTo>
                <a:lnTo>
                  <a:pt x="3405788" y="1401547"/>
                </a:lnTo>
                <a:lnTo>
                  <a:pt x="3405873" y="1404290"/>
                </a:lnTo>
                <a:lnTo>
                  <a:pt x="3405635" y="1406671"/>
                </a:lnTo>
                <a:lnTo>
                  <a:pt x="3405092" y="1408690"/>
                </a:lnTo>
                <a:lnTo>
                  <a:pt x="3404826" y="1410795"/>
                </a:lnTo>
                <a:lnTo>
                  <a:pt x="3404826" y="1412996"/>
                </a:lnTo>
                <a:lnTo>
                  <a:pt x="3405026" y="1415377"/>
                </a:lnTo>
                <a:lnTo>
                  <a:pt x="3405445" y="1417939"/>
                </a:lnTo>
                <a:lnTo>
                  <a:pt x="3405645" y="1420530"/>
                </a:lnTo>
                <a:lnTo>
                  <a:pt x="3405645" y="1423140"/>
                </a:lnTo>
                <a:lnTo>
                  <a:pt x="3405740" y="1425521"/>
                </a:lnTo>
                <a:lnTo>
                  <a:pt x="3405930" y="1427674"/>
                </a:lnTo>
                <a:lnTo>
                  <a:pt x="3406026" y="1430150"/>
                </a:lnTo>
                <a:lnTo>
                  <a:pt x="3406026" y="1432951"/>
                </a:lnTo>
                <a:lnTo>
                  <a:pt x="3406083" y="1435332"/>
                </a:lnTo>
                <a:lnTo>
                  <a:pt x="3406188" y="1437294"/>
                </a:lnTo>
                <a:lnTo>
                  <a:pt x="3406245" y="1439732"/>
                </a:lnTo>
                <a:lnTo>
                  <a:pt x="3406245" y="1442637"/>
                </a:lnTo>
                <a:lnTo>
                  <a:pt x="3406292" y="1445019"/>
                </a:lnTo>
                <a:lnTo>
                  <a:pt x="3406388" y="1446876"/>
                </a:lnTo>
                <a:lnTo>
                  <a:pt x="3406407" y="1449267"/>
                </a:lnTo>
                <a:lnTo>
                  <a:pt x="3406321" y="1452201"/>
                </a:lnTo>
                <a:lnTo>
                  <a:pt x="3406264" y="1454582"/>
                </a:lnTo>
                <a:lnTo>
                  <a:pt x="3406216" y="1456411"/>
                </a:lnTo>
                <a:lnTo>
                  <a:pt x="3406273" y="1458849"/>
                </a:lnTo>
                <a:lnTo>
                  <a:pt x="3406426" y="1461887"/>
                </a:lnTo>
                <a:lnTo>
                  <a:pt x="3404987" y="1463993"/>
                </a:lnTo>
                <a:lnTo>
                  <a:pt x="3401949" y="1465164"/>
                </a:lnTo>
                <a:lnTo>
                  <a:pt x="3400339" y="1465945"/>
                </a:lnTo>
                <a:lnTo>
                  <a:pt x="3400177" y="1466326"/>
                </a:lnTo>
                <a:lnTo>
                  <a:pt x="3399806" y="1466602"/>
                </a:lnTo>
                <a:lnTo>
                  <a:pt x="3399215" y="1466764"/>
                </a:lnTo>
                <a:lnTo>
                  <a:pt x="3398034" y="1467974"/>
                </a:lnTo>
                <a:lnTo>
                  <a:pt x="3396263" y="1470212"/>
                </a:lnTo>
                <a:lnTo>
                  <a:pt x="3394262" y="1471336"/>
                </a:lnTo>
                <a:lnTo>
                  <a:pt x="3392024" y="1471336"/>
                </a:lnTo>
                <a:lnTo>
                  <a:pt x="3389376" y="1470212"/>
                </a:lnTo>
                <a:lnTo>
                  <a:pt x="3386328" y="1467974"/>
                </a:lnTo>
                <a:lnTo>
                  <a:pt x="3383947" y="1465507"/>
                </a:lnTo>
                <a:lnTo>
                  <a:pt x="3382232" y="1462830"/>
                </a:lnTo>
                <a:lnTo>
                  <a:pt x="3380784" y="1460449"/>
                </a:lnTo>
                <a:lnTo>
                  <a:pt x="3379594" y="1458363"/>
                </a:lnTo>
                <a:lnTo>
                  <a:pt x="3378899" y="1456630"/>
                </a:lnTo>
                <a:lnTo>
                  <a:pt x="3378698" y="1455239"/>
                </a:lnTo>
                <a:lnTo>
                  <a:pt x="3378413" y="1452858"/>
                </a:lnTo>
                <a:lnTo>
                  <a:pt x="3378032" y="1449486"/>
                </a:lnTo>
                <a:lnTo>
                  <a:pt x="3377736" y="1446809"/>
                </a:lnTo>
                <a:lnTo>
                  <a:pt x="3377517" y="1444828"/>
                </a:lnTo>
                <a:lnTo>
                  <a:pt x="3377251" y="1442447"/>
                </a:lnTo>
                <a:lnTo>
                  <a:pt x="3376946" y="1439666"/>
                </a:lnTo>
                <a:lnTo>
                  <a:pt x="3376793" y="1437132"/>
                </a:lnTo>
                <a:lnTo>
                  <a:pt x="3376793" y="1434836"/>
                </a:lnTo>
                <a:lnTo>
                  <a:pt x="3376708" y="1432455"/>
                </a:lnTo>
                <a:lnTo>
                  <a:pt x="3376536" y="1429988"/>
                </a:lnTo>
                <a:lnTo>
                  <a:pt x="3376451" y="1427521"/>
                </a:lnTo>
                <a:lnTo>
                  <a:pt x="3376451" y="1425054"/>
                </a:lnTo>
                <a:lnTo>
                  <a:pt x="3376336" y="1422673"/>
                </a:lnTo>
                <a:lnTo>
                  <a:pt x="3376127" y="1420378"/>
                </a:lnTo>
                <a:lnTo>
                  <a:pt x="3376060" y="1417930"/>
                </a:lnTo>
                <a:lnTo>
                  <a:pt x="3376136" y="1415329"/>
                </a:lnTo>
                <a:lnTo>
                  <a:pt x="3376212" y="1412948"/>
                </a:lnTo>
                <a:lnTo>
                  <a:pt x="3376279" y="1410786"/>
                </a:lnTo>
                <a:lnTo>
                  <a:pt x="3376355" y="1408471"/>
                </a:lnTo>
                <a:lnTo>
                  <a:pt x="3376432" y="1406023"/>
                </a:lnTo>
                <a:lnTo>
                  <a:pt x="3376727" y="1403642"/>
                </a:lnTo>
                <a:lnTo>
                  <a:pt x="3377241" y="1401328"/>
                </a:lnTo>
                <a:lnTo>
                  <a:pt x="3377460" y="1399165"/>
                </a:lnTo>
                <a:lnTo>
                  <a:pt x="3377384" y="1397156"/>
                </a:lnTo>
                <a:lnTo>
                  <a:pt x="3377527" y="1394774"/>
                </a:lnTo>
                <a:lnTo>
                  <a:pt x="3377879" y="1392022"/>
                </a:lnTo>
                <a:lnTo>
                  <a:pt x="3378060" y="1389821"/>
                </a:lnTo>
                <a:lnTo>
                  <a:pt x="3378060" y="1388164"/>
                </a:lnTo>
                <a:lnTo>
                  <a:pt x="3377994" y="1385783"/>
                </a:lnTo>
                <a:lnTo>
                  <a:pt x="3377870" y="1382678"/>
                </a:lnTo>
                <a:lnTo>
                  <a:pt x="3377870" y="1380296"/>
                </a:lnTo>
                <a:lnTo>
                  <a:pt x="3378013" y="1378649"/>
                </a:lnTo>
                <a:lnTo>
                  <a:pt x="3378451" y="1376267"/>
                </a:lnTo>
                <a:lnTo>
                  <a:pt x="3379194" y="1373153"/>
                </a:lnTo>
                <a:lnTo>
                  <a:pt x="3379603" y="1371190"/>
                </a:lnTo>
                <a:lnTo>
                  <a:pt x="3379680" y="1370362"/>
                </a:lnTo>
                <a:lnTo>
                  <a:pt x="3380137" y="1369857"/>
                </a:lnTo>
                <a:lnTo>
                  <a:pt x="3380965" y="1369685"/>
                </a:lnTo>
                <a:lnTo>
                  <a:pt x="3381727" y="1368066"/>
                </a:lnTo>
                <a:lnTo>
                  <a:pt x="3382423" y="1365009"/>
                </a:lnTo>
                <a:lnTo>
                  <a:pt x="3384804" y="1363275"/>
                </a:lnTo>
                <a:lnTo>
                  <a:pt x="3388871" y="1362885"/>
                </a:lnTo>
                <a:lnTo>
                  <a:pt x="3392491" y="1364123"/>
                </a:lnTo>
                <a:lnTo>
                  <a:pt x="3395663" y="1366990"/>
                </a:lnTo>
                <a:lnTo>
                  <a:pt x="3398044" y="1368904"/>
                </a:lnTo>
                <a:lnTo>
                  <a:pt x="3399634" y="1369876"/>
                </a:lnTo>
                <a:lnTo>
                  <a:pt x="3401273" y="1369133"/>
                </a:lnTo>
                <a:lnTo>
                  <a:pt x="3402978" y="1366695"/>
                </a:lnTo>
                <a:lnTo>
                  <a:pt x="3405359" y="1365418"/>
                </a:lnTo>
                <a:lnTo>
                  <a:pt x="3408416" y="1365304"/>
                </a:lnTo>
                <a:lnTo>
                  <a:pt x="3410350" y="1364856"/>
                </a:lnTo>
                <a:lnTo>
                  <a:pt x="3411141" y="1364056"/>
                </a:lnTo>
                <a:lnTo>
                  <a:pt x="3413522" y="1363456"/>
                </a:lnTo>
                <a:lnTo>
                  <a:pt x="3417494" y="1363056"/>
                </a:lnTo>
                <a:lnTo>
                  <a:pt x="3419685" y="1362875"/>
                </a:lnTo>
                <a:lnTo>
                  <a:pt x="3420113" y="1362913"/>
                </a:lnTo>
                <a:lnTo>
                  <a:pt x="3421847" y="1362713"/>
                </a:lnTo>
                <a:lnTo>
                  <a:pt x="3424885" y="1362285"/>
                </a:lnTo>
                <a:lnTo>
                  <a:pt x="3426714" y="1361732"/>
                </a:lnTo>
                <a:lnTo>
                  <a:pt x="3427333" y="1361056"/>
                </a:lnTo>
                <a:close/>
                <a:moveTo>
                  <a:pt x="3532984" y="1361018"/>
                </a:moveTo>
                <a:lnTo>
                  <a:pt x="3533508" y="1361018"/>
                </a:lnTo>
                <a:lnTo>
                  <a:pt x="3534918" y="1360046"/>
                </a:lnTo>
                <a:lnTo>
                  <a:pt x="3537204" y="1358094"/>
                </a:lnTo>
                <a:lnTo>
                  <a:pt x="3539585" y="1357093"/>
                </a:lnTo>
                <a:lnTo>
                  <a:pt x="3542062" y="1357046"/>
                </a:lnTo>
                <a:lnTo>
                  <a:pt x="3544605" y="1357208"/>
                </a:lnTo>
                <a:lnTo>
                  <a:pt x="3547215" y="1357579"/>
                </a:lnTo>
                <a:lnTo>
                  <a:pt x="3549596" y="1357770"/>
                </a:lnTo>
                <a:lnTo>
                  <a:pt x="3551749" y="1357770"/>
                </a:lnTo>
                <a:lnTo>
                  <a:pt x="3554501" y="1358846"/>
                </a:lnTo>
                <a:lnTo>
                  <a:pt x="3557854" y="1360999"/>
                </a:lnTo>
                <a:lnTo>
                  <a:pt x="3560235" y="1362266"/>
                </a:lnTo>
                <a:lnTo>
                  <a:pt x="3561645" y="1362637"/>
                </a:lnTo>
                <a:lnTo>
                  <a:pt x="3562760" y="1363047"/>
                </a:lnTo>
                <a:lnTo>
                  <a:pt x="3563569" y="1363475"/>
                </a:lnTo>
                <a:lnTo>
                  <a:pt x="3565950" y="1364018"/>
                </a:lnTo>
                <a:lnTo>
                  <a:pt x="3569903" y="1364647"/>
                </a:lnTo>
                <a:lnTo>
                  <a:pt x="3573628" y="1366628"/>
                </a:lnTo>
                <a:lnTo>
                  <a:pt x="3577133" y="1369943"/>
                </a:lnTo>
                <a:lnTo>
                  <a:pt x="3578914" y="1373391"/>
                </a:lnTo>
                <a:lnTo>
                  <a:pt x="3578981" y="1376963"/>
                </a:lnTo>
                <a:lnTo>
                  <a:pt x="3579190" y="1379344"/>
                </a:lnTo>
                <a:lnTo>
                  <a:pt x="3579533" y="1380534"/>
                </a:lnTo>
                <a:lnTo>
                  <a:pt x="3579533" y="1382916"/>
                </a:lnTo>
                <a:lnTo>
                  <a:pt x="3579190" y="1386488"/>
                </a:lnTo>
                <a:lnTo>
                  <a:pt x="3577238" y="1388440"/>
                </a:lnTo>
                <a:lnTo>
                  <a:pt x="3573666" y="1388783"/>
                </a:lnTo>
                <a:lnTo>
                  <a:pt x="3571313" y="1388812"/>
                </a:lnTo>
                <a:lnTo>
                  <a:pt x="3570189" y="1388535"/>
                </a:lnTo>
                <a:lnTo>
                  <a:pt x="3567808" y="1388221"/>
                </a:lnTo>
                <a:lnTo>
                  <a:pt x="3564169" y="1387859"/>
                </a:lnTo>
                <a:lnTo>
                  <a:pt x="3560293" y="1386364"/>
                </a:lnTo>
                <a:lnTo>
                  <a:pt x="3556178" y="1383735"/>
                </a:lnTo>
                <a:lnTo>
                  <a:pt x="3553797" y="1382401"/>
                </a:lnTo>
                <a:lnTo>
                  <a:pt x="3553149" y="1382344"/>
                </a:lnTo>
                <a:lnTo>
                  <a:pt x="3551634" y="1382020"/>
                </a:lnTo>
                <a:lnTo>
                  <a:pt x="3549253" y="1381420"/>
                </a:lnTo>
                <a:lnTo>
                  <a:pt x="3546872" y="1381049"/>
                </a:lnTo>
                <a:lnTo>
                  <a:pt x="3544491" y="1380906"/>
                </a:lnTo>
                <a:lnTo>
                  <a:pt x="3543233" y="1380839"/>
                </a:lnTo>
                <a:lnTo>
                  <a:pt x="3542624" y="1380925"/>
                </a:lnTo>
                <a:lnTo>
                  <a:pt x="3541805" y="1381058"/>
                </a:lnTo>
                <a:lnTo>
                  <a:pt x="3540328" y="1381963"/>
                </a:lnTo>
                <a:lnTo>
                  <a:pt x="3538204" y="1383649"/>
                </a:lnTo>
                <a:lnTo>
                  <a:pt x="3536299" y="1384602"/>
                </a:lnTo>
                <a:lnTo>
                  <a:pt x="3534613" y="1384821"/>
                </a:lnTo>
                <a:lnTo>
                  <a:pt x="3533432" y="1386021"/>
                </a:lnTo>
                <a:lnTo>
                  <a:pt x="3532746" y="1388193"/>
                </a:lnTo>
                <a:lnTo>
                  <a:pt x="3531870" y="1389621"/>
                </a:lnTo>
                <a:lnTo>
                  <a:pt x="3530803" y="1390307"/>
                </a:lnTo>
                <a:lnTo>
                  <a:pt x="3530279" y="1392155"/>
                </a:lnTo>
                <a:lnTo>
                  <a:pt x="3530279" y="1395165"/>
                </a:lnTo>
                <a:lnTo>
                  <a:pt x="3530670" y="1397546"/>
                </a:lnTo>
                <a:lnTo>
                  <a:pt x="3531451" y="1399299"/>
                </a:lnTo>
                <a:lnTo>
                  <a:pt x="3532327" y="1400575"/>
                </a:lnTo>
                <a:lnTo>
                  <a:pt x="3533289" y="1401375"/>
                </a:lnTo>
                <a:lnTo>
                  <a:pt x="3534375" y="1401985"/>
                </a:lnTo>
                <a:lnTo>
                  <a:pt x="3535585" y="1402385"/>
                </a:lnTo>
                <a:lnTo>
                  <a:pt x="3537966" y="1402594"/>
                </a:lnTo>
                <a:lnTo>
                  <a:pt x="3541519" y="1402594"/>
                </a:lnTo>
                <a:lnTo>
                  <a:pt x="3544062" y="1402747"/>
                </a:lnTo>
                <a:lnTo>
                  <a:pt x="3545596" y="1403071"/>
                </a:lnTo>
                <a:lnTo>
                  <a:pt x="3547977" y="1403233"/>
                </a:lnTo>
                <a:lnTo>
                  <a:pt x="3551206" y="1403233"/>
                </a:lnTo>
                <a:lnTo>
                  <a:pt x="3554540" y="1404185"/>
                </a:lnTo>
                <a:lnTo>
                  <a:pt x="3557969" y="1406081"/>
                </a:lnTo>
                <a:lnTo>
                  <a:pt x="3560350" y="1407062"/>
                </a:lnTo>
                <a:lnTo>
                  <a:pt x="3561683" y="1407109"/>
                </a:lnTo>
                <a:lnTo>
                  <a:pt x="3563045" y="1407776"/>
                </a:lnTo>
                <a:lnTo>
                  <a:pt x="3564436" y="1409062"/>
                </a:lnTo>
                <a:lnTo>
                  <a:pt x="3566817" y="1410395"/>
                </a:lnTo>
                <a:lnTo>
                  <a:pt x="3570189" y="1411796"/>
                </a:lnTo>
                <a:lnTo>
                  <a:pt x="3573647" y="1414177"/>
                </a:lnTo>
                <a:lnTo>
                  <a:pt x="3577199" y="1417539"/>
                </a:lnTo>
                <a:lnTo>
                  <a:pt x="3579581" y="1420463"/>
                </a:lnTo>
                <a:lnTo>
                  <a:pt x="3580790" y="1422930"/>
                </a:lnTo>
                <a:lnTo>
                  <a:pt x="3582429" y="1425311"/>
                </a:lnTo>
                <a:lnTo>
                  <a:pt x="3584496" y="1427607"/>
                </a:lnTo>
                <a:lnTo>
                  <a:pt x="3585524" y="1429779"/>
                </a:lnTo>
                <a:lnTo>
                  <a:pt x="3585524" y="1431846"/>
                </a:lnTo>
                <a:lnTo>
                  <a:pt x="3586153" y="1434227"/>
                </a:lnTo>
                <a:lnTo>
                  <a:pt x="3587410" y="1436922"/>
                </a:lnTo>
                <a:lnTo>
                  <a:pt x="3588029" y="1439932"/>
                </a:lnTo>
                <a:lnTo>
                  <a:pt x="3588029" y="1443247"/>
                </a:lnTo>
                <a:lnTo>
                  <a:pt x="3587534" y="1445628"/>
                </a:lnTo>
                <a:lnTo>
                  <a:pt x="3586524" y="1447076"/>
                </a:lnTo>
                <a:lnTo>
                  <a:pt x="3585982" y="1448924"/>
                </a:lnTo>
                <a:lnTo>
                  <a:pt x="3585915" y="1451162"/>
                </a:lnTo>
                <a:lnTo>
                  <a:pt x="3584762" y="1452391"/>
                </a:lnTo>
                <a:lnTo>
                  <a:pt x="3582524" y="1452610"/>
                </a:lnTo>
                <a:lnTo>
                  <a:pt x="3581114" y="1453582"/>
                </a:lnTo>
                <a:lnTo>
                  <a:pt x="3580552" y="1455325"/>
                </a:lnTo>
                <a:lnTo>
                  <a:pt x="3579990" y="1456477"/>
                </a:lnTo>
                <a:lnTo>
                  <a:pt x="3579438" y="1457039"/>
                </a:lnTo>
                <a:lnTo>
                  <a:pt x="3579085" y="1459068"/>
                </a:lnTo>
                <a:lnTo>
                  <a:pt x="3578924" y="1462554"/>
                </a:lnTo>
                <a:lnTo>
                  <a:pt x="3577104" y="1464316"/>
                </a:lnTo>
                <a:lnTo>
                  <a:pt x="3573618" y="1464374"/>
                </a:lnTo>
                <a:lnTo>
                  <a:pt x="3571523" y="1464659"/>
                </a:lnTo>
                <a:lnTo>
                  <a:pt x="3570808" y="1465174"/>
                </a:lnTo>
                <a:lnTo>
                  <a:pt x="3569046" y="1465783"/>
                </a:lnTo>
                <a:lnTo>
                  <a:pt x="3566236" y="1466498"/>
                </a:lnTo>
                <a:lnTo>
                  <a:pt x="3564807" y="1467450"/>
                </a:lnTo>
                <a:lnTo>
                  <a:pt x="3564760" y="1468641"/>
                </a:lnTo>
                <a:lnTo>
                  <a:pt x="3564141" y="1469212"/>
                </a:lnTo>
                <a:lnTo>
                  <a:pt x="3562950" y="1469165"/>
                </a:lnTo>
                <a:lnTo>
                  <a:pt x="3561559" y="1470155"/>
                </a:lnTo>
                <a:lnTo>
                  <a:pt x="3559969" y="1472184"/>
                </a:lnTo>
                <a:lnTo>
                  <a:pt x="3557588" y="1473232"/>
                </a:lnTo>
                <a:lnTo>
                  <a:pt x="3554416" y="1473289"/>
                </a:lnTo>
                <a:lnTo>
                  <a:pt x="3552101" y="1473356"/>
                </a:lnTo>
                <a:lnTo>
                  <a:pt x="3550644" y="1473432"/>
                </a:lnTo>
                <a:lnTo>
                  <a:pt x="3548263" y="1473498"/>
                </a:lnTo>
                <a:lnTo>
                  <a:pt x="3544957" y="1473556"/>
                </a:lnTo>
                <a:lnTo>
                  <a:pt x="3542376" y="1473365"/>
                </a:lnTo>
                <a:lnTo>
                  <a:pt x="3540538" y="1472917"/>
                </a:lnTo>
                <a:lnTo>
                  <a:pt x="3538157" y="1472660"/>
                </a:lnTo>
                <a:lnTo>
                  <a:pt x="3535232" y="1472594"/>
                </a:lnTo>
                <a:lnTo>
                  <a:pt x="3531908" y="1471651"/>
                </a:lnTo>
                <a:lnTo>
                  <a:pt x="3528184" y="1469831"/>
                </a:lnTo>
                <a:lnTo>
                  <a:pt x="3525803" y="1468946"/>
                </a:lnTo>
                <a:lnTo>
                  <a:pt x="3524764" y="1468993"/>
                </a:lnTo>
                <a:lnTo>
                  <a:pt x="3523545" y="1468469"/>
                </a:lnTo>
                <a:lnTo>
                  <a:pt x="3522145" y="1467393"/>
                </a:lnTo>
                <a:lnTo>
                  <a:pt x="3519764" y="1466536"/>
                </a:lnTo>
                <a:lnTo>
                  <a:pt x="3516401" y="1465917"/>
                </a:lnTo>
                <a:lnTo>
                  <a:pt x="3512344" y="1463535"/>
                </a:lnTo>
                <a:lnTo>
                  <a:pt x="3507581" y="1459392"/>
                </a:lnTo>
                <a:lnTo>
                  <a:pt x="3504409" y="1454944"/>
                </a:lnTo>
                <a:lnTo>
                  <a:pt x="3502819" y="1450181"/>
                </a:lnTo>
                <a:lnTo>
                  <a:pt x="3501990" y="1446971"/>
                </a:lnTo>
                <a:lnTo>
                  <a:pt x="3501933" y="1445324"/>
                </a:lnTo>
                <a:lnTo>
                  <a:pt x="3502724" y="1444438"/>
                </a:lnTo>
                <a:lnTo>
                  <a:pt x="3504371" y="1444295"/>
                </a:lnTo>
                <a:lnTo>
                  <a:pt x="3505571" y="1443114"/>
                </a:lnTo>
                <a:lnTo>
                  <a:pt x="3506314" y="1440875"/>
                </a:lnTo>
                <a:lnTo>
                  <a:pt x="3508696" y="1439780"/>
                </a:lnTo>
                <a:lnTo>
                  <a:pt x="3512715" y="1439828"/>
                </a:lnTo>
                <a:lnTo>
                  <a:pt x="3515344" y="1440066"/>
                </a:lnTo>
                <a:lnTo>
                  <a:pt x="3516573" y="1440513"/>
                </a:lnTo>
                <a:lnTo>
                  <a:pt x="3518954" y="1440790"/>
                </a:lnTo>
                <a:lnTo>
                  <a:pt x="3522488" y="1440894"/>
                </a:lnTo>
                <a:lnTo>
                  <a:pt x="3525479" y="1441514"/>
                </a:lnTo>
                <a:lnTo>
                  <a:pt x="3527927" y="1442618"/>
                </a:lnTo>
                <a:lnTo>
                  <a:pt x="3530308" y="1443209"/>
                </a:lnTo>
                <a:lnTo>
                  <a:pt x="3532622" y="1443266"/>
                </a:lnTo>
                <a:lnTo>
                  <a:pt x="3535928" y="1444200"/>
                </a:lnTo>
                <a:lnTo>
                  <a:pt x="3540242" y="1446000"/>
                </a:lnTo>
                <a:lnTo>
                  <a:pt x="3542624" y="1446905"/>
                </a:lnTo>
                <a:lnTo>
                  <a:pt x="3543071" y="1446924"/>
                </a:lnTo>
                <a:lnTo>
                  <a:pt x="3543900" y="1447152"/>
                </a:lnTo>
                <a:lnTo>
                  <a:pt x="3545091" y="1447581"/>
                </a:lnTo>
                <a:lnTo>
                  <a:pt x="3547472" y="1447933"/>
                </a:lnTo>
                <a:lnTo>
                  <a:pt x="3551044" y="1448200"/>
                </a:lnTo>
                <a:lnTo>
                  <a:pt x="3552968" y="1448343"/>
                </a:lnTo>
                <a:lnTo>
                  <a:pt x="3553244" y="1448352"/>
                </a:lnTo>
                <a:lnTo>
                  <a:pt x="3553492" y="1448219"/>
                </a:lnTo>
                <a:lnTo>
                  <a:pt x="3553730" y="1447943"/>
                </a:lnTo>
                <a:lnTo>
                  <a:pt x="3554197" y="1446019"/>
                </a:lnTo>
                <a:lnTo>
                  <a:pt x="3554892" y="1442466"/>
                </a:lnTo>
                <a:lnTo>
                  <a:pt x="3557016" y="1440580"/>
                </a:lnTo>
                <a:lnTo>
                  <a:pt x="3560569" y="1440351"/>
                </a:lnTo>
                <a:lnTo>
                  <a:pt x="3562598" y="1439999"/>
                </a:lnTo>
                <a:lnTo>
                  <a:pt x="3563102" y="1439513"/>
                </a:lnTo>
                <a:lnTo>
                  <a:pt x="3563350" y="1439027"/>
                </a:lnTo>
                <a:lnTo>
                  <a:pt x="3563341" y="1438523"/>
                </a:lnTo>
                <a:lnTo>
                  <a:pt x="3563093" y="1437751"/>
                </a:lnTo>
                <a:lnTo>
                  <a:pt x="3562598" y="1436703"/>
                </a:lnTo>
                <a:lnTo>
                  <a:pt x="3560426" y="1434322"/>
                </a:lnTo>
                <a:lnTo>
                  <a:pt x="3556587" y="1430607"/>
                </a:lnTo>
                <a:lnTo>
                  <a:pt x="3554206" y="1428512"/>
                </a:lnTo>
                <a:lnTo>
                  <a:pt x="3553282" y="1428026"/>
                </a:lnTo>
                <a:lnTo>
                  <a:pt x="3552530" y="1427731"/>
                </a:lnTo>
                <a:lnTo>
                  <a:pt x="3551949" y="1427636"/>
                </a:lnTo>
                <a:lnTo>
                  <a:pt x="3549567" y="1427378"/>
                </a:lnTo>
                <a:lnTo>
                  <a:pt x="3545386" y="1426959"/>
                </a:lnTo>
                <a:lnTo>
                  <a:pt x="3542519" y="1426464"/>
                </a:lnTo>
                <a:lnTo>
                  <a:pt x="3540957" y="1425902"/>
                </a:lnTo>
                <a:lnTo>
                  <a:pt x="3538576" y="1425702"/>
                </a:lnTo>
                <a:lnTo>
                  <a:pt x="3535375" y="1425864"/>
                </a:lnTo>
                <a:lnTo>
                  <a:pt x="3531394" y="1424264"/>
                </a:lnTo>
                <a:lnTo>
                  <a:pt x="3526631" y="1420901"/>
                </a:lnTo>
                <a:lnTo>
                  <a:pt x="3521869" y="1418244"/>
                </a:lnTo>
                <a:lnTo>
                  <a:pt x="3517106" y="1416291"/>
                </a:lnTo>
                <a:lnTo>
                  <a:pt x="3513392" y="1413910"/>
                </a:lnTo>
                <a:lnTo>
                  <a:pt x="3510715" y="1411100"/>
                </a:lnTo>
                <a:lnTo>
                  <a:pt x="3509381" y="1408367"/>
                </a:lnTo>
                <a:lnTo>
                  <a:pt x="3509381" y="1405690"/>
                </a:lnTo>
                <a:lnTo>
                  <a:pt x="3508810" y="1403309"/>
                </a:lnTo>
                <a:lnTo>
                  <a:pt x="3507677" y="1401223"/>
                </a:lnTo>
                <a:lnTo>
                  <a:pt x="3506991" y="1398156"/>
                </a:lnTo>
                <a:lnTo>
                  <a:pt x="3506772" y="1394127"/>
                </a:lnTo>
                <a:lnTo>
                  <a:pt x="3506610" y="1391745"/>
                </a:lnTo>
                <a:lnTo>
                  <a:pt x="3506514" y="1391012"/>
                </a:lnTo>
                <a:lnTo>
                  <a:pt x="3506581" y="1388707"/>
                </a:lnTo>
                <a:lnTo>
                  <a:pt x="3506819" y="1384811"/>
                </a:lnTo>
                <a:lnTo>
                  <a:pt x="3507086" y="1382430"/>
                </a:lnTo>
                <a:lnTo>
                  <a:pt x="3507372" y="1381563"/>
                </a:lnTo>
                <a:lnTo>
                  <a:pt x="3507562" y="1379372"/>
                </a:lnTo>
                <a:lnTo>
                  <a:pt x="3507657" y="1375858"/>
                </a:lnTo>
                <a:lnTo>
                  <a:pt x="3509458" y="1373762"/>
                </a:lnTo>
                <a:lnTo>
                  <a:pt x="3512972" y="1373076"/>
                </a:lnTo>
                <a:lnTo>
                  <a:pt x="3514887" y="1372619"/>
                </a:lnTo>
                <a:lnTo>
                  <a:pt x="3515220" y="1372381"/>
                </a:lnTo>
                <a:lnTo>
                  <a:pt x="3515525" y="1372095"/>
                </a:lnTo>
                <a:lnTo>
                  <a:pt x="3515811" y="1371762"/>
                </a:lnTo>
                <a:lnTo>
                  <a:pt x="3516287" y="1369866"/>
                </a:lnTo>
                <a:lnTo>
                  <a:pt x="3516963" y="1366390"/>
                </a:lnTo>
                <a:lnTo>
                  <a:pt x="3519040" y="1364599"/>
                </a:lnTo>
                <a:lnTo>
                  <a:pt x="3522516" y="1364504"/>
                </a:lnTo>
                <a:lnTo>
                  <a:pt x="3524602" y="1364209"/>
                </a:lnTo>
                <a:lnTo>
                  <a:pt x="3525298" y="1363713"/>
                </a:lnTo>
                <a:lnTo>
                  <a:pt x="3527336" y="1363123"/>
                </a:lnTo>
                <a:lnTo>
                  <a:pt x="3530717" y="1362427"/>
                </a:lnTo>
                <a:lnTo>
                  <a:pt x="3532489" y="1361808"/>
                </a:lnTo>
                <a:lnTo>
                  <a:pt x="3532642" y="1361284"/>
                </a:lnTo>
                <a:close/>
                <a:moveTo>
                  <a:pt x="2843689" y="1365666"/>
                </a:moveTo>
                <a:lnTo>
                  <a:pt x="2846546" y="1365228"/>
                </a:lnTo>
                <a:lnTo>
                  <a:pt x="2848270" y="1364571"/>
                </a:lnTo>
                <a:lnTo>
                  <a:pt x="2848861" y="1363694"/>
                </a:lnTo>
                <a:lnTo>
                  <a:pt x="2851242" y="1363142"/>
                </a:lnTo>
                <a:lnTo>
                  <a:pt x="2855414" y="1362913"/>
                </a:lnTo>
                <a:lnTo>
                  <a:pt x="2859748" y="1364999"/>
                </a:lnTo>
                <a:lnTo>
                  <a:pt x="2864244" y="1369400"/>
                </a:lnTo>
                <a:lnTo>
                  <a:pt x="2866625" y="1371905"/>
                </a:lnTo>
                <a:lnTo>
                  <a:pt x="2866892" y="1372514"/>
                </a:lnTo>
                <a:lnTo>
                  <a:pt x="2868578" y="1374896"/>
                </a:lnTo>
                <a:lnTo>
                  <a:pt x="2871692" y="1379049"/>
                </a:lnTo>
                <a:lnTo>
                  <a:pt x="2873254" y="1382678"/>
                </a:lnTo>
                <a:lnTo>
                  <a:pt x="2873254" y="1385792"/>
                </a:lnTo>
                <a:lnTo>
                  <a:pt x="2873607" y="1388174"/>
                </a:lnTo>
                <a:lnTo>
                  <a:pt x="2874312" y="1389821"/>
                </a:lnTo>
                <a:lnTo>
                  <a:pt x="2875140" y="1391907"/>
                </a:lnTo>
                <a:lnTo>
                  <a:pt x="2876083" y="1394431"/>
                </a:lnTo>
                <a:lnTo>
                  <a:pt x="2877674" y="1396813"/>
                </a:lnTo>
                <a:lnTo>
                  <a:pt x="2879912" y="1399051"/>
                </a:lnTo>
                <a:lnTo>
                  <a:pt x="2881065" y="1401328"/>
                </a:lnTo>
                <a:lnTo>
                  <a:pt x="2881132" y="1403642"/>
                </a:lnTo>
                <a:lnTo>
                  <a:pt x="2881960" y="1406023"/>
                </a:lnTo>
                <a:lnTo>
                  <a:pt x="2883541" y="1408471"/>
                </a:lnTo>
                <a:lnTo>
                  <a:pt x="2884770" y="1410738"/>
                </a:lnTo>
                <a:lnTo>
                  <a:pt x="2885637" y="1412815"/>
                </a:lnTo>
                <a:lnTo>
                  <a:pt x="2887418" y="1415196"/>
                </a:lnTo>
                <a:lnTo>
                  <a:pt x="2890104" y="1417882"/>
                </a:lnTo>
                <a:lnTo>
                  <a:pt x="2891523" y="1420644"/>
                </a:lnTo>
                <a:lnTo>
                  <a:pt x="2891666" y="1423473"/>
                </a:lnTo>
                <a:lnTo>
                  <a:pt x="2892314" y="1425854"/>
                </a:lnTo>
                <a:lnTo>
                  <a:pt x="2893457" y="1427788"/>
                </a:lnTo>
                <a:lnTo>
                  <a:pt x="2894419" y="1429464"/>
                </a:lnTo>
                <a:lnTo>
                  <a:pt x="2895209" y="1430893"/>
                </a:lnTo>
                <a:lnTo>
                  <a:pt x="2895914" y="1431207"/>
                </a:lnTo>
                <a:lnTo>
                  <a:pt x="2896533" y="1430398"/>
                </a:lnTo>
                <a:lnTo>
                  <a:pt x="2896876" y="1429683"/>
                </a:lnTo>
                <a:lnTo>
                  <a:pt x="2896953" y="1429064"/>
                </a:lnTo>
                <a:lnTo>
                  <a:pt x="2897029" y="1426750"/>
                </a:lnTo>
                <a:lnTo>
                  <a:pt x="2897105" y="1422759"/>
                </a:lnTo>
                <a:lnTo>
                  <a:pt x="2897438" y="1420378"/>
                </a:lnTo>
                <a:lnTo>
                  <a:pt x="2898048" y="1419606"/>
                </a:lnTo>
                <a:lnTo>
                  <a:pt x="2898429" y="1417615"/>
                </a:lnTo>
                <a:lnTo>
                  <a:pt x="2898591" y="1414386"/>
                </a:lnTo>
                <a:lnTo>
                  <a:pt x="2900286" y="1412596"/>
                </a:lnTo>
                <a:lnTo>
                  <a:pt x="2903515" y="1412253"/>
                </a:lnTo>
                <a:lnTo>
                  <a:pt x="2905411" y="1411776"/>
                </a:lnTo>
                <a:lnTo>
                  <a:pt x="2905992" y="1411167"/>
                </a:lnTo>
                <a:lnTo>
                  <a:pt x="2906297" y="1410567"/>
                </a:lnTo>
                <a:lnTo>
                  <a:pt x="2906325" y="1409986"/>
                </a:lnTo>
                <a:lnTo>
                  <a:pt x="2906411" y="1407690"/>
                </a:lnTo>
                <a:lnTo>
                  <a:pt x="2906554" y="1403680"/>
                </a:lnTo>
                <a:lnTo>
                  <a:pt x="2907049" y="1401299"/>
                </a:lnTo>
                <a:lnTo>
                  <a:pt x="2907878" y="1400546"/>
                </a:lnTo>
                <a:lnTo>
                  <a:pt x="2908325" y="1398613"/>
                </a:lnTo>
                <a:lnTo>
                  <a:pt x="2908383" y="1395498"/>
                </a:lnTo>
                <a:lnTo>
                  <a:pt x="2909973" y="1393822"/>
                </a:lnTo>
                <a:lnTo>
                  <a:pt x="2913088" y="1393574"/>
                </a:lnTo>
                <a:lnTo>
                  <a:pt x="2914964" y="1393069"/>
                </a:lnTo>
                <a:lnTo>
                  <a:pt x="2915603" y="1392298"/>
                </a:lnTo>
                <a:lnTo>
                  <a:pt x="2915926" y="1391603"/>
                </a:lnTo>
                <a:lnTo>
                  <a:pt x="2915955" y="1390964"/>
                </a:lnTo>
                <a:lnTo>
                  <a:pt x="2916031" y="1388659"/>
                </a:lnTo>
                <a:lnTo>
                  <a:pt x="2916136" y="1384668"/>
                </a:lnTo>
                <a:lnTo>
                  <a:pt x="2916441" y="1382287"/>
                </a:lnTo>
                <a:lnTo>
                  <a:pt x="2916926" y="1381516"/>
                </a:lnTo>
                <a:lnTo>
                  <a:pt x="2917174" y="1379372"/>
                </a:lnTo>
                <a:lnTo>
                  <a:pt x="2917174" y="1375877"/>
                </a:lnTo>
                <a:lnTo>
                  <a:pt x="2918689" y="1373495"/>
                </a:lnTo>
                <a:lnTo>
                  <a:pt x="2921708" y="1372229"/>
                </a:lnTo>
                <a:lnTo>
                  <a:pt x="2923242" y="1371381"/>
                </a:lnTo>
                <a:lnTo>
                  <a:pt x="2923289" y="1370952"/>
                </a:lnTo>
                <a:lnTo>
                  <a:pt x="2923527" y="1370714"/>
                </a:lnTo>
                <a:lnTo>
                  <a:pt x="2923956" y="1370667"/>
                </a:lnTo>
                <a:lnTo>
                  <a:pt x="2924613" y="1368943"/>
                </a:lnTo>
                <a:lnTo>
                  <a:pt x="2925499" y="1365542"/>
                </a:lnTo>
                <a:lnTo>
                  <a:pt x="2927880" y="1363666"/>
                </a:lnTo>
                <a:lnTo>
                  <a:pt x="2931757" y="1363323"/>
                </a:lnTo>
                <a:lnTo>
                  <a:pt x="2934405" y="1363580"/>
                </a:lnTo>
                <a:lnTo>
                  <a:pt x="2935805" y="1364447"/>
                </a:lnTo>
                <a:lnTo>
                  <a:pt x="2938186" y="1364875"/>
                </a:lnTo>
                <a:lnTo>
                  <a:pt x="2941549" y="1364875"/>
                </a:lnTo>
                <a:lnTo>
                  <a:pt x="2944587" y="1366561"/>
                </a:lnTo>
                <a:lnTo>
                  <a:pt x="2947311" y="1369924"/>
                </a:lnTo>
                <a:lnTo>
                  <a:pt x="2948664" y="1372962"/>
                </a:lnTo>
                <a:lnTo>
                  <a:pt x="2948664" y="1375686"/>
                </a:lnTo>
                <a:lnTo>
                  <a:pt x="2947311" y="1377315"/>
                </a:lnTo>
                <a:lnTo>
                  <a:pt x="2944587" y="1377858"/>
                </a:lnTo>
                <a:lnTo>
                  <a:pt x="2942930" y="1378591"/>
                </a:lnTo>
                <a:lnTo>
                  <a:pt x="2942349" y="1379506"/>
                </a:lnTo>
                <a:lnTo>
                  <a:pt x="2942082" y="1380249"/>
                </a:lnTo>
                <a:lnTo>
                  <a:pt x="2942120" y="1380830"/>
                </a:lnTo>
                <a:lnTo>
                  <a:pt x="2942006" y="1383097"/>
                </a:lnTo>
                <a:lnTo>
                  <a:pt x="2941720" y="1387031"/>
                </a:lnTo>
                <a:lnTo>
                  <a:pt x="2941196" y="1389412"/>
                </a:lnTo>
                <a:lnTo>
                  <a:pt x="2940434" y="1390240"/>
                </a:lnTo>
                <a:lnTo>
                  <a:pt x="2940053" y="1392241"/>
                </a:lnTo>
                <a:lnTo>
                  <a:pt x="2940053" y="1395413"/>
                </a:lnTo>
                <a:lnTo>
                  <a:pt x="2938463" y="1397794"/>
                </a:lnTo>
                <a:lnTo>
                  <a:pt x="2935291" y="1399384"/>
                </a:lnTo>
                <a:lnTo>
                  <a:pt x="2933329" y="1402185"/>
                </a:lnTo>
                <a:lnTo>
                  <a:pt x="2932595" y="1406214"/>
                </a:lnTo>
                <a:lnTo>
                  <a:pt x="2932119" y="1408595"/>
                </a:lnTo>
                <a:lnTo>
                  <a:pt x="2931900" y="1409329"/>
                </a:lnTo>
                <a:lnTo>
                  <a:pt x="2931814" y="1411624"/>
                </a:lnTo>
                <a:lnTo>
                  <a:pt x="2931862" y="1415482"/>
                </a:lnTo>
                <a:lnTo>
                  <a:pt x="2931071" y="1417863"/>
                </a:lnTo>
                <a:lnTo>
                  <a:pt x="2929452" y="1418768"/>
                </a:lnTo>
                <a:lnTo>
                  <a:pt x="2928795" y="1420501"/>
                </a:lnTo>
                <a:lnTo>
                  <a:pt x="2929118" y="1423054"/>
                </a:lnTo>
                <a:lnTo>
                  <a:pt x="2928004" y="1424207"/>
                </a:lnTo>
                <a:lnTo>
                  <a:pt x="2925451" y="1423959"/>
                </a:lnTo>
                <a:lnTo>
                  <a:pt x="2923851" y="1424740"/>
                </a:lnTo>
                <a:lnTo>
                  <a:pt x="2923194" y="1426540"/>
                </a:lnTo>
                <a:lnTo>
                  <a:pt x="2922832" y="1427769"/>
                </a:lnTo>
                <a:lnTo>
                  <a:pt x="2922746" y="1428426"/>
                </a:lnTo>
                <a:lnTo>
                  <a:pt x="2922708" y="1430769"/>
                </a:lnTo>
                <a:lnTo>
                  <a:pt x="2922708" y="1434798"/>
                </a:lnTo>
                <a:lnTo>
                  <a:pt x="2922346" y="1437180"/>
                </a:lnTo>
                <a:lnTo>
                  <a:pt x="2921613" y="1437913"/>
                </a:lnTo>
                <a:lnTo>
                  <a:pt x="2921213" y="1439894"/>
                </a:lnTo>
                <a:lnTo>
                  <a:pt x="2921156" y="1443123"/>
                </a:lnTo>
                <a:lnTo>
                  <a:pt x="2919498" y="1445447"/>
                </a:lnTo>
                <a:lnTo>
                  <a:pt x="2916269" y="1446848"/>
                </a:lnTo>
                <a:lnTo>
                  <a:pt x="2914631" y="1447581"/>
                </a:lnTo>
                <a:lnTo>
                  <a:pt x="2914259" y="1449867"/>
                </a:lnTo>
                <a:lnTo>
                  <a:pt x="2913669" y="1453991"/>
                </a:lnTo>
                <a:lnTo>
                  <a:pt x="2913126" y="1456373"/>
                </a:lnTo>
                <a:lnTo>
                  <a:pt x="2912631" y="1457011"/>
                </a:lnTo>
                <a:lnTo>
                  <a:pt x="2912383" y="1459135"/>
                </a:lnTo>
                <a:lnTo>
                  <a:pt x="2912383" y="1462764"/>
                </a:lnTo>
                <a:lnTo>
                  <a:pt x="2910564" y="1464926"/>
                </a:lnTo>
                <a:lnTo>
                  <a:pt x="2906935" y="1465612"/>
                </a:lnTo>
                <a:lnTo>
                  <a:pt x="2904982" y="1466031"/>
                </a:lnTo>
                <a:lnTo>
                  <a:pt x="2904687" y="1466193"/>
                </a:lnTo>
                <a:lnTo>
                  <a:pt x="2904306" y="1466412"/>
                </a:lnTo>
                <a:lnTo>
                  <a:pt x="2903830" y="1466707"/>
                </a:lnTo>
                <a:lnTo>
                  <a:pt x="2903068" y="1468326"/>
                </a:lnTo>
                <a:lnTo>
                  <a:pt x="2902020" y="1471270"/>
                </a:lnTo>
                <a:lnTo>
                  <a:pt x="2900020" y="1472746"/>
                </a:lnTo>
                <a:lnTo>
                  <a:pt x="2897076" y="1472746"/>
                </a:lnTo>
                <a:lnTo>
                  <a:pt x="2893666" y="1471270"/>
                </a:lnTo>
                <a:lnTo>
                  <a:pt x="2889799" y="1468326"/>
                </a:lnTo>
                <a:lnTo>
                  <a:pt x="2887418" y="1466612"/>
                </a:lnTo>
                <a:lnTo>
                  <a:pt x="2886523" y="1466145"/>
                </a:lnTo>
                <a:lnTo>
                  <a:pt x="2884208" y="1463764"/>
                </a:lnTo>
                <a:lnTo>
                  <a:pt x="2880465" y="1459468"/>
                </a:lnTo>
                <a:lnTo>
                  <a:pt x="2878084" y="1455096"/>
                </a:lnTo>
                <a:lnTo>
                  <a:pt x="2877064" y="1450629"/>
                </a:lnTo>
                <a:lnTo>
                  <a:pt x="2876417" y="1448248"/>
                </a:lnTo>
                <a:lnTo>
                  <a:pt x="2876150" y="1447952"/>
                </a:lnTo>
                <a:lnTo>
                  <a:pt x="2876017" y="1447667"/>
                </a:lnTo>
                <a:lnTo>
                  <a:pt x="2876017" y="1447400"/>
                </a:lnTo>
                <a:lnTo>
                  <a:pt x="2874426" y="1445019"/>
                </a:lnTo>
                <a:lnTo>
                  <a:pt x="2871235" y="1440523"/>
                </a:lnTo>
                <a:lnTo>
                  <a:pt x="2869521" y="1436427"/>
                </a:lnTo>
                <a:lnTo>
                  <a:pt x="2869282" y="1432731"/>
                </a:lnTo>
                <a:lnTo>
                  <a:pt x="2868920" y="1430350"/>
                </a:lnTo>
                <a:lnTo>
                  <a:pt x="2868454" y="1429283"/>
                </a:lnTo>
                <a:lnTo>
                  <a:pt x="2867920" y="1427978"/>
                </a:lnTo>
                <a:lnTo>
                  <a:pt x="2867320" y="1426426"/>
                </a:lnTo>
                <a:lnTo>
                  <a:pt x="2865625" y="1424045"/>
                </a:lnTo>
                <a:lnTo>
                  <a:pt x="2862834" y="1420835"/>
                </a:lnTo>
                <a:lnTo>
                  <a:pt x="2861367" y="1417768"/>
                </a:lnTo>
                <a:lnTo>
                  <a:pt x="2861243" y="1414844"/>
                </a:lnTo>
                <a:lnTo>
                  <a:pt x="2860738" y="1412462"/>
                </a:lnTo>
                <a:lnTo>
                  <a:pt x="2859853" y="1410624"/>
                </a:lnTo>
                <a:lnTo>
                  <a:pt x="2858929" y="1408433"/>
                </a:lnTo>
                <a:lnTo>
                  <a:pt x="2857976" y="1405909"/>
                </a:lnTo>
                <a:lnTo>
                  <a:pt x="2856414" y="1403528"/>
                </a:lnTo>
                <a:lnTo>
                  <a:pt x="2854252" y="1401289"/>
                </a:lnTo>
                <a:lnTo>
                  <a:pt x="2853166" y="1399089"/>
                </a:lnTo>
                <a:lnTo>
                  <a:pt x="2853166" y="1396927"/>
                </a:lnTo>
                <a:lnTo>
                  <a:pt x="2852480" y="1394546"/>
                </a:lnTo>
                <a:lnTo>
                  <a:pt x="2851109" y="1391945"/>
                </a:lnTo>
                <a:lnTo>
                  <a:pt x="2849899" y="1388354"/>
                </a:lnTo>
                <a:lnTo>
                  <a:pt x="2848851" y="1383773"/>
                </a:lnTo>
                <a:lnTo>
                  <a:pt x="2848299" y="1381392"/>
                </a:lnTo>
                <a:lnTo>
                  <a:pt x="2848146" y="1380963"/>
                </a:lnTo>
                <a:lnTo>
                  <a:pt x="2848032" y="1380630"/>
                </a:lnTo>
                <a:lnTo>
                  <a:pt x="2846546" y="1378248"/>
                </a:lnTo>
                <a:lnTo>
                  <a:pt x="2843689" y="1373819"/>
                </a:lnTo>
                <a:lnTo>
                  <a:pt x="2842260" y="1370171"/>
                </a:lnTo>
                <a:lnTo>
                  <a:pt x="2842260" y="1367314"/>
                </a:lnTo>
                <a:close/>
                <a:moveTo>
                  <a:pt x="3184950" y="1363532"/>
                </a:moveTo>
                <a:lnTo>
                  <a:pt x="3188903" y="1363189"/>
                </a:lnTo>
                <a:lnTo>
                  <a:pt x="3191170" y="1363075"/>
                </a:lnTo>
                <a:lnTo>
                  <a:pt x="3191770" y="1363199"/>
                </a:lnTo>
                <a:lnTo>
                  <a:pt x="3194152" y="1363294"/>
                </a:lnTo>
                <a:lnTo>
                  <a:pt x="3198314" y="1363361"/>
                </a:lnTo>
                <a:lnTo>
                  <a:pt x="3202248" y="1365447"/>
                </a:lnTo>
                <a:lnTo>
                  <a:pt x="3205953" y="1369552"/>
                </a:lnTo>
                <a:lnTo>
                  <a:pt x="3207763" y="1373400"/>
                </a:lnTo>
                <a:lnTo>
                  <a:pt x="3207658" y="1377010"/>
                </a:lnTo>
                <a:lnTo>
                  <a:pt x="3207734" y="1379391"/>
                </a:lnTo>
                <a:lnTo>
                  <a:pt x="3207982" y="1380544"/>
                </a:lnTo>
                <a:lnTo>
                  <a:pt x="3208077" y="1383030"/>
                </a:lnTo>
                <a:lnTo>
                  <a:pt x="3208039" y="1386840"/>
                </a:lnTo>
                <a:lnTo>
                  <a:pt x="3207972" y="1389221"/>
                </a:lnTo>
                <a:lnTo>
                  <a:pt x="3207868" y="1390174"/>
                </a:lnTo>
                <a:lnTo>
                  <a:pt x="3207820" y="1392507"/>
                </a:lnTo>
                <a:lnTo>
                  <a:pt x="3207820" y="1396213"/>
                </a:lnTo>
                <a:lnTo>
                  <a:pt x="3207791" y="1398594"/>
                </a:lnTo>
                <a:lnTo>
                  <a:pt x="3207725" y="1399651"/>
                </a:lnTo>
                <a:lnTo>
                  <a:pt x="3207715" y="1402023"/>
                </a:lnTo>
                <a:lnTo>
                  <a:pt x="3207763" y="1405709"/>
                </a:lnTo>
                <a:lnTo>
                  <a:pt x="3207763" y="1408090"/>
                </a:lnTo>
                <a:lnTo>
                  <a:pt x="3207715" y="1409167"/>
                </a:lnTo>
                <a:lnTo>
                  <a:pt x="3207696" y="1411529"/>
                </a:lnTo>
                <a:lnTo>
                  <a:pt x="3207696" y="1415177"/>
                </a:lnTo>
                <a:lnTo>
                  <a:pt x="3207687" y="1417558"/>
                </a:lnTo>
                <a:lnTo>
                  <a:pt x="3207677" y="1418673"/>
                </a:lnTo>
                <a:lnTo>
                  <a:pt x="3207668" y="1421044"/>
                </a:lnTo>
                <a:lnTo>
                  <a:pt x="3207668" y="1424673"/>
                </a:lnTo>
                <a:lnTo>
                  <a:pt x="3207687" y="1427055"/>
                </a:lnTo>
                <a:lnTo>
                  <a:pt x="3207715" y="1428188"/>
                </a:lnTo>
                <a:lnTo>
                  <a:pt x="3207725" y="1430579"/>
                </a:lnTo>
                <a:lnTo>
                  <a:pt x="3207725" y="1434246"/>
                </a:lnTo>
                <a:lnTo>
                  <a:pt x="3207744" y="1436627"/>
                </a:lnTo>
                <a:lnTo>
                  <a:pt x="3207791" y="1437723"/>
                </a:lnTo>
                <a:lnTo>
                  <a:pt x="3207810" y="1440123"/>
                </a:lnTo>
                <a:lnTo>
                  <a:pt x="3207810" y="1443828"/>
                </a:lnTo>
                <a:lnTo>
                  <a:pt x="3207858" y="1446209"/>
                </a:lnTo>
                <a:lnTo>
                  <a:pt x="3207953" y="1447267"/>
                </a:lnTo>
                <a:lnTo>
                  <a:pt x="3208001" y="1449695"/>
                </a:lnTo>
                <a:lnTo>
                  <a:pt x="3208001" y="1453496"/>
                </a:lnTo>
                <a:lnTo>
                  <a:pt x="3207982" y="1455877"/>
                </a:lnTo>
                <a:lnTo>
                  <a:pt x="3207944" y="1456839"/>
                </a:lnTo>
                <a:lnTo>
                  <a:pt x="3207887" y="1459163"/>
                </a:lnTo>
                <a:lnTo>
                  <a:pt x="3207801" y="1462850"/>
                </a:lnTo>
                <a:lnTo>
                  <a:pt x="3206401" y="1465231"/>
                </a:lnTo>
                <a:lnTo>
                  <a:pt x="3203667" y="1466307"/>
                </a:lnTo>
                <a:lnTo>
                  <a:pt x="3202343" y="1467364"/>
                </a:lnTo>
                <a:lnTo>
                  <a:pt x="3202429" y="1468403"/>
                </a:lnTo>
                <a:lnTo>
                  <a:pt x="3201953" y="1468898"/>
                </a:lnTo>
                <a:lnTo>
                  <a:pt x="3200914" y="1468860"/>
                </a:lnTo>
                <a:lnTo>
                  <a:pt x="3199181" y="1469498"/>
                </a:lnTo>
                <a:lnTo>
                  <a:pt x="3196733" y="1470822"/>
                </a:lnTo>
                <a:lnTo>
                  <a:pt x="3194352" y="1471517"/>
                </a:lnTo>
                <a:lnTo>
                  <a:pt x="3192037" y="1471584"/>
                </a:lnTo>
                <a:lnTo>
                  <a:pt x="3189713" y="1470422"/>
                </a:lnTo>
                <a:lnTo>
                  <a:pt x="3187398" y="1468041"/>
                </a:lnTo>
                <a:lnTo>
                  <a:pt x="3186274" y="1465726"/>
                </a:lnTo>
                <a:lnTo>
                  <a:pt x="3186332" y="1463469"/>
                </a:lnTo>
                <a:lnTo>
                  <a:pt x="3185484" y="1461087"/>
                </a:lnTo>
                <a:lnTo>
                  <a:pt x="3183741" y="1458582"/>
                </a:lnTo>
                <a:lnTo>
                  <a:pt x="3182845" y="1455306"/>
                </a:lnTo>
                <a:lnTo>
                  <a:pt x="3182817" y="1451267"/>
                </a:lnTo>
                <a:lnTo>
                  <a:pt x="3182779" y="1448886"/>
                </a:lnTo>
                <a:lnTo>
                  <a:pt x="3182750" y="1448162"/>
                </a:lnTo>
                <a:lnTo>
                  <a:pt x="3182731" y="1445762"/>
                </a:lnTo>
                <a:lnTo>
                  <a:pt x="3182731" y="1441694"/>
                </a:lnTo>
                <a:lnTo>
                  <a:pt x="3182750" y="1439313"/>
                </a:lnTo>
                <a:lnTo>
                  <a:pt x="3182788" y="1438618"/>
                </a:lnTo>
                <a:lnTo>
                  <a:pt x="3182807" y="1436256"/>
                </a:lnTo>
                <a:lnTo>
                  <a:pt x="3182807" y="1432227"/>
                </a:lnTo>
                <a:lnTo>
                  <a:pt x="3182817" y="1429845"/>
                </a:lnTo>
                <a:lnTo>
                  <a:pt x="3182826" y="1429112"/>
                </a:lnTo>
                <a:lnTo>
                  <a:pt x="3182798" y="1426702"/>
                </a:lnTo>
                <a:lnTo>
                  <a:pt x="3182731" y="1422616"/>
                </a:lnTo>
                <a:lnTo>
                  <a:pt x="3182712" y="1420235"/>
                </a:lnTo>
                <a:lnTo>
                  <a:pt x="3182722" y="1419558"/>
                </a:lnTo>
                <a:lnTo>
                  <a:pt x="3182712" y="1417168"/>
                </a:lnTo>
                <a:lnTo>
                  <a:pt x="3182684" y="1413062"/>
                </a:lnTo>
                <a:lnTo>
                  <a:pt x="3182674" y="1410681"/>
                </a:lnTo>
                <a:lnTo>
                  <a:pt x="3182684" y="1410024"/>
                </a:lnTo>
                <a:lnTo>
                  <a:pt x="3182703" y="1407671"/>
                </a:lnTo>
                <a:lnTo>
                  <a:pt x="3182741" y="1403614"/>
                </a:lnTo>
                <a:lnTo>
                  <a:pt x="3182760" y="1401232"/>
                </a:lnTo>
                <a:lnTo>
                  <a:pt x="3182760" y="1400527"/>
                </a:lnTo>
                <a:lnTo>
                  <a:pt x="3182760" y="1398146"/>
                </a:lnTo>
                <a:lnTo>
                  <a:pt x="3182760" y="1394089"/>
                </a:lnTo>
                <a:lnTo>
                  <a:pt x="3182769" y="1391707"/>
                </a:lnTo>
                <a:lnTo>
                  <a:pt x="3182788" y="1391002"/>
                </a:lnTo>
                <a:lnTo>
                  <a:pt x="3182779" y="1388612"/>
                </a:lnTo>
                <a:lnTo>
                  <a:pt x="3182741" y="1384535"/>
                </a:lnTo>
                <a:lnTo>
                  <a:pt x="3182712" y="1382154"/>
                </a:lnTo>
                <a:lnTo>
                  <a:pt x="3182674" y="1381468"/>
                </a:lnTo>
                <a:lnTo>
                  <a:pt x="3182645" y="1379058"/>
                </a:lnTo>
                <a:lnTo>
                  <a:pt x="3182607" y="1374915"/>
                </a:lnTo>
                <a:lnTo>
                  <a:pt x="3182684" y="1372533"/>
                </a:lnTo>
                <a:lnTo>
                  <a:pt x="3182874" y="1371914"/>
                </a:lnTo>
                <a:lnTo>
                  <a:pt x="3182969" y="1369628"/>
                </a:lnTo>
                <a:lnTo>
                  <a:pt x="3182969" y="1365675"/>
                </a:lnTo>
                <a:close/>
                <a:moveTo>
                  <a:pt x="1838249" y="1380820"/>
                </a:moveTo>
                <a:lnTo>
                  <a:pt x="1837439" y="1382944"/>
                </a:lnTo>
                <a:lnTo>
                  <a:pt x="1836544" y="1386592"/>
                </a:lnTo>
                <a:lnTo>
                  <a:pt x="1834267" y="1388440"/>
                </a:lnTo>
                <a:lnTo>
                  <a:pt x="1830619" y="1388488"/>
                </a:lnTo>
                <a:lnTo>
                  <a:pt x="1828438" y="1388678"/>
                </a:lnTo>
                <a:lnTo>
                  <a:pt x="1827705" y="1389012"/>
                </a:lnTo>
                <a:lnTo>
                  <a:pt x="1827038" y="1389555"/>
                </a:lnTo>
                <a:lnTo>
                  <a:pt x="1826457" y="1390288"/>
                </a:lnTo>
                <a:lnTo>
                  <a:pt x="1826190" y="1392403"/>
                </a:lnTo>
                <a:lnTo>
                  <a:pt x="1826247" y="1395898"/>
                </a:lnTo>
                <a:lnTo>
                  <a:pt x="1824523" y="1397899"/>
                </a:lnTo>
                <a:lnTo>
                  <a:pt x="1821028" y="1398394"/>
                </a:lnTo>
                <a:lnTo>
                  <a:pt x="1819085" y="1398832"/>
                </a:lnTo>
                <a:lnTo>
                  <a:pt x="1818694" y="1399213"/>
                </a:lnTo>
                <a:lnTo>
                  <a:pt x="1818503" y="1399594"/>
                </a:lnTo>
                <a:lnTo>
                  <a:pt x="1818494" y="1399985"/>
                </a:lnTo>
                <a:lnTo>
                  <a:pt x="1818342" y="1402213"/>
                </a:lnTo>
                <a:lnTo>
                  <a:pt x="1818037" y="1406281"/>
                </a:lnTo>
                <a:lnTo>
                  <a:pt x="1817789" y="1408662"/>
                </a:lnTo>
                <a:lnTo>
                  <a:pt x="1817580" y="1409357"/>
                </a:lnTo>
                <a:lnTo>
                  <a:pt x="1817475" y="1411634"/>
                </a:lnTo>
                <a:lnTo>
                  <a:pt x="1817475" y="1415491"/>
                </a:lnTo>
                <a:lnTo>
                  <a:pt x="1817484" y="1417872"/>
                </a:lnTo>
                <a:lnTo>
                  <a:pt x="1817494" y="1418777"/>
                </a:lnTo>
                <a:lnTo>
                  <a:pt x="1817608" y="1421273"/>
                </a:lnTo>
                <a:lnTo>
                  <a:pt x="1817837" y="1425369"/>
                </a:lnTo>
                <a:lnTo>
                  <a:pt x="1818008" y="1427750"/>
                </a:lnTo>
                <a:lnTo>
                  <a:pt x="1818122" y="1428417"/>
                </a:lnTo>
                <a:lnTo>
                  <a:pt x="1818456" y="1429388"/>
                </a:lnTo>
                <a:lnTo>
                  <a:pt x="1818999" y="1430655"/>
                </a:lnTo>
                <a:lnTo>
                  <a:pt x="1820818" y="1433036"/>
                </a:lnTo>
                <a:lnTo>
                  <a:pt x="1823895" y="1436532"/>
                </a:lnTo>
                <a:lnTo>
                  <a:pt x="1826276" y="1438932"/>
                </a:lnTo>
                <a:lnTo>
                  <a:pt x="1827962" y="1440256"/>
                </a:lnTo>
                <a:lnTo>
                  <a:pt x="1831086" y="1442637"/>
                </a:lnTo>
                <a:lnTo>
                  <a:pt x="1835648" y="1446076"/>
                </a:lnTo>
                <a:lnTo>
                  <a:pt x="1838030" y="1447848"/>
                </a:lnTo>
                <a:lnTo>
                  <a:pt x="1840859" y="1448333"/>
                </a:lnTo>
                <a:lnTo>
                  <a:pt x="1845516" y="1449010"/>
                </a:lnTo>
                <a:lnTo>
                  <a:pt x="1848260" y="1449372"/>
                </a:lnTo>
                <a:lnTo>
                  <a:pt x="1849088" y="1449419"/>
                </a:lnTo>
                <a:lnTo>
                  <a:pt x="1851470" y="1449286"/>
                </a:lnTo>
                <a:lnTo>
                  <a:pt x="1855403" y="1448953"/>
                </a:lnTo>
                <a:lnTo>
                  <a:pt x="1857642" y="1448810"/>
                </a:lnTo>
                <a:lnTo>
                  <a:pt x="1858175" y="1448848"/>
                </a:lnTo>
                <a:lnTo>
                  <a:pt x="1858623" y="1448600"/>
                </a:lnTo>
                <a:lnTo>
                  <a:pt x="1858994" y="1448067"/>
                </a:lnTo>
                <a:lnTo>
                  <a:pt x="1859423" y="1446124"/>
                </a:lnTo>
                <a:lnTo>
                  <a:pt x="1859928" y="1442761"/>
                </a:lnTo>
                <a:lnTo>
                  <a:pt x="1861861" y="1441085"/>
                </a:lnTo>
                <a:lnTo>
                  <a:pt x="1865224" y="1441085"/>
                </a:lnTo>
                <a:lnTo>
                  <a:pt x="1867300" y="1440780"/>
                </a:lnTo>
                <a:lnTo>
                  <a:pt x="1868100" y="1440180"/>
                </a:lnTo>
                <a:lnTo>
                  <a:pt x="1868795" y="1439475"/>
                </a:lnTo>
                <a:lnTo>
                  <a:pt x="1869377" y="1438675"/>
                </a:lnTo>
                <a:lnTo>
                  <a:pt x="1869662" y="1436589"/>
                </a:lnTo>
                <a:lnTo>
                  <a:pt x="1869662" y="1433208"/>
                </a:lnTo>
                <a:lnTo>
                  <a:pt x="1871358" y="1431227"/>
                </a:lnTo>
                <a:lnTo>
                  <a:pt x="1874739" y="1430655"/>
                </a:lnTo>
                <a:lnTo>
                  <a:pt x="1876625" y="1430169"/>
                </a:lnTo>
                <a:lnTo>
                  <a:pt x="1877035" y="1429760"/>
                </a:lnTo>
                <a:lnTo>
                  <a:pt x="1877244" y="1429360"/>
                </a:lnTo>
                <a:lnTo>
                  <a:pt x="1877263" y="1428950"/>
                </a:lnTo>
                <a:lnTo>
                  <a:pt x="1877454" y="1426759"/>
                </a:lnTo>
                <a:lnTo>
                  <a:pt x="1877806" y="1422778"/>
                </a:lnTo>
                <a:lnTo>
                  <a:pt x="1878035" y="1420397"/>
                </a:lnTo>
                <a:lnTo>
                  <a:pt x="1878130" y="1419616"/>
                </a:lnTo>
                <a:lnTo>
                  <a:pt x="1878178" y="1417282"/>
                </a:lnTo>
                <a:lnTo>
                  <a:pt x="1878178" y="1413396"/>
                </a:lnTo>
                <a:lnTo>
                  <a:pt x="1878187" y="1411014"/>
                </a:lnTo>
                <a:lnTo>
                  <a:pt x="1878216" y="1410138"/>
                </a:lnTo>
                <a:lnTo>
                  <a:pt x="1877835" y="1407376"/>
                </a:lnTo>
                <a:lnTo>
                  <a:pt x="1877054" y="1402737"/>
                </a:lnTo>
                <a:lnTo>
                  <a:pt x="1876654" y="1400356"/>
                </a:lnTo>
                <a:lnTo>
                  <a:pt x="1874472" y="1397594"/>
                </a:lnTo>
                <a:lnTo>
                  <a:pt x="1870558" y="1392965"/>
                </a:lnTo>
                <a:lnTo>
                  <a:pt x="1868176" y="1390212"/>
                </a:lnTo>
                <a:lnTo>
                  <a:pt x="1867329" y="1389345"/>
                </a:lnTo>
                <a:lnTo>
                  <a:pt x="1865624" y="1388069"/>
                </a:lnTo>
                <a:lnTo>
                  <a:pt x="1863071" y="1386383"/>
                </a:lnTo>
                <a:lnTo>
                  <a:pt x="1860690" y="1385440"/>
                </a:lnTo>
                <a:lnTo>
                  <a:pt x="1858480" y="1385230"/>
                </a:lnTo>
                <a:lnTo>
                  <a:pt x="1855899" y="1384125"/>
                </a:lnTo>
                <a:lnTo>
                  <a:pt x="1852955" y="1382125"/>
                </a:lnTo>
                <a:lnTo>
                  <a:pt x="1850574" y="1380935"/>
                </a:lnTo>
                <a:lnTo>
                  <a:pt x="1848755" y="1380554"/>
                </a:lnTo>
                <a:lnTo>
                  <a:pt x="1847650" y="1380353"/>
                </a:lnTo>
                <a:lnTo>
                  <a:pt x="1847259" y="1380344"/>
                </a:lnTo>
                <a:lnTo>
                  <a:pt x="1844878" y="1380458"/>
                </a:lnTo>
                <a:lnTo>
                  <a:pt x="1840506" y="1380696"/>
                </a:lnTo>
                <a:close/>
                <a:moveTo>
                  <a:pt x="3286020" y="1380696"/>
                </a:moveTo>
                <a:lnTo>
                  <a:pt x="3285573" y="1380811"/>
                </a:lnTo>
                <a:lnTo>
                  <a:pt x="3285325" y="1381020"/>
                </a:lnTo>
                <a:lnTo>
                  <a:pt x="3284649" y="1382725"/>
                </a:lnTo>
                <a:lnTo>
                  <a:pt x="3283553" y="1385935"/>
                </a:lnTo>
                <a:lnTo>
                  <a:pt x="3281410" y="1387535"/>
                </a:lnTo>
                <a:lnTo>
                  <a:pt x="3278200" y="1387535"/>
                </a:lnTo>
                <a:lnTo>
                  <a:pt x="3276171" y="1387888"/>
                </a:lnTo>
                <a:lnTo>
                  <a:pt x="3275324" y="1388602"/>
                </a:lnTo>
                <a:lnTo>
                  <a:pt x="3274171" y="1389374"/>
                </a:lnTo>
                <a:lnTo>
                  <a:pt x="3272704" y="1390221"/>
                </a:lnTo>
                <a:lnTo>
                  <a:pt x="3271971" y="1391869"/>
                </a:lnTo>
                <a:lnTo>
                  <a:pt x="3271971" y="1394317"/>
                </a:lnTo>
                <a:lnTo>
                  <a:pt x="3270742" y="1395546"/>
                </a:lnTo>
                <a:lnTo>
                  <a:pt x="3268294" y="1395546"/>
                </a:lnTo>
                <a:lnTo>
                  <a:pt x="3266656" y="1396279"/>
                </a:lnTo>
                <a:lnTo>
                  <a:pt x="3265818" y="1397756"/>
                </a:lnTo>
                <a:lnTo>
                  <a:pt x="3265294" y="1398918"/>
                </a:lnTo>
                <a:lnTo>
                  <a:pt x="3265103" y="1399756"/>
                </a:lnTo>
                <a:lnTo>
                  <a:pt x="3265008" y="1402042"/>
                </a:lnTo>
                <a:lnTo>
                  <a:pt x="3265008" y="1405766"/>
                </a:lnTo>
                <a:lnTo>
                  <a:pt x="3264713" y="1408147"/>
                </a:lnTo>
                <a:lnTo>
                  <a:pt x="3264132" y="1409186"/>
                </a:lnTo>
                <a:lnTo>
                  <a:pt x="3263837" y="1411272"/>
                </a:lnTo>
                <a:lnTo>
                  <a:pt x="3263837" y="1414415"/>
                </a:lnTo>
                <a:lnTo>
                  <a:pt x="3263865" y="1416796"/>
                </a:lnTo>
                <a:lnTo>
                  <a:pt x="3263932" y="1418415"/>
                </a:lnTo>
                <a:lnTo>
                  <a:pt x="3263960" y="1420825"/>
                </a:lnTo>
                <a:lnTo>
                  <a:pt x="3263960" y="1424035"/>
                </a:lnTo>
                <a:lnTo>
                  <a:pt x="3264179" y="1426416"/>
                </a:lnTo>
                <a:lnTo>
                  <a:pt x="3264627" y="1427969"/>
                </a:lnTo>
                <a:lnTo>
                  <a:pt x="3265408" y="1430045"/>
                </a:lnTo>
                <a:lnTo>
                  <a:pt x="3266523" y="1432646"/>
                </a:lnTo>
                <a:lnTo>
                  <a:pt x="3268161" y="1435027"/>
                </a:lnTo>
                <a:lnTo>
                  <a:pt x="3270323" y="1437189"/>
                </a:lnTo>
                <a:lnTo>
                  <a:pt x="3272704" y="1439170"/>
                </a:lnTo>
                <a:lnTo>
                  <a:pt x="3275305" y="1440952"/>
                </a:lnTo>
                <a:lnTo>
                  <a:pt x="3278391" y="1443333"/>
                </a:lnTo>
                <a:lnTo>
                  <a:pt x="3281963" y="1446314"/>
                </a:lnTo>
                <a:lnTo>
                  <a:pt x="3284344" y="1448029"/>
                </a:lnTo>
                <a:lnTo>
                  <a:pt x="3285534" y="1448476"/>
                </a:lnTo>
                <a:lnTo>
                  <a:pt x="3286354" y="1448705"/>
                </a:lnTo>
                <a:lnTo>
                  <a:pt x="3286801" y="1448705"/>
                </a:lnTo>
                <a:lnTo>
                  <a:pt x="3289183" y="1448857"/>
                </a:lnTo>
                <a:lnTo>
                  <a:pt x="3293497" y="1449162"/>
                </a:lnTo>
                <a:lnTo>
                  <a:pt x="3296041" y="1449334"/>
                </a:lnTo>
                <a:lnTo>
                  <a:pt x="3296831" y="1449362"/>
                </a:lnTo>
                <a:lnTo>
                  <a:pt x="3298974" y="1448981"/>
                </a:lnTo>
                <a:lnTo>
                  <a:pt x="3302470" y="1448191"/>
                </a:lnTo>
                <a:lnTo>
                  <a:pt x="3304261" y="1447600"/>
                </a:lnTo>
                <a:lnTo>
                  <a:pt x="3304346" y="1447209"/>
                </a:lnTo>
                <a:lnTo>
                  <a:pt x="3304584" y="1446981"/>
                </a:lnTo>
                <a:lnTo>
                  <a:pt x="3304975" y="1446924"/>
                </a:lnTo>
                <a:lnTo>
                  <a:pt x="3305632" y="1445190"/>
                </a:lnTo>
                <a:lnTo>
                  <a:pt x="3306528" y="1441790"/>
                </a:lnTo>
                <a:lnTo>
                  <a:pt x="3308909" y="1440047"/>
                </a:lnTo>
                <a:lnTo>
                  <a:pt x="3312776" y="1439970"/>
                </a:lnTo>
                <a:lnTo>
                  <a:pt x="3315052" y="1439866"/>
                </a:lnTo>
                <a:lnTo>
                  <a:pt x="3315757" y="1439742"/>
                </a:lnTo>
                <a:lnTo>
                  <a:pt x="3316195" y="1439332"/>
                </a:lnTo>
                <a:lnTo>
                  <a:pt x="3316376" y="1438627"/>
                </a:lnTo>
                <a:lnTo>
                  <a:pt x="3316500" y="1436380"/>
                </a:lnTo>
                <a:lnTo>
                  <a:pt x="3316586" y="1432579"/>
                </a:lnTo>
                <a:lnTo>
                  <a:pt x="3318034" y="1430198"/>
                </a:lnTo>
                <a:lnTo>
                  <a:pt x="3320834" y="1429236"/>
                </a:lnTo>
                <a:lnTo>
                  <a:pt x="3322215" y="1428236"/>
                </a:lnTo>
                <a:lnTo>
                  <a:pt x="3322177" y="1427197"/>
                </a:lnTo>
                <a:lnTo>
                  <a:pt x="3322672" y="1426407"/>
                </a:lnTo>
                <a:lnTo>
                  <a:pt x="3323711" y="1425854"/>
                </a:lnTo>
                <a:lnTo>
                  <a:pt x="3324435" y="1424197"/>
                </a:lnTo>
                <a:lnTo>
                  <a:pt x="3324854" y="1421435"/>
                </a:lnTo>
                <a:lnTo>
                  <a:pt x="3325054" y="1419854"/>
                </a:lnTo>
                <a:lnTo>
                  <a:pt x="3325035" y="1419435"/>
                </a:lnTo>
                <a:lnTo>
                  <a:pt x="3324911" y="1416929"/>
                </a:lnTo>
                <a:lnTo>
                  <a:pt x="3324682" y="1412338"/>
                </a:lnTo>
                <a:lnTo>
                  <a:pt x="3324568" y="1409957"/>
                </a:lnTo>
                <a:lnTo>
                  <a:pt x="3324482" y="1409348"/>
                </a:lnTo>
                <a:lnTo>
                  <a:pt x="3324311" y="1408643"/>
                </a:lnTo>
                <a:lnTo>
                  <a:pt x="3322892" y="1406261"/>
                </a:lnTo>
                <a:lnTo>
                  <a:pt x="3320215" y="1402204"/>
                </a:lnTo>
                <a:lnTo>
                  <a:pt x="3318605" y="1398565"/>
                </a:lnTo>
                <a:lnTo>
                  <a:pt x="3318053" y="1395346"/>
                </a:lnTo>
                <a:lnTo>
                  <a:pt x="3317310" y="1392965"/>
                </a:lnTo>
                <a:lnTo>
                  <a:pt x="3316367" y="1391422"/>
                </a:lnTo>
                <a:lnTo>
                  <a:pt x="3315595" y="1390317"/>
                </a:lnTo>
                <a:lnTo>
                  <a:pt x="3314995" y="1389659"/>
                </a:lnTo>
                <a:lnTo>
                  <a:pt x="3313509" y="1388469"/>
                </a:lnTo>
                <a:lnTo>
                  <a:pt x="3311128" y="1386745"/>
                </a:lnTo>
                <a:lnTo>
                  <a:pt x="3308747" y="1385602"/>
                </a:lnTo>
                <a:lnTo>
                  <a:pt x="3306366" y="1385021"/>
                </a:lnTo>
                <a:lnTo>
                  <a:pt x="3303537" y="1383830"/>
                </a:lnTo>
                <a:lnTo>
                  <a:pt x="3300260" y="1382030"/>
                </a:lnTo>
                <a:lnTo>
                  <a:pt x="3297879" y="1380982"/>
                </a:lnTo>
                <a:lnTo>
                  <a:pt x="3296393" y="1380706"/>
                </a:lnTo>
                <a:lnTo>
                  <a:pt x="3295517" y="1380573"/>
                </a:lnTo>
                <a:lnTo>
                  <a:pt x="3295250" y="1380582"/>
                </a:lnTo>
                <a:lnTo>
                  <a:pt x="3292869" y="1380620"/>
                </a:lnTo>
                <a:lnTo>
                  <a:pt x="3288373" y="1380668"/>
                </a:lnTo>
                <a:close/>
                <a:moveTo>
                  <a:pt x="1704670" y="1387812"/>
                </a:moveTo>
                <a:lnTo>
                  <a:pt x="1704061" y="1388897"/>
                </a:lnTo>
                <a:lnTo>
                  <a:pt x="1702222" y="1389736"/>
                </a:lnTo>
                <a:lnTo>
                  <a:pt x="1699146" y="1390345"/>
                </a:lnTo>
                <a:lnTo>
                  <a:pt x="1697612" y="1391193"/>
                </a:lnTo>
                <a:lnTo>
                  <a:pt x="1697612" y="1392269"/>
                </a:lnTo>
                <a:lnTo>
                  <a:pt x="1697069" y="1392841"/>
                </a:lnTo>
                <a:lnTo>
                  <a:pt x="1695993" y="1392888"/>
                </a:lnTo>
                <a:lnTo>
                  <a:pt x="1695107" y="1394393"/>
                </a:lnTo>
                <a:lnTo>
                  <a:pt x="1694421" y="1397327"/>
                </a:lnTo>
                <a:lnTo>
                  <a:pt x="1693897" y="1399146"/>
                </a:lnTo>
                <a:lnTo>
                  <a:pt x="1693545" y="1399832"/>
                </a:lnTo>
                <a:lnTo>
                  <a:pt x="1693888" y="1400661"/>
                </a:lnTo>
                <a:lnTo>
                  <a:pt x="1694926" y="1401623"/>
                </a:lnTo>
                <a:lnTo>
                  <a:pt x="1695869" y="1402042"/>
                </a:lnTo>
                <a:lnTo>
                  <a:pt x="1696707" y="1401918"/>
                </a:lnTo>
                <a:lnTo>
                  <a:pt x="1699089" y="1401870"/>
                </a:lnTo>
                <a:lnTo>
                  <a:pt x="1703013" y="1401918"/>
                </a:lnTo>
                <a:lnTo>
                  <a:pt x="1705413" y="1401928"/>
                </a:lnTo>
                <a:lnTo>
                  <a:pt x="1706280" y="1401918"/>
                </a:lnTo>
                <a:lnTo>
                  <a:pt x="1708661" y="1401937"/>
                </a:lnTo>
                <a:lnTo>
                  <a:pt x="1712557" y="1401975"/>
                </a:lnTo>
                <a:lnTo>
                  <a:pt x="1714967" y="1402013"/>
                </a:lnTo>
                <a:lnTo>
                  <a:pt x="1715900" y="1402032"/>
                </a:lnTo>
                <a:lnTo>
                  <a:pt x="1718281" y="1402042"/>
                </a:lnTo>
                <a:lnTo>
                  <a:pt x="1722110" y="1402042"/>
                </a:lnTo>
                <a:lnTo>
                  <a:pt x="1724587" y="1402137"/>
                </a:lnTo>
                <a:lnTo>
                  <a:pt x="1725720" y="1402337"/>
                </a:lnTo>
                <a:lnTo>
                  <a:pt x="1728102" y="1402432"/>
                </a:lnTo>
                <a:lnTo>
                  <a:pt x="1731731" y="1402432"/>
                </a:lnTo>
                <a:lnTo>
                  <a:pt x="1734036" y="1402347"/>
                </a:lnTo>
                <a:lnTo>
                  <a:pt x="1734998" y="1402185"/>
                </a:lnTo>
                <a:lnTo>
                  <a:pt x="1737379" y="1402099"/>
                </a:lnTo>
                <a:lnTo>
                  <a:pt x="1741180" y="1402099"/>
                </a:lnTo>
                <a:lnTo>
                  <a:pt x="1743408" y="1401956"/>
                </a:lnTo>
                <a:lnTo>
                  <a:pt x="1744085" y="1401670"/>
                </a:lnTo>
                <a:lnTo>
                  <a:pt x="1744485" y="1401185"/>
                </a:lnTo>
                <a:lnTo>
                  <a:pt x="1744589" y="1400508"/>
                </a:lnTo>
                <a:lnTo>
                  <a:pt x="1744256" y="1399080"/>
                </a:lnTo>
                <a:lnTo>
                  <a:pt x="1743466" y="1396879"/>
                </a:lnTo>
                <a:lnTo>
                  <a:pt x="1741789" y="1394498"/>
                </a:lnTo>
                <a:lnTo>
                  <a:pt x="1739227" y="1391936"/>
                </a:lnTo>
                <a:lnTo>
                  <a:pt x="1736846" y="1389888"/>
                </a:lnTo>
                <a:lnTo>
                  <a:pt x="1734645" y="1388354"/>
                </a:lnTo>
                <a:lnTo>
                  <a:pt x="1731597" y="1386402"/>
                </a:lnTo>
                <a:lnTo>
                  <a:pt x="1727702" y="1384040"/>
                </a:lnTo>
                <a:lnTo>
                  <a:pt x="1725320" y="1382820"/>
                </a:lnTo>
                <a:lnTo>
                  <a:pt x="1724454" y="1382744"/>
                </a:lnTo>
                <a:lnTo>
                  <a:pt x="1721758" y="1382430"/>
                </a:lnTo>
                <a:lnTo>
                  <a:pt x="1717224" y="1381858"/>
                </a:lnTo>
                <a:lnTo>
                  <a:pt x="1714843" y="1381582"/>
                </a:lnTo>
                <a:lnTo>
                  <a:pt x="1713567" y="1382916"/>
                </a:lnTo>
                <a:lnTo>
                  <a:pt x="1711700" y="1385583"/>
                </a:lnTo>
                <a:lnTo>
                  <a:pt x="1709318" y="1387002"/>
                </a:lnTo>
                <a:lnTo>
                  <a:pt x="1706423" y="1387183"/>
                </a:lnTo>
                <a:close/>
                <a:moveTo>
                  <a:pt x="2752344" y="1388716"/>
                </a:moveTo>
                <a:lnTo>
                  <a:pt x="2751572" y="1388983"/>
                </a:lnTo>
                <a:lnTo>
                  <a:pt x="2750944" y="1389497"/>
                </a:lnTo>
                <a:lnTo>
                  <a:pt x="2750449" y="1390269"/>
                </a:lnTo>
                <a:lnTo>
                  <a:pt x="2750182" y="1392374"/>
                </a:lnTo>
                <a:lnTo>
                  <a:pt x="2750125" y="1395822"/>
                </a:lnTo>
                <a:lnTo>
                  <a:pt x="2748372" y="1398070"/>
                </a:lnTo>
                <a:lnTo>
                  <a:pt x="2744924" y="1399118"/>
                </a:lnTo>
                <a:lnTo>
                  <a:pt x="2743133" y="1399699"/>
                </a:lnTo>
                <a:lnTo>
                  <a:pt x="2742667" y="1402223"/>
                </a:lnTo>
                <a:lnTo>
                  <a:pt x="2742133" y="1406319"/>
                </a:lnTo>
                <a:lnTo>
                  <a:pt x="2741752" y="1408700"/>
                </a:lnTo>
                <a:lnTo>
                  <a:pt x="2741543" y="1409367"/>
                </a:lnTo>
                <a:lnTo>
                  <a:pt x="2741419" y="1411624"/>
                </a:lnTo>
                <a:lnTo>
                  <a:pt x="2741381" y="1415463"/>
                </a:lnTo>
                <a:lnTo>
                  <a:pt x="2741362" y="1417844"/>
                </a:lnTo>
                <a:lnTo>
                  <a:pt x="2741371" y="1418768"/>
                </a:lnTo>
                <a:lnTo>
                  <a:pt x="2741400" y="1421168"/>
                </a:lnTo>
                <a:lnTo>
                  <a:pt x="2741438" y="1425064"/>
                </a:lnTo>
                <a:lnTo>
                  <a:pt x="2741505" y="1427445"/>
                </a:lnTo>
                <a:lnTo>
                  <a:pt x="2741600" y="1428312"/>
                </a:lnTo>
                <a:lnTo>
                  <a:pt x="2742028" y="1429741"/>
                </a:lnTo>
                <a:lnTo>
                  <a:pt x="2742809" y="1431712"/>
                </a:lnTo>
                <a:lnTo>
                  <a:pt x="2744562" y="1434094"/>
                </a:lnTo>
                <a:lnTo>
                  <a:pt x="2747286" y="1436884"/>
                </a:lnTo>
                <a:lnTo>
                  <a:pt x="2749667" y="1439056"/>
                </a:lnTo>
                <a:lnTo>
                  <a:pt x="2751706" y="1440609"/>
                </a:lnTo>
                <a:lnTo>
                  <a:pt x="2754687" y="1442990"/>
                </a:lnTo>
                <a:lnTo>
                  <a:pt x="2758602" y="1446200"/>
                </a:lnTo>
                <a:lnTo>
                  <a:pt x="2760983" y="1447981"/>
                </a:lnTo>
                <a:lnTo>
                  <a:pt x="2761831" y="1448343"/>
                </a:lnTo>
                <a:lnTo>
                  <a:pt x="2762431" y="1448524"/>
                </a:lnTo>
                <a:lnTo>
                  <a:pt x="2762783" y="1448514"/>
                </a:lnTo>
                <a:lnTo>
                  <a:pt x="2765165" y="1448667"/>
                </a:lnTo>
                <a:lnTo>
                  <a:pt x="2769575" y="1448972"/>
                </a:lnTo>
                <a:lnTo>
                  <a:pt x="2772137" y="1449153"/>
                </a:lnTo>
                <a:lnTo>
                  <a:pt x="2772851" y="1449210"/>
                </a:lnTo>
                <a:lnTo>
                  <a:pt x="2775233" y="1449029"/>
                </a:lnTo>
                <a:lnTo>
                  <a:pt x="2779281" y="1448610"/>
                </a:lnTo>
                <a:lnTo>
                  <a:pt x="2781443" y="1448391"/>
                </a:lnTo>
                <a:lnTo>
                  <a:pt x="2781729" y="1448381"/>
                </a:lnTo>
                <a:lnTo>
                  <a:pt x="2781938" y="1448229"/>
                </a:lnTo>
                <a:lnTo>
                  <a:pt x="2782072" y="1447943"/>
                </a:lnTo>
                <a:lnTo>
                  <a:pt x="2782462" y="1445952"/>
                </a:lnTo>
                <a:lnTo>
                  <a:pt x="2783119" y="1442266"/>
                </a:lnTo>
                <a:lnTo>
                  <a:pt x="2785291" y="1440418"/>
                </a:lnTo>
                <a:lnTo>
                  <a:pt x="2788977" y="1440418"/>
                </a:lnTo>
                <a:lnTo>
                  <a:pt x="2791225" y="1440285"/>
                </a:lnTo>
                <a:lnTo>
                  <a:pt x="2792025" y="1440009"/>
                </a:lnTo>
                <a:lnTo>
                  <a:pt x="2792635" y="1439475"/>
                </a:lnTo>
                <a:lnTo>
                  <a:pt x="2793063" y="1438675"/>
                </a:lnTo>
                <a:lnTo>
                  <a:pt x="2793273" y="1436503"/>
                </a:lnTo>
                <a:lnTo>
                  <a:pt x="2793273" y="1432970"/>
                </a:lnTo>
                <a:lnTo>
                  <a:pt x="2795045" y="1430903"/>
                </a:lnTo>
                <a:lnTo>
                  <a:pt x="2798578" y="1430312"/>
                </a:lnTo>
                <a:lnTo>
                  <a:pt x="2800521" y="1429874"/>
                </a:lnTo>
                <a:lnTo>
                  <a:pt x="2800874" y="1429588"/>
                </a:lnTo>
                <a:lnTo>
                  <a:pt x="2801045" y="1429274"/>
                </a:lnTo>
                <a:lnTo>
                  <a:pt x="2801036" y="1428921"/>
                </a:lnTo>
                <a:lnTo>
                  <a:pt x="2801255" y="1426759"/>
                </a:lnTo>
                <a:lnTo>
                  <a:pt x="2801684" y="1422768"/>
                </a:lnTo>
                <a:lnTo>
                  <a:pt x="2801931" y="1420387"/>
                </a:lnTo>
                <a:lnTo>
                  <a:pt x="2801988" y="1419616"/>
                </a:lnTo>
                <a:lnTo>
                  <a:pt x="2801912" y="1417149"/>
                </a:lnTo>
                <a:lnTo>
                  <a:pt x="2801693" y="1413005"/>
                </a:lnTo>
                <a:lnTo>
                  <a:pt x="2801588" y="1410624"/>
                </a:lnTo>
                <a:lnTo>
                  <a:pt x="2801588" y="1410005"/>
                </a:lnTo>
                <a:lnTo>
                  <a:pt x="2801274" y="1407947"/>
                </a:lnTo>
                <a:lnTo>
                  <a:pt x="2800655" y="1404433"/>
                </a:lnTo>
                <a:lnTo>
                  <a:pt x="2799836" y="1402051"/>
                </a:lnTo>
                <a:lnTo>
                  <a:pt x="2798797" y="1400804"/>
                </a:lnTo>
                <a:lnTo>
                  <a:pt x="2798302" y="1399680"/>
                </a:lnTo>
                <a:lnTo>
                  <a:pt x="2798340" y="1398689"/>
                </a:lnTo>
                <a:lnTo>
                  <a:pt x="2797092" y="1396308"/>
                </a:lnTo>
                <a:lnTo>
                  <a:pt x="2794540" y="1392536"/>
                </a:lnTo>
                <a:lnTo>
                  <a:pt x="2792663" y="1390155"/>
                </a:lnTo>
                <a:lnTo>
                  <a:pt x="2791435" y="1389155"/>
                </a:lnTo>
                <a:lnTo>
                  <a:pt x="2789320" y="1387650"/>
                </a:lnTo>
                <a:lnTo>
                  <a:pt x="2786301" y="1385630"/>
                </a:lnTo>
                <a:lnTo>
                  <a:pt x="2783919" y="1384649"/>
                </a:lnTo>
                <a:lnTo>
                  <a:pt x="2782176" y="1384706"/>
                </a:lnTo>
                <a:lnTo>
                  <a:pt x="2779157" y="1384068"/>
                </a:lnTo>
                <a:lnTo>
                  <a:pt x="2774871" y="1382744"/>
                </a:lnTo>
                <a:lnTo>
                  <a:pt x="2772489" y="1382068"/>
                </a:lnTo>
                <a:lnTo>
                  <a:pt x="2772013" y="1382039"/>
                </a:lnTo>
                <a:lnTo>
                  <a:pt x="2770156" y="1382573"/>
                </a:lnTo>
                <a:lnTo>
                  <a:pt x="2766927" y="1383649"/>
                </a:lnTo>
                <a:lnTo>
                  <a:pt x="2764546" y="1384211"/>
                </a:lnTo>
                <a:lnTo>
                  <a:pt x="2763012" y="1384268"/>
                </a:lnTo>
                <a:lnTo>
                  <a:pt x="2761736" y="1385373"/>
                </a:lnTo>
                <a:lnTo>
                  <a:pt x="2760697" y="1387516"/>
                </a:lnTo>
                <a:lnTo>
                  <a:pt x="2758316" y="1388583"/>
                </a:lnTo>
                <a:lnTo>
                  <a:pt x="2754592" y="1388583"/>
                </a:lnTo>
                <a:close/>
                <a:moveTo>
                  <a:pt x="2152555" y="1428388"/>
                </a:moveTo>
                <a:lnTo>
                  <a:pt x="2151936" y="1430722"/>
                </a:lnTo>
                <a:lnTo>
                  <a:pt x="2151317" y="1434656"/>
                </a:lnTo>
                <a:lnTo>
                  <a:pt x="2150945" y="1437037"/>
                </a:lnTo>
                <a:lnTo>
                  <a:pt x="2150840" y="1437865"/>
                </a:lnTo>
                <a:lnTo>
                  <a:pt x="2151250" y="1439094"/>
                </a:lnTo>
                <a:lnTo>
                  <a:pt x="2152183" y="1440742"/>
                </a:lnTo>
                <a:lnTo>
                  <a:pt x="2154850" y="1443123"/>
                </a:lnTo>
                <a:lnTo>
                  <a:pt x="2159241" y="1446238"/>
                </a:lnTo>
                <a:lnTo>
                  <a:pt x="2161623" y="1447867"/>
                </a:lnTo>
                <a:lnTo>
                  <a:pt x="2161994" y="1448000"/>
                </a:lnTo>
                <a:lnTo>
                  <a:pt x="2162242" y="1448067"/>
                </a:lnTo>
                <a:lnTo>
                  <a:pt x="2164775" y="1448219"/>
                </a:lnTo>
                <a:lnTo>
                  <a:pt x="2169385" y="1448476"/>
                </a:lnTo>
                <a:lnTo>
                  <a:pt x="2171919" y="1448619"/>
                </a:lnTo>
                <a:lnTo>
                  <a:pt x="2172338" y="1448648"/>
                </a:lnTo>
                <a:lnTo>
                  <a:pt x="2173872" y="1448438"/>
                </a:lnTo>
                <a:lnTo>
                  <a:pt x="2176510" y="1448019"/>
                </a:lnTo>
                <a:lnTo>
                  <a:pt x="2178263" y="1447390"/>
                </a:lnTo>
                <a:lnTo>
                  <a:pt x="2179139" y="1446571"/>
                </a:lnTo>
                <a:lnTo>
                  <a:pt x="2179996" y="1446047"/>
                </a:lnTo>
                <a:lnTo>
                  <a:pt x="2180815" y="1445838"/>
                </a:lnTo>
                <a:lnTo>
                  <a:pt x="2181692" y="1444333"/>
                </a:lnTo>
                <a:lnTo>
                  <a:pt x="2182635" y="1441552"/>
                </a:lnTo>
                <a:lnTo>
                  <a:pt x="2185016" y="1440161"/>
                </a:lnTo>
                <a:lnTo>
                  <a:pt x="2188835" y="1440161"/>
                </a:lnTo>
                <a:lnTo>
                  <a:pt x="2191083" y="1440028"/>
                </a:lnTo>
                <a:lnTo>
                  <a:pt x="2191750" y="1439751"/>
                </a:lnTo>
                <a:lnTo>
                  <a:pt x="2192122" y="1439275"/>
                </a:lnTo>
                <a:lnTo>
                  <a:pt x="2192188" y="1438608"/>
                </a:lnTo>
                <a:lnTo>
                  <a:pt x="2192217" y="1436256"/>
                </a:lnTo>
                <a:lnTo>
                  <a:pt x="2192217" y="1432227"/>
                </a:lnTo>
                <a:lnTo>
                  <a:pt x="2192369" y="1429845"/>
                </a:lnTo>
                <a:lnTo>
                  <a:pt x="2192684" y="1429112"/>
                </a:lnTo>
                <a:lnTo>
                  <a:pt x="2192322" y="1428074"/>
                </a:lnTo>
                <a:lnTo>
                  <a:pt x="2191274" y="1426712"/>
                </a:lnTo>
                <a:lnTo>
                  <a:pt x="2190102" y="1426064"/>
                </a:lnTo>
                <a:lnTo>
                  <a:pt x="2188797" y="1426121"/>
                </a:lnTo>
                <a:lnTo>
                  <a:pt x="2186416" y="1426131"/>
                </a:lnTo>
                <a:lnTo>
                  <a:pt x="2182959" y="1426073"/>
                </a:lnTo>
                <a:lnTo>
                  <a:pt x="2180577" y="1426073"/>
                </a:lnTo>
                <a:lnTo>
                  <a:pt x="2179282" y="1426140"/>
                </a:lnTo>
                <a:lnTo>
                  <a:pt x="2176901" y="1426188"/>
                </a:lnTo>
                <a:lnTo>
                  <a:pt x="2173434" y="1426235"/>
                </a:lnTo>
                <a:lnTo>
                  <a:pt x="2171186" y="1426369"/>
                </a:lnTo>
                <a:lnTo>
                  <a:pt x="2170147" y="1426578"/>
                </a:lnTo>
                <a:lnTo>
                  <a:pt x="2167766" y="1426664"/>
                </a:lnTo>
                <a:lnTo>
                  <a:pt x="2164042" y="1426616"/>
                </a:lnTo>
                <a:lnTo>
                  <a:pt x="2161813" y="1426769"/>
                </a:lnTo>
                <a:lnTo>
                  <a:pt x="2161089" y="1427121"/>
                </a:lnTo>
                <a:lnTo>
                  <a:pt x="2158708" y="1427578"/>
                </a:lnTo>
                <a:lnTo>
                  <a:pt x="2154669" y="1428131"/>
                </a:lnTo>
                <a:close/>
                <a:moveTo>
                  <a:pt x="3000032" y="1427045"/>
                </a:moveTo>
                <a:lnTo>
                  <a:pt x="2999337" y="1427264"/>
                </a:lnTo>
                <a:lnTo>
                  <a:pt x="2997079" y="1427712"/>
                </a:lnTo>
                <a:lnTo>
                  <a:pt x="2993241" y="1428407"/>
                </a:lnTo>
                <a:lnTo>
                  <a:pt x="2991317" y="1428864"/>
                </a:lnTo>
                <a:lnTo>
                  <a:pt x="2990498" y="1431169"/>
                </a:lnTo>
                <a:lnTo>
                  <a:pt x="2989783" y="1434960"/>
                </a:lnTo>
                <a:lnTo>
                  <a:pt x="2989393" y="1437208"/>
                </a:lnTo>
                <a:lnTo>
                  <a:pt x="2989326" y="1437923"/>
                </a:lnTo>
                <a:lnTo>
                  <a:pt x="2989678" y="1438932"/>
                </a:lnTo>
                <a:lnTo>
                  <a:pt x="2990459" y="1440237"/>
                </a:lnTo>
                <a:lnTo>
                  <a:pt x="2992869" y="1442256"/>
                </a:lnTo>
                <a:lnTo>
                  <a:pt x="2996927" y="1445000"/>
                </a:lnTo>
                <a:lnTo>
                  <a:pt x="2999308" y="1446419"/>
                </a:lnTo>
                <a:lnTo>
                  <a:pt x="3000013" y="1446514"/>
                </a:lnTo>
                <a:lnTo>
                  <a:pt x="3001023" y="1446867"/>
                </a:lnTo>
                <a:lnTo>
                  <a:pt x="3002328" y="1447486"/>
                </a:lnTo>
                <a:lnTo>
                  <a:pt x="3004709" y="1447981"/>
                </a:lnTo>
                <a:lnTo>
                  <a:pt x="3008166" y="1448333"/>
                </a:lnTo>
                <a:lnTo>
                  <a:pt x="3010091" y="1448524"/>
                </a:lnTo>
                <a:lnTo>
                  <a:pt x="3010472" y="1448552"/>
                </a:lnTo>
                <a:lnTo>
                  <a:pt x="3012377" y="1448372"/>
                </a:lnTo>
                <a:lnTo>
                  <a:pt x="3015806" y="1447991"/>
                </a:lnTo>
                <a:lnTo>
                  <a:pt x="3017796" y="1447600"/>
                </a:lnTo>
                <a:lnTo>
                  <a:pt x="3018349" y="1447209"/>
                </a:lnTo>
                <a:lnTo>
                  <a:pt x="3018834" y="1446990"/>
                </a:lnTo>
                <a:lnTo>
                  <a:pt x="3019225" y="1446952"/>
                </a:lnTo>
                <a:lnTo>
                  <a:pt x="3019958" y="1445295"/>
                </a:lnTo>
                <a:lnTo>
                  <a:pt x="3021016" y="1442028"/>
                </a:lnTo>
                <a:lnTo>
                  <a:pt x="3023397" y="1440256"/>
                </a:lnTo>
                <a:lnTo>
                  <a:pt x="3027102" y="1439999"/>
                </a:lnTo>
                <a:lnTo>
                  <a:pt x="3029207" y="1439723"/>
                </a:lnTo>
                <a:lnTo>
                  <a:pt x="3029731" y="1439456"/>
                </a:lnTo>
                <a:lnTo>
                  <a:pt x="3030017" y="1439056"/>
                </a:lnTo>
                <a:lnTo>
                  <a:pt x="3030074" y="1438532"/>
                </a:lnTo>
                <a:lnTo>
                  <a:pt x="3030150" y="1436237"/>
                </a:lnTo>
                <a:lnTo>
                  <a:pt x="3030255" y="1432150"/>
                </a:lnTo>
                <a:lnTo>
                  <a:pt x="3030407" y="1429769"/>
                </a:lnTo>
                <a:lnTo>
                  <a:pt x="3030607" y="1429093"/>
                </a:lnTo>
                <a:lnTo>
                  <a:pt x="3030274" y="1428083"/>
                </a:lnTo>
                <a:lnTo>
                  <a:pt x="3029388" y="1426759"/>
                </a:lnTo>
                <a:lnTo>
                  <a:pt x="3028407" y="1426216"/>
                </a:lnTo>
                <a:lnTo>
                  <a:pt x="3027312" y="1426445"/>
                </a:lnTo>
                <a:lnTo>
                  <a:pt x="3024930" y="1426512"/>
                </a:lnTo>
                <a:lnTo>
                  <a:pt x="3021263" y="1426416"/>
                </a:lnTo>
                <a:lnTo>
                  <a:pt x="3018863" y="1426407"/>
                </a:lnTo>
                <a:lnTo>
                  <a:pt x="3017749" y="1426483"/>
                </a:lnTo>
                <a:lnTo>
                  <a:pt x="3015367" y="1426512"/>
                </a:lnTo>
                <a:lnTo>
                  <a:pt x="3011719" y="1426512"/>
                </a:lnTo>
                <a:lnTo>
                  <a:pt x="3009443" y="1426626"/>
                </a:lnTo>
                <a:lnTo>
                  <a:pt x="3008547" y="1426835"/>
                </a:lnTo>
                <a:lnTo>
                  <a:pt x="3006166" y="1426940"/>
                </a:lnTo>
                <a:lnTo>
                  <a:pt x="3002299" y="1426940"/>
                </a:lnTo>
                <a:close/>
              </a:path>
            </a:pathLst>
          </a:custGeom>
          <a:solidFill xmlns:a="http://schemas.openxmlformats.org/drawingml/2006/main">
            <a:srgbClr val="0B9FA7"/>
          </a:solidFill>
          <a:ln xmlns:a="http://schemas.openxmlformats.org/drawingml/2006/main" w="0">
            <a:noFill/>
          </a:ln>
        </p:spPr>
      </p:sp>
      <p:sp>
        <p:nvSpPr>
          <p:cNvPr id="16" name="logo-vector-1-15">
            <a:extLst xmlns:a="http://schemas.openxmlformats.org/drawingml/2006/main">
              <a:ext uri="{FF2B5EF4-FFF2-40B4-BE49-F238E27FC236}">
                <a16:creationId xmlns:a16="http://schemas.microsoft.com/office/drawing/2014/main" id="{73E5CBE2-6E30-47B0-99D1-F246F999A8AA}"/>
              </a:ext>
            </a:extLst>
          </p:cNvPr>
          <p:cNvSpPr>
            <a:spLocks xmlns:a="http://schemas.openxmlformats.org/drawingml/2006/main" noGrp="1"/>
          </p:cNvSpPr>
          <p:nvPr/>
        </p:nvSpPr>
        <p:spPr>
          <a:xfrm xmlns:a="http://schemas.openxmlformats.org/drawingml/2006/main">
            <a:off x="533400" y="971550"/>
            <a:ext cx="2952750" cy="1510185"/>
          </a:xfrm>
          <a:custGeom xmlns:a="http://schemas.openxmlformats.org/drawingml/2006/main">
            <a:pathLst>
              <a:path w="3743325" h="1914525">
                <a:moveTo>
                  <a:pt x="1742761" y="609171"/>
                </a:moveTo>
                <a:lnTo>
                  <a:pt x="1745094" y="608914"/>
                </a:lnTo>
                <a:lnTo>
                  <a:pt x="1749123" y="608400"/>
                </a:lnTo>
                <a:lnTo>
                  <a:pt x="1751505" y="608143"/>
                </a:lnTo>
                <a:lnTo>
                  <a:pt x="1752238" y="608143"/>
                </a:lnTo>
                <a:lnTo>
                  <a:pt x="1754638" y="608162"/>
                </a:lnTo>
                <a:lnTo>
                  <a:pt x="1758706" y="608190"/>
                </a:lnTo>
                <a:lnTo>
                  <a:pt x="1761087" y="608209"/>
                </a:lnTo>
                <a:lnTo>
                  <a:pt x="1761782" y="608219"/>
                </a:lnTo>
                <a:lnTo>
                  <a:pt x="1764182" y="608238"/>
                </a:lnTo>
                <a:lnTo>
                  <a:pt x="1768288" y="608267"/>
                </a:lnTo>
                <a:lnTo>
                  <a:pt x="1770669" y="608286"/>
                </a:lnTo>
                <a:lnTo>
                  <a:pt x="1771326" y="608276"/>
                </a:lnTo>
                <a:lnTo>
                  <a:pt x="1773717" y="608286"/>
                </a:lnTo>
                <a:lnTo>
                  <a:pt x="1777851" y="608324"/>
                </a:lnTo>
                <a:lnTo>
                  <a:pt x="1780232" y="608343"/>
                </a:lnTo>
                <a:lnTo>
                  <a:pt x="1780861" y="608343"/>
                </a:lnTo>
                <a:lnTo>
                  <a:pt x="1783261" y="608362"/>
                </a:lnTo>
                <a:lnTo>
                  <a:pt x="1787433" y="608400"/>
                </a:lnTo>
                <a:lnTo>
                  <a:pt x="1789814" y="608409"/>
                </a:lnTo>
                <a:lnTo>
                  <a:pt x="1790405" y="608409"/>
                </a:lnTo>
                <a:lnTo>
                  <a:pt x="1792748" y="608371"/>
                </a:lnTo>
                <a:lnTo>
                  <a:pt x="1796834" y="608295"/>
                </a:lnTo>
                <a:lnTo>
                  <a:pt x="1799215" y="608257"/>
                </a:lnTo>
                <a:lnTo>
                  <a:pt x="1799892" y="608267"/>
                </a:lnTo>
                <a:lnTo>
                  <a:pt x="1802273" y="608267"/>
                </a:lnTo>
                <a:lnTo>
                  <a:pt x="1806369" y="608267"/>
                </a:lnTo>
                <a:lnTo>
                  <a:pt x="1808750" y="608267"/>
                </a:lnTo>
                <a:lnTo>
                  <a:pt x="1809417" y="608267"/>
                </a:lnTo>
                <a:lnTo>
                  <a:pt x="1811779" y="608247"/>
                </a:lnTo>
                <a:lnTo>
                  <a:pt x="1815836" y="608209"/>
                </a:lnTo>
                <a:lnTo>
                  <a:pt x="1818218" y="608200"/>
                </a:lnTo>
                <a:lnTo>
                  <a:pt x="1818923" y="608209"/>
                </a:lnTo>
                <a:lnTo>
                  <a:pt x="1821294" y="608200"/>
                </a:lnTo>
                <a:lnTo>
                  <a:pt x="1825333" y="608171"/>
                </a:lnTo>
                <a:lnTo>
                  <a:pt x="1827714" y="608152"/>
                </a:lnTo>
                <a:lnTo>
                  <a:pt x="1828438" y="608162"/>
                </a:lnTo>
                <a:lnTo>
                  <a:pt x="1830867" y="608209"/>
                </a:lnTo>
                <a:lnTo>
                  <a:pt x="1834991" y="608286"/>
                </a:lnTo>
                <a:lnTo>
                  <a:pt x="1837373" y="608333"/>
                </a:lnTo>
                <a:lnTo>
                  <a:pt x="1838011" y="608343"/>
                </a:lnTo>
                <a:lnTo>
                  <a:pt x="1839135" y="608657"/>
                </a:lnTo>
                <a:lnTo>
                  <a:pt x="1840754" y="609286"/>
                </a:lnTo>
                <a:lnTo>
                  <a:pt x="1843135" y="611648"/>
                </a:lnTo>
                <a:lnTo>
                  <a:pt x="1846278" y="615734"/>
                </a:lnTo>
                <a:lnTo>
                  <a:pt x="1849736" y="617620"/>
                </a:lnTo>
                <a:lnTo>
                  <a:pt x="1853498" y="617296"/>
                </a:lnTo>
                <a:lnTo>
                  <a:pt x="1855880" y="617410"/>
                </a:lnTo>
                <a:lnTo>
                  <a:pt x="1856880" y="617953"/>
                </a:lnTo>
                <a:lnTo>
                  <a:pt x="1859318" y="618011"/>
                </a:lnTo>
                <a:lnTo>
                  <a:pt x="1863214" y="617601"/>
                </a:lnTo>
                <a:lnTo>
                  <a:pt x="1865595" y="617477"/>
                </a:lnTo>
                <a:lnTo>
                  <a:pt x="1866462" y="617649"/>
                </a:lnTo>
                <a:lnTo>
                  <a:pt x="1868853" y="617649"/>
                </a:lnTo>
                <a:lnTo>
                  <a:pt x="1872748" y="617477"/>
                </a:lnTo>
                <a:lnTo>
                  <a:pt x="1875130" y="617420"/>
                </a:lnTo>
                <a:lnTo>
                  <a:pt x="1875996" y="617458"/>
                </a:lnTo>
                <a:lnTo>
                  <a:pt x="1877216" y="617887"/>
                </a:lnTo>
                <a:lnTo>
                  <a:pt x="1878806" y="618715"/>
                </a:lnTo>
                <a:lnTo>
                  <a:pt x="1881188" y="621144"/>
                </a:lnTo>
                <a:lnTo>
                  <a:pt x="1884359" y="625173"/>
                </a:lnTo>
                <a:lnTo>
                  <a:pt x="1887722" y="626945"/>
                </a:lnTo>
                <a:lnTo>
                  <a:pt x="1891274" y="626469"/>
                </a:lnTo>
                <a:lnTo>
                  <a:pt x="1893656" y="626526"/>
                </a:lnTo>
                <a:lnTo>
                  <a:pt x="1894865" y="627116"/>
                </a:lnTo>
                <a:lnTo>
                  <a:pt x="1897618" y="627717"/>
                </a:lnTo>
                <a:lnTo>
                  <a:pt x="1901904" y="628336"/>
                </a:lnTo>
                <a:lnTo>
                  <a:pt x="1904286" y="629107"/>
                </a:lnTo>
                <a:lnTo>
                  <a:pt x="1904762" y="630022"/>
                </a:lnTo>
                <a:lnTo>
                  <a:pt x="1905286" y="630317"/>
                </a:lnTo>
                <a:lnTo>
                  <a:pt x="1905867" y="629984"/>
                </a:lnTo>
                <a:lnTo>
                  <a:pt x="1908248" y="631622"/>
                </a:lnTo>
                <a:lnTo>
                  <a:pt x="1912430" y="635232"/>
                </a:lnTo>
                <a:lnTo>
                  <a:pt x="1916563" y="637318"/>
                </a:lnTo>
                <a:lnTo>
                  <a:pt x="1920650" y="637889"/>
                </a:lnTo>
                <a:lnTo>
                  <a:pt x="1923031" y="638518"/>
                </a:lnTo>
                <a:lnTo>
                  <a:pt x="1923707" y="639194"/>
                </a:lnTo>
                <a:lnTo>
                  <a:pt x="1924279" y="639423"/>
                </a:lnTo>
                <a:lnTo>
                  <a:pt x="1924726" y="639194"/>
                </a:lnTo>
                <a:lnTo>
                  <a:pt x="1927108" y="640861"/>
                </a:lnTo>
                <a:lnTo>
                  <a:pt x="1931422" y="644433"/>
                </a:lnTo>
                <a:lnTo>
                  <a:pt x="1934137" y="646586"/>
                </a:lnTo>
                <a:lnTo>
                  <a:pt x="1935270" y="647329"/>
                </a:lnTo>
                <a:lnTo>
                  <a:pt x="1937652" y="649662"/>
                </a:lnTo>
                <a:lnTo>
                  <a:pt x="1941281" y="653586"/>
                </a:lnTo>
                <a:lnTo>
                  <a:pt x="1944129" y="655968"/>
                </a:lnTo>
                <a:lnTo>
                  <a:pt x="1946196" y="656806"/>
                </a:lnTo>
                <a:lnTo>
                  <a:pt x="1948577" y="658530"/>
                </a:lnTo>
                <a:lnTo>
                  <a:pt x="1951272" y="661140"/>
                </a:lnTo>
                <a:lnTo>
                  <a:pt x="1954682" y="663197"/>
                </a:lnTo>
                <a:lnTo>
                  <a:pt x="1958797" y="664702"/>
                </a:lnTo>
                <a:lnTo>
                  <a:pt x="1961178" y="665721"/>
                </a:lnTo>
                <a:lnTo>
                  <a:pt x="1961826" y="666245"/>
                </a:lnTo>
                <a:lnTo>
                  <a:pt x="1962207" y="666569"/>
                </a:lnTo>
                <a:lnTo>
                  <a:pt x="1962969" y="667388"/>
                </a:lnTo>
                <a:lnTo>
                  <a:pt x="1964112" y="668655"/>
                </a:lnTo>
                <a:lnTo>
                  <a:pt x="1965579" y="671036"/>
                </a:lnTo>
                <a:lnTo>
                  <a:pt x="1967351" y="674532"/>
                </a:lnTo>
                <a:lnTo>
                  <a:pt x="1969103" y="677228"/>
                </a:lnTo>
                <a:lnTo>
                  <a:pt x="1970818" y="679133"/>
                </a:lnTo>
                <a:lnTo>
                  <a:pt x="1972237" y="681514"/>
                </a:lnTo>
                <a:lnTo>
                  <a:pt x="1973361" y="684371"/>
                </a:lnTo>
                <a:lnTo>
                  <a:pt x="1975742" y="687705"/>
                </a:lnTo>
                <a:lnTo>
                  <a:pt x="1979381" y="691505"/>
                </a:lnTo>
                <a:lnTo>
                  <a:pt x="1981457" y="693887"/>
                </a:lnTo>
                <a:lnTo>
                  <a:pt x="1981981" y="694849"/>
                </a:lnTo>
                <a:lnTo>
                  <a:pt x="1984362" y="697344"/>
                </a:lnTo>
                <a:lnTo>
                  <a:pt x="1988601" y="701392"/>
                </a:lnTo>
                <a:lnTo>
                  <a:pt x="1991011" y="703774"/>
                </a:lnTo>
                <a:lnTo>
                  <a:pt x="1991573" y="704488"/>
                </a:lnTo>
                <a:lnTo>
                  <a:pt x="1992135" y="705412"/>
                </a:lnTo>
                <a:lnTo>
                  <a:pt x="1992687" y="706526"/>
                </a:lnTo>
                <a:lnTo>
                  <a:pt x="1992897" y="708908"/>
                </a:lnTo>
                <a:lnTo>
                  <a:pt x="1992754" y="712556"/>
                </a:lnTo>
                <a:lnTo>
                  <a:pt x="1994583" y="716137"/>
                </a:lnTo>
                <a:lnTo>
                  <a:pt x="1998364" y="719652"/>
                </a:lnTo>
                <a:lnTo>
                  <a:pt x="2000564" y="722033"/>
                </a:lnTo>
                <a:lnTo>
                  <a:pt x="2001203" y="723281"/>
                </a:lnTo>
                <a:lnTo>
                  <a:pt x="2001679" y="724376"/>
                </a:lnTo>
                <a:lnTo>
                  <a:pt x="2001993" y="725319"/>
                </a:lnTo>
                <a:lnTo>
                  <a:pt x="2001955" y="727700"/>
                </a:lnTo>
                <a:lnTo>
                  <a:pt x="2001564" y="731520"/>
                </a:lnTo>
                <a:lnTo>
                  <a:pt x="2003469" y="735359"/>
                </a:lnTo>
                <a:lnTo>
                  <a:pt x="2007670" y="739226"/>
                </a:lnTo>
                <a:lnTo>
                  <a:pt x="2010070" y="741607"/>
                </a:lnTo>
                <a:lnTo>
                  <a:pt x="2010651" y="742502"/>
                </a:lnTo>
                <a:lnTo>
                  <a:pt x="2010937" y="743245"/>
                </a:lnTo>
                <a:lnTo>
                  <a:pt x="2010947" y="743826"/>
                </a:lnTo>
                <a:lnTo>
                  <a:pt x="2010966" y="746208"/>
                </a:lnTo>
                <a:lnTo>
                  <a:pt x="2011004" y="750389"/>
                </a:lnTo>
                <a:lnTo>
                  <a:pt x="2011070" y="752827"/>
                </a:lnTo>
                <a:lnTo>
                  <a:pt x="2011156" y="753551"/>
                </a:lnTo>
                <a:lnTo>
                  <a:pt x="2011137" y="755933"/>
                </a:lnTo>
                <a:lnTo>
                  <a:pt x="2011013" y="759971"/>
                </a:lnTo>
                <a:lnTo>
                  <a:pt x="2011223" y="762572"/>
                </a:lnTo>
                <a:lnTo>
                  <a:pt x="2011775" y="763705"/>
                </a:lnTo>
                <a:lnTo>
                  <a:pt x="2012013" y="766086"/>
                </a:lnTo>
                <a:lnTo>
                  <a:pt x="2011937" y="769715"/>
                </a:lnTo>
                <a:lnTo>
                  <a:pt x="2013747" y="773430"/>
                </a:lnTo>
                <a:lnTo>
                  <a:pt x="2017452" y="777230"/>
                </a:lnTo>
                <a:lnTo>
                  <a:pt x="2019500" y="779612"/>
                </a:lnTo>
                <a:lnTo>
                  <a:pt x="2019900" y="780574"/>
                </a:lnTo>
                <a:lnTo>
                  <a:pt x="2020100" y="781250"/>
                </a:lnTo>
                <a:lnTo>
                  <a:pt x="2020100" y="781650"/>
                </a:lnTo>
                <a:lnTo>
                  <a:pt x="2020300" y="784031"/>
                </a:lnTo>
                <a:lnTo>
                  <a:pt x="2020691" y="788394"/>
                </a:lnTo>
                <a:lnTo>
                  <a:pt x="2020891" y="790975"/>
                </a:lnTo>
                <a:lnTo>
                  <a:pt x="2020891" y="791766"/>
                </a:lnTo>
                <a:lnTo>
                  <a:pt x="2020872" y="794147"/>
                </a:lnTo>
                <a:lnTo>
                  <a:pt x="2020843" y="798119"/>
                </a:lnTo>
                <a:lnTo>
                  <a:pt x="2020824" y="800481"/>
                </a:lnTo>
                <a:lnTo>
                  <a:pt x="2020824" y="801243"/>
                </a:lnTo>
                <a:lnTo>
                  <a:pt x="2020776" y="803624"/>
                </a:lnTo>
                <a:lnTo>
                  <a:pt x="2020681" y="807625"/>
                </a:lnTo>
                <a:lnTo>
                  <a:pt x="2020624" y="809958"/>
                </a:lnTo>
                <a:lnTo>
                  <a:pt x="2020633" y="810625"/>
                </a:lnTo>
                <a:lnTo>
                  <a:pt x="2020633" y="813006"/>
                </a:lnTo>
                <a:lnTo>
                  <a:pt x="2020633" y="817102"/>
                </a:lnTo>
                <a:lnTo>
                  <a:pt x="2020643" y="819493"/>
                </a:lnTo>
                <a:lnTo>
                  <a:pt x="2020653" y="820169"/>
                </a:lnTo>
                <a:lnTo>
                  <a:pt x="2020643" y="822550"/>
                </a:lnTo>
                <a:lnTo>
                  <a:pt x="2020605" y="826637"/>
                </a:lnTo>
                <a:lnTo>
                  <a:pt x="2020595" y="829008"/>
                </a:lnTo>
                <a:lnTo>
                  <a:pt x="2020614" y="829666"/>
                </a:lnTo>
                <a:lnTo>
                  <a:pt x="2020595" y="832047"/>
                </a:lnTo>
                <a:lnTo>
                  <a:pt x="2020567" y="836152"/>
                </a:lnTo>
                <a:lnTo>
                  <a:pt x="2020557" y="838524"/>
                </a:lnTo>
                <a:lnTo>
                  <a:pt x="2020576" y="839162"/>
                </a:lnTo>
                <a:lnTo>
                  <a:pt x="2020586" y="841543"/>
                </a:lnTo>
                <a:lnTo>
                  <a:pt x="2020586" y="845668"/>
                </a:lnTo>
                <a:lnTo>
                  <a:pt x="2020595" y="848058"/>
                </a:lnTo>
                <a:lnTo>
                  <a:pt x="2020614" y="848716"/>
                </a:lnTo>
                <a:lnTo>
                  <a:pt x="2020605" y="851097"/>
                </a:lnTo>
                <a:lnTo>
                  <a:pt x="2020567" y="855202"/>
                </a:lnTo>
                <a:lnTo>
                  <a:pt x="2020557" y="857574"/>
                </a:lnTo>
                <a:lnTo>
                  <a:pt x="2020576" y="858212"/>
                </a:lnTo>
                <a:lnTo>
                  <a:pt x="2020586" y="860593"/>
                </a:lnTo>
                <a:lnTo>
                  <a:pt x="2020586" y="864718"/>
                </a:lnTo>
                <a:lnTo>
                  <a:pt x="2020586" y="867099"/>
                </a:lnTo>
                <a:lnTo>
                  <a:pt x="2020595" y="867756"/>
                </a:lnTo>
                <a:lnTo>
                  <a:pt x="2020605" y="870137"/>
                </a:lnTo>
                <a:lnTo>
                  <a:pt x="2020605" y="874243"/>
                </a:lnTo>
                <a:lnTo>
                  <a:pt x="2020605" y="876624"/>
                </a:lnTo>
                <a:lnTo>
                  <a:pt x="2020605" y="877281"/>
                </a:lnTo>
                <a:lnTo>
                  <a:pt x="2020624" y="879662"/>
                </a:lnTo>
                <a:lnTo>
                  <a:pt x="2020672" y="883768"/>
                </a:lnTo>
                <a:lnTo>
                  <a:pt x="2020691" y="886177"/>
                </a:lnTo>
                <a:lnTo>
                  <a:pt x="2020691" y="886873"/>
                </a:lnTo>
                <a:lnTo>
                  <a:pt x="2020691" y="889254"/>
                </a:lnTo>
                <a:lnTo>
                  <a:pt x="2020691" y="893321"/>
                </a:lnTo>
                <a:lnTo>
                  <a:pt x="2020691" y="895693"/>
                </a:lnTo>
                <a:lnTo>
                  <a:pt x="2020691" y="896388"/>
                </a:lnTo>
                <a:lnTo>
                  <a:pt x="2020672" y="898769"/>
                </a:lnTo>
                <a:lnTo>
                  <a:pt x="2020624" y="902837"/>
                </a:lnTo>
                <a:lnTo>
                  <a:pt x="2020605" y="905199"/>
                </a:lnTo>
                <a:lnTo>
                  <a:pt x="2020605" y="905847"/>
                </a:lnTo>
                <a:lnTo>
                  <a:pt x="2020614" y="908228"/>
                </a:lnTo>
                <a:lnTo>
                  <a:pt x="2020662" y="912343"/>
                </a:lnTo>
                <a:lnTo>
                  <a:pt x="2020681" y="914743"/>
                </a:lnTo>
                <a:lnTo>
                  <a:pt x="2020672" y="915429"/>
                </a:lnTo>
                <a:lnTo>
                  <a:pt x="2020653" y="917810"/>
                </a:lnTo>
                <a:lnTo>
                  <a:pt x="2020614" y="921887"/>
                </a:lnTo>
                <a:lnTo>
                  <a:pt x="2020595" y="924249"/>
                </a:lnTo>
                <a:lnTo>
                  <a:pt x="2020586" y="924887"/>
                </a:lnTo>
                <a:lnTo>
                  <a:pt x="2020605" y="927268"/>
                </a:lnTo>
                <a:lnTo>
                  <a:pt x="2020643" y="931393"/>
                </a:lnTo>
                <a:lnTo>
                  <a:pt x="2020662" y="933783"/>
                </a:lnTo>
                <a:lnTo>
                  <a:pt x="2020653" y="934460"/>
                </a:lnTo>
                <a:lnTo>
                  <a:pt x="2020633" y="936841"/>
                </a:lnTo>
                <a:lnTo>
                  <a:pt x="2020595" y="940927"/>
                </a:lnTo>
                <a:lnTo>
                  <a:pt x="2020576" y="943289"/>
                </a:lnTo>
                <a:lnTo>
                  <a:pt x="2020576" y="943928"/>
                </a:lnTo>
                <a:lnTo>
                  <a:pt x="2020595" y="946309"/>
                </a:lnTo>
                <a:lnTo>
                  <a:pt x="2020633" y="950433"/>
                </a:lnTo>
                <a:lnTo>
                  <a:pt x="2020653" y="952833"/>
                </a:lnTo>
                <a:lnTo>
                  <a:pt x="2020653" y="953510"/>
                </a:lnTo>
                <a:lnTo>
                  <a:pt x="2020653" y="955891"/>
                </a:lnTo>
                <a:lnTo>
                  <a:pt x="2020653" y="959977"/>
                </a:lnTo>
                <a:lnTo>
                  <a:pt x="2020653" y="962358"/>
                </a:lnTo>
                <a:lnTo>
                  <a:pt x="2020653" y="963035"/>
                </a:lnTo>
                <a:lnTo>
                  <a:pt x="2020653" y="965416"/>
                </a:lnTo>
                <a:lnTo>
                  <a:pt x="2020653" y="969502"/>
                </a:lnTo>
                <a:lnTo>
                  <a:pt x="2020653" y="971883"/>
                </a:lnTo>
                <a:lnTo>
                  <a:pt x="2020643" y="972550"/>
                </a:lnTo>
                <a:lnTo>
                  <a:pt x="2020643" y="974931"/>
                </a:lnTo>
                <a:lnTo>
                  <a:pt x="2020643" y="979027"/>
                </a:lnTo>
                <a:lnTo>
                  <a:pt x="2020643" y="981408"/>
                </a:lnTo>
                <a:lnTo>
                  <a:pt x="2020633" y="982075"/>
                </a:lnTo>
                <a:lnTo>
                  <a:pt x="2020633" y="984456"/>
                </a:lnTo>
                <a:lnTo>
                  <a:pt x="2020633" y="988552"/>
                </a:lnTo>
                <a:lnTo>
                  <a:pt x="2020633" y="990933"/>
                </a:lnTo>
                <a:lnTo>
                  <a:pt x="2020643" y="991600"/>
                </a:lnTo>
                <a:lnTo>
                  <a:pt x="2020643" y="993981"/>
                </a:lnTo>
                <a:lnTo>
                  <a:pt x="2020643" y="998077"/>
                </a:lnTo>
                <a:lnTo>
                  <a:pt x="2020643" y="1000458"/>
                </a:lnTo>
                <a:lnTo>
                  <a:pt x="2020643" y="1001135"/>
                </a:lnTo>
                <a:lnTo>
                  <a:pt x="2020643" y="1003516"/>
                </a:lnTo>
                <a:lnTo>
                  <a:pt x="2020643" y="1007602"/>
                </a:lnTo>
                <a:lnTo>
                  <a:pt x="2020643" y="1009983"/>
                </a:lnTo>
                <a:lnTo>
                  <a:pt x="2020643" y="1010660"/>
                </a:lnTo>
                <a:lnTo>
                  <a:pt x="2020643" y="1013041"/>
                </a:lnTo>
                <a:lnTo>
                  <a:pt x="2020643" y="1017127"/>
                </a:lnTo>
                <a:lnTo>
                  <a:pt x="2020643" y="1019518"/>
                </a:lnTo>
                <a:lnTo>
                  <a:pt x="2020653" y="1020194"/>
                </a:lnTo>
                <a:lnTo>
                  <a:pt x="2020653" y="1022575"/>
                </a:lnTo>
                <a:lnTo>
                  <a:pt x="2020653" y="1026662"/>
                </a:lnTo>
                <a:lnTo>
                  <a:pt x="2020662" y="1029043"/>
                </a:lnTo>
                <a:lnTo>
                  <a:pt x="2020672" y="1029729"/>
                </a:lnTo>
                <a:lnTo>
                  <a:pt x="2020672" y="1032110"/>
                </a:lnTo>
                <a:lnTo>
                  <a:pt x="2020672" y="1036187"/>
                </a:lnTo>
                <a:lnTo>
                  <a:pt x="2020672" y="1038568"/>
                </a:lnTo>
                <a:lnTo>
                  <a:pt x="2020681" y="1039263"/>
                </a:lnTo>
                <a:lnTo>
                  <a:pt x="2020681" y="1041644"/>
                </a:lnTo>
                <a:lnTo>
                  <a:pt x="2020681" y="1045712"/>
                </a:lnTo>
                <a:lnTo>
                  <a:pt x="2020681" y="1048102"/>
                </a:lnTo>
                <a:lnTo>
                  <a:pt x="2020691" y="1048798"/>
                </a:lnTo>
                <a:lnTo>
                  <a:pt x="2020672" y="1051179"/>
                </a:lnTo>
                <a:lnTo>
                  <a:pt x="2020633" y="1055246"/>
                </a:lnTo>
                <a:lnTo>
                  <a:pt x="2020614" y="1057608"/>
                </a:lnTo>
                <a:lnTo>
                  <a:pt x="2020614" y="1058266"/>
                </a:lnTo>
                <a:lnTo>
                  <a:pt x="2020633" y="1060647"/>
                </a:lnTo>
                <a:lnTo>
                  <a:pt x="2020672" y="1064752"/>
                </a:lnTo>
                <a:lnTo>
                  <a:pt x="2020700" y="1067152"/>
                </a:lnTo>
                <a:lnTo>
                  <a:pt x="2020700" y="1067848"/>
                </a:lnTo>
                <a:lnTo>
                  <a:pt x="2020700" y="1070229"/>
                </a:lnTo>
                <a:lnTo>
                  <a:pt x="2020700" y="1074296"/>
                </a:lnTo>
                <a:lnTo>
                  <a:pt x="2020700" y="1076677"/>
                </a:lnTo>
                <a:lnTo>
                  <a:pt x="2020700" y="1077373"/>
                </a:lnTo>
                <a:lnTo>
                  <a:pt x="2020700" y="1079754"/>
                </a:lnTo>
                <a:lnTo>
                  <a:pt x="2020700" y="1083821"/>
                </a:lnTo>
                <a:lnTo>
                  <a:pt x="2020691" y="1086193"/>
                </a:lnTo>
                <a:lnTo>
                  <a:pt x="2020691" y="1086888"/>
                </a:lnTo>
                <a:lnTo>
                  <a:pt x="2020662" y="1089269"/>
                </a:lnTo>
                <a:lnTo>
                  <a:pt x="2020624" y="1093337"/>
                </a:lnTo>
                <a:lnTo>
                  <a:pt x="2020595" y="1095699"/>
                </a:lnTo>
                <a:lnTo>
                  <a:pt x="2020595" y="1096347"/>
                </a:lnTo>
                <a:lnTo>
                  <a:pt x="2020586" y="1098728"/>
                </a:lnTo>
                <a:lnTo>
                  <a:pt x="2020586" y="1102843"/>
                </a:lnTo>
                <a:lnTo>
                  <a:pt x="2020586" y="1105214"/>
                </a:lnTo>
                <a:lnTo>
                  <a:pt x="2020576" y="1105853"/>
                </a:lnTo>
                <a:lnTo>
                  <a:pt x="2020586" y="1108234"/>
                </a:lnTo>
                <a:lnTo>
                  <a:pt x="2020624" y="1112358"/>
                </a:lnTo>
                <a:lnTo>
                  <a:pt x="2020633" y="1114758"/>
                </a:lnTo>
                <a:lnTo>
                  <a:pt x="2020624" y="1115416"/>
                </a:lnTo>
                <a:lnTo>
                  <a:pt x="2020614" y="1117797"/>
                </a:lnTo>
                <a:lnTo>
                  <a:pt x="2020614" y="1121902"/>
                </a:lnTo>
                <a:lnTo>
                  <a:pt x="2020614" y="1124274"/>
                </a:lnTo>
                <a:lnTo>
                  <a:pt x="2020605" y="1124922"/>
                </a:lnTo>
                <a:lnTo>
                  <a:pt x="2020595" y="1127303"/>
                </a:lnTo>
                <a:lnTo>
                  <a:pt x="2020595" y="1131418"/>
                </a:lnTo>
                <a:lnTo>
                  <a:pt x="2020595" y="1133789"/>
                </a:lnTo>
                <a:lnTo>
                  <a:pt x="2020586" y="1134428"/>
                </a:lnTo>
                <a:lnTo>
                  <a:pt x="2020557" y="1136809"/>
                </a:lnTo>
                <a:lnTo>
                  <a:pt x="2020519" y="1140933"/>
                </a:lnTo>
                <a:lnTo>
                  <a:pt x="2020500" y="1143305"/>
                </a:lnTo>
                <a:lnTo>
                  <a:pt x="2020510" y="1143905"/>
                </a:lnTo>
                <a:lnTo>
                  <a:pt x="2020510" y="1146286"/>
                </a:lnTo>
                <a:lnTo>
                  <a:pt x="2020510" y="1150449"/>
                </a:lnTo>
                <a:lnTo>
                  <a:pt x="2020510" y="1152830"/>
                </a:lnTo>
                <a:lnTo>
                  <a:pt x="2020529" y="1153449"/>
                </a:lnTo>
                <a:lnTo>
                  <a:pt x="2020529" y="1155830"/>
                </a:lnTo>
                <a:lnTo>
                  <a:pt x="2020529" y="1159974"/>
                </a:lnTo>
                <a:lnTo>
                  <a:pt x="2020529" y="1162355"/>
                </a:lnTo>
                <a:lnTo>
                  <a:pt x="2020529" y="1162974"/>
                </a:lnTo>
                <a:lnTo>
                  <a:pt x="2020567" y="1165355"/>
                </a:lnTo>
                <a:lnTo>
                  <a:pt x="2020643" y="1169499"/>
                </a:lnTo>
                <a:lnTo>
                  <a:pt x="2020653" y="1171899"/>
                </a:lnTo>
                <a:lnTo>
                  <a:pt x="2020605" y="1172537"/>
                </a:lnTo>
                <a:lnTo>
                  <a:pt x="2020662" y="1174918"/>
                </a:lnTo>
                <a:lnTo>
                  <a:pt x="2020834" y="1179043"/>
                </a:lnTo>
                <a:lnTo>
                  <a:pt x="2020929" y="1181519"/>
                </a:lnTo>
                <a:lnTo>
                  <a:pt x="2020957" y="1182357"/>
                </a:lnTo>
                <a:lnTo>
                  <a:pt x="2020557" y="1182795"/>
                </a:lnTo>
                <a:lnTo>
                  <a:pt x="2019719" y="1182843"/>
                </a:lnTo>
                <a:lnTo>
                  <a:pt x="2017214" y="1182719"/>
                </a:lnTo>
                <a:lnTo>
                  <a:pt x="2013042" y="1182424"/>
                </a:lnTo>
                <a:lnTo>
                  <a:pt x="2011099" y="1184367"/>
                </a:lnTo>
                <a:lnTo>
                  <a:pt x="2011413" y="1188539"/>
                </a:lnTo>
                <a:lnTo>
                  <a:pt x="2011537" y="1191054"/>
                </a:lnTo>
                <a:lnTo>
                  <a:pt x="2011499" y="1191901"/>
                </a:lnTo>
                <a:lnTo>
                  <a:pt x="2011051" y="1192320"/>
                </a:lnTo>
                <a:lnTo>
                  <a:pt x="2010204" y="1192301"/>
                </a:lnTo>
                <a:lnTo>
                  <a:pt x="2007775" y="1192254"/>
                </a:lnTo>
                <a:lnTo>
                  <a:pt x="2003765" y="1192178"/>
                </a:lnTo>
                <a:lnTo>
                  <a:pt x="2001383" y="1192139"/>
                </a:lnTo>
                <a:lnTo>
                  <a:pt x="2000631" y="1192139"/>
                </a:lnTo>
                <a:lnTo>
                  <a:pt x="1998164" y="1192054"/>
                </a:lnTo>
                <a:lnTo>
                  <a:pt x="1993983" y="1191873"/>
                </a:lnTo>
                <a:lnTo>
                  <a:pt x="1991601" y="1191787"/>
                </a:lnTo>
                <a:lnTo>
                  <a:pt x="1991020" y="1191787"/>
                </a:lnTo>
                <a:lnTo>
                  <a:pt x="1988582" y="1191730"/>
                </a:lnTo>
                <a:lnTo>
                  <a:pt x="1984286" y="1191616"/>
                </a:lnTo>
                <a:lnTo>
                  <a:pt x="1981905" y="1191568"/>
                </a:lnTo>
                <a:lnTo>
                  <a:pt x="1981438" y="1191568"/>
                </a:lnTo>
                <a:lnTo>
                  <a:pt x="1979114" y="1191625"/>
                </a:lnTo>
                <a:lnTo>
                  <a:pt x="1974933" y="1191739"/>
                </a:lnTo>
                <a:lnTo>
                  <a:pt x="1972551" y="1191797"/>
                </a:lnTo>
                <a:lnTo>
                  <a:pt x="1971970" y="1191797"/>
                </a:lnTo>
                <a:lnTo>
                  <a:pt x="1969570" y="1191778"/>
                </a:lnTo>
                <a:lnTo>
                  <a:pt x="1965360" y="1191739"/>
                </a:lnTo>
                <a:lnTo>
                  <a:pt x="1962979" y="1191730"/>
                </a:lnTo>
                <a:lnTo>
                  <a:pt x="1962426" y="1191730"/>
                </a:lnTo>
                <a:lnTo>
                  <a:pt x="1960045" y="1191730"/>
                </a:lnTo>
                <a:lnTo>
                  <a:pt x="1955835" y="1191730"/>
                </a:lnTo>
                <a:lnTo>
                  <a:pt x="1953454" y="1191730"/>
                </a:lnTo>
                <a:lnTo>
                  <a:pt x="1952901" y="1191730"/>
                </a:lnTo>
                <a:lnTo>
                  <a:pt x="1950482" y="1191692"/>
                </a:lnTo>
                <a:lnTo>
                  <a:pt x="1946196" y="1191616"/>
                </a:lnTo>
                <a:lnTo>
                  <a:pt x="1943814" y="1191578"/>
                </a:lnTo>
                <a:lnTo>
                  <a:pt x="1943338" y="1191578"/>
                </a:lnTo>
                <a:lnTo>
                  <a:pt x="1941014" y="1191635"/>
                </a:lnTo>
                <a:lnTo>
                  <a:pt x="1936842" y="1191749"/>
                </a:lnTo>
                <a:lnTo>
                  <a:pt x="1934461" y="1191806"/>
                </a:lnTo>
                <a:lnTo>
                  <a:pt x="1933870" y="1191797"/>
                </a:lnTo>
                <a:lnTo>
                  <a:pt x="1933127" y="1191501"/>
                </a:lnTo>
                <a:lnTo>
                  <a:pt x="1932232" y="1190920"/>
                </a:lnTo>
                <a:lnTo>
                  <a:pt x="1929851" y="1188463"/>
                </a:lnTo>
                <a:lnTo>
                  <a:pt x="1925984" y="1184129"/>
                </a:lnTo>
                <a:lnTo>
                  <a:pt x="1923860" y="1181748"/>
                </a:lnTo>
                <a:lnTo>
                  <a:pt x="1923479" y="1181319"/>
                </a:lnTo>
                <a:lnTo>
                  <a:pt x="1921612" y="1179233"/>
                </a:lnTo>
                <a:lnTo>
                  <a:pt x="1918268" y="1175509"/>
                </a:lnTo>
                <a:lnTo>
                  <a:pt x="1916487" y="1173128"/>
                </a:lnTo>
                <a:lnTo>
                  <a:pt x="1916278" y="1172089"/>
                </a:lnTo>
                <a:lnTo>
                  <a:pt x="1915754" y="1170918"/>
                </a:lnTo>
                <a:lnTo>
                  <a:pt x="1914935" y="1169594"/>
                </a:lnTo>
                <a:lnTo>
                  <a:pt x="1914420" y="1167213"/>
                </a:lnTo>
                <a:lnTo>
                  <a:pt x="1914220" y="1163774"/>
                </a:lnTo>
                <a:lnTo>
                  <a:pt x="1914125" y="1161955"/>
                </a:lnTo>
                <a:lnTo>
                  <a:pt x="1914154" y="1159373"/>
                </a:lnTo>
                <a:lnTo>
                  <a:pt x="1914220" y="1154811"/>
                </a:lnTo>
                <a:lnTo>
                  <a:pt x="1914249" y="1152458"/>
                </a:lnTo>
                <a:lnTo>
                  <a:pt x="1914230" y="1149934"/>
                </a:lnTo>
                <a:lnTo>
                  <a:pt x="1914201" y="1145315"/>
                </a:lnTo>
                <a:lnTo>
                  <a:pt x="1914192" y="1142914"/>
                </a:lnTo>
                <a:lnTo>
                  <a:pt x="1914258" y="1140371"/>
                </a:lnTo>
                <a:lnTo>
                  <a:pt x="1914392" y="1135771"/>
                </a:lnTo>
                <a:lnTo>
                  <a:pt x="1914458" y="1133456"/>
                </a:lnTo>
                <a:lnTo>
                  <a:pt x="1914477" y="1132237"/>
                </a:lnTo>
                <a:lnTo>
                  <a:pt x="1914506" y="1129884"/>
                </a:lnTo>
                <a:lnTo>
                  <a:pt x="1914801" y="1127798"/>
                </a:lnTo>
                <a:lnTo>
                  <a:pt x="1915363" y="1125979"/>
                </a:lnTo>
                <a:lnTo>
                  <a:pt x="1915649" y="1124788"/>
                </a:lnTo>
                <a:lnTo>
                  <a:pt x="1915649" y="1124226"/>
                </a:lnTo>
                <a:lnTo>
                  <a:pt x="1916049" y="1122245"/>
                </a:lnTo>
                <a:lnTo>
                  <a:pt x="1916849" y="1118845"/>
                </a:lnTo>
                <a:lnTo>
                  <a:pt x="1917249" y="1116463"/>
                </a:lnTo>
                <a:lnTo>
                  <a:pt x="1917249" y="1115101"/>
                </a:lnTo>
                <a:lnTo>
                  <a:pt x="1917621" y="1113101"/>
                </a:lnTo>
                <a:lnTo>
                  <a:pt x="1918383" y="1110453"/>
                </a:lnTo>
                <a:lnTo>
                  <a:pt x="1918649" y="1108072"/>
                </a:lnTo>
                <a:lnTo>
                  <a:pt x="1918440" y="1105957"/>
                </a:lnTo>
                <a:lnTo>
                  <a:pt x="1918573" y="1103709"/>
                </a:lnTo>
                <a:lnTo>
                  <a:pt x="1919049" y="1101328"/>
                </a:lnTo>
                <a:lnTo>
                  <a:pt x="1919192" y="1098947"/>
                </a:lnTo>
                <a:lnTo>
                  <a:pt x="1919011" y="1096566"/>
                </a:lnTo>
                <a:lnTo>
                  <a:pt x="1919087" y="1094261"/>
                </a:lnTo>
                <a:lnTo>
                  <a:pt x="1919430" y="1092041"/>
                </a:lnTo>
                <a:lnTo>
                  <a:pt x="1919697" y="1089660"/>
                </a:lnTo>
                <a:lnTo>
                  <a:pt x="1919878" y="1087117"/>
                </a:lnTo>
                <a:lnTo>
                  <a:pt x="1920040" y="1084898"/>
                </a:lnTo>
                <a:lnTo>
                  <a:pt x="1920173" y="1082993"/>
                </a:lnTo>
                <a:lnTo>
                  <a:pt x="1920240" y="1080611"/>
                </a:lnTo>
                <a:lnTo>
                  <a:pt x="1920240" y="1077754"/>
                </a:lnTo>
                <a:lnTo>
                  <a:pt x="1920278" y="1075411"/>
                </a:lnTo>
                <a:lnTo>
                  <a:pt x="1920364" y="1073591"/>
                </a:lnTo>
                <a:lnTo>
                  <a:pt x="1920316" y="1071210"/>
                </a:lnTo>
                <a:lnTo>
                  <a:pt x="1920135" y="1068267"/>
                </a:lnTo>
                <a:lnTo>
                  <a:pt x="1920030" y="1065781"/>
                </a:lnTo>
                <a:lnTo>
                  <a:pt x="1919992" y="1063742"/>
                </a:lnTo>
                <a:lnTo>
                  <a:pt x="1920059" y="1061361"/>
                </a:lnTo>
                <a:lnTo>
                  <a:pt x="1920230" y="1058637"/>
                </a:lnTo>
                <a:lnTo>
                  <a:pt x="1920307" y="1056323"/>
                </a:lnTo>
                <a:lnTo>
                  <a:pt x="1920259" y="1054418"/>
                </a:lnTo>
                <a:lnTo>
                  <a:pt x="1920240" y="1052036"/>
                </a:lnTo>
                <a:lnTo>
                  <a:pt x="1920240" y="1049179"/>
                </a:lnTo>
                <a:lnTo>
                  <a:pt x="1920221" y="1046778"/>
                </a:lnTo>
                <a:lnTo>
                  <a:pt x="1920173" y="1044826"/>
                </a:lnTo>
                <a:lnTo>
                  <a:pt x="1920154" y="1042445"/>
                </a:lnTo>
                <a:lnTo>
                  <a:pt x="1920154" y="1039635"/>
                </a:lnTo>
                <a:lnTo>
                  <a:pt x="1920078" y="1037177"/>
                </a:lnTo>
                <a:lnTo>
                  <a:pt x="1919935" y="1035091"/>
                </a:lnTo>
                <a:lnTo>
                  <a:pt x="1919773" y="1032710"/>
                </a:lnTo>
                <a:lnTo>
                  <a:pt x="1919592" y="1030034"/>
                </a:lnTo>
                <a:lnTo>
                  <a:pt x="1919449" y="1027509"/>
                </a:lnTo>
                <a:lnTo>
                  <a:pt x="1919345" y="1025128"/>
                </a:lnTo>
                <a:lnTo>
                  <a:pt x="1919288" y="1022747"/>
                </a:lnTo>
                <a:lnTo>
                  <a:pt x="1919288" y="1020366"/>
                </a:lnTo>
                <a:lnTo>
                  <a:pt x="1919192" y="1017889"/>
                </a:lnTo>
                <a:lnTo>
                  <a:pt x="1919011" y="1015327"/>
                </a:lnTo>
                <a:lnTo>
                  <a:pt x="1919011" y="1012946"/>
                </a:lnTo>
                <a:lnTo>
                  <a:pt x="1919192" y="1010745"/>
                </a:lnTo>
                <a:lnTo>
                  <a:pt x="1919183" y="1008355"/>
                </a:lnTo>
                <a:lnTo>
                  <a:pt x="1918964" y="1005754"/>
                </a:lnTo>
                <a:lnTo>
                  <a:pt x="1918859" y="1003373"/>
                </a:lnTo>
                <a:lnTo>
                  <a:pt x="1918859" y="1001211"/>
                </a:lnTo>
                <a:lnTo>
                  <a:pt x="1918726" y="998696"/>
                </a:lnTo>
                <a:lnTo>
                  <a:pt x="1918468" y="995839"/>
                </a:lnTo>
                <a:lnTo>
                  <a:pt x="1918249" y="993458"/>
                </a:lnTo>
                <a:lnTo>
                  <a:pt x="1918078" y="991553"/>
                </a:lnTo>
                <a:lnTo>
                  <a:pt x="1917840" y="988933"/>
                </a:lnTo>
                <a:lnTo>
                  <a:pt x="1917535" y="985599"/>
                </a:lnTo>
                <a:lnTo>
                  <a:pt x="1917383" y="983218"/>
                </a:lnTo>
                <a:lnTo>
                  <a:pt x="1917383" y="981789"/>
                </a:lnTo>
                <a:lnTo>
                  <a:pt x="1917202" y="979227"/>
                </a:lnTo>
                <a:lnTo>
                  <a:pt x="1916830" y="975522"/>
                </a:lnTo>
                <a:lnTo>
                  <a:pt x="1916706" y="973141"/>
                </a:lnTo>
                <a:lnTo>
                  <a:pt x="1916840" y="972083"/>
                </a:lnTo>
                <a:lnTo>
                  <a:pt x="1916906" y="969769"/>
                </a:lnTo>
                <a:lnTo>
                  <a:pt x="1916906" y="966197"/>
                </a:lnTo>
                <a:lnTo>
                  <a:pt x="1916992" y="963816"/>
                </a:lnTo>
                <a:lnTo>
                  <a:pt x="1917163" y="962625"/>
                </a:lnTo>
                <a:lnTo>
                  <a:pt x="1917249" y="960320"/>
                </a:lnTo>
                <a:lnTo>
                  <a:pt x="1917249" y="956920"/>
                </a:lnTo>
                <a:lnTo>
                  <a:pt x="1917163" y="954538"/>
                </a:lnTo>
                <a:lnTo>
                  <a:pt x="1916992" y="953176"/>
                </a:lnTo>
                <a:lnTo>
                  <a:pt x="1916906" y="950719"/>
                </a:lnTo>
                <a:lnTo>
                  <a:pt x="1916906" y="947147"/>
                </a:lnTo>
                <a:lnTo>
                  <a:pt x="1916840" y="944766"/>
                </a:lnTo>
                <a:lnTo>
                  <a:pt x="1916706" y="943575"/>
                </a:lnTo>
                <a:lnTo>
                  <a:pt x="1916830" y="941308"/>
                </a:lnTo>
                <a:lnTo>
                  <a:pt x="1917202" y="937974"/>
                </a:lnTo>
                <a:lnTo>
                  <a:pt x="1917383" y="935593"/>
                </a:lnTo>
                <a:lnTo>
                  <a:pt x="1917383" y="934164"/>
                </a:lnTo>
                <a:lnTo>
                  <a:pt x="1917535" y="931936"/>
                </a:lnTo>
                <a:lnTo>
                  <a:pt x="1917840" y="928907"/>
                </a:lnTo>
                <a:lnTo>
                  <a:pt x="1917916" y="926525"/>
                </a:lnTo>
                <a:lnTo>
                  <a:pt x="1917773" y="924792"/>
                </a:lnTo>
                <a:lnTo>
                  <a:pt x="1917859" y="922496"/>
                </a:lnTo>
                <a:lnTo>
                  <a:pt x="1918173" y="919639"/>
                </a:lnTo>
                <a:lnTo>
                  <a:pt x="1918335" y="917258"/>
                </a:lnTo>
                <a:lnTo>
                  <a:pt x="1918335" y="915353"/>
                </a:lnTo>
                <a:lnTo>
                  <a:pt x="1918430" y="913067"/>
                </a:lnTo>
                <a:lnTo>
                  <a:pt x="1918630" y="910409"/>
                </a:lnTo>
                <a:lnTo>
                  <a:pt x="1918811" y="908028"/>
                </a:lnTo>
                <a:lnTo>
                  <a:pt x="1918973" y="905923"/>
                </a:lnTo>
                <a:lnTo>
                  <a:pt x="1919135" y="903713"/>
                </a:lnTo>
                <a:lnTo>
                  <a:pt x="1919307" y="901389"/>
                </a:lnTo>
                <a:lnTo>
                  <a:pt x="1919316" y="899008"/>
                </a:lnTo>
                <a:lnTo>
                  <a:pt x="1919164" y="896569"/>
                </a:lnTo>
                <a:lnTo>
                  <a:pt x="1919107" y="894131"/>
                </a:lnTo>
                <a:lnTo>
                  <a:pt x="1919164" y="891702"/>
                </a:lnTo>
                <a:lnTo>
                  <a:pt x="1919183" y="889321"/>
                </a:lnTo>
                <a:lnTo>
                  <a:pt x="1919183" y="886987"/>
                </a:lnTo>
                <a:lnTo>
                  <a:pt x="1919164" y="884587"/>
                </a:lnTo>
                <a:lnTo>
                  <a:pt x="1919107" y="882101"/>
                </a:lnTo>
                <a:lnTo>
                  <a:pt x="1919078" y="879719"/>
                </a:lnTo>
                <a:lnTo>
                  <a:pt x="1919078" y="877443"/>
                </a:lnTo>
                <a:lnTo>
                  <a:pt x="1918992" y="874967"/>
                </a:lnTo>
                <a:lnTo>
                  <a:pt x="1918821" y="872309"/>
                </a:lnTo>
                <a:lnTo>
                  <a:pt x="1918735" y="869928"/>
                </a:lnTo>
                <a:lnTo>
                  <a:pt x="1918735" y="867823"/>
                </a:lnTo>
                <a:lnTo>
                  <a:pt x="1918706" y="865413"/>
                </a:lnTo>
                <a:lnTo>
                  <a:pt x="1918640" y="862689"/>
                </a:lnTo>
                <a:lnTo>
                  <a:pt x="1918611" y="860308"/>
                </a:lnTo>
                <a:lnTo>
                  <a:pt x="1918611" y="858269"/>
                </a:lnTo>
                <a:lnTo>
                  <a:pt x="1918468" y="855745"/>
                </a:lnTo>
                <a:lnTo>
                  <a:pt x="1918173" y="852735"/>
                </a:lnTo>
                <a:lnTo>
                  <a:pt x="1918030" y="850354"/>
                </a:lnTo>
                <a:lnTo>
                  <a:pt x="1918030" y="848601"/>
                </a:lnTo>
                <a:lnTo>
                  <a:pt x="1918240" y="846430"/>
                </a:lnTo>
                <a:lnTo>
                  <a:pt x="1918649" y="843829"/>
                </a:lnTo>
                <a:lnTo>
                  <a:pt x="1918859" y="841448"/>
                </a:lnTo>
                <a:lnTo>
                  <a:pt x="1918859" y="839286"/>
                </a:lnTo>
                <a:lnTo>
                  <a:pt x="1917773" y="837609"/>
                </a:lnTo>
                <a:lnTo>
                  <a:pt x="1915611" y="836419"/>
                </a:lnTo>
                <a:lnTo>
                  <a:pt x="1914144" y="834038"/>
                </a:lnTo>
                <a:lnTo>
                  <a:pt x="1913382" y="830466"/>
                </a:lnTo>
                <a:lnTo>
                  <a:pt x="1913001" y="828294"/>
                </a:lnTo>
                <a:lnTo>
                  <a:pt x="1912991" y="827522"/>
                </a:lnTo>
                <a:lnTo>
                  <a:pt x="1913049" y="825141"/>
                </a:lnTo>
                <a:lnTo>
                  <a:pt x="1913182" y="821150"/>
                </a:lnTo>
                <a:lnTo>
                  <a:pt x="1913211" y="818788"/>
                </a:lnTo>
                <a:lnTo>
                  <a:pt x="1913125" y="818064"/>
                </a:lnTo>
                <a:lnTo>
                  <a:pt x="1913144" y="815683"/>
                </a:lnTo>
                <a:lnTo>
                  <a:pt x="1913258" y="811644"/>
                </a:lnTo>
                <a:lnTo>
                  <a:pt x="1913125" y="809130"/>
                </a:lnTo>
                <a:lnTo>
                  <a:pt x="1912734" y="808139"/>
                </a:lnTo>
                <a:lnTo>
                  <a:pt x="1912668" y="805758"/>
                </a:lnTo>
                <a:lnTo>
                  <a:pt x="1912925" y="801986"/>
                </a:lnTo>
                <a:lnTo>
                  <a:pt x="1911039" y="798300"/>
                </a:lnTo>
                <a:lnTo>
                  <a:pt x="1907010" y="794709"/>
                </a:lnTo>
                <a:lnTo>
                  <a:pt x="1904667" y="792328"/>
                </a:lnTo>
                <a:lnTo>
                  <a:pt x="1904009" y="791156"/>
                </a:lnTo>
                <a:lnTo>
                  <a:pt x="1903628" y="790194"/>
                </a:lnTo>
                <a:lnTo>
                  <a:pt x="1903524" y="789422"/>
                </a:lnTo>
                <a:lnTo>
                  <a:pt x="1903590" y="787041"/>
                </a:lnTo>
                <a:lnTo>
                  <a:pt x="1903847" y="783050"/>
                </a:lnTo>
                <a:lnTo>
                  <a:pt x="1901857" y="779021"/>
                </a:lnTo>
                <a:lnTo>
                  <a:pt x="1897599" y="774954"/>
                </a:lnTo>
                <a:lnTo>
                  <a:pt x="1895180" y="772573"/>
                </a:lnTo>
                <a:lnTo>
                  <a:pt x="1894580" y="771877"/>
                </a:lnTo>
                <a:lnTo>
                  <a:pt x="1894103" y="771049"/>
                </a:lnTo>
                <a:lnTo>
                  <a:pt x="1893751" y="770096"/>
                </a:lnTo>
                <a:lnTo>
                  <a:pt x="1893522" y="767715"/>
                </a:lnTo>
                <a:lnTo>
                  <a:pt x="1893437" y="763905"/>
                </a:lnTo>
                <a:lnTo>
                  <a:pt x="1891532" y="760143"/>
                </a:lnTo>
                <a:lnTo>
                  <a:pt x="1887807" y="756418"/>
                </a:lnTo>
                <a:lnTo>
                  <a:pt x="1885569" y="754037"/>
                </a:lnTo>
                <a:lnTo>
                  <a:pt x="1884807" y="752999"/>
                </a:lnTo>
                <a:lnTo>
                  <a:pt x="1882426" y="750494"/>
                </a:lnTo>
                <a:lnTo>
                  <a:pt x="1878425" y="746531"/>
                </a:lnTo>
                <a:lnTo>
                  <a:pt x="1876054" y="744150"/>
                </a:lnTo>
                <a:lnTo>
                  <a:pt x="1875301" y="743350"/>
                </a:lnTo>
                <a:lnTo>
                  <a:pt x="1872920" y="740883"/>
                </a:lnTo>
                <a:lnTo>
                  <a:pt x="1868910" y="736759"/>
                </a:lnTo>
                <a:lnTo>
                  <a:pt x="1866529" y="734378"/>
                </a:lnTo>
                <a:lnTo>
                  <a:pt x="1865776" y="733739"/>
                </a:lnTo>
                <a:lnTo>
                  <a:pt x="1863395" y="731349"/>
                </a:lnTo>
                <a:lnTo>
                  <a:pt x="1859385" y="727196"/>
                </a:lnTo>
                <a:lnTo>
                  <a:pt x="1856184" y="724814"/>
                </a:lnTo>
                <a:lnTo>
                  <a:pt x="1853803" y="724205"/>
                </a:lnTo>
                <a:lnTo>
                  <a:pt x="1851422" y="722652"/>
                </a:lnTo>
                <a:lnTo>
                  <a:pt x="1849041" y="720157"/>
                </a:lnTo>
                <a:lnTo>
                  <a:pt x="1846755" y="719071"/>
                </a:lnTo>
                <a:lnTo>
                  <a:pt x="1844573" y="719376"/>
                </a:lnTo>
                <a:lnTo>
                  <a:pt x="1842192" y="718528"/>
                </a:lnTo>
                <a:lnTo>
                  <a:pt x="1839611" y="716509"/>
                </a:lnTo>
                <a:lnTo>
                  <a:pt x="1835972" y="715242"/>
                </a:lnTo>
                <a:lnTo>
                  <a:pt x="1831277" y="714746"/>
                </a:lnTo>
                <a:lnTo>
                  <a:pt x="1828895" y="714499"/>
                </a:lnTo>
                <a:lnTo>
                  <a:pt x="1826295" y="712280"/>
                </a:lnTo>
                <a:lnTo>
                  <a:pt x="1821618" y="708079"/>
                </a:lnTo>
                <a:lnTo>
                  <a:pt x="1817275" y="706079"/>
                </a:lnTo>
                <a:lnTo>
                  <a:pt x="1813265" y="706269"/>
                </a:lnTo>
                <a:lnTo>
                  <a:pt x="1810883" y="706260"/>
                </a:lnTo>
                <a:lnTo>
                  <a:pt x="1810131" y="706069"/>
                </a:lnTo>
                <a:lnTo>
                  <a:pt x="1807702" y="706022"/>
                </a:lnTo>
                <a:lnTo>
                  <a:pt x="1803606" y="706126"/>
                </a:lnTo>
                <a:lnTo>
                  <a:pt x="1801225" y="706174"/>
                </a:lnTo>
                <a:lnTo>
                  <a:pt x="1800558" y="706174"/>
                </a:lnTo>
                <a:lnTo>
                  <a:pt x="1798053" y="705850"/>
                </a:lnTo>
                <a:lnTo>
                  <a:pt x="1793719" y="705183"/>
                </a:lnTo>
                <a:lnTo>
                  <a:pt x="1791338" y="704259"/>
                </a:lnTo>
                <a:lnTo>
                  <a:pt x="1790910" y="703069"/>
                </a:lnTo>
                <a:lnTo>
                  <a:pt x="1789995" y="702364"/>
                </a:lnTo>
                <a:lnTo>
                  <a:pt x="1788595" y="702154"/>
                </a:lnTo>
                <a:lnTo>
                  <a:pt x="1786214" y="700602"/>
                </a:lnTo>
                <a:lnTo>
                  <a:pt x="1782851" y="697706"/>
                </a:lnTo>
                <a:lnTo>
                  <a:pt x="1779080" y="696306"/>
                </a:lnTo>
                <a:lnTo>
                  <a:pt x="1774879" y="696411"/>
                </a:lnTo>
                <a:lnTo>
                  <a:pt x="1772498" y="696373"/>
                </a:lnTo>
                <a:lnTo>
                  <a:pt x="1771936" y="696201"/>
                </a:lnTo>
                <a:lnTo>
                  <a:pt x="1769469" y="696116"/>
                </a:lnTo>
                <a:lnTo>
                  <a:pt x="1765106" y="696116"/>
                </a:lnTo>
                <a:lnTo>
                  <a:pt x="1762725" y="696097"/>
                </a:lnTo>
                <a:lnTo>
                  <a:pt x="1762325" y="696058"/>
                </a:lnTo>
                <a:lnTo>
                  <a:pt x="1759953" y="696068"/>
                </a:lnTo>
                <a:lnTo>
                  <a:pt x="1755610" y="696135"/>
                </a:lnTo>
                <a:lnTo>
                  <a:pt x="1753229" y="696211"/>
                </a:lnTo>
                <a:lnTo>
                  <a:pt x="1752810" y="696297"/>
                </a:lnTo>
                <a:lnTo>
                  <a:pt x="1750514" y="696373"/>
                </a:lnTo>
                <a:lnTo>
                  <a:pt x="1746333" y="696449"/>
                </a:lnTo>
                <a:lnTo>
                  <a:pt x="1743951" y="696592"/>
                </a:lnTo>
                <a:lnTo>
                  <a:pt x="1743370" y="696801"/>
                </a:lnTo>
                <a:lnTo>
                  <a:pt x="1741084" y="696897"/>
                </a:lnTo>
                <a:lnTo>
                  <a:pt x="1737112" y="696897"/>
                </a:lnTo>
                <a:lnTo>
                  <a:pt x="1734731" y="697754"/>
                </a:lnTo>
                <a:lnTo>
                  <a:pt x="1733941" y="699468"/>
                </a:lnTo>
                <a:lnTo>
                  <a:pt x="1732502" y="700402"/>
                </a:lnTo>
                <a:lnTo>
                  <a:pt x="1730397" y="700564"/>
                </a:lnTo>
                <a:lnTo>
                  <a:pt x="1729797" y="701697"/>
                </a:lnTo>
                <a:lnTo>
                  <a:pt x="1730712" y="703802"/>
                </a:lnTo>
                <a:lnTo>
                  <a:pt x="1729750" y="705212"/>
                </a:lnTo>
                <a:lnTo>
                  <a:pt x="1726902" y="705945"/>
                </a:lnTo>
                <a:lnTo>
                  <a:pt x="1725120" y="706307"/>
                </a:lnTo>
                <a:lnTo>
                  <a:pt x="1724387" y="706307"/>
                </a:lnTo>
                <a:lnTo>
                  <a:pt x="1721958" y="706260"/>
                </a:lnTo>
                <a:lnTo>
                  <a:pt x="1717824" y="706155"/>
                </a:lnTo>
                <a:lnTo>
                  <a:pt x="1715443" y="706117"/>
                </a:lnTo>
                <a:lnTo>
                  <a:pt x="1714814" y="706145"/>
                </a:lnTo>
                <a:lnTo>
                  <a:pt x="1712395" y="706098"/>
                </a:lnTo>
                <a:lnTo>
                  <a:pt x="1708175" y="705993"/>
                </a:lnTo>
                <a:lnTo>
                  <a:pt x="1705794" y="706012"/>
                </a:lnTo>
                <a:lnTo>
                  <a:pt x="1705251" y="706164"/>
                </a:lnTo>
                <a:lnTo>
                  <a:pt x="1702870" y="706174"/>
                </a:lnTo>
                <a:lnTo>
                  <a:pt x="1698669" y="706031"/>
                </a:lnTo>
                <a:lnTo>
                  <a:pt x="1696288" y="706745"/>
                </a:lnTo>
                <a:lnTo>
                  <a:pt x="1695726" y="708327"/>
                </a:lnTo>
                <a:lnTo>
                  <a:pt x="1694136" y="709117"/>
                </a:lnTo>
                <a:lnTo>
                  <a:pt x="1691507" y="709117"/>
                </a:lnTo>
                <a:lnTo>
                  <a:pt x="1690430" y="710432"/>
                </a:lnTo>
                <a:lnTo>
                  <a:pt x="1690916" y="713061"/>
                </a:lnTo>
                <a:lnTo>
                  <a:pt x="1690145" y="714680"/>
                </a:lnTo>
                <a:lnTo>
                  <a:pt x="1688135" y="715280"/>
                </a:lnTo>
                <a:lnTo>
                  <a:pt x="1686830" y="715585"/>
                </a:lnTo>
                <a:lnTo>
                  <a:pt x="1686230" y="715613"/>
                </a:lnTo>
                <a:lnTo>
                  <a:pt x="1683801" y="715575"/>
                </a:lnTo>
                <a:lnTo>
                  <a:pt x="1679553" y="715461"/>
                </a:lnTo>
                <a:lnTo>
                  <a:pt x="1677172" y="715756"/>
                </a:lnTo>
                <a:lnTo>
                  <a:pt x="1676657" y="716471"/>
                </a:lnTo>
                <a:lnTo>
                  <a:pt x="1674590" y="716785"/>
                </a:lnTo>
                <a:lnTo>
                  <a:pt x="1670980" y="716709"/>
                </a:lnTo>
                <a:lnTo>
                  <a:pt x="1669313" y="718480"/>
                </a:lnTo>
                <a:lnTo>
                  <a:pt x="1669609" y="722090"/>
                </a:lnTo>
                <a:lnTo>
                  <a:pt x="1669342" y="724214"/>
                </a:lnTo>
                <a:lnTo>
                  <a:pt x="1668532" y="724833"/>
                </a:lnTo>
                <a:lnTo>
                  <a:pt x="1667808" y="725157"/>
                </a:lnTo>
                <a:lnTo>
                  <a:pt x="1667189" y="725186"/>
                </a:lnTo>
                <a:lnTo>
                  <a:pt x="1664799" y="725186"/>
                </a:lnTo>
                <a:lnTo>
                  <a:pt x="1660655" y="725148"/>
                </a:lnTo>
                <a:lnTo>
                  <a:pt x="1658274" y="726748"/>
                </a:lnTo>
                <a:lnTo>
                  <a:pt x="1657655" y="729977"/>
                </a:lnTo>
                <a:lnTo>
                  <a:pt x="1656864" y="731568"/>
                </a:lnTo>
                <a:lnTo>
                  <a:pt x="1655893" y="731510"/>
                </a:lnTo>
                <a:lnTo>
                  <a:pt x="1655502" y="731968"/>
                </a:lnTo>
                <a:lnTo>
                  <a:pt x="1655693" y="732939"/>
                </a:lnTo>
                <a:lnTo>
                  <a:pt x="1654150" y="733777"/>
                </a:lnTo>
                <a:lnTo>
                  <a:pt x="1650873" y="734482"/>
                </a:lnTo>
                <a:lnTo>
                  <a:pt x="1648882" y="735025"/>
                </a:lnTo>
                <a:lnTo>
                  <a:pt x="1648177" y="735425"/>
                </a:lnTo>
                <a:lnTo>
                  <a:pt x="1645863" y="735492"/>
                </a:lnTo>
                <a:lnTo>
                  <a:pt x="1641929" y="735225"/>
                </a:lnTo>
                <a:lnTo>
                  <a:pt x="1640024" y="737054"/>
                </a:lnTo>
                <a:lnTo>
                  <a:pt x="1640129" y="740988"/>
                </a:lnTo>
                <a:lnTo>
                  <a:pt x="1640015" y="743245"/>
                </a:lnTo>
                <a:lnTo>
                  <a:pt x="1639653" y="743836"/>
                </a:lnTo>
                <a:lnTo>
                  <a:pt x="1639186" y="744217"/>
                </a:lnTo>
                <a:lnTo>
                  <a:pt x="1638595" y="744388"/>
                </a:lnTo>
                <a:lnTo>
                  <a:pt x="1636252" y="744426"/>
                </a:lnTo>
                <a:lnTo>
                  <a:pt x="1632156" y="744341"/>
                </a:lnTo>
                <a:lnTo>
                  <a:pt x="1630137" y="746331"/>
                </a:lnTo>
                <a:lnTo>
                  <a:pt x="1630185" y="750427"/>
                </a:lnTo>
                <a:lnTo>
                  <a:pt x="1630128" y="752751"/>
                </a:lnTo>
                <a:lnTo>
                  <a:pt x="1629956" y="753304"/>
                </a:lnTo>
                <a:lnTo>
                  <a:pt x="1629604" y="753704"/>
                </a:lnTo>
                <a:lnTo>
                  <a:pt x="1629051" y="753951"/>
                </a:lnTo>
                <a:lnTo>
                  <a:pt x="1626689" y="753970"/>
                </a:lnTo>
                <a:lnTo>
                  <a:pt x="1622508" y="753761"/>
                </a:lnTo>
                <a:lnTo>
                  <a:pt x="1620603" y="755733"/>
                </a:lnTo>
                <a:lnTo>
                  <a:pt x="1620974" y="759914"/>
                </a:lnTo>
                <a:lnTo>
                  <a:pt x="1621003" y="762324"/>
                </a:lnTo>
                <a:lnTo>
                  <a:pt x="1620698" y="762972"/>
                </a:lnTo>
                <a:lnTo>
                  <a:pt x="1620222" y="763943"/>
                </a:lnTo>
                <a:lnTo>
                  <a:pt x="1619574" y="765258"/>
                </a:lnTo>
                <a:lnTo>
                  <a:pt x="1617593" y="765648"/>
                </a:lnTo>
                <a:lnTo>
                  <a:pt x="1614268" y="765143"/>
                </a:lnTo>
                <a:lnTo>
                  <a:pt x="1612868" y="766543"/>
                </a:lnTo>
                <a:lnTo>
                  <a:pt x="1613373" y="769868"/>
                </a:lnTo>
                <a:lnTo>
                  <a:pt x="1612973" y="771849"/>
                </a:lnTo>
                <a:lnTo>
                  <a:pt x="1611668" y="772487"/>
                </a:lnTo>
                <a:lnTo>
                  <a:pt x="1611030" y="774868"/>
                </a:lnTo>
                <a:lnTo>
                  <a:pt x="1611058" y="778993"/>
                </a:lnTo>
                <a:lnTo>
                  <a:pt x="1611068" y="781383"/>
                </a:lnTo>
                <a:lnTo>
                  <a:pt x="1611058" y="782050"/>
                </a:lnTo>
                <a:lnTo>
                  <a:pt x="1610725" y="782622"/>
                </a:lnTo>
                <a:lnTo>
                  <a:pt x="1610058" y="783107"/>
                </a:lnTo>
                <a:lnTo>
                  <a:pt x="1607715" y="783155"/>
                </a:lnTo>
                <a:lnTo>
                  <a:pt x="1603705" y="782755"/>
                </a:lnTo>
                <a:lnTo>
                  <a:pt x="1601876" y="784555"/>
                </a:lnTo>
                <a:lnTo>
                  <a:pt x="1602229" y="788565"/>
                </a:lnTo>
                <a:lnTo>
                  <a:pt x="1602162" y="790889"/>
                </a:lnTo>
                <a:lnTo>
                  <a:pt x="1601705" y="791528"/>
                </a:lnTo>
                <a:lnTo>
                  <a:pt x="1601505" y="793909"/>
                </a:lnTo>
                <a:lnTo>
                  <a:pt x="1601572" y="798033"/>
                </a:lnTo>
                <a:lnTo>
                  <a:pt x="1601600" y="800452"/>
                </a:lnTo>
                <a:lnTo>
                  <a:pt x="1601600" y="801148"/>
                </a:lnTo>
                <a:lnTo>
                  <a:pt x="1601248" y="803405"/>
                </a:lnTo>
                <a:lnTo>
                  <a:pt x="1600552" y="807215"/>
                </a:lnTo>
                <a:lnTo>
                  <a:pt x="1600019" y="809063"/>
                </a:lnTo>
                <a:lnTo>
                  <a:pt x="1599648" y="808949"/>
                </a:lnTo>
                <a:lnTo>
                  <a:pt x="1599467" y="809444"/>
                </a:lnTo>
                <a:lnTo>
                  <a:pt x="1597704" y="810054"/>
                </a:lnTo>
                <a:lnTo>
                  <a:pt x="1594161" y="810920"/>
                </a:lnTo>
                <a:lnTo>
                  <a:pt x="1592428" y="813302"/>
                </a:lnTo>
                <a:lnTo>
                  <a:pt x="1592485" y="817197"/>
                </a:lnTo>
                <a:lnTo>
                  <a:pt x="1592370" y="819464"/>
                </a:lnTo>
                <a:lnTo>
                  <a:pt x="1592085" y="820093"/>
                </a:lnTo>
                <a:lnTo>
                  <a:pt x="1592037" y="822474"/>
                </a:lnTo>
                <a:lnTo>
                  <a:pt x="1592237" y="826608"/>
                </a:lnTo>
                <a:lnTo>
                  <a:pt x="1592285" y="829037"/>
                </a:lnTo>
                <a:lnTo>
                  <a:pt x="1592170" y="829761"/>
                </a:lnTo>
                <a:lnTo>
                  <a:pt x="1592132" y="832142"/>
                </a:lnTo>
                <a:lnTo>
                  <a:pt x="1592170" y="836181"/>
                </a:lnTo>
                <a:lnTo>
                  <a:pt x="1592180" y="838571"/>
                </a:lnTo>
                <a:lnTo>
                  <a:pt x="1592170" y="839314"/>
                </a:lnTo>
                <a:lnTo>
                  <a:pt x="1592180" y="841696"/>
                </a:lnTo>
                <a:lnTo>
                  <a:pt x="1592209" y="845715"/>
                </a:lnTo>
                <a:lnTo>
                  <a:pt x="1592228" y="848116"/>
                </a:lnTo>
                <a:lnTo>
                  <a:pt x="1592218" y="848887"/>
                </a:lnTo>
                <a:lnTo>
                  <a:pt x="1592199" y="851268"/>
                </a:lnTo>
                <a:lnTo>
                  <a:pt x="1592170" y="855259"/>
                </a:lnTo>
                <a:lnTo>
                  <a:pt x="1592161" y="857621"/>
                </a:lnTo>
                <a:lnTo>
                  <a:pt x="1592161" y="858364"/>
                </a:lnTo>
                <a:lnTo>
                  <a:pt x="1592142" y="860746"/>
                </a:lnTo>
                <a:lnTo>
                  <a:pt x="1592113" y="864765"/>
                </a:lnTo>
                <a:lnTo>
                  <a:pt x="1592094" y="867127"/>
                </a:lnTo>
                <a:lnTo>
                  <a:pt x="1592094" y="867842"/>
                </a:lnTo>
                <a:lnTo>
                  <a:pt x="1592113" y="870223"/>
                </a:lnTo>
                <a:lnTo>
                  <a:pt x="1592142" y="874271"/>
                </a:lnTo>
                <a:lnTo>
                  <a:pt x="1592161" y="876671"/>
                </a:lnTo>
                <a:lnTo>
                  <a:pt x="1592161" y="877414"/>
                </a:lnTo>
                <a:lnTo>
                  <a:pt x="1592142" y="879796"/>
                </a:lnTo>
                <a:lnTo>
                  <a:pt x="1592113" y="883815"/>
                </a:lnTo>
                <a:lnTo>
                  <a:pt x="1592094" y="886177"/>
                </a:lnTo>
                <a:lnTo>
                  <a:pt x="1592104" y="886901"/>
                </a:lnTo>
                <a:lnTo>
                  <a:pt x="1592104" y="889283"/>
                </a:lnTo>
                <a:lnTo>
                  <a:pt x="1592104" y="893321"/>
                </a:lnTo>
                <a:lnTo>
                  <a:pt x="1592104" y="895712"/>
                </a:lnTo>
                <a:lnTo>
                  <a:pt x="1592104" y="896426"/>
                </a:lnTo>
                <a:lnTo>
                  <a:pt x="1592123" y="898808"/>
                </a:lnTo>
                <a:lnTo>
                  <a:pt x="1592161" y="902856"/>
                </a:lnTo>
                <a:lnTo>
                  <a:pt x="1592180" y="905246"/>
                </a:lnTo>
                <a:lnTo>
                  <a:pt x="1592180" y="905999"/>
                </a:lnTo>
                <a:lnTo>
                  <a:pt x="1592180" y="908380"/>
                </a:lnTo>
                <a:lnTo>
                  <a:pt x="1592180" y="912390"/>
                </a:lnTo>
                <a:lnTo>
                  <a:pt x="1592180" y="914781"/>
                </a:lnTo>
                <a:lnTo>
                  <a:pt x="1592180" y="915533"/>
                </a:lnTo>
                <a:lnTo>
                  <a:pt x="1592170" y="917915"/>
                </a:lnTo>
                <a:lnTo>
                  <a:pt x="1592132" y="921925"/>
                </a:lnTo>
                <a:lnTo>
                  <a:pt x="1592113" y="924287"/>
                </a:lnTo>
                <a:lnTo>
                  <a:pt x="1592113" y="925001"/>
                </a:lnTo>
                <a:lnTo>
                  <a:pt x="1592113" y="927383"/>
                </a:lnTo>
                <a:lnTo>
                  <a:pt x="1592113" y="931431"/>
                </a:lnTo>
                <a:lnTo>
                  <a:pt x="1592113" y="933812"/>
                </a:lnTo>
                <a:lnTo>
                  <a:pt x="1592113" y="934526"/>
                </a:lnTo>
                <a:lnTo>
                  <a:pt x="1592113" y="936908"/>
                </a:lnTo>
                <a:lnTo>
                  <a:pt x="1592113" y="940956"/>
                </a:lnTo>
                <a:lnTo>
                  <a:pt x="1592113" y="943337"/>
                </a:lnTo>
                <a:lnTo>
                  <a:pt x="1592113" y="944051"/>
                </a:lnTo>
                <a:lnTo>
                  <a:pt x="1592123" y="946433"/>
                </a:lnTo>
                <a:lnTo>
                  <a:pt x="1592161" y="950481"/>
                </a:lnTo>
                <a:lnTo>
                  <a:pt x="1592180" y="952871"/>
                </a:lnTo>
                <a:lnTo>
                  <a:pt x="1592180" y="953624"/>
                </a:lnTo>
                <a:lnTo>
                  <a:pt x="1592180" y="956005"/>
                </a:lnTo>
                <a:lnTo>
                  <a:pt x="1592180" y="960015"/>
                </a:lnTo>
                <a:lnTo>
                  <a:pt x="1592180" y="962396"/>
                </a:lnTo>
                <a:lnTo>
                  <a:pt x="1592180" y="963149"/>
                </a:lnTo>
                <a:lnTo>
                  <a:pt x="1592170" y="965530"/>
                </a:lnTo>
                <a:lnTo>
                  <a:pt x="1592170" y="969540"/>
                </a:lnTo>
                <a:lnTo>
                  <a:pt x="1592170" y="971921"/>
                </a:lnTo>
                <a:lnTo>
                  <a:pt x="1592170" y="972674"/>
                </a:lnTo>
                <a:lnTo>
                  <a:pt x="1592170" y="975055"/>
                </a:lnTo>
                <a:lnTo>
                  <a:pt x="1592170" y="979065"/>
                </a:lnTo>
                <a:lnTo>
                  <a:pt x="1592170" y="981446"/>
                </a:lnTo>
                <a:lnTo>
                  <a:pt x="1592170" y="982189"/>
                </a:lnTo>
                <a:lnTo>
                  <a:pt x="1592170" y="984571"/>
                </a:lnTo>
                <a:lnTo>
                  <a:pt x="1592170" y="988590"/>
                </a:lnTo>
                <a:lnTo>
                  <a:pt x="1592170" y="990971"/>
                </a:lnTo>
                <a:lnTo>
                  <a:pt x="1592170" y="991714"/>
                </a:lnTo>
                <a:lnTo>
                  <a:pt x="1592170" y="994096"/>
                </a:lnTo>
                <a:lnTo>
                  <a:pt x="1592170" y="998115"/>
                </a:lnTo>
                <a:lnTo>
                  <a:pt x="1592161" y="1000496"/>
                </a:lnTo>
                <a:lnTo>
                  <a:pt x="1592161" y="1001239"/>
                </a:lnTo>
                <a:lnTo>
                  <a:pt x="1592142" y="1003621"/>
                </a:lnTo>
                <a:lnTo>
                  <a:pt x="1592113" y="1007640"/>
                </a:lnTo>
                <a:lnTo>
                  <a:pt x="1592094" y="1010002"/>
                </a:lnTo>
                <a:lnTo>
                  <a:pt x="1592094" y="1010717"/>
                </a:lnTo>
                <a:lnTo>
                  <a:pt x="1592113" y="1013098"/>
                </a:lnTo>
                <a:lnTo>
                  <a:pt x="1592142" y="1017146"/>
                </a:lnTo>
                <a:lnTo>
                  <a:pt x="1592161" y="1019546"/>
                </a:lnTo>
                <a:lnTo>
                  <a:pt x="1592151" y="1020280"/>
                </a:lnTo>
                <a:lnTo>
                  <a:pt x="1592151" y="1022661"/>
                </a:lnTo>
                <a:lnTo>
                  <a:pt x="1592151" y="1026690"/>
                </a:lnTo>
                <a:lnTo>
                  <a:pt x="1592151" y="1029071"/>
                </a:lnTo>
                <a:lnTo>
                  <a:pt x="1592151" y="1029805"/>
                </a:lnTo>
                <a:lnTo>
                  <a:pt x="1592132" y="1032186"/>
                </a:lnTo>
                <a:lnTo>
                  <a:pt x="1592104" y="1036215"/>
                </a:lnTo>
                <a:lnTo>
                  <a:pt x="1592085" y="1038577"/>
                </a:lnTo>
                <a:lnTo>
                  <a:pt x="1592085" y="1039282"/>
                </a:lnTo>
                <a:lnTo>
                  <a:pt x="1592094" y="1041664"/>
                </a:lnTo>
                <a:lnTo>
                  <a:pt x="1592132" y="1045721"/>
                </a:lnTo>
                <a:lnTo>
                  <a:pt x="1592142" y="1048121"/>
                </a:lnTo>
                <a:lnTo>
                  <a:pt x="1592142" y="1048855"/>
                </a:lnTo>
                <a:lnTo>
                  <a:pt x="1592161" y="1051236"/>
                </a:lnTo>
                <a:lnTo>
                  <a:pt x="1592199" y="1055265"/>
                </a:lnTo>
                <a:lnTo>
                  <a:pt x="1592209" y="1057656"/>
                </a:lnTo>
                <a:lnTo>
                  <a:pt x="1592209" y="1058428"/>
                </a:lnTo>
                <a:lnTo>
                  <a:pt x="1592199" y="1060809"/>
                </a:lnTo>
                <a:lnTo>
                  <a:pt x="1592161" y="1064800"/>
                </a:lnTo>
                <a:lnTo>
                  <a:pt x="1592151" y="1067171"/>
                </a:lnTo>
                <a:lnTo>
                  <a:pt x="1592151" y="1067905"/>
                </a:lnTo>
                <a:lnTo>
                  <a:pt x="1592151" y="1070286"/>
                </a:lnTo>
                <a:lnTo>
                  <a:pt x="1592151" y="1074315"/>
                </a:lnTo>
                <a:lnTo>
                  <a:pt x="1592151" y="1076696"/>
                </a:lnTo>
                <a:lnTo>
                  <a:pt x="1592151" y="1077430"/>
                </a:lnTo>
                <a:lnTo>
                  <a:pt x="1592142" y="1079811"/>
                </a:lnTo>
                <a:lnTo>
                  <a:pt x="1592104" y="1083840"/>
                </a:lnTo>
                <a:lnTo>
                  <a:pt x="1592085" y="1086202"/>
                </a:lnTo>
                <a:lnTo>
                  <a:pt x="1592094" y="1086917"/>
                </a:lnTo>
                <a:lnTo>
                  <a:pt x="1592094" y="1089298"/>
                </a:lnTo>
                <a:lnTo>
                  <a:pt x="1592094" y="1093346"/>
                </a:lnTo>
                <a:lnTo>
                  <a:pt x="1592094" y="1095727"/>
                </a:lnTo>
                <a:lnTo>
                  <a:pt x="1592094" y="1096442"/>
                </a:lnTo>
                <a:lnTo>
                  <a:pt x="1592113" y="1098823"/>
                </a:lnTo>
                <a:lnTo>
                  <a:pt x="1592142" y="1102871"/>
                </a:lnTo>
                <a:lnTo>
                  <a:pt x="1592170" y="1105271"/>
                </a:lnTo>
                <a:lnTo>
                  <a:pt x="1592170" y="1106024"/>
                </a:lnTo>
                <a:lnTo>
                  <a:pt x="1592142" y="1108405"/>
                </a:lnTo>
                <a:lnTo>
                  <a:pt x="1592075" y="1112415"/>
                </a:lnTo>
                <a:lnTo>
                  <a:pt x="1592047" y="1114768"/>
                </a:lnTo>
                <a:lnTo>
                  <a:pt x="1592056" y="1115463"/>
                </a:lnTo>
                <a:lnTo>
                  <a:pt x="1592037" y="1117844"/>
                </a:lnTo>
                <a:lnTo>
                  <a:pt x="1592008" y="1121912"/>
                </a:lnTo>
                <a:lnTo>
                  <a:pt x="1591989" y="1124283"/>
                </a:lnTo>
                <a:lnTo>
                  <a:pt x="1591999" y="1124941"/>
                </a:lnTo>
                <a:lnTo>
                  <a:pt x="1592018" y="1127322"/>
                </a:lnTo>
                <a:lnTo>
                  <a:pt x="1592047" y="1131427"/>
                </a:lnTo>
                <a:lnTo>
                  <a:pt x="1592066" y="1133827"/>
                </a:lnTo>
                <a:lnTo>
                  <a:pt x="1592066" y="1134523"/>
                </a:lnTo>
                <a:lnTo>
                  <a:pt x="1592047" y="1136904"/>
                </a:lnTo>
                <a:lnTo>
                  <a:pt x="1592018" y="1140971"/>
                </a:lnTo>
                <a:lnTo>
                  <a:pt x="1591999" y="1143333"/>
                </a:lnTo>
                <a:lnTo>
                  <a:pt x="1591999" y="1143991"/>
                </a:lnTo>
                <a:lnTo>
                  <a:pt x="1591999" y="1146372"/>
                </a:lnTo>
                <a:lnTo>
                  <a:pt x="1591999" y="1150477"/>
                </a:lnTo>
                <a:lnTo>
                  <a:pt x="1591999" y="1152858"/>
                </a:lnTo>
                <a:lnTo>
                  <a:pt x="1592008" y="1153525"/>
                </a:lnTo>
                <a:lnTo>
                  <a:pt x="1591989" y="1155906"/>
                </a:lnTo>
                <a:lnTo>
                  <a:pt x="1591951" y="1160002"/>
                </a:lnTo>
                <a:lnTo>
                  <a:pt x="1591932" y="1162364"/>
                </a:lnTo>
                <a:lnTo>
                  <a:pt x="1591932" y="1162993"/>
                </a:lnTo>
                <a:lnTo>
                  <a:pt x="1591913" y="1165374"/>
                </a:lnTo>
                <a:lnTo>
                  <a:pt x="1591885" y="1169508"/>
                </a:lnTo>
                <a:lnTo>
                  <a:pt x="1591856" y="1171870"/>
                </a:lnTo>
                <a:lnTo>
                  <a:pt x="1591856" y="1172461"/>
                </a:lnTo>
                <a:lnTo>
                  <a:pt x="1591561" y="1173480"/>
                </a:lnTo>
                <a:lnTo>
                  <a:pt x="1590970" y="1174928"/>
                </a:lnTo>
                <a:lnTo>
                  <a:pt x="1589065" y="1175414"/>
                </a:lnTo>
                <a:lnTo>
                  <a:pt x="1585855" y="1174918"/>
                </a:lnTo>
                <a:lnTo>
                  <a:pt x="1584493" y="1176280"/>
                </a:lnTo>
                <a:lnTo>
                  <a:pt x="1584989" y="1179490"/>
                </a:lnTo>
                <a:lnTo>
                  <a:pt x="1584503" y="1181395"/>
                </a:lnTo>
                <a:lnTo>
                  <a:pt x="1583055" y="1181986"/>
                </a:lnTo>
                <a:lnTo>
                  <a:pt x="1582036" y="1182986"/>
                </a:lnTo>
                <a:lnTo>
                  <a:pt x="1581445" y="1184396"/>
                </a:lnTo>
                <a:lnTo>
                  <a:pt x="1579521" y="1184853"/>
                </a:lnTo>
                <a:lnTo>
                  <a:pt x="1576273" y="1184367"/>
                </a:lnTo>
                <a:lnTo>
                  <a:pt x="1574930" y="1185748"/>
                </a:lnTo>
                <a:lnTo>
                  <a:pt x="1575502" y="1188996"/>
                </a:lnTo>
                <a:lnTo>
                  <a:pt x="1575054" y="1190930"/>
                </a:lnTo>
                <a:lnTo>
                  <a:pt x="1573587" y="1191549"/>
                </a:lnTo>
                <a:lnTo>
                  <a:pt x="1572549" y="1191854"/>
                </a:lnTo>
                <a:lnTo>
                  <a:pt x="1571930" y="1191854"/>
                </a:lnTo>
                <a:lnTo>
                  <a:pt x="1569549" y="1191854"/>
                </a:lnTo>
                <a:lnTo>
                  <a:pt x="1565405" y="1191854"/>
                </a:lnTo>
                <a:lnTo>
                  <a:pt x="1563024" y="1191854"/>
                </a:lnTo>
                <a:lnTo>
                  <a:pt x="1562405" y="1191854"/>
                </a:lnTo>
                <a:lnTo>
                  <a:pt x="1559966" y="1191797"/>
                </a:lnTo>
                <a:lnTo>
                  <a:pt x="1555709" y="1191682"/>
                </a:lnTo>
                <a:lnTo>
                  <a:pt x="1553327" y="1191635"/>
                </a:lnTo>
                <a:lnTo>
                  <a:pt x="1552823" y="1191635"/>
                </a:lnTo>
                <a:lnTo>
                  <a:pt x="1550422" y="1191616"/>
                </a:lnTo>
                <a:lnTo>
                  <a:pt x="1546127" y="1191578"/>
                </a:lnTo>
                <a:lnTo>
                  <a:pt x="1543745" y="1191549"/>
                </a:lnTo>
                <a:lnTo>
                  <a:pt x="1543279" y="1191549"/>
                </a:lnTo>
                <a:lnTo>
                  <a:pt x="1540935" y="1191587"/>
                </a:lnTo>
                <a:lnTo>
                  <a:pt x="1536716" y="1191663"/>
                </a:lnTo>
                <a:lnTo>
                  <a:pt x="1534335" y="1191701"/>
                </a:lnTo>
                <a:lnTo>
                  <a:pt x="1533792" y="1191692"/>
                </a:lnTo>
                <a:lnTo>
                  <a:pt x="1531430" y="1191711"/>
                </a:lnTo>
                <a:lnTo>
                  <a:pt x="1527239" y="1191749"/>
                </a:lnTo>
                <a:lnTo>
                  <a:pt x="1524857" y="1191758"/>
                </a:lnTo>
                <a:lnTo>
                  <a:pt x="1524286" y="1191758"/>
                </a:lnTo>
                <a:lnTo>
                  <a:pt x="1521905" y="1191758"/>
                </a:lnTo>
                <a:lnTo>
                  <a:pt x="1517704" y="1191758"/>
                </a:lnTo>
                <a:lnTo>
                  <a:pt x="1515323" y="1191758"/>
                </a:lnTo>
                <a:lnTo>
                  <a:pt x="1514761" y="1191749"/>
                </a:lnTo>
                <a:lnTo>
                  <a:pt x="1512389" y="1191768"/>
                </a:lnTo>
                <a:lnTo>
                  <a:pt x="1508227" y="1191806"/>
                </a:lnTo>
                <a:lnTo>
                  <a:pt x="1505845" y="1191816"/>
                </a:lnTo>
                <a:lnTo>
                  <a:pt x="1505245" y="1191816"/>
                </a:lnTo>
                <a:lnTo>
                  <a:pt x="1503731" y="1191520"/>
                </a:lnTo>
                <a:lnTo>
                  <a:pt x="1501292" y="1190920"/>
                </a:lnTo>
                <a:lnTo>
                  <a:pt x="1498911" y="1189101"/>
                </a:lnTo>
                <a:lnTo>
                  <a:pt x="1496587" y="1186043"/>
                </a:lnTo>
                <a:lnTo>
                  <a:pt x="1494939" y="1183662"/>
                </a:lnTo>
                <a:lnTo>
                  <a:pt x="1493958" y="1181957"/>
                </a:lnTo>
                <a:lnTo>
                  <a:pt x="1491577" y="1179500"/>
                </a:lnTo>
                <a:lnTo>
                  <a:pt x="1487795" y="1176290"/>
                </a:lnTo>
                <a:lnTo>
                  <a:pt x="1485605" y="1173909"/>
                </a:lnTo>
                <a:lnTo>
                  <a:pt x="1485005" y="1172356"/>
                </a:lnTo>
                <a:lnTo>
                  <a:pt x="1484709" y="1171280"/>
                </a:lnTo>
                <a:lnTo>
                  <a:pt x="1484709" y="1170680"/>
                </a:lnTo>
                <a:lnTo>
                  <a:pt x="1484728" y="1168298"/>
                </a:lnTo>
                <a:lnTo>
                  <a:pt x="1484767" y="1164136"/>
                </a:lnTo>
                <a:lnTo>
                  <a:pt x="1484776" y="1161774"/>
                </a:lnTo>
                <a:lnTo>
                  <a:pt x="1484776" y="1161212"/>
                </a:lnTo>
                <a:lnTo>
                  <a:pt x="1484776" y="1158831"/>
                </a:lnTo>
                <a:lnTo>
                  <a:pt x="1484776" y="1154630"/>
                </a:lnTo>
                <a:lnTo>
                  <a:pt x="1484776" y="1152249"/>
                </a:lnTo>
                <a:lnTo>
                  <a:pt x="1484776" y="1151687"/>
                </a:lnTo>
                <a:lnTo>
                  <a:pt x="1484747" y="1149306"/>
                </a:lnTo>
                <a:lnTo>
                  <a:pt x="1484671" y="1145105"/>
                </a:lnTo>
                <a:lnTo>
                  <a:pt x="1484643" y="1142686"/>
                </a:lnTo>
                <a:lnTo>
                  <a:pt x="1484643" y="1142057"/>
                </a:lnTo>
                <a:lnTo>
                  <a:pt x="1484671" y="1139676"/>
                </a:lnTo>
                <a:lnTo>
                  <a:pt x="1484747" y="1135542"/>
                </a:lnTo>
                <a:lnTo>
                  <a:pt x="1484776" y="1133189"/>
                </a:lnTo>
                <a:lnTo>
                  <a:pt x="1484776" y="1132627"/>
                </a:lnTo>
                <a:lnTo>
                  <a:pt x="1484795" y="1130246"/>
                </a:lnTo>
                <a:lnTo>
                  <a:pt x="1484824" y="1126046"/>
                </a:lnTo>
                <a:lnTo>
                  <a:pt x="1484843" y="1123683"/>
                </a:lnTo>
                <a:lnTo>
                  <a:pt x="1484833" y="1123150"/>
                </a:lnTo>
                <a:lnTo>
                  <a:pt x="1484833" y="1120769"/>
                </a:lnTo>
                <a:lnTo>
                  <a:pt x="1484833" y="1116540"/>
                </a:lnTo>
                <a:lnTo>
                  <a:pt x="1484833" y="1114158"/>
                </a:lnTo>
                <a:lnTo>
                  <a:pt x="1484824" y="1113615"/>
                </a:lnTo>
                <a:lnTo>
                  <a:pt x="1484824" y="1111234"/>
                </a:lnTo>
                <a:lnTo>
                  <a:pt x="1484824" y="1107015"/>
                </a:lnTo>
                <a:lnTo>
                  <a:pt x="1484824" y="1104624"/>
                </a:lnTo>
                <a:lnTo>
                  <a:pt x="1484814" y="1104081"/>
                </a:lnTo>
                <a:lnTo>
                  <a:pt x="1484814" y="1101700"/>
                </a:lnTo>
                <a:lnTo>
                  <a:pt x="1484814" y="1097480"/>
                </a:lnTo>
                <a:lnTo>
                  <a:pt x="1484814" y="1095099"/>
                </a:lnTo>
                <a:lnTo>
                  <a:pt x="1484805" y="1094556"/>
                </a:lnTo>
                <a:lnTo>
                  <a:pt x="1484805" y="1092175"/>
                </a:lnTo>
                <a:lnTo>
                  <a:pt x="1484805" y="1087955"/>
                </a:lnTo>
                <a:lnTo>
                  <a:pt x="1484805" y="1085574"/>
                </a:lnTo>
                <a:lnTo>
                  <a:pt x="1484805" y="1085031"/>
                </a:lnTo>
                <a:lnTo>
                  <a:pt x="1484805" y="1082650"/>
                </a:lnTo>
                <a:lnTo>
                  <a:pt x="1484805" y="1078430"/>
                </a:lnTo>
                <a:lnTo>
                  <a:pt x="1484805" y="1076049"/>
                </a:lnTo>
                <a:lnTo>
                  <a:pt x="1484805" y="1075506"/>
                </a:lnTo>
                <a:lnTo>
                  <a:pt x="1484786" y="1073125"/>
                </a:lnTo>
                <a:lnTo>
                  <a:pt x="1484747" y="1068905"/>
                </a:lnTo>
                <a:lnTo>
                  <a:pt x="1484728" y="1066505"/>
                </a:lnTo>
                <a:lnTo>
                  <a:pt x="1484728" y="1065924"/>
                </a:lnTo>
                <a:lnTo>
                  <a:pt x="1484747" y="1063542"/>
                </a:lnTo>
                <a:lnTo>
                  <a:pt x="1484786" y="1059361"/>
                </a:lnTo>
                <a:lnTo>
                  <a:pt x="1484805" y="1056999"/>
                </a:lnTo>
                <a:lnTo>
                  <a:pt x="1484814" y="1056456"/>
                </a:lnTo>
                <a:lnTo>
                  <a:pt x="1484795" y="1054075"/>
                </a:lnTo>
                <a:lnTo>
                  <a:pt x="1484757" y="1049855"/>
                </a:lnTo>
                <a:lnTo>
                  <a:pt x="1484738" y="1047464"/>
                </a:lnTo>
                <a:lnTo>
                  <a:pt x="1484738" y="1046883"/>
                </a:lnTo>
                <a:lnTo>
                  <a:pt x="1484757" y="1044502"/>
                </a:lnTo>
                <a:lnTo>
                  <a:pt x="1484795" y="1040321"/>
                </a:lnTo>
                <a:lnTo>
                  <a:pt x="1484814" y="1037949"/>
                </a:lnTo>
                <a:lnTo>
                  <a:pt x="1484814" y="1037406"/>
                </a:lnTo>
                <a:lnTo>
                  <a:pt x="1484814" y="1035025"/>
                </a:lnTo>
                <a:lnTo>
                  <a:pt x="1484814" y="1030805"/>
                </a:lnTo>
                <a:lnTo>
                  <a:pt x="1484814" y="1028424"/>
                </a:lnTo>
                <a:lnTo>
                  <a:pt x="1484814" y="1027881"/>
                </a:lnTo>
                <a:lnTo>
                  <a:pt x="1484814" y="1025500"/>
                </a:lnTo>
                <a:lnTo>
                  <a:pt x="1484814" y="1021280"/>
                </a:lnTo>
                <a:lnTo>
                  <a:pt x="1484814" y="1018899"/>
                </a:lnTo>
                <a:lnTo>
                  <a:pt x="1484814" y="1018356"/>
                </a:lnTo>
                <a:lnTo>
                  <a:pt x="1484814" y="1015975"/>
                </a:lnTo>
                <a:lnTo>
                  <a:pt x="1484814" y="1011755"/>
                </a:lnTo>
                <a:lnTo>
                  <a:pt x="1484814" y="1009383"/>
                </a:lnTo>
                <a:lnTo>
                  <a:pt x="1484814" y="1008840"/>
                </a:lnTo>
                <a:lnTo>
                  <a:pt x="1484814" y="1006459"/>
                </a:lnTo>
                <a:lnTo>
                  <a:pt x="1484814" y="1002240"/>
                </a:lnTo>
                <a:lnTo>
                  <a:pt x="1484814" y="999858"/>
                </a:lnTo>
                <a:lnTo>
                  <a:pt x="1484814" y="999315"/>
                </a:lnTo>
                <a:lnTo>
                  <a:pt x="1484795" y="996934"/>
                </a:lnTo>
                <a:lnTo>
                  <a:pt x="1484767" y="992715"/>
                </a:lnTo>
                <a:lnTo>
                  <a:pt x="1484747" y="990314"/>
                </a:lnTo>
                <a:lnTo>
                  <a:pt x="1484747" y="989733"/>
                </a:lnTo>
                <a:lnTo>
                  <a:pt x="1484747" y="987352"/>
                </a:lnTo>
                <a:lnTo>
                  <a:pt x="1484747" y="983171"/>
                </a:lnTo>
                <a:lnTo>
                  <a:pt x="1484747" y="980789"/>
                </a:lnTo>
                <a:lnTo>
                  <a:pt x="1484747" y="980208"/>
                </a:lnTo>
                <a:lnTo>
                  <a:pt x="1484747" y="977827"/>
                </a:lnTo>
                <a:lnTo>
                  <a:pt x="1484747" y="973646"/>
                </a:lnTo>
                <a:lnTo>
                  <a:pt x="1484747" y="971264"/>
                </a:lnTo>
                <a:lnTo>
                  <a:pt x="1484747" y="970683"/>
                </a:lnTo>
                <a:lnTo>
                  <a:pt x="1484747" y="968302"/>
                </a:lnTo>
                <a:lnTo>
                  <a:pt x="1484747" y="964121"/>
                </a:lnTo>
                <a:lnTo>
                  <a:pt x="1484747" y="961739"/>
                </a:lnTo>
                <a:lnTo>
                  <a:pt x="1484747" y="961158"/>
                </a:lnTo>
                <a:lnTo>
                  <a:pt x="1484747" y="958777"/>
                </a:lnTo>
                <a:lnTo>
                  <a:pt x="1484747" y="954596"/>
                </a:lnTo>
                <a:lnTo>
                  <a:pt x="1484747" y="952214"/>
                </a:lnTo>
                <a:lnTo>
                  <a:pt x="1484757" y="951643"/>
                </a:lnTo>
                <a:lnTo>
                  <a:pt x="1484757" y="949262"/>
                </a:lnTo>
                <a:lnTo>
                  <a:pt x="1484757" y="945071"/>
                </a:lnTo>
                <a:lnTo>
                  <a:pt x="1484757" y="942689"/>
                </a:lnTo>
                <a:lnTo>
                  <a:pt x="1484757" y="942118"/>
                </a:lnTo>
                <a:lnTo>
                  <a:pt x="1484757" y="939737"/>
                </a:lnTo>
                <a:lnTo>
                  <a:pt x="1484757" y="935546"/>
                </a:lnTo>
                <a:lnTo>
                  <a:pt x="1484757" y="933164"/>
                </a:lnTo>
                <a:lnTo>
                  <a:pt x="1484757" y="932593"/>
                </a:lnTo>
                <a:lnTo>
                  <a:pt x="1484757" y="930212"/>
                </a:lnTo>
                <a:lnTo>
                  <a:pt x="1484757" y="926021"/>
                </a:lnTo>
                <a:lnTo>
                  <a:pt x="1484757" y="923639"/>
                </a:lnTo>
                <a:lnTo>
                  <a:pt x="1484757" y="923068"/>
                </a:lnTo>
                <a:lnTo>
                  <a:pt x="1484776" y="920687"/>
                </a:lnTo>
                <a:lnTo>
                  <a:pt x="1484814" y="916496"/>
                </a:lnTo>
                <a:lnTo>
                  <a:pt x="1484833" y="914133"/>
                </a:lnTo>
                <a:lnTo>
                  <a:pt x="1484833" y="913600"/>
                </a:lnTo>
                <a:lnTo>
                  <a:pt x="1484852" y="911219"/>
                </a:lnTo>
                <a:lnTo>
                  <a:pt x="1484890" y="906990"/>
                </a:lnTo>
                <a:lnTo>
                  <a:pt x="1484909" y="904627"/>
                </a:lnTo>
                <a:lnTo>
                  <a:pt x="1484909" y="904132"/>
                </a:lnTo>
                <a:lnTo>
                  <a:pt x="1484890" y="901751"/>
                </a:lnTo>
                <a:lnTo>
                  <a:pt x="1484852" y="897484"/>
                </a:lnTo>
                <a:lnTo>
                  <a:pt x="1484833" y="895083"/>
                </a:lnTo>
                <a:lnTo>
                  <a:pt x="1484833" y="894550"/>
                </a:lnTo>
                <a:lnTo>
                  <a:pt x="1484833" y="892169"/>
                </a:lnTo>
                <a:lnTo>
                  <a:pt x="1484833" y="887940"/>
                </a:lnTo>
                <a:lnTo>
                  <a:pt x="1484824" y="885558"/>
                </a:lnTo>
                <a:lnTo>
                  <a:pt x="1484824" y="885015"/>
                </a:lnTo>
                <a:lnTo>
                  <a:pt x="1484824" y="882634"/>
                </a:lnTo>
                <a:lnTo>
                  <a:pt x="1484824" y="878415"/>
                </a:lnTo>
                <a:lnTo>
                  <a:pt x="1484814" y="876024"/>
                </a:lnTo>
                <a:lnTo>
                  <a:pt x="1484814" y="875481"/>
                </a:lnTo>
                <a:lnTo>
                  <a:pt x="1484833" y="873100"/>
                </a:lnTo>
                <a:lnTo>
                  <a:pt x="1484871" y="868880"/>
                </a:lnTo>
                <a:lnTo>
                  <a:pt x="1484890" y="866518"/>
                </a:lnTo>
                <a:lnTo>
                  <a:pt x="1484881" y="866013"/>
                </a:lnTo>
                <a:lnTo>
                  <a:pt x="1484862" y="863632"/>
                </a:lnTo>
                <a:lnTo>
                  <a:pt x="1484824" y="859374"/>
                </a:lnTo>
                <a:lnTo>
                  <a:pt x="1484805" y="856974"/>
                </a:lnTo>
                <a:lnTo>
                  <a:pt x="1484805" y="856431"/>
                </a:lnTo>
                <a:lnTo>
                  <a:pt x="1484805" y="854050"/>
                </a:lnTo>
                <a:lnTo>
                  <a:pt x="1484805" y="849830"/>
                </a:lnTo>
                <a:lnTo>
                  <a:pt x="1484805" y="847449"/>
                </a:lnTo>
                <a:lnTo>
                  <a:pt x="1484805" y="846906"/>
                </a:lnTo>
                <a:lnTo>
                  <a:pt x="1484824" y="844525"/>
                </a:lnTo>
                <a:lnTo>
                  <a:pt x="1484862" y="840305"/>
                </a:lnTo>
                <a:lnTo>
                  <a:pt x="1484881" y="837943"/>
                </a:lnTo>
                <a:lnTo>
                  <a:pt x="1484881" y="837438"/>
                </a:lnTo>
                <a:lnTo>
                  <a:pt x="1484881" y="835057"/>
                </a:lnTo>
                <a:lnTo>
                  <a:pt x="1484881" y="830799"/>
                </a:lnTo>
                <a:lnTo>
                  <a:pt x="1484881" y="828418"/>
                </a:lnTo>
                <a:lnTo>
                  <a:pt x="1484881" y="827913"/>
                </a:lnTo>
                <a:lnTo>
                  <a:pt x="1484900" y="825532"/>
                </a:lnTo>
                <a:lnTo>
                  <a:pt x="1484938" y="821274"/>
                </a:lnTo>
                <a:lnTo>
                  <a:pt x="1484957" y="818912"/>
                </a:lnTo>
                <a:lnTo>
                  <a:pt x="1484957" y="818445"/>
                </a:lnTo>
                <a:lnTo>
                  <a:pt x="1484938" y="816064"/>
                </a:lnTo>
                <a:lnTo>
                  <a:pt x="1484900" y="811768"/>
                </a:lnTo>
                <a:lnTo>
                  <a:pt x="1484881" y="809368"/>
                </a:lnTo>
                <a:lnTo>
                  <a:pt x="1484881" y="808863"/>
                </a:lnTo>
                <a:lnTo>
                  <a:pt x="1484900" y="806482"/>
                </a:lnTo>
                <a:lnTo>
                  <a:pt x="1484938" y="802224"/>
                </a:lnTo>
                <a:lnTo>
                  <a:pt x="1484967" y="799862"/>
                </a:lnTo>
                <a:lnTo>
                  <a:pt x="1484967" y="799395"/>
                </a:lnTo>
                <a:lnTo>
                  <a:pt x="1484967" y="797014"/>
                </a:lnTo>
                <a:lnTo>
                  <a:pt x="1484967" y="792718"/>
                </a:lnTo>
                <a:lnTo>
                  <a:pt x="1484967" y="790346"/>
                </a:lnTo>
                <a:lnTo>
                  <a:pt x="1484967" y="789880"/>
                </a:lnTo>
                <a:lnTo>
                  <a:pt x="1484948" y="787498"/>
                </a:lnTo>
                <a:lnTo>
                  <a:pt x="1484909" y="783203"/>
                </a:lnTo>
                <a:lnTo>
                  <a:pt x="1484890" y="780802"/>
                </a:lnTo>
                <a:lnTo>
                  <a:pt x="1484890" y="780298"/>
                </a:lnTo>
                <a:lnTo>
                  <a:pt x="1484871" y="777916"/>
                </a:lnTo>
                <a:lnTo>
                  <a:pt x="1484843" y="773659"/>
                </a:lnTo>
                <a:lnTo>
                  <a:pt x="1484814" y="771249"/>
                </a:lnTo>
                <a:lnTo>
                  <a:pt x="1484814" y="770706"/>
                </a:lnTo>
                <a:lnTo>
                  <a:pt x="1484814" y="768325"/>
                </a:lnTo>
                <a:lnTo>
                  <a:pt x="1484814" y="764105"/>
                </a:lnTo>
                <a:lnTo>
                  <a:pt x="1484814" y="761724"/>
                </a:lnTo>
                <a:lnTo>
                  <a:pt x="1484814" y="761181"/>
                </a:lnTo>
                <a:lnTo>
                  <a:pt x="1484833" y="758800"/>
                </a:lnTo>
                <a:lnTo>
                  <a:pt x="1484871" y="754580"/>
                </a:lnTo>
                <a:lnTo>
                  <a:pt x="1484890" y="752218"/>
                </a:lnTo>
                <a:lnTo>
                  <a:pt x="1484881" y="751713"/>
                </a:lnTo>
                <a:lnTo>
                  <a:pt x="1484881" y="749332"/>
                </a:lnTo>
                <a:lnTo>
                  <a:pt x="1484881" y="745074"/>
                </a:lnTo>
                <a:lnTo>
                  <a:pt x="1484881" y="742693"/>
                </a:lnTo>
                <a:lnTo>
                  <a:pt x="1484881" y="742188"/>
                </a:lnTo>
                <a:lnTo>
                  <a:pt x="1484881" y="739807"/>
                </a:lnTo>
                <a:lnTo>
                  <a:pt x="1484881" y="735549"/>
                </a:lnTo>
                <a:lnTo>
                  <a:pt x="1484881" y="733168"/>
                </a:lnTo>
                <a:lnTo>
                  <a:pt x="1484881" y="732663"/>
                </a:lnTo>
                <a:lnTo>
                  <a:pt x="1484900" y="730282"/>
                </a:lnTo>
                <a:lnTo>
                  <a:pt x="1484938" y="726024"/>
                </a:lnTo>
                <a:lnTo>
                  <a:pt x="1484957" y="723662"/>
                </a:lnTo>
                <a:lnTo>
                  <a:pt x="1484967" y="723195"/>
                </a:lnTo>
                <a:lnTo>
                  <a:pt x="1484967" y="720814"/>
                </a:lnTo>
                <a:lnTo>
                  <a:pt x="1484967" y="716518"/>
                </a:lnTo>
                <a:lnTo>
                  <a:pt x="1484967" y="714146"/>
                </a:lnTo>
                <a:lnTo>
                  <a:pt x="1484967" y="713680"/>
                </a:lnTo>
                <a:lnTo>
                  <a:pt x="1484967" y="711298"/>
                </a:lnTo>
                <a:lnTo>
                  <a:pt x="1484967" y="707003"/>
                </a:lnTo>
                <a:lnTo>
                  <a:pt x="1484967" y="704621"/>
                </a:lnTo>
                <a:lnTo>
                  <a:pt x="1484976" y="704155"/>
                </a:lnTo>
                <a:lnTo>
                  <a:pt x="1484957" y="701773"/>
                </a:lnTo>
                <a:lnTo>
                  <a:pt x="1484919" y="697478"/>
                </a:lnTo>
                <a:lnTo>
                  <a:pt x="1484900" y="695077"/>
                </a:lnTo>
                <a:lnTo>
                  <a:pt x="1484909" y="694582"/>
                </a:lnTo>
                <a:lnTo>
                  <a:pt x="1484890" y="692201"/>
                </a:lnTo>
                <a:lnTo>
                  <a:pt x="1484852" y="687934"/>
                </a:lnTo>
                <a:lnTo>
                  <a:pt x="1484833" y="685533"/>
                </a:lnTo>
                <a:lnTo>
                  <a:pt x="1484843" y="685009"/>
                </a:lnTo>
                <a:lnTo>
                  <a:pt x="1484862" y="682628"/>
                </a:lnTo>
                <a:lnTo>
                  <a:pt x="1484900" y="678390"/>
                </a:lnTo>
                <a:lnTo>
                  <a:pt x="1484919" y="676027"/>
                </a:lnTo>
                <a:lnTo>
                  <a:pt x="1484919" y="675542"/>
                </a:lnTo>
                <a:lnTo>
                  <a:pt x="1484909" y="673160"/>
                </a:lnTo>
                <a:lnTo>
                  <a:pt x="1484871" y="668884"/>
                </a:lnTo>
                <a:lnTo>
                  <a:pt x="1484852" y="666483"/>
                </a:lnTo>
                <a:lnTo>
                  <a:pt x="1484852" y="665959"/>
                </a:lnTo>
                <a:lnTo>
                  <a:pt x="1484871" y="663578"/>
                </a:lnTo>
                <a:lnTo>
                  <a:pt x="1484909" y="659340"/>
                </a:lnTo>
                <a:lnTo>
                  <a:pt x="1484919" y="656977"/>
                </a:lnTo>
                <a:lnTo>
                  <a:pt x="1484919" y="656492"/>
                </a:lnTo>
                <a:lnTo>
                  <a:pt x="1484919" y="654110"/>
                </a:lnTo>
                <a:lnTo>
                  <a:pt x="1484919" y="649834"/>
                </a:lnTo>
                <a:lnTo>
                  <a:pt x="1484919" y="647452"/>
                </a:lnTo>
                <a:lnTo>
                  <a:pt x="1484919" y="646957"/>
                </a:lnTo>
                <a:lnTo>
                  <a:pt x="1484871" y="644576"/>
                </a:lnTo>
                <a:lnTo>
                  <a:pt x="1484805" y="640309"/>
                </a:lnTo>
                <a:lnTo>
                  <a:pt x="1484767" y="637889"/>
                </a:lnTo>
                <a:lnTo>
                  <a:pt x="1484767" y="637327"/>
                </a:lnTo>
                <a:lnTo>
                  <a:pt x="1484757" y="634946"/>
                </a:lnTo>
                <a:lnTo>
                  <a:pt x="1484719" y="630746"/>
                </a:lnTo>
                <a:lnTo>
                  <a:pt x="1484700" y="628345"/>
                </a:lnTo>
                <a:lnTo>
                  <a:pt x="1484700" y="627745"/>
                </a:lnTo>
                <a:lnTo>
                  <a:pt x="1484995" y="627288"/>
                </a:lnTo>
                <a:lnTo>
                  <a:pt x="1485595" y="626955"/>
                </a:lnTo>
                <a:lnTo>
                  <a:pt x="1488100" y="627078"/>
                </a:lnTo>
                <a:lnTo>
                  <a:pt x="1492510" y="627650"/>
                </a:lnTo>
                <a:lnTo>
                  <a:pt x="1494473" y="625735"/>
                </a:lnTo>
                <a:lnTo>
                  <a:pt x="1494006" y="621325"/>
                </a:lnTo>
                <a:lnTo>
                  <a:pt x="1493920" y="618858"/>
                </a:lnTo>
                <a:lnTo>
                  <a:pt x="1494215" y="618334"/>
                </a:lnTo>
                <a:lnTo>
                  <a:pt x="1494634" y="618068"/>
                </a:lnTo>
                <a:lnTo>
                  <a:pt x="1495158" y="618068"/>
                </a:lnTo>
                <a:lnTo>
                  <a:pt x="1497521" y="618049"/>
                </a:lnTo>
                <a:lnTo>
                  <a:pt x="1501721" y="618011"/>
                </a:lnTo>
                <a:lnTo>
                  <a:pt x="1504102" y="617992"/>
                </a:lnTo>
                <a:lnTo>
                  <a:pt x="1504664" y="617992"/>
                </a:lnTo>
                <a:lnTo>
                  <a:pt x="1507046" y="617982"/>
                </a:lnTo>
                <a:lnTo>
                  <a:pt x="1511237" y="617982"/>
                </a:lnTo>
                <a:lnTo>
                  <a:pt x="1513618" y="617992"/>
                </a:lnTo>
                <a:lnTo>
                  <a:pt x="1514189" y="617992"/>
                </a:lnTo>
                <a:lnTo>
                  <a:pt x="1516571" y="618001"/>
                </a:lnTo>
                <a:lnTo>
                  <a:pt x="1520771" y="618001"/>
                </a:lnTo>
                <a:lnTo>
                  <a:pt x="1523152" y="618001"/>
                </a:lnTo>
                <a:lnTo>
                  <a:pt x="1523714" y="617992"/>
                </a:lnTo>
                <a:lnTo>
                  <a:pt x="1526067" y="617963"/>
                </a:lnTo>
                <a:lnTo>
                  <a:pt x="1530191" y="617887"/>
                </a:lnTo>
                <a:lnTo>
                  <a:pt x="1532573" y="617858"/>
                </a:lnTo>
                <a:lnTo>
                  <a:pt x="1533211" y="617858"/>
                </a:lnTo>
                <a:lnTo>
                  <a:pt x="1535573" y="617849"/>
                </a:lnTo>
                <a:lnTo>
                  <a:pt x="1539669" y="617811"/>
                </a:lnTo>
                <a:lnTo>
                  <a:pt x="1542050" y="617801"/>
                </a:lnTo>
                <a:lnTo>
                  <a:pt x="1542717" y="617801"/>
                </a:lnTo>
                <a:lnTo>
                  <a:pt x="1545098" y="617801"/>
                </a:lnTo>
                <a:lnTo>
                  <a:pt x="1549194" y="617801"/>
                </a:lnTo>
                <a:lnTo>
                  <a:pt x="1551575" y="617801"/>
                </a:lnTo>
                <a:lnTo>
                  <a:pt x="1552242" y="617801"/>
                </a:lnTo>
                <a:lnTo>
                  <a:pt x="1554604" y="617782"/>
                </a:lnTo>
                <a:lnTo>
                  <a:pt x="1558671" y="617744"/>
                </a:lnTo>
                <a:lnTo>
                  <a:pt x="1561052" y="617734"/>
                </a:lnTo>
                <a:lnTo>
                  <a:pt x="1561748" y="617734"/>
                </a:lnTo>
                <a:lnTo>
                  <a:pt x="1564081" y="617687"/>
                </a:lnTo>
                <a:lnTo>
                  <a:pt x="1568053" y="617582"/>
                </a:lnTo>
                <a:lnTo>
                  <a:pt x="1570434" y="617534"/>
                </a:lnTo>
                <a:lnTo>
                  <a:pt x="1571225" y="617534"/>
                </a:lnTo>
                <a:lnTo>
                  <a:pt x="1572111" y="617934"/>
                </a:lnTo>
                <a:lnTo>
                  <a:pt x="1573092" y="618725"/>
                </a:lnTo>
                <a:lnTo>
                  <a:pt x="1575473" y="621097"/>
                </a:lnTo>
                <a:lnTo>
                  <a:pt x="1579255" y="625031"/>
                </a:lnTo>
                <a:lnTo>
                  <a:pt x="1581588" y="627412"/>
                </a:lnTo>
                <a:lnTo>
                  <a:pt x="1582464" y="628240"/>
                </a:lnTo>
                <a:lnTo>
                  <a:pt x="1584589" y="630784"/>
                </a:lnTo>
                <a:lnTo>
                  <a:pt x="1587979" y="635041"/>
                </a:lnTo>
                <a:lnTo>
                  <a:pt x="1589561" y="637423"/>
                </a:lnTo>
                <a:lnTo>
                  <a:pt x="1589322" y="637927"/>
                </a:lnTo>
                <a:lnTo>
                  <a:pt x="1589580" y="638423"/>
                </a:lnTo>
                <a:lnTo>
                  <a:pt x="1590313" y="638927"/>
                </a:lnTo>
                <a:lnTo>
                  <a:pt x="1591018" y="641309"/>
                </a:lnTo>
                <a:lnTo>
                  <a:pt x="1591704" y="645566"/>
                </a:lnTo>
                <a:lnTo>
                  <a:pt x="1592047" y="648043"/>
                </a:lnTo>
                <a:lnTo>
                  <a:pt x="1592056" y="648738"/>
                </a:lnTo>
                <a:lnTo>
                  <a:pt x="1592066" y="651119"/>
                </a:lnTo>
                <a:lnTo>
                  <a:pt x="1592066" y="655187"/>
                </a:lnTo>
                <a:lnTo>
                  <a:pt x="1592066" y="657577"/>
                </a:lnTo>
                <a:lnTo>
                  <a:pt x="1592075" y="658273"/>
                </a:lnTo>
                <a:lnTo>
                  <a:pt x="1592056" y="660654"/>
                </a:lnTo>
                <a:lnTo>
                  <a:pt x="1592018" y="664721"/>
                </a:lnTo>
                <a:lnTo>
                  <a:pt x="1592028" y="667112"/>
                </a:lnTo>
                <a:lnTo>
                  <a:pt x="1592085" y="667826"/>
                </a:lnTo>
                <a:lnTo>
                  <a:pt x="1592123" y="670208"/>
                </a:lnTo>
                <a:lnTo>
                  <a:pt x="1592151" y="674256"/>
                </a:lnTo>
                <a:lnTo>
                  <a:pt x="1594171" y="678313"/>
                </a:lnTo>
                <a:lnTo>
                  <a:pt x="1598190" y="682400"/>
                </a:lnTo>
                <a:lnTo>
                  <a:pt x="1602343" y="684543"/>
                </a:lnTo>
                <a:lnTo>
                  <a:pt x="1606629" y="684743"/>
                </a:lnTo>
                <a:lnTo>
                  <a:pt x="1608706" y="682704"/>
                </a:lnTo>
                <a:lnTo>
                  <a:pt x="1608582" y="678418"/>
                </a:lnTo>
                <a:lnTo>
                  <a:pt x="1608544" y="675999"/>
                </a:lnTo>
                <a:lnTo>
                  <a:pt x="1608592" y="675446"/>
                </a:lnTo>
                <a:lnTo>
                  <a:pt x="1608896" y="675132"/>
                </a:lnTo>
                <a:lnTo>
                  <a:pt x="1609449" y="675065"/>
                </a:lnTo>
                <a:lnTo>
                  <a:pt x="1611878" y="675122"/>
                </a:lnTo>
                <a:lnTo>
                  <a:pt x="1616192" y="675294"/>
                </a:lnTo>
                <a:lnTo>
                  <a:pt x="1618269" y="673217"/>
                </a:lnTo>
                <a:lnTo>
                  <a:pt x="1618097" y="668903"/>
                </a:lnTo>
                <a:lnTo>
                  <a:pt x="1618031" y="666464"/>
                </a:lnTo>
                <a:lnTo>
                  <a:pt x="1618078" y="665893"/>
                </a:lnTo>
                <a:lnTo>
                  <a:pt x="1618393" y="665617"/>
                </a:lnTo>
                <a:lnTo>
                  <a:pt x="1618964" y="665626"/>
                </a:lnTo>
                <a:lnTo>
                  <a:pt x="1621450" y="665731"/>
                </a:lnTo>
                <a:lnTo>
                  <a:pt x="1625851" y="665931"/>
                </a:lnTo>
                <a:lnTo>
                  <a:pt x="1628232" y="665064"/>
                </a:lnTo>
                <a:lnTo>
                  <a:pt x="1628594" y="663140"/>
                </a:lnTo>
                <a:lnTo>
                  <a:pt x="1630289" y="662454"/>
                </a:lnTo>
                <a:lnTo>
                  <a:pt x="1633309" y="662997"/>
                </a:lnTo>
                <a:lnTo>
                  <a:pt x="1634814" y="661759"/>
                </a:lnTo>
                <a:lnTo>
                  <a:pt x="1634814" y="658739"/>
                </a:lnTo>
                <a:lnTo>
                  <a:pt x="1635576" y="657111"/>
                </a:lnTo>
                <a:lnTo>
                  <a:pt x="1637090" y="656892"/>
                </a:lnTo>
                <a:lnTo>
                  <a:pt x="1637967" y="656720"/>
                </a:lnTo>
                <a:lnTo>
                  <a:pt x="1638186" y="656615"/>
                </a:lnTo>
                <a:lnTo>
                  <a:pt x="1640576" y="656625"/>
                </a:lnTo>
                <a:lnTo>
                  <a:pt x="1645139" y="656749"/>
                </a:lnTo>
                <a:lnTo>
                  <a:pt x="1647206" y="654539"/>
                </a:lnTo>
                <a:lnTo>
                  <a:pt x="1646787" y="649976"/>
                </a:lnTo>
                <a:lnTo>
                  <a:pt x="1646672" y="647490"/>
                </a:lnTo>
                <a:lnTo>
                  <a:pt x="1646873" y="647062"/>
                </a:lnTo>
                <a:lnTo>
                  <a:pt x="1647187" y="646843"/>
                </a:lnTo>
                <a:lnTo>
                  <a:pt x="1647615" y="646843"/>
                </a:lnTo>
                <a:lnTo>
                  <a:pt x="1650111" y="646967"/>
                </a:lnTo>
                <a:lnTo>
                  <a:pt x="1654693" y="647214"/>
                </a:lnTo>
                <a:lnTo>
                  <a:pt x="1657074" y="647100"/>
                </a:lnTo>
                <a:lnTo>
                  <a:pt x="1657255" y="646614"/>
                </a:lnTo>
                <a:lnTo>
                  <a:pt x="1659398" y="646367"/>
                </a:lnTo>
                <a:lnTo>
                  <a:pt x="1663494" y="646367"/>
                </a:lnTo>
                <a:lnTo>
                  <a:pt x="1665246" y="644319"/>
                </a:lnTo>
                <a:lnTo>
                  <a:pt x="1664637" y="640223"/>
                </a:lnTo>
                <a:lnTo>
                  <a:pt x="1664770" y="637985"/>
                </a:lnTo>
                <a:lnTo>
                  <a:pt x="1665665" y="637604"/>
                </a:lnTo>
                <a:lnTo>
                  <a:pt x="1666304" y="637394"/>
                </a:lnTo>
                <a:lnTo>
                  <a:pt x="1666685" y="637365"/>
                </a:lnTo>
                <a:lnTo>
                  <a:pt x="1669180" y="637489"/>
                </a:lnTo>
                <a:lnTo>
                  <a:pt x="1673800" y="637756"/>
                </a:lnTo>
                <a:lnTo>
                  <a:pt x="1676181" y="637718"/>
                </a:lnTo>
                <a:lnTo>
                  <a:pt x="1676324" y="637384"/>
                </a:lnTo>
                <a:lnTo>
                  <a:pt x="1678410" y="637089"/>
                </a:lnTo>
                <a:lnTo>
                  <a:pt x="1682429" y="636822"/>
                </a:lnTo>
                <a:lnTo>
                  <a:pt x="1683991" y="634679"/>
                </a:lnTo>
                <a:lnTo>
                  <a:pt x="1683115" y="630660"/>
                </a:lnTo>
                <a:lnTo>
                  <a:pt x="1683191" y="628355"/>
                </a:lnTo>
                <a:lnTo>
                  <a:pt x="1684239" y="627774"/>
                </a:lnTo>
                <a:lnTo>
                  <a:pt x="1685049" y="627478"/>
                </a:lnTo>
                <a:lnTo>
                  <a:pt x="1685630" y="627459"/>
                </a:lnTo>
                <a:lnTo>
                  <a:pt x="1688278" y="627726"/>
                </a:lnTo>
                <a:lnTo>
                  <a:pt x="1692993" y="628279"/>
                </a:lnTo>
                <a:lnTo>
                  <a:pt x="1695374" y="628536"/>
                </a:lnTo>
                <a:lnTo>
                  <a:pt x="1697793" y="628488"/>
                </a:lnTo>
                <a:lnTo>
                  <a:pt x="1702479" y="628488"/>
                </a:lnTo>
                <a:lnTo>
                  <a:pt x="1704527" y="626154"/>
                </a:lnTo>
                <a:lnTo>
                  <a:pt x="1703937" y="621468"/>
                </a:lnTo>
                <a:lnTo>
                  <a:pt x="1703765" y="618915"/>
                </a:lnTo>
                <a:lnTo>
                  <a:pt x="1704013" y="618496"/>
                </a:lnTo>
                <a:lnTo>
                  <a:pt x="1704346" y="618287"/>
                </a:lnTo>
                <a:lnTo>
                  <a:pt x="1704765" y="618287"/>
                </a:lnTo>
                <a:lnTo>
                  <a:pt x="1707042" y="618182"/>
                </a:lnTo>
                <a:lnTo>
                  <a:pt x="1711185" y="617982"/>
                </a:lnTo>
                <a:lnTo>
                  <a:pt x="1713567" y="617868"/>
                </a:lnTo>
                <a:lnTo>
                  <a:pt x="1714186" y="617858"/>
                </a:lnTo>
                <a:lnTo>
                  <a:pt x="1716681" y="617963"/>
                </a:lnTo>
                <a:lnTo>
                  <a:pt x="1721034" y="618201"/>
                </a:lnTo>
                <a:lnTo>
                  <a:pt x="1723415" y="618277"/>
                </a:lnTo>
                <a:lnTo>
                  <a:pt x="1723825" y="618201"/>
                </a:lnTo>
                <a:lnTo>
                  <a:pt x="1726263" y="618268"/>
                </a:lnTo>
                <a:lnTo>
                  <a:pt x="1730750" y="618468"/>
                </a:lnTo>
                <a:lnTo>
                  <a:pt x="1733131" y="618449"/>
                </a:lnTo>
                <a:lnTo>
                  <a:pt x="1733407" y="618201"/>
                </a:lnTo>
                <a:lnTo>
                  <a:pt x="1735626" y="618039"/>
                </a:lnTo>
                <a:lnTo>
                  <a:pt x="1739779" y="617944"/>
                </a:lnTo>
                <a:lnTo>
                  <a:pt x="1741913" y="615829"/>
                </a:lnTo>
                <a:lnTo>
                  <a:pt x="1742037" y="611676"/>
                </a:lnTo>
                <a:lnTo>
                  <a:pt x="1742237" y="609495"/>
                </a:lnTo>
                <a:lnTo>
                  <a:pt x="1742513" y="609286"/>
                </a:lnTo>
                <a:close/>
                <a:moveTo>
                  <a:pt x="3285173" y="608333"/>
                </a:moveTo>
                <a:lnTo>
                  <a:pt x="3285811" y="608343"/>
                </a:lnTo>
                <a:lnTo>
                  <a:pt x="3288154" y="608295"/>
                </a:lnTo>
                <a:lnTo>
                  <a:pt x="3292202" y="608219"/>
                </a:lnTo>
                <a:lnTo>
                  <a:pt x="3294583" y="608181"/>
                </a:lnTo>
                <a:lnTo>
                  <a:pt x="3295298" y="608181"/>
                </a:lnTo>
                <a:lnTo>
                  <a:pt x="3297679" y="608171"/>
                </a:lnTo>
                <a:lnTo>
                  <a:pt x="3301727" y="608171"/>
                </a:lnTo>
                <a:lnTo>
                  <a:pt x="3304108" y="608171"/>
                </a:lnTo>
                <a:lnTo>
                  <a:pt x="3304823" y="608171"/>
                </a:lnTo>
                <a:lnTo>
                  <a:pt x="3307213" y="608190"/>
                </a:lnTo>
                <a:lnTo>
                  <a:pt x="3311300" y="608219"/>
                </a:lnTo>
                <a:lnTo>
                  <a:pt x="3313681" y="608238"/>
                </a:lnTo>
                <a:lnTo>
                  <a:pt x="3314357" y="608238"/>
                </a:lnTo>
                <a:lnTo>
                  <a:pt x="3316719" y="608219"/>
                </a:lnTo>
                <a:lnTo>
                  <a:pt x="3320777" y="608190"/>
                </a:lnTo>
                <a:lnTo>
                  <a:pt x="3323158" y="608171"/>
                </a:lnTo>
                <a:lnTo>
                  <a:pt x="3323863" y="608171"/>
                </a:lnTo>
                <a:lnTo>
                  <a:pt x="3326244" y="608171"/>
                </a:lnTo>
                <a:lnTo>
                  <a:pt x="3330302" y="608171"/>
                </a:lnTo>
                <a:lnTo>
                  <a:pt x="3332683" y="608171"/>
                </a:lnTo>
                <a:lnTo>
                  <a:pt x="3333388" y="608171"/>
                </a:lnTo>
                <a:lnTo>
                  <a:pt x="3335788" y="608190"/>
                </a:lnTo>
                <a:lnTo>
                  <a:pt x="3339875" y="608219"/>
                </a:lnTo>
                <a:lnTo>
                  <a:pt x="3342256" y="608238"/>
                </a:lnTo>
                <a:lnTo>
                  <a:pt x="3342932" y="608247"/>
                </a:lnTo>
                <a:lnTo>
                  <a:pt x="3345313" y="608247"/>
                </a:lnTo>
                <a:lnTo>
                  <a:pt x="3349400" y="608247"/>
                </a:lnTo>
                <a:lnTo>
                  <a:pt x="3351781" y="608247"/>
                </a:lnTo>
                <a:lnTo>
                  <a:pt x="3352457" y="608247"/>
                </a:lnTo>
                <a:lnTo>
                  <a:pt x="3354810" y="608219"/>
                </a:lnTo>
                <a:lnTo>
                  <a:pt x="3358829" y="608152"/>
                </a:lnTo>
                <a:lnTo>
                  <a:pt x="3361211" y="608124"/>
                </a:lnTo>
                <a:lnTo>
                  <a:pt x="3361954" y="608124"/>
                </a:lnTo>
                <a:lnTo>
                  <a:pt x="3364440" y="608228"/>
                </a:lnTo>
                <a:lnTo>
                  <a:pt x="3368678" y="608438"/>
                </a:lnTo>
                <a:lnTo>
                  <a:pt x="3371059" y="608543"/>
                </a:lnTo>
                <a:lnTo>
                  <a:pt x="3371583" y="608543"/>
                </a:lnTo>
                <a:lnTo>
                  <a:pt x="3373917" y="608809"/>
                </a:lnTo>
                <a:lnTo>
                  <a:pt x="3378041" y="609333"/>
                </a:lnTo>
                <a:lnTo>
                  <a:pt x="3380423" y="610553"/>
                </a:lnTo>
                <a:lnTo>
                  <a:pt x="3381061" y="612458"/>
                </a:lnTo>
                <a:lnTo>
                  <a:pt x="3381975" y="613058"/>
                </a:lnTo>
                <a:lnTo>
                  <a:pt x="3383166" y="612334"/>
                </a:lnTo>
                <a:lnTo>
                  <a:pt x="3385547" y="613467"/>
                </a:lnTo>
                <a:lnTo>
                  <a:pt x="3389119" y="616448"/>
                </a:lnTo>
                <a:lnTo>
                  <a:pt x="3392900" y="617849"/>
                </a:lnTo>
                <a:lnTo>
                  <a:pt x="3396901" y="617687"/>
                </a:lnTo>
                <a:lnTo>
                  <a:pt x="3399282" y="617763"/>
                </a:lnTo>
                <a:lnTo>
                  <a:pt x="3400044" y="618087"/>
                </a:lnTo>
                <a:lnTo>
                  <a:pt x="3402425" y="618077"/>
                </a:lnTo>
                <a:lnTo>
                  <a:pt x="3406416" y="617753"/>
                </a:lnTo>
                <a:lnTo>
                  <a:pt x="3408797" y="617658"/>
                </a:lnTo>
                <a:lnTo>
                  <a:pt x="3409569" y="617782"/>
                </a:lnTo>
                <a:lnTo>
                  <a:pt x="3411941" y="617772"/>
                </a:lnTo>
                <a:lnTo>
                  <a:pt x="3415922" y="617630"/>
                </a:lnTo>
                <a:lnTo>
                  <a:pt x="3418303" y="617582"/>
                </a:lnTo>
                <a:lnTo>
                  <a:pt x="3419084" y="617620"/>
                </a:lnTo>
                <a:lnTo>
                  <a:pt x="3420275" y="618020"/>
                </a:lnTo>
                <a:lnTo>
                  <a:pt x="3421885" y="618754"/>
                </a:lnTo>
                <a:lnTo>
                  <a:pt x="3424266" y="621001"/>
                </a:lnTo>
                <a:lnTo>
                  <a:pt x="3427419" y="624764"/>
                </a:lnTo>
                <a:lnTo>
                  <a:pt x="3430638" y="626393"/>
                </a:lnTo>
                <a:lnTo>
                  <a:pt x="3433905" y="625916"/>
                </a:lnTo>
                <a:lnTo>
                  <a:pt x="3436287" y="626050"/>
                </a:lnTo>
                <a:lnTo>
                  <a:pt x="3437782" y="626812"/>
                </a:lnTo>
                <a:lnTo>
                  <a:pt x="3440459" y="627107"/>
                </a:lnTo>
                <a:lnTo>
                  <a:pt x="3444316" y="626935"/>
                </a:lnTo>
                <a:lnTo>
                  <a:pt x="3446697" y="626878"/>
                </a:lnTo>
                <a:lnTo>
                  <a:pt x="3447602" y="626945"/>
                </a:lnTo>
                <a:lnTo>
                  <a:pt x="3448641" y="627393"/>
                </a:lnTo>
                <a:lnTo>
                  <a:pt x="3449812" y="628231"/>
                </a:lnTo>
                <a:lnTo>
                  <a:pt x="3452193" y="630669"/>
                </a:lnTo>
                <a:lnTo>
                  <a:pt x="3455784" y="634717"/>
                </a:lnTo>
                <a:lnTo>
                  <a:pt x="3459432" y="636575"/>
                </a:lnTo>
                <a:lnTo>
                  <a:pt x="3463147" y="636241"/>
                </a:lnTo>
                <a:lnTo>
                  <a:pt x="3465528" y="636232"/>
                </a:lnTo>
                <a:lnTo>
                  <a:pt x="3466576" y="636537"/>
                </a:lnTo>
                <a:lnTo>
                  <a:pt x="3467643" y="637061"/>
                </a:lnTo>
                <a:lnTo>
                  <a:pt x="3468719" y="637804"/>
                </a:lnTo>
                <a:lnTo>
                  <a:pt x="3471101" y="640185"/>
                </a:lnTo>
                <a:lnTo>
                  <a:pt x="3474787" y="644204"/>
                </a:lnTo>
                <a:lnTo>
                  <a:pt x="3478530" y="646100"/>
                </a:lnTo>
                <a:lnTo>
                  <a:pt x="3482330" y="645890"/>
                </a:lnTo>
                <a:lnTo>
                  <a:pt x="3484712" y="645938"/>
                </a:lnTo>
                <a:lnTo>
                  <a:pt x="3485674" y="646252"/>
                </a:lnTo>
                <a:lnTo>
                  <a:pt x="3486483" y="646728"/>
                </a:lnTo>
                <a:lnTo>
                  <a:pt x="3487150" y="647376"/>
                </a:lnTo>
                <a:lnTo>
                  <a:pt x="3489531" y="649757"/>
                </a:lnTo>
                <a:lnTo>
                  <a:pt x="3493627" y="653863"/>
                </a:lnTo>
                <a:lnTo>
                  <a:pt x="3496161" y="656244"/>
                </a:lnTo>
                <a:lnTo>
                  <a:pt x="3497123" y="656901"/>
                </a:lnTo>
                <a:lnTo>
                  <a:pt x="3499504" y="659340"/>
                </a:lnTo>
                <a:lnTo>
                  <a:pt x="3503305" y="663559"/>
                </a:lnTo>
                <a:lnTo>
                  <a:pt x="3505667" y="665940"/>
                </a:lnTo>
                <a:lnTo>
                  <a:pt x="3506610" y="666483"/>
                </a:lnTo>
                <a:lnTo>
                  <a:pt x="3508991" y="668417"/>
                </a:lnTo>
                <a:lnTo>
                  <a:pt x="3512810" y="671751"/>
                </a:lnTo>
                <a:lnTo>
                  <a:pt x="3515535" y="674132"/>
                </a:lnTo>
                <a:lnTo>
                  <a:pt x="3517163" y="675561"/>
                </a:lnTo>
                <a:lnTo>
                  <a:pt x="3519545" y="678009"/>
                </a:lnTo>
                <a:lnTo>
                  <a:pt x="3522678" y="681485"/>
                </a:lnTo>
                <a:lnTo>
                  <a:pt x="3524698" y="683866"/>
                </a:lnTo>
                <a:lnTo>
                  <a:pt x="3525603" y="685152"/>
                </a:lnTo>
                <a:lnTo>
                  <a:pt x="3527984" y="687600"/>
                </a:lnTo>
                <a:lnTo>
                  <a:pt x="3531841" y="691191"/>
                </a:lnTo>
                <a:lnTo>
                  <a:pt x="3534166" y="693572"/>
                </a:lnTo>
                <a:lnTo>
                  <a:pt x="3534956" y="694744"/>
                </a:lnTo>
                <a:lnTo>
                  <a:pt x="3537337" y="697287"/>
                </a:lnTo>
                <a:lnTo>
                  <a:pt x="3541309" y="701221"/>
                </a:lnTo>
                <a:lnTo>
                  <a:pt x="3543614" y="703602"/>
                </a:lnTo>
                <a:lnTo>
                  <a:pt x="3544243" y="704431"/>
                </a:lnTo>
                <a:lnTo>
                  <a:pt x="3545234" y="705841"/>
                </a:lnTo>
                <a:lnTo>
                  <a:pt x="3546596" y="707831"/>
                </a:lnTo>
                <a:lnTo>
                  <a:pt x="3547043" y="710213"/>
                </a:lnTo>
                <a:lnTo>
                  <a:pt x="3546596" y="712984"/>
                </a:lnTo>
                <a:lnTo>
                  <a:pt x="3547986" y="715889"/>
                </a:lnTo>
                <a:lnTo>
                  <a:pt x="3551215" y="718918"/>
                </a:lnTo>
                <a:lnTo>
                  <a:pt x="3553092" y="721300"/>
                </a:lnTo>
                <a:lnTo>
                  <a:pt x="3553635" y="723033"/>
                </a:lnTo>
                <a:lnTo>
                  <a:pt x="3554530" y="724795"/>
                </a:lnTo>
                <a:lnTo>
                  <a:pt x="3555778" y="726577"/>
                </a:lnTo>
                <a:lnTo>
                  <a:pt x="3556302" y="728958"/>
                </a:lnTo>
                <a:lnTo>
                  <a:pt x="3556102" y="731939"/>
                </a:lnTo>
                <a:lnTo>
                  <a:pt x="3557588" y="734682"/>
                </a:lnTo>
                <a:lnTo>
                  <a:pt x="3560759" y="737187"/>
                </a:lnTo>
                <a:lnTo>
                  <a:pt x="3562702" y="739569"/>
                </a:lnTo>
                <a:lnTo>
                  <a:pt x="3563417" y="741826"/>
                </a:lnTo>
                <a:lnTo>
                  <a:pt x="3563845" y="743379"/>
                </a:lnTo>
                <a:lnTo>
                  <a:pt x="3563979" y="744226"/>
                </a:lnTo>
                <a:lnTo>
                  <a:pt x="3563950" y="746608"/>
                </a:lnTo>
                <a:lnTo>
                  <a:pt x="3563750" y="750522"/>
                </a:lnTo>
                <a:lnTo>
                  <a:pt x="3564065" y="753218"/>
                </a:lnTo>
                <a:lnTo>
                  <a:pt x="3564903" y="754704"/>
                </a:lnTo>
                <a:lnTo>
                  <a:pt x="3565236" y="757085"/>
                </a:lnTo>
                <a:lnTo>
                  <a:pt x="3565074" y="760362"/>
                </a:lnTo>
                <a:lnTo>
                  <a:pt x="3566712" y="763400"/>
                </a:lnTo>
                <a:lnTo>
                  <a:pt x="3570151" y="766210"/>
                </a:lnTo>
                <a:lnTo>
                  <a:pt x="3572256" y="768591"/>
                </a:lnTo>
                <a:lnTo>
                  <a:pt x="3573018" y="770544"/>
                </a:lnTo>
                <a:lnTo>
                  <a:pt x="3573399" y="771906"/>
                </a:lnTo>
                <a:lnTo>
                  <a:pt x="3573399" y="772668"/>
                </a:lnTo>
                <a:lnTo>
                  <a:pt x="3573399" y="775049"/>
                </a:lnTo>
                <a:lnTo>
                  <a:pt x="3573399" y="779050"/>
                </a:lnTo>
                <a:lnTo>
                  <a:pt x="3573447" y="781479"/>
                </a:lnTo>
                <a:lnTo>
                  <a:pt x="3573542" y="782336"/>
                </a:lnTo>
                <a:lnTo>
                  <a:pt x="3573532" y="784717"/>
                </a:lnTo>
                <a:lnTo>
                  <a:pt x="3573428" y="788622"/>
                </a:lnTo>
                <a:lnTo>
                  <a:pt x="3573447" y="791032"/>
                </a:lnTo>
                <a:lnTo>
                  <a:pt x="3573609" y="791937"/>
                </a:lnTo>
                <a:lnTo>
                  <a:pt x="3573666" y="794318"/>
                </a:lnTo>
                <a:lnTo>
                  <a:pt x="3573618" y="798176"/>
                </a:lnTo>
                <a:lnTo>
                  <a:pt x="3573742" y="800672"/>
                </a:lnTo>
                <a:lnTo>
                  <a:pt x="3574009" y="801805"/>
                </a:lnTo>
                <a:lnTo>
                  <a:pt x="3574094" y="804186"/>
                </a:lnTo>
                <a:lnTo>
                  <a:pt x="3573980" y="807815"/>
                </a:lnTo>
                <a:lnTo>
                  <a:pt x="3573999" y="810206"/>
                </a:lnTo>
                <a:lnTo>
                  <a:pt x="3574132" y="811368"/>
                </a:lnTo>
                <a:lnTo>
                  <a:pt x="3574228" y="813749"/>
                </a:lnTo>
                <a:lnTo>
                  <a:pt x="3574294" y="817350"/>
                </a:lnTo>
                <a:lnTo>
                  <a:pt x="3574361" y="819798"/>
                </a:lnTo>
                <a:lnTo>
                  <a:pt x="3574437" y="821103"/>
                </a:lnTo>
                <a:lnTo>
                  <a:pt x="3574475" y="823484"/>
                </a:lnTo>
                <a:lnTo>
                  <a:pt x="3574475" y="826941"/>
                </a:lnTo>
                <a:lnTo>
                  <a:pt x="3574475" y="829323"/>
                </a:lnTo>
                <a:lnTo>
                  <a:pt x="3574475" y="830628"/>
                </a:lnTo>
                <a:lnTo>
                  <a:pt x="3574475" y="833009"/>
                </a:lnTo>
                <a:lnTo>
                  <a:pt x="3574475" y="836466"/>
                </a:lnTo>
                <a:lnTo>
                  <a:pt x="3574485" y="838857"/>
                </a:lnTo>
                <a:lnTo>
                  <a:pt x="3574513" y="840181"/>
                </a:lnTo>
                <a:lnTo>
                  <a:pt x="3574523" y="842562"/>
                </a:lnTo>
                <a:lnTo>
                  <a:pt x="3574523" y="846001"/>
                </a:lnTo>
                <a:lnTo>
                  <a:pt x="3574523" y="848382"/>
                </a:lnTo>
                <a:lnTo>
                  <a:pt x="3574523" y="849706"/>
                </a:lnTo>
                <a:lnTo>
                  <a:pt x="3574485" y="852087"/>
                </a:lnTo>
                <a:lnTo>
                  <a:pt x="3574428" y="855526"/>
                </a:lnTo>
                <a:lnTo>
                  <a:pt x="3574409" y="857898"/>
                </a:lnTo>
                <a:lnTo>
                  <a:pt x="3574437" y="859184"/>
                </a:lnTo>
                <a:lnTo>
                  <a:pt x="3574456" y="861565"/>
                </a:lnTo>
                <a:lnTo>
                  <a:pt x="3574456" y="865041"/>
                </a:lnTo>
                <a:lnTo>
                  <a:pt x="3574456" y="867423"/>
                </a:lnTo>
                <a:lnTo>
                  <a:pt x="3574456" y="868709"/>
                </a:lnTo>
                <a:lnTo>
                  <a:pt x="3574456" y="871090"/>
                </a:lnTo>
                <a:lnTo>
                  <a:pt x="3574456" y="874566"/>
                </a:lnTo>
                <a:lnTo>
                  <a:pt x="3574447" y="876929"/>
                </a:lnTo>
                <a:lnTo>
                  <a:pt x="3574418" y="878195"/>
                </a:lnTo>
                <a:lnTo>
                  <a:pt x="3574371" y="880577"/>
                </a:lnTo>
                <a:lnTo>
                  <a:pt x="3574304" y="884072"/>
                </a:lnTo>
                <a:lnTo>
                  <a:pt x="3574266" y="886425"/>
                </a:lnTo>
                <a:lnTo>
                  <a:pt x="3574256" y="887616"/>
                </a:lnTo>
                <a:lnTo>
                  <a:pt x="3574256" y="889997"/>
                </a:lnTo>
                <a:lnTo>
                  <a:pt x="3574256" y="893569"/>
                </a:lnTo>
                <a:lnTo>
                  <a:pt x="3574256" y="895950"/>
                </a:lnTo>
                <a:lnTo>
                  <a:pt x="3574266" y="897150"/>
                </a:lnTo>
                <a:lnTo>
                  <a:pt x="3574342" y="899531"/>
                </a:lnTo>
                <a:lnTo>
                  <a:pt x="3574475" y="903094"/>
                </a:lnTo>
                <a:lnTo>
                  <a:pt x="3574532" y="905532"/>
                </a:lnTo>
                <a:lnTo>
                  <a:pt x="3574523" y="906856"/>
                </a:lnTo>
                <a:lnTo>
                  <a:pt x="3574485" y="909237"/>
                </a:lnTo>
                <a:lnTo>
                  <a:pt x="3574428" y="912676"/>
                </a:lnTo>
                <a:lnTo>
                  <a:pt x="3574390" y="915029"/>
                </a:lnTo>
                <a:lnTo>
                  <a:pt x="3574390" y="916286"/>
                </a:lnTo>
                <a:lnTo>
                  <a:pt x="3574361" y="918667"/>
                </a:lnTo>
                <a:lnTo>
                  <a:pt x="3574294" y="922172"/>
                </a:lnTo>
                <a:lnTo>
                  <a:pt x="3574256" y="924516"/>
                </a:lnTo>
                <a:lnTo>
                  <a:pt x="3574247" y="925697"/>
                </a:lnTo>
                <a:lnTo>
                  <a:pt x="3574209" y="928078"/>
                </a:lnTo>
                <a:lnTo>
                  <a:pt x="3574132" y="931659"/>
                </a:lnTo>
                <a:lnTo>
                  <a:pt x="3574113" y="934022"/>
                </a:lnTo>
                <a:lnTo>
                  <a:pt x="3574132" y="935155"/>
                </a:lnTo>
                <a:lnTo>
                  <a:pt x="3574142" y="937536"/>
                </a:lnTo>
                <a:lnTo>
                  <a:pt x="3574142" y="941165"/>
                </a:lnTo>
                <a:lnTo>
                  <a:pt x="3574151" y="943547"/>
                </a:lnTo>
                <a:lnTo>
                  <a:pt x="3574171" y="944699"/>
                </a:lnTo>
                <a:lnTo>
                  <a:pt x="3574180" y="947080"/>
                </a:lnTo>
                <a:lnTo>
                  <a:pt x="3574180" y="950690"/>
                </a:lnTo>
                <a:lnTo>
                  <a:pt x="3574180" y="953081"/>
                </a:lnTo>
                <a:lnTo>
                  <a:pt x="3574190" y="954234"/>
                </a:lnTo>
                <a:lnTo>
                  <a:pt x="3574190" y="956615"/>
                </a:lnTo>
                <a:lnTo>
                  <a:pt x="3574190" y="960225"/>
                </a:lnTo>
                <a:lnTo>
                  <a:pt x="3574209" y="962616"/>
                </a:lnTo>
                <a:lnTo>
                  <a:pt x="3574228" y="963797"/>
                </a:lnTo>
                <a:lnTo>
                  <a:pt x="3574237" y="966178"/>
                </a:lnTo>
                <a:lnTo>
                  <a:pt x="3574237" y="969759"/>
                </a:lnTo>
                <a:lnTo>
                  <a:pt x="3574247" y="972150"/>
                </a:lnTo>
                <a:lnTo>
                  <a:pt x="3574256" y="973341"/>
                </a:lnTo>
                <a:lnTo>
                  <a:pt x="3574294" y="975722"/>
                </a:lnTo>
                <a:lnTo>
                  <a:pt x="3574361" y="979294"/>
                </a:lnTo>
                <a:lnTo>
                  <a:pt x="3574399" y="981704"/>
                </a:lnTo>
                <a:lnTo>
                  <a:pt x="3574390" y="982961"/>
                </a:lnTo>
                <a:lnTo>
                  <a:pt x="3574390" y="985342"/>
                </a:lnTo>
                <a:lnTo>
                  <a:pt x="3574390" y="988847"/>
                </a:lnTo>
                <a:lnTo>
                  <a:pt x="3574390" y="991229"/>
                </a:lnTo>
                <a:lnTo>
                  <a:pt x="3574390" y="992486"/>
                </a:lnTo>
                <a:lnTo>
                  <a:pt x="3574352" y="994867"/>
                </a:lnTo>
                <a:lnTo>
                  <a:pt x="3574275" y="998372"/>
                </a:lnTo>
                <a:lnTo>
                  <a:pt x="3574228" y="1000706"/>
                </a:lnTo>
                <a:lnTo>
                  <a:pt x="3574209" y="1001859"/>
                </a:lnTo>
                <a:lnTo>
                  <a:pt x="3574190" y="1004240"/>
                </a:lnTo>
                <a:lnTo>
                  <a:pt x="3574190" y="1007850"/>
                </a:lnTo>
                <a:lnTo>
                  <a:pt x="3574171" y="1010212"/>
                </a:lnTo>
                <a:lnTo>
                  <a:pt x="3574132" y="1011326"/>
                </a:lnTo>
                <a:lnTo>
                  <a:pt x="3574075" y="1013708"/>
                </a:lnTo>
                <a:lnTo>
                  <a:pt x="3574009" y="1017356"/>
                </a:lnTo>
                <a:lnTo>
                  <a:pt x="3573961" y="1019689"/>
                </a:lnTo>
                <a:lnTo>
                  <a:pt x="3573932" y="1020709"/>
                </a:lnTo>
                <a:lnTo>
                  <a:pt x="3573875" y="1023090"/>
                </a:lnTo>
                <a:lnTo>
                  <a:pt x="3573809" y="1026833"/>
                </a:lnTo>
                <a:lnTo>
                  <a:pt x="3573751" y="1029157"/>
                </a:lnTo>
                <a:lnTo>
                  <a:pt x="3573732" y="1030081"/>
                </a:lnTo>
                <a:lnTo>
                  <a:pt x="3573751" y="1032462"/>
                </a:lnTo>
                <a:lnTo>
                  <a:pt x="3573828" y="1036301"/>
                </a:lnTo>
                <a:lnTo>
                  <a:pt x="3573866" y="1038720"/>
                </a:lnTo>
                <a:lnTo>
                  <a:pt x="3573856" y="1039711"/>
                </a:lnTo>
                <a:lnTo>
                  <a:pt x="3573818" y="1042092"/>
                </a:lnTo>
                <a:lnTo>
                  <a:pt x="3573742" y="1045864"/>
                </a:lnTo>
                <a:lnTo>
                  <a:pt x="3573704" y="1048207"/>
                </a:lnTo>
                <a:lnTo>
                  <a:pt x="3573694" y="1049112"/>
                </a:lnTo>
                <a:lnTo>
                  <a:pt x="3573732" y="1051493"/>
                </a:lnTo>
                <a:lnTo>
                  <a:pt x="3573799" y="1055351"/>
                </a:lnTo>
                <a:lnTo>
                  <a:pt x="3573837" y="1057770"/>
                </a:lnTo>
                <a:lnTo>
                  <a:pt x="3573837" y="1058751"/>
                </a:lnTo>
                <a:lnTo>
                  <a:pt x="3573875" y="1061133"/>
                </a:lnTo>
                <a:lnTo>
                  <a:pt x="3573942" y="1064914"/>
                </a:lnTo>
                <a:lnTo>
                  <a:pt x="3573980" y="1067324"/>
                </a:lnTo>
                <a:lnTo>
                  <a:pt x="3573980" y="1068381"/>
                </a:lnTo>
                <a:lnTo>
                  <a:pt x="3573942" y="1070762"/>
                </a:lnTo>
                <a:lnTo>
                  <a:pt x="3573875" y="1074468"/>
                </a:lnTo>
                <a:lnTo>
                  <a:pt x="3573847" y="1076830"/>
                </a:lnTo>
                <a:lnTo>
                  <a:pt x="3573866" y="1077830"/>
                </a:lnTo>
                <a:lnTo>
                  <a:pt x="3573875" y="1080211"/>
                </a:lnTo>
                <a:lnTo>
                  <a:pt x="3573875" y="1083974"/>
                </a:lnTo>
                <a:lnTo>
                  <a:pt x="3573894" y="1086364"/>
                </a:lnTo>
                <a:lnTo>
                  <a:pt x="3573913" y="1087393"/>
                </a:lnTo>
                <a:lnTo>
                  <a:pt x="3573932" y="1089774"/>
                </a:lnTo>
                <a:lnTo>
                  <a:pt x="3573932" y="1093508"/>
                </a:lnTo>
                <a:lnTo>
                  <a:pt x="3573942" y="1095899"/>
                </a:lnTo>
                <a:lnTo>
                  <a:pt x="3573961" y="1096947"/>
                </a:lnTo>
                <a:lnTo>
                  <a:pt x="3573971" y="1099328"/>
                </a:lnTo>
                <a:lnTo>
                  <a:pt x="3573971" y="1103043"/>
                </a:lnTo>
                <a:lnTo>
                  <a:pt x="3573990" y="1105443"/>
                </a:lnTo>
                <a:lnTo>
                  <a:pt x="3574037" y="1106538"/>
                </a:lnTo>
                <a:lnTo>
                  <a:pt x="3574056" y="1108920"/>
                </a:lnTo>
                <a:lnTo>
                  <a:pt x="3574056" y="1112587"/>
                </a:lnTo>
                <a:lnTo>
                  <a:pt x="3574066" y="1114977"/>
                </a:lnTo>
                <a:lnTo>
                  <a:pt x="3574085" y="1116082"/>
                </a:lnTo>
                <a:lnTo>
                  <a:pt x="3574047" y="1118464"/>
                </a:lnTo>
                <a:lnTo>
                  <a:pt x="3573971" y="1122121"/>
                </a:lnTo>
                <a:lnTo>
                  <a:pt x="3573932" y="1124464"/>
                </a:lnTo>
                <a:lnTo>
                  <a:pt x="3573942" y="1125503"/>
                </a:lnTo>
                <a:lnTo>
                  <a:pt x="3574028" y="1127884"/>
                </a:lnTo>
                <a:lnTo>
                  <a:pt x="3574180" y="1131608"/>
                </a:lnTo>
                <a:lnTo>
                  <a:pt x="3574266" y="1134085"/>
                </a:lnTo>
                <a:lnTo>
                  <a:pt x="3574294" y="1135294"/>
                </a:lnTo>
                <a:lnTo>
                  <a:pt x="3574266" y="1137676"/>
                </a:lnTo>
                <a:lnTo>
                  <a:pt x="3574190" y="1141228"/>
                </a:lnTo>
                <a:lnTo>
                  <a:pt x="3574161" y="1143581"/>
                </a:lnTo>
                <a:lnTo>
                  <a:pt x="3574180" y="1144734"/>
                </a:lnTo>
                <a:lnTo>
                  <a:pt x="3574228" y="1147115"/>
                </a:lnTo>
                <a:lnTo>
                  <a:pt x="3574304" y="1150725"/>
                </a:lnTo>
                <a:lnTo>
                  <a:pt x="3574380" y="1153182"/>
                </a:lnTo>
                <a:lnTo>
                  <a:pt x="3574466" y="1154506"/>
                </a:lnTo>
                <a:lnTo>
                  <a:pt x="3574428" y="1156887"/>
                </a:lnTo>
                <a:lnTo>
                  <a:pt x="3574266" y="1160326"/>
                </a:lnTo>
                <a:lnTo>
                  <a:pt x="3574113" y="1162555"/>
                </a:lnTo>
                <a:lnTo>
                  <a:pt x="3573971" y="1163574"/>
                </a:lnTo>
                <a:lnTo>
                  <a:pt x="3573942" y="1165955"/>
                </a:lnTo>
                <a:lnTo>
                  <a:pt x="3574018" y="1169699"/>
                </a:lnTo>
                <a:lnTo>
                  <a:pt x="3573790" y="1171851"/>
                </a:lnTo>
                <a:lnTo>
                  <a:pt x="3573247" y="1172404"/>
                </a:lnTo>
                <a:lnTo>
                  <a:pt x="3572999" y="1174785"/>
                </a:lnTo>
                <a:lnTo>
                  <a:pt x="3573037" y="1178995"/>
                </a:lnTo>
                <a:lnTo>
                  <a:pt x="3573018" y="1181357"/>
                </a:lnTo>
                <a:lnTo>
                  <a:pt x="3572932" y="1181862"/>
                </a:lnTo>
                <a:lnTo>
                  <a:pt x="3572637" y="1182214"/>
                </a:lnTo>
                <a:lnTo>
                  <a:pt x="3572132" y="1182414"/>
                </a:lnTo>
                <a:lnTo>
                  <a:pt x="3569713" y="1182376"/>
                </a:lnTo>
                <a:lnTo>
                  <a:pt x="3565388" y="1182110"/>
                </a:lnTo>
                <a:lnTo>
                  <a:pt x="3563436" y="1184138"/>
                </a:lnTo>
                <a:lnTo>
                  <a:pt x="3563845" y="1188463"/>
                </a:lnTo>
                <a:lnTo>
                  <a:pt x="3563931" y="1190930"/>
                </a:lnTo>
                <a:lnTo>
                  <a:pt x="3563703" y="1191549"/>
                </a:lnTo>
                <a:lnTo>
                  <a:pt x="3563274" y="1191863"/>
                </a:lnTo>
                <a:lnTo>
                  <a:pt x="3562655" y="1191854"/>
                </a:lnTo>
                <a:lnTo>
                  <a:pt x="3560188" y="1191768"/>
                </a:lnTo>
                <a:lnTo>
                  <a:pt x="3555854" y="1191578"/>
                </a:lnTo>
                <a:lnTo>
                  <a:pt x="3553473" y="1191482"/>
                </a:lnTo>
                <a:lnTo>
                  <a:pt x="3553044" y="1191482"/>
                </a:lnTo>
                <a:lnTo>
                  <a:pt x="3550577" y="1191406"/>
                </a:lnTo>
                <a:lnTo>
                  <a:pt x="3546081" y="1191244"/>
                </a:lnTo>
                <a:lnTo>
                  <a:pt x="3543700" y="1191158"/>
                </a:lnTo>
                <a:lnTo>
                  <a:pt x="3543433" y="1191158"/>
                </a:lnTo>
                <a:lnTo>
                  <a:pt x="3541071" y="1191177"/>
                </a:lnTo>
                <a:lnTo>
                  <a:pt x="3536613" y="1191216"/>
                </a:lnTo>
                <a:lnTo>
                  <a:pt x="3534232" y="1191244"/>
                </a:lnTo>
                <a:lnTo>
                  <a:pt x="3533927" y="1191235"/>
                </a:lnTo>
                <a:lnTo>
                  <a:pt x="3531565" y="1191263"/>
                </a:lnTo>
                <a:lnTo>
                  <a:pt x="3527155" y="1191301"/>
                </a:lnTo>
                <a:lnTo>
                  <a:pt x="3524774" y="1191320"/>
                </a:lnTo>
                <a:lnTo>
                  <a:pt x="3524421" y="1191320"/>
                </a:lnTo>
                <a:lnTo>
                  <a:pt x="3522021" y="1191301"/>
                </a:lnTo>
                <a:lnTo>
                  <a:pt x="3517563" y="1191263"/>
                </a:lnTo>
                <a:lnTo>
                  <a:pt x="3515182" y="1191235"/>
                </a:lnTo>
                <a:lnTo>
                  <a:pt x="3514877" y="1191235"/>
                </a:lnTo>
                <a:lnTo>
                  <a:pt x="3512515" y="1191254"/>
                </a:lnTo>
                <a:lnTo>
                  <a:pt x="3508105" y="1191301"/>
                </a:lnTo>
                <a:lnTo>
                  <a:pt x="3505724" y="1191320"/>
                </a:lnTo>
                <a:lnTo>
                  <a:pt x="3505371" y="1191311"/>
                </a:lnTo>
                <a:lnTo>
                  <a:pt x="3503143" y="1191463"/>
                </a:lnTo>
                <a:lnTo>
                  <a:pt x="3499018" y="1191758"/>
                </a:lnTo>
                <a:lnTo>
                  <a:pt x="3496637" y="1191901"/>
                </a:lnTo>
                <a:lnTo>
                  <a:pt x="3495999" y="1191901"/>
                </a:lnTo>
                <a:lnTo>
                  <a:pt x="3495075" y="1191587"/>
                </a:lnTo>
                <a:lnTo>
                  <a:pt x="3493875" y="1190949"/>
                </a:lnTo>
                <a:lnTo>
                  <a:pt x="3491494" y="1188625"/>
                </a:lnTo>
                <a:lnTo>
                  <a:pt x="3487931" y="1184624"/>
                </a:lnTo>
                <a:lnTo>
                  <a:pt x="3485779" y="1182243"/>
                </a:lnTo>
                <a:lnTo>
                  <a:pt x="3485026" y="1181481"/>
                </a:lnTo>
                <a:lnTo>
                  <a:pt x="3482645" y="1179338"/>
                </a:lnTo>
                <a:lnTo>
                  <a:pt x="3478635" y="1175814"/>
                </a:lnTo>
                <a:lnTo>
                  <a:pt x="3476292" y="1173432"/>
                </a:lnTo>
                <a:lnTo>
                  <a:pt x="3475615" y="1172194"/>
                </a:lnTo>
                <a:lnTo>
                  <a:pt x="3475234" y="1171194"/>
                </a:lnTo>
                <a:lnTo>
                  <a:pt x="3475139" y="1170432"/>
                </a:lnTo>
                <a:lnTo>
                  <a:pt x="3475177" y="1168051"/>
                </a:lnTo>
                <a:lnTo>
                  <a:pt x="3475330" y="1164050"/>
                </a:lnTo>
                <a:lnTo>
                  <a:pt x="3475406" y="1161736"/>
                </a:lnTo>
                <a:lnTo>
                  <a:pt x="3475387" y="1161117"/>
                </a:lnTo>
                <a:lnTo>
                  <a:pt x="3475472" y="1158735"/>
                </a:lnTo>
                <a:lnTo>
                  <a:pt x="3475644" y="1154592"/>
                </a:lnTo>
                <a:lnTo>
                  <a:pt x="3475758" y="1152335"/>
                </a:lnTo>
                <a:lnTo>
                  <a:pt x="3475815" y="1151944"/>
                </a:lnTo>
                <a:lnTo>
                  <a:pt x="3475777" y="1149563"/>
                </a:lnTo>
                <a:lnTo>
                  <a:pt x="3475625" y="1145191"/>
                </a:lnTo>
                <a:lnTo>
                  <a:pt x="3473920" y="1141105"/>
                </a:lnTo>
                <a:lnTo>
                  <a:pt x="3470672" y="1137314"/>
                </a:lnTo>
                <a:lnTo>
                  <a:pt x="3469072" y="1134932"/>
                </a:lnTo>
                <a:lnTo>
                  <a:pt x="3469138" y="1133961"/>
                </a:lnTo>
                <a:lnTo>
                  <a:pt x="3468653" y="1132703"/>
                </a:lnTo>
                <a:lnTo>
                  <a:pt x="3467614" y="1131170"/>
                </a:lnTo>
                <a:lnTo>
                  <a:pt x="3466509" y="1130579"/>
                </a:lnTo>
                <a:lnTo>
                  <a:pt x="3465319" y="1130922"/>
                </a:lnTo>
                <a:lnTo>
                  <a:pt x="3464757" y="1131694"/>
                </a:lnTo>
                <a:lnTo>
                  <a:pt x="3464843" y="1132884"/>
                </a:lnTo>
                <a:lnTo>
                  <a:pt x="3463290" y="1133704"/>
                </a:lnTo>
                <a:lnTo>
                  <a:pt x="3460099" y="1134170"/>
                </a:lnTo>
                <a:lnTo>
                  <a:pt x="3458270" y="1134608"/>
                </a:lnTo>
                <a:lnTo>
                  <a:pt x="3457804" y="1135028"/>
                </a:lnTo>
                <a:lnTo>
                  <a:pt x="3455565" y="1135161"/>
                </a:lnTo>
                <a:lnTo>
                  <a:pt x="3451546" y="1135028"/>
                </a:lnTo>
                <a:lnTo>
                  <a:pt x="3449669" y="1136971"/>
                </a:lnTo>
                <a:lnTo>
                  <a:pt x="3449926" y="1140990"/>
                </a:lnTo>
                <a:lnTo>
                  <a:pt x="3449822" y="1143267"/>
                </a:lnTo>
                <a:lnTo>
                  <a:pt x="3449336" y="1143791"/>
                </a:lnTo>
                <a:lnTo>
                  <a:pt x="3448841" y="1144114"/>
                </a:lnTo>
                <a:lnTo>
                  <a:pt x="3448317" y="1144257"/>
                </a:lnTo>
                <a:lnTo>
                  <a:pt x="3445935" y="1144257"/>
                </a:lnTo>
                <a:lnTo>
                  <a:pt x="3441697" y="1144114"/>
                </a:lnTo>
                <a:lnTo>
                  <a:pt x="3439744" y="1146172"/>
                </a:lnTo>
                <a:lnTo>
                  <a:pt x="3440087" y="1150410"/>
                </a:lnTo>
                <a:lnTo>
                  <a:pt x="3440182" y="1152877"/>
                </a:lnTo>
                <a:lnTo>
                  <a:pt x="3440030" y="1153592"/>
                </a:lnTo>
                <a:lnTo>
                  <a:pt x="3439592" y="1153954"/>
                </a:lnTo>
                <a:lnTo>
                  <a:pt x="3438877" y="1153954"/>
                </a:lnTo>
                <a:lnTo>
                  <a:pt x="3436410" y="1153868"/>
                </a:lnTo>
                <a:lnTo>
                  <a:pt x="3432191" y="1153697"/>
                </a:lnTo>
                <a:lnTo>
                  <a:pt x="3429810" y="1154906"/>
                </a:lnTo>
                <a:lnTo>
                  <a:pt x="3429267" y="1157516"/>
                </a:lnTo>
                <a:lnTo>
                  <a:pt x="3427990" y="1158611"/>
                </a:lnTo>
                <a:lnTo>
                  <a:pt x="3425962" y="1158202"/>
                </a:lnTo>
                <a:lnTo>
                  <a:pt x="3425114" y="1159012"/>
                </a:lnTo>
                <a:lnTo>
                  <a:pt x="3425438" y="1161040"/>
                </a:lnTo>
                <a:lnTo>
                  <a:pt x="3424323" y="1162298"/>
                </a:lnTo>
                <a:lnTo>
                  <a:pt x="3421761" y="1162802"/>
                </a:lnTo>
                <a:lnTo>
                  <a:pt x="3420227" y="1163107"/>
                </a:lnTo>
                <a:lnTo>
                  <a:pt x="3419723" y="1163203"/>
                </a:lnTo>
                <a:lnTo>
                  <a:pt x="3417370" y="1163231"/>
                </a:lnTo>
                <a:lnTo>
                  <a:pt x="3413160" y="1163183"/>
                </a:lnTo>
                <a:lnTo>
                  <a:pt x="3411036" y="1165260"/>
                </a:lnTo>
                <a:lnTo>
                  <a:pt x="3410998" y="1169470"/>
                </a:lnTo>
                <a:lnTo>
                  <a:pt x="3410922" y="1171785"/>
                </a:lnTo>
                <a:lnTo>
                  <a:pt x="3410826" y="1172194"/>
                </a:lnTo>
                <a:lnTo>
                  <a:pt x="3410569" y="1172404"/>
                </a:lnTo>
                <a:lnTo>
                  <a:pt x="3410160" y="1172404"/>
                </a:lnTo>
                <a:lnTo>
                  <a:pt x="3407902" y="1172528"/>
                </a:lnTo>
                <a:lnTo>
                  <a:pt x="3403806" y="1172775"/>
                </a:lnTo>
                <a:lnTo>
                  <a:pt x="3401425" y="1172947"/>
                </a:lnTo>
                <a:lnTo>
                  <a:pt x="3400758" y="1173042"/>
                </a:lnTo>
                <a:lnTo>
                  <a:pt x="3398368" y="1173032"/>
                </a:lnTo>
                <a:lnTo>
                  <a:pt x="3394243" y="1172918"/>
                </a:lnTo>
                <a:lnTo>
                  <a:pt x="3391862" y="1173594"/>
                </a:lnTo>
                <a:lnTo>
                  <a:pt x="3391224" y="1175052"/>
                </a:lnTo>
                <a:lnTo>
                  <a:pt x="3389376" y="1175595"/>
                </a:lnTo>
                <a:lnTo>
                  <a:pt x="3386338" y="1175214"/>
                </a:lnTo>
                <a:lnTo>
                  <a:pt x="3385195" y="1176538"/>
                </a:lnTo>
                <a:lnTo>
                  <a:pt x="3385937" y="1179576"/>
                </a:lnTo>
                <a:lnTo>
                  <a:pt x="3385452" y="1181471"/>
                </a:lnTo>
                <a:lnTo>
                  <a:pt x="3383718" y="1182214"/>
                </a:lnTo>
                <a:lnTo>
                  <a:pt x="3382489" y="1182586"/>
                </a:lnTo>
                <a:lnTo>
                  <a:pt x="3381746" y="1182605"/>
                </a:lnTo>
                <a:lnTo>
                  <a:pt x="3379270" y="1182510"/>
                </a:lnTo>
                <a:lnTo>
                  <a:pt x="3375050" y="1182291"/>
                </a:lnTo>
                <a:lnTo>
                  <a:pt x="3372669" y="1182329"/>
                </a:lnTo>
                <a:lnTo>
                  <a:pt x="3372126" y="1182624"/>
                </a:lnTo>
                <a:lnTo>
                  <a:pt x="3369802" y="1182681"/>
                </a:lnTo>
                <a:lnTo>
                  <a:pt x="3365706" y="1182519"/>
                </a:lnTo>
                <a:lnTo>
                  <a:pt x="3363325" y="1184339"/>
                </a:lnTo>
                <a:lnTo>
                  <a:pt x="3362658" y="1188129"/>
                </a:lnTo>
                <a:lnTo>
                  <a:pt x="3362163" y="1190015"/>
                </a:lnTo>
                <a:lnTo>
                  <a:pt x="3361830" y="1189987"/>
                </a:lnTo>
                <a:lnTo>
                  <a:pt x="3361858" y="1190463"/>
                </a:lnTo>
                <a:lnTo>
                  <a:pt x="3359953" y="1190930"/>
                </a:lnTo>
                <a:lnTo>
                  <a:pt x="3356010" y="1191549"/>
                </a:lnTo>
                <a:lnTo>
                  <a:pt x="3353724" y="1191863"/>
                </a:lnTo>
                <a:lnTo>
                  <a:pt x="3353105" y="1191882"/>
                </a:lnTo>
                <a:lnTo>
                  <a:pt x="3350733" y="1191882"/>
                </a:lnTo>
                <a:lnTo>
                  <a:pt x="3346599" y="1191882"/>
                </a:lnTo>
                <a:lnTo>
                  <a:pt x="3344218" y="1191901"/>
                </a:lnTo>
                <a:lnTo>
                  <a:pt x="3343589" y="1191939"/>
                </a:lnTo>
                <a:lnTo>
                  <a:pt x="3341208" y="1191939"/>
                </a:lnTo>
                <a:lnTo>
                  <a:pt x="3337074" y="1191901"/>
                </a:lnTo>
                <a:lnTo>
                  <a:pt x="3334693" y="1192016"/>
                </a:lnTo>
                <a:lnTo>
                  <a:pt x="3334064" y="1192292"/>
                </a:lnTo>
                <a:lnTo>
                  <a:pt x="3331740" y="1192349"/>
                </a:lnTo>
                <a:lnTo>
                  <a:pt x="3327711" y="1192178"/>
                </a:lnTo>
                <a:lnTo>
                  <a:pt x="3325330" y="1192597"/>
                </a:lnTo>
                <a:lnTo>
                  <a:pt x="3324596" y="1193587"/>
                </a:lnTo>
                <a:lnTo>
                  <a:pt x="3322653" y="1194025"/>
                </a:lnTo>
                <a:lnTo>
                  <a:pt x="3319520" y="1193921"/>
                </a:lnTo>
                <a:lnTo>
                  <a:pt x="3317396" y="1195445"/>
                </a:lnTo>
                <a:lnTo>
                  <a:pt x="3316281" y="1198578"/>
                </a:lnTo>
                <a:lnTo>
                  <a:pt x="3315529" y="1200207"/>
                </a:lnTo>
                <a:lnTo>
                  <a:pt x="3315119" y="1200312"/>
                </a:lnTo>
                <a:lnTo>
                  <a:pt x="3314862" y="1200369"/>
                </a:lnTo>
                <a:lnTo>
                  <a:pt x="3312671" y="1200664"/>
                </a:lnTo>
                <a:lnTo>
                  <a:pt x="3308604" y="1201255"/>
                </a:lnTo>
                <a:lnTo>
                  <a:pt x="3306223" y="1201550"/>
                </a:lnTo>
                <a:lnTo>
                  <a:pt x="3305527" y="1201550"/>
                </a:lnTo>
                <a:lnTo>
                  <a:pt x="3303108" y="1201512"/>
                </a:lnTo>
                <a:lnTo>
                  <a:pt x="3298974" y="1201445"/>
                </a:lnTo>
                <a:lnTo>
                  <a:pt x="3296593" y="1201407"/>
                </a:lnTo>
                <a:lnTo>
                  <a:pt x="3295964" y="1201417"/>
                </a:lnTo>
                <a:lnTo>
                  <a:pt x="3293602" y="1201436"/>
                </a:lnTo>
                <a:lnTo>
                  <a:pt x="3289506" y="1201464"/>
                </a:lnTo>
                <a:lnTo>
                  <a:pt x="3287125" y="1201484"/>
                </a:lnTo>
                <a:lnTo>
                  <a:pt x="3286458" y="1201484"/>
                </a:lnTo>
                <a:lnTo>
                  <a:pt x="3284058" y="1201464"/>
                </a:lnTo>
                <a:lnTo>
                  <a:pt x="3279934" y="1201436"/>
                </a:lnTo>
                <a:lnTo>
                  <a:pt x="3277553" y="1201417"/>
                </a:lnTo>
                <a:lnTo>
                  <a:pt x="3276914" y="1201417"/>
                </a:lnTo>
                <a:lnTo>
                  <a:pt x="3274552" y="1201436"/>
                </a:lnTo>
                <a:lnTo>
                  <a:pt x="3270466" y="1201474"/>
                </a:lnTo>
                <a:lnTo>
                  <a:pt x="3268085" y="1201493"/>
                </a:lnTo>
                <a:lnTo>
                  <a:pt x="3267408" y="1201493"/>
                </a:lnTo>
                <a:lnTo>
                  <a:pt x="3265027" y="1201493"/>
                </a:lnTo>
                <a:lnTo>
                  <a:pt x="3260941" y="1201493"/>
                </a:lnTo>
                <a:lnTo>
                  <a:pt x="3258560" y="1201493"/>
                </a:lnTo>
                <a:lnTo>
                  <a:pt x="3257883" y="1201493"/>
                </a:lnTo>
                <a:lnTo>
                  <a:pt x="3255559" y="1201550"/>
                </a:lnTo>
                <a:lnTo>
                  <a:pt x="3251568" y="1201655"/>
                </a:lnTo>
                <a:lnTo>
                  <a:pt x="3249187" y="1201703"/>
                </a:lnTo>
                <a:lnTo>
                  <a:pt x="3248416" y="1201703"/>
                </a:lnTo>
                <a:lnTo>
                  <a:pt x="3245758" y="1201426"/>
                </a:lnTo>
                <a:lnTo>
                  <a:pt x="3241224" y="1200883"/>
                </a:lnTo>
                <a:lnTo>
                  <a:pt x="3238843" y="1200607"/>
                </a:lnTo>
                <a:lnTo>
                  <a:pt x="3238014" y="1200493"/>
                </a:lnTo>
                <a:lnTo>
                  <a:pt x="3237052" y="1200264"/>
                </a:lnTo>
                <a:lnTo>
                  <a:pt x="3234671" y="1198512"/>
                </a:lnTo>
                <a:lnTo>
                  <a:pt x="3230870" y="1195245"/>
                </a:lnTo>
                <a:lnTo>
                  <a:pt x="3227337" y="1193616"/>
                </a:lnTo>
                <a:lnTo>
                  <a:pt x="3224070" y="1193616"/>
                </a:lnTo>
                <a:lnTo>
                  <a:pt x="3221688" y="1193225"/>
                </a:lnTo>
                <a:lnTo>
                  <a:pt x="3220193" y="1192454"/>
                </a:lnTo>
                <a:lnTo>
                  <a:pt x="3217555" y="1192197"/>
                </a:lnTo>
                <a:lnTo>
                  <a:pt x="3213773" y="1192454"/>
                </a:lnTo>
                <a:lnTo>
                  <a:pt x="3211392" y="1192406"/>
                </a:lnTo>
                <a:lnTo>
                  <a:pt x="3210411" y="1192054"/>
                </a:lnTo>
                <a:lnTo>
                  <a:pt x="3207896" y="1191920"/>
                </a:lnTo>
                <a:lnTo>
                  <a:pt x="3203839" y="1191997"/>
                </a:lnTo>
                <a:lnTo>
                  <a:pt x="3201457" y="1191987"/>
                </a:lnTo>
                <a:lnTo>
                  <a:pt x="3200752" y="1191892"/>
                </a:lnTo>
                <a:lnTo>
                  <a:pt x="3198076" y="1191597"/>
                </a:lnTo>
                <a:lnTo>
                  <a:pt x="3193418" y="1191092"/>
                </a:lnTo>
                <a:lnTo>
                  <a:pt x="3191037" y="1190835"/>
                </a:lnTo>
                <a:lnTo>
                  <a:pt x="3188237" y="1188596"/>
                </a:lnTo>
                <a:lnTo>
                  <a:pt x="3183646" y="1184539"/>
                </a:lnTo>
                <a:lnTo>
                  <a:pt x="3179474" y="1182662"/>
                </a:lnTo>
                <a:lnTo>
                  <a:pt x="3175721" y="1182967"/>
                </a:lnTo>
                <a:lnTo>
                  <a:pt x="3173339" y="1182948"/>
                </a:lnTo>
                <a:lnTo>
                  <a:pt x="3172330" y="1182595"/>
                </a:lnTo>
                <a:lnTo>
                  <a:pt x="3170958" y="1182100"/>
                </a:lnTo>
                <a:lnTo>
                  <a:pt x="3169225" y="1181433"/>
                </a:lnTo>
                <a:lnTo>
                  <a:pt x="3166843" y="1179366"/>
                </a:lnTo>
                <a:lnTo>
                  <a:pt x="3163814" y="1175890"/>
                </a:lnTo>
                <a:lnTo>
                  <a:pt x="3160719" y="1174309"/>
                </a:lnTo>
                <a:lnTo>
                  <a:pt x="3157557" y="1174613"/>
                </a:lnTo>
                <a:lnTo>
                  <a:pt x="3155175" y="1174271"/>
                </a:lnTo>
                <a:lnTo>
                  <a:pt x="3153575" y="1173280"/>
                </a:lnTo>
                <a:lnTo>
                  <a:pt x="3152127" y="1172480"/>
                </a:lnTo>
                <a:lnTo>
                  <a:pt x="3150841" y="1171880"/>
                </a:lnTo>
                <a:lnTo>
                  <a:pt x="3148460" y="1169670"/>
                </a:lnTo>
                <a:lnTo>
                  <a:pt x="3144984" y="1165850"/>
                </a:lnTo>
                <a:lnTo>
                  <a:pt x="3141602" y="1164203"/>
                </a:lnTo>
                <a:lnTo>
                  <a:pt x="3138307" y="1164727"/>
                </a:lnTo>
                <a:lnTo>
                  <a:pt x="3135925" y="1164603"/>
                </a:lnTo>
                <a:lnTo>
                  <a:pt x="3134458" y="1163831"/>
                </a:lnTo>
                <a:lnTo>
                  <a:pt x="3133363" y="1163098"/>
                </a:lnTo>
                <a:lnTo>
                  <a:pt x="3132630" y="1162402"/>
                </a:lnTo>
                <a:lnTo>
                  <a:pt x="3130248" y="1159964"/>
                </a:lnTo>
                <a:lnTo>
                  <a:pt x="3126219" y="1155792"/>
                </a:lnTo>
                <a:lnTo>
                  <a:pt x="3123829" y="1153411"/>
                </a:lnTo>
                <a:lnTo>
                  <a:pt x="3123086" y="1152820"/>
                </a:lnTo>
                <a:lnTo>
                  <a:pt x="3120704" y="1150601"/>
                </a:lnTo>
                <a:lnTo>
                  <a:pt x="3116685" y="1146753"/>
                </a:lnTo>
                <a:lnTo>
                  <a:pt x="3114189" y="1144372"/>
                </a:lnTo>
                <a:lnTo>
                  <a:pt x="3113208" y="1143457"/>
                </a:lnTo>
                <a:lnTo>
                  <a:pt x="3110827" y="1141066"/>
                </a:lnTo>
                <a:lnTo>
                  <a:pt x="3107045" y="1137190"/>
                </a:lnTo>
                <a:lnTo>
                  <a:pt x="3104779" y="1134809"/>
                </a:lnTo>
                <a:lnTo>
                  <a:pt x="3104045" y="1133923"/>
                </a:lnTo>
                <a:lnTo>
                  <a:pt x="3101664" y="1131522"/>
                </a:lnTo>
                <a:lnTo>
                  <a:pt x="3097635" y="1127608"/>
                </a:lnTo>
                <a:lnTo>
                  <a:pt x="3095254" y="1125226"/>
                </a:lnTo>
                <a:lnTo>
                  <a:pt x="3094520" y="1124379"/>
                </a:lnTo>
                <a:lnTo>
                  <a:pt x="3093672" y="1123102"/>
                </a:lnTo>
                <a:lnTo>
                  <a:pt x="3092710" y="1121407"/>
                </a:lnTo>
                <a:lnTo>
                  <a:pt x="3092463" y="1119026"/>
                </a:lnTo>
                <a:lnTo>
                  <a:pt x="3092929" y="1115959"/>
                </a:lnTo>
                <a:lnTo>
                  <a:pt x="3091396" y="1112701"/>
                </a:lnTo>
                <a:lnTo>
                  <a:pt x="3087862" y="1109243"/>
                </a:lnTo>
                <a:lnTo>
                  <a:pt x="3085814" y="1106862"/>
                </a:lnTo>
                <a:lnTo>
                  <a:pt x="3085252" y="1105557"/>
                </a:lnTo>
                <a:lnTo>
                  <a:pt x="3084157" y="1103805"/>
                </a:lnTo>
                <a:lnTo>
                  <a:pt x="3082538" y="1101623"/>
                </a:lnTo>
                <a:lnTo>
                  <a:pt x="3082004" y="1099242"/>
                </a:lnTo>
                <a:lnTo>
                  <a:pt x="3082557" y="1096661"/>
                </a:lnTo>
                <a:lnTo>
                  <a:pt x="3081271" y="1094127"/>
                </a:lnTo>
                <a:lnTo>
                  <a:pt x="3078137" y="1091641"/>
                </a:lnTo>
                <a:lnTo>
                  <a:pt x="3076270" y="1089260"/>
                </a:lnTo>
                <a:lnTo>
                  <a:pt x="3075670" y="1086983"/>
                </a:lnTo>
                <a:lnTo>
                  <a:pt x="3075289" y="1085469"/>
                </a:lnTo>
                <a:lnTo>
                  <a:pt x="3075118" y="1084697"/>
                </a:lnTo>
                <a:lnTo>
                  <a:pt x="3075156" y="1082316"/>
                </a:lnTo>
                <a:lnTo>
                  <a:pt x="3075403" y="1078325"/>
                </a:lnTo>
                <a:lnTo>
                  <a:pt x="3075108" y="1075639"/>
                </a:lnTo>
                <a:lnTo>
                  <a:pt x="3074260" y="1074277"/>
                </a:lnTo>
                <a:lnTo>
                  <a:pt x="3073956" y="1071896"/>
                </a:lnTo>
                <a:lnTo>
                  <a:pt x="3074184" y="1068495"/>
                </a:lnTo>
                <a:lnTo>
                  <a:pt x="3072489" y="1065486"/>
                </a:lnTo>
                <a:lnTo>
                  <a:pt x="3068860" y="1062847"/>
                </a:lnTo>
                <a:lnTo>
                  <a:pt x="3066679" y="1060466"/>
                </a:lnTo>
                <a:lnTo>
                  <a:pt x="3065926" y="1058342"/>
                </a:lnTo>
                <a:lnTo>
                  <a:pt x="3065545" y="1056894"/>
                </a:lnTo>
                <a:lnTo>
                  <a:pt x="3065536" y="1056132"/>
                </a:lnTo>
                <a:lnTo>
                  <a:pt x="3065564" y="1053751"/>
                </a:lnTo>
                <a:lnTo>
                  <a:pt x="3065640" y="1049750"/>
                </a:lnTo>
                <a:lnTo>
                  <a:pt x="3065669" y="1047398"/>
                </a:lnTo>
                <a:lnTo>
                  <a:pt x="3065659" y="1046702"/>
                </a:lnTo>
                <a:lnTo>
                  <a:pt x="3065650" y="1044321"/>
                </a:lnTo>
                <a:lnTo>
                  <a:pt x="3065650" y="1040254"/>
                </a:lnTo>
                <a:lnTo>
                  <a:pt x="3065650" y="1037873"/>
                </a:lnTo>
                <a:lnTo>
                  <a:pt x="3065650" y="1037177"/>
                </a:lnTo>
                <a:lnTo>
                  <a:pt x="3065650" y="1034796"/>
                </a:lnTo>
                <a:lnTo>
                  <a:pt x="3065650" y="1030729"/>
                </a:lnTo>
                <a:lnTo>
                  <a:pt x="3065650" y="1028348"/>
                </a:lnTo>
                <a:lnTo>
                  <a:pt x="3065650" y="1027652"/>
                </a:lnTo>
                <a:lnTo>
                  <a:pt x="3065650" y="1025271"/>
                </a:lnTo>
                <a:lnTo>
                  <a:pt x="3065650" y="1021204"/>
                </a:lnTo>
                <a:lnTo>
                  <a:pt x="3065650" y="1018832"/>
                </a:lnTo>
                <a:lnTo>
                  <a:pt x="3065659" y="1018137"/>
                </a:lnTo>
                <a:lnTo>
                  <a:pt x="3065631" y="1015756"/>
                </a:lnTo>
                <a:lnTo>
                  <a:pt x="3065555" y="1011688"/>
                </a:lnTo>
                <a:lnTo>
                  <a:pt x="3065526" y="1009279"/>
                </a:lnTo>
                <a:lnTo>
                  <a:pt x="3065545" y="1008526"/>
                </a:lnTo>
                <a:lnTo>
                  <a:pt x="3065507" y="1006145"/>
                </a:lnTo>
                <a:lnTo>
                  <a:pt x="3065402" y="1002135"/>
                </a:lnTo>
                <a:lnTo>
                  <a:pt x="3065364" y="999706"/>
                </a:lnTo>
                <a:lnTo>
                  <a:pt x="3065383" y="998877"/>
                </a:lnTo>
                <a:lnTo>
                  <a:pt x="3065802" y="997172"/>
                </a:lnTo>
                <a:lnTo>
                  <a:pt x="3066631" y="994601"/>
                </a:lnTo>
                <a:lnTo>
                  <a:pt x="3068660" y="994239"/>
                </a:lnTo>
                <a:lnTo>
                  <a:pt x="3071879" y="996105"/>
                </a:lnTo>
                <a:lnTo>
                  <a:pt x="3073365" y="995429"/>
                </a:lnTo>
                <a:lnTo>
                  <a:pt x="3073127" y="992210"/>
                </a:lnTo>
                <a:lnTo>
                  <a:pt x="3073689" y="990390"/>
                </a:lnTo>
                <a:lnTo>
                  <a:pt x="3075061" y="989981"/>
                </a:lnTo>
                <a:lnTo>
                  <a:pt x="3075680" y="987600"/>
                </a:lnTo>
                <a:lnTo>
                  <a:pt x="3075527" y="983247"/>
                </a:lnTo>
                <a:lnTo>
                  <a:pt x="3075575" y="980913"/>
                </a:lnTo>
                <a:lnTo>
                  <a:pt x="3075813" y="980599"/>
                </a:lnTo>
                <a:lnTo>
                  <a:pt x="3075756" y="978218"/>
                </a:lnTo>
                <a:lnTo>
                  <a:pt x="3075403" y="973769"/>
                </a:lnTo>
                <a:lnTo>
                  <a:pt x="3075251" y="971236"/>
                </a:lnTo>
                <a:lnTo>
                  <a:pt x="3075289" y="970607"/>
                </a:lnTo>
                <a:lnTo>
                  <a:pt x="3075632" y="968407"/>
                </a:lnTo>
                <a:lnTo>
                  <a:pt x="3076261" y="964644"/>
                </a:lnTo>
                <a:lnTo>
                  <a:pt x="3077004" y="963006"/>
                </a:lnTo>
                <a:lnTo>
                  <a:pt x="3077870" y="963511"/>
                </a:lnTo>
                <a:lnTo>
                  <a:pt x="3078309" y="963320"/>
                </a:lnTo>
                <a:lnTo>
                  <a:pt x="3078309" y="962454"/>
                </a:lnTo>
                <a:lnTo>
                  <a:pt x="3080099" y="961873"/>
                </a:lnTo>
                <a:lnTo>
                  <a:pt x="3083690" y="961568"/>
                </a:lnTo>
                <a:lnTo>
                  <a:pt x="3085395" y="959187"/>
                </a:lnTo>
                <a:lnTo>
                  <a:pt x="3085214" y="954729"/>
                </a:lnTo>
                <a:lnTo>
                  <a:pt x="3085157" y="952290"/>
                </a:lnTo>
                <a:lnTo>
                  <a:pt x="3085233" y="951881"/>
                </a:lnTo>
                <a:lnTo>
                  <a:pt x="3085481" y="950643"/>
                </a:lnTo>
                <a:lnTo>
                  <a:pt x="3085890" y="948595"/>
                </a:lnTo>
                <a:lnTo>
                  <a:pt x="3087548" y="947871"/>
                </a:lnTo>
                <a:lnTo>
                  <a:pt x="3090453" y="948471"/>
                </a:lnTo>
                <a:lnTo>
                  <a:pt x="3091805" y="947328"/>
                </a:lnTo>
                <a:lnTo>
                  <a:pt x="3091634" y="944423"/>
                </a:lnTo>
                <a:lnTo>
                  <a:pt x="3092415" y="942823"/>
                </a:lnTo>
                <a:lnTo>
                  <a:pt x="3094149" y="942518"/>
                </a:lnTo>
                <a:lnTo>
                  <a:pt x="3094863" y="940137"/>
                </a:lnTo>
                <a:lnTo>
                  <a:pt x="3094558" y="935679"/>
                </a:lnTo>
                <a:lnTo>
                  <a:pt x="3094415" y="933155"/>
                </a:lnTo>
                <a:lnTo>
                  <a:pt x="3094425" y="932555"/>
                </a:lnTo>
                <a:lnTo>
                  <a:pt x="3094730" y="932174"/>
                </a:lnTo>
                <a:lnTo>
                  <a:pt x="3095330" y="932012"/>
                </a:lnTo>
                <a:lnTo>
                  <a:pt x="3097816" y="932117"/>
                </a:lnTo>
                <a:lnTo>
                  <a:pt x="3102188" y="932488"/>
                </a:lnTo>
                <a:lnTo>
                  <a:pt x="3104236" y="930488"/>
                </a:lnTo>
                <a:lnTo>
                  <a:pt x="3103950" y="926116"/>
                </a:lnTo>
                <a:lnTo>
                  <a:pt x="3103883" y="923658"/>
                </a:lnTo>
                <a:lnTo>
                  <a:pt x="3104026" y="923134"/>
                </a:lnTo>
                <a:lnTo>
                  <a:pt x="3104359" y="922763"/>
                </a:lnTo>
                <a:lnTo>
                  <a:pt x="3104883" y="922544"/>
                </a:lnTo>
                <a:lnTo>
                  <a:pt x="3107284" y="922553"/>
                </a:lnTo>
                <a:lnTo>
                  <a:pt x="3111560" y="922811"/>
                </a:lnTo>
                <a:lnTo>
                  <a:pt x="3113665" y="920810"/>
                </a:lnTo>
                <a:lnTo>
                  <a:pt x="3113608" y="916534"/>
                </a:lnTo>
                <a:lnTo>
                  <a:pt x="3113665" y="914210"/>
                </a:lnTo>
                <a:lnTo>
                  <a:pt x="3113837" y="913838"/>
                </a:lnTo>
                <a:lnTo>
                  <a:pt x="3114113" y="913571"/>
                </a:lnTo>
                <a:lnTo>
                  <a:pt x="3114485" y="913419"/>
                </a:lnTo>
                <a:lnTo>
                  <a:pt x="3116961" y="913514"/>
                </a:lnTo>
                <a:lnTo>
                  <a:pt x="3121533" y="913848"/>
                </a:lnTo>
                <a:lnTo>
                  <a:pt x="3123629" y="911733"/>
                </a:lnTo>
                <a:lnTo>
                  <a:pt x="3123238" y="907161"/>
                </a:lnTo>
                <a:lnTo>
                  <a:pt x="3123124" y="904665"/>
                </a:lnTo>
                <a:lnTo>
                  <a:pt x="3123286" y="904246"/>
                </a:lnTo>
                <a:lnTo>
                  <a:pt x="3123571" y="904018"/>
                </a:lnTo>
                <a:lnTo>
                  <a:pt x="3123990" y="903970"/>
                </a:lnTo>
                <a:lnTo>
                  <a:pt x="3126438" y="904037"/>
                </a:lnTo>
                <a:lnTo>
                  <a:pt x="3130906" y="904208"/>
                </a:lnTo>
                <a:lnTo>
                  <a:pt x="3132963" y="902056"/>
                </a:lnTo>
                <a:lnTo>
                  <a:pt x="3132582" y="897588"/>
                </a:lnTo>
                <a:lnTo>
                  <a:pt x="3132420" y="895036"/>
                </a:lnTo>
                <a:lnTo>
                  <a:pt x="3132449" y="894407"/>
                </a:lnTo>
                <a:lnTo>
                  <a:pt x="3132782" y="894093"/>
                </a:lnTo>
                <a:lnTo>
                  <a:pt x="3133411" y="894102"/>
                </a:lnTo>
                <a:lnTo>
                  <a:pt x="3135925" y="894245"/>
                </a:lnTo>
                <a:lnTo>
                  <a:pt x="3140335" y="894512"/>
                </a:lnTo>
                <a:lnTo>
                  <a:pt x="3142717" y="894283"/>
                </a:lnTo>
                <a:lnTo>
                  <a:pt x="3143069" y="893569"/>
                </a:lnTo>
                <a:lnTo>
                  <a:pt x="3145155" y="893264"/>
                </a:lnTo>
                <a:lnTo>
                  <a:pt x="3148955" y="893369"/>
                </a:lnTo>
                <a:lnTo>
                  <a:pt x="3150746" y="891530"/>
                </a:lnTo>
                <a:lnTo>
                  <a:pt x="3150537" y="887730"/>
                </a:lnTo>
                <a:lnTo>
                  <a:pt x="3150822" y="885625"/>
                </a:lnTo>
                <a:lnTo>
                  <a:pt x="3151594" y="885234"/>
                </a:lnTo>
                <a:lnTo>
                  <a:pt x="3152184" y="885015"/>
                </a:lnTo>
                <a:lnTo>
                  <a:pt x="3152575" y="884987"/>
                </a:lnTo>
                <a:lnTo>
                  <a:pt x="3155032" y="885053"/>
                </a:lnTo>
                <a:lnTo>
                  <a:pt x="3159547" y="885234"/>
                </a:lnTo>
                <a:lnTo>
                  <a:pt x="3161929" y="884749"/>
                </a:lnTo>
                <a:lnTo>
                  <a:pt x="3162176" y="883596"/>
                </a:lnTo>
                <a:lnTo>
                  <a:pt x="3163805" y="882844"/>
                </a:lnTo>
                <a:lnTo>
                  <a:pt x="3166815" y="882491"/>
                </a:lnTo>
                <a:lnTo>
                  <a:pt x="3168005" y="880815"/>
                </a:lnTo>
                <a:lnTo>
                  <a:pt x="3167377" y="877805"/>
                </a:lnTo>
                <a:lnTo>
                  <a:pt x="3167996" y="876043"/>
                </a:lnTo>
                <a:lnTo>
                  <a:pt x="3169863" y="875528"/>
                </a:lnTo>
                <a:lnTo>
                  <a:pt x="3171053" y="875271"/>
                </a:lnTo>
                <a:lnTo>
                  <a:pt x="3171568" y="875252"/>
                </a:lnTo>
                <a:lnTo>
                  <a:pt x="3174111" y="875424"/>
                </a:lnTo>
                <a:lnTo>
                  <a:pt x="3178683" y="875757"/>
                </a:lnTo>
                <a:lnTo>
                  <a:pt x="3181064" y="875833"/>
                </a:lnTo>
                <a:lnTo>
                  <a:pt x="3181255" y="875652"/>
                </a:lnTo>
                <a:lnTo>
                  <a:pt x="3183503" y="875528"/>
                </a:lnTo>
                <a:lnTo>
                  <a:pt x="3187817" y="875443"/>
                </a:lnTo>
                <a:lnTo>
                  <a:pt x="3189665" y="873242"/>
                </a:lnTo>
                <a:lnTo>
                  <a:pt x="3189037" y="868928"/>
                </a:lnTo>
                <a:lnTo>
                  <a:pt x="3188970" y="866489"/>
                </a:lnTo>
                <a:lnTo>
                  <a:pt x="3189475" y="865908"/>
                </a:lnTo>
                <a:lnTo>
                  <a:pt x="3190008" y="865622"/>
                </a:lnTo>
                <a:lnTo>
                  <a:pt x="3190589" y="865632"/>
                </a:lnTo>
                <a:lnTo>
                  <a:pt x="3193066" y="865727"/>
                </a:lnTo>
                <a:lnTo>
                  <a:pt x="3197447" y="865918"/>
                </a:lnTo>
                <a:lnTo>
                  <a:pt x="3199829" y="866003"/>
                </a:lnTo>
                <a:lnTo>
                  <a:pt x="3200210" y="865984"/>
                </a:lnTo>
                <a:lnTo>
                  <a:pt x="3202667" y="866061"/>
                </a:lnTo>
                <a:lnTo>
                  <a:pt x="3207191" y="866223"/>
                </a:lnTo>
                <a:lnTo>
                  <a:pt x="3209573" y="866251"/>
                </a:lnTo>
                <a:lnTo>
                  <a:pt x="3209811" y="866137"/>
                </a:lnTo>
                <a:lnTo>
                  <a:pt x="3212135" y="866089"/>
                </a:lnTo>
                <a:lnTo>
                  <a:pt x="3216554" y="866089"/>
                </a:lnTo>
                <a:lnTo>
                  <a:pt x="3218936" y="865384"/>
                </a:lnTo>
                <a:lnTo>
                  <a:pt x="3219279" y="863984"/>
                </a:lnTo>
                <a:lnTo>
                  <a:pt x="3220622" y="862946"/>
                </a:lnTo>
                <a:lnTo>
                  <a:pt x="3222955" y="862260"/>
                </a:lnTo>
                <a:lnTo>
                  <a:pt x="3223755" y="860755"/>
                </a:lnTo>
                <a:lnTo>
                  <a:pt x="3223031" y="858422"/>
                </a:lnTo>
                <a:lnTo>
                  <a:pt x="3223908" y="856917"/>
                </a:lnTo>
                <a:lnTo>
                  <a:pt x="3226403" y="856250"/>
                </a:lnTo>
                <a:lnTo>
                  <a:pt x="3227975" y="855926"/>
                </a:lnTo>
                <a:lnTo>
                  <a:pt x="3228642" y="855917"/>
                </a:lnTo>
                <a:lnTo>
                  <a:pt x="3231128" y="856021"/>
                </a:lnTo>
                <a:lnTo>
                  <a:pt x="3235442" y="856240"/>
                </a:lnTo>
                <a:lnTo>
                  <a:pt x="3237824" y="856317"/>
                </a:lnTo>
                <a:lnTo>
                  <a:pt x="3238271" y="856259"/>
                </a:lnTo>
                <a:lnTo>
                  <a:pt x="3240691" y="856288"/>
                </a:lnTo>
                <a:lnTo>
                  <a:pt x="3245072" y="856421"/>
                </a:lnTo>
                <a:lnTo>
                  <a:pt x="3247454" y="856450"/>
                </a:lnTo>
                <a:lnTo>
                  <a:pt x="3247835" y="856393"/>
                </a:lnTo>
                <a:lnTo>
                  <a:pt x="3250292" y="856469"/>
                </a:lnTo>
                <a:lnTo>
                  <a:pt x="3254816" y="856679"/>
                </a:lnTo>
                <a:lnTo>
                  <a:pt x="3257198" y="856726"/>
                </a:lnTo>
                <a:lnTo>
                  <a:pt x="3257436" y="856621"/>
                </a:lnTo>
                <a:lnTo>
                  <a:pt x="3259722" y="856526"/>
                </a:lnTo>
                <a:lnTo>
                  <a:pt x="3264065" y="856450"/>
                </a:lnTo>
                <a:lnTo>
                  <a:pt x="3266446" y="856012"/>
                </a:lnTo>
                <a:lnTo>
                  <a:pt x="3266865" y="855193"/>
                </a:lnTo>
                <a:lnTo>
                  <a:pt x="3268837" y="854783"/>
                </a:lnTo>
                <a:lnTo>
                  <a:pt x="3272371" y="854783"/>
                </a:lnTo>
                <a:lnTo>
                  <a:pt x="3273457" y="853021"/>
                </a:lnTo>
                <a:lnTo>
                  <a:pt x="3272104" y="849487"/>
                </a:lnTo>
                <a:lnTo>
                  <a:pt x="3272390" y="847392"/>
                </a:lnTo>
                <a:lnTo>
                  <a:pt x="3274314" y="846725"/>
                </a:lnTo>
                <a:lnTo>
                  <a:pt x="3275600" y="846401"/>
                </a:lnTo>
                <a:lnTo>
                  <a:pt x="3276267" y="846401"/>
                </a:lnTo>
                <a:lnTo>
                  <a:pt x="3278648" y="846401"/>
                </a:lnTo>
                <a:lnTo>
                  <a:pt x="3282744" y="846401"/>
                </a:lnTo>
                <a:lnTo>
                  <a:pt x="3285125" y="846401"/>
                </a:lnTo>
                <a:lnTo>
                  <a:pt x="3285792" y="846401"/>
                </a:lnTo>
                <a:lnTo>
                  <a:pt x="3288211" y="846430"/>
                </a:lnTo>
                <a:lnTo>
                  <a:pt x="3292373" y="846496"/>
                </a:lnTo>
                <a:lnTo>
                  <a:pt x="3294755" y="846534"/>
                </a:lnTo>
                <a:lnTo>
                  <a:pt x="3295355" y="846525"/>
                </a:lnTo>
                <a:lnTo>
                  <a:pt x="3297746" y="846544"/>
                </a:lnTo>
                <a:lnTo>
                  <a:pt x="3301946" y="846582"/>
                </a:lnTo>
                <a:lnTo>
                  <a:pt x="3304327" y="846592"/>
                </a:lnTo>
                <a:lnTo>
                  <a:pt x="3304889" y="846592"/>
                </a:lnTo>
                <a:lnTo>
                  <a:pt x="3307271" y="846582"/>
                </a:lnTo>
                <a:lnTo>
                  <a:pt x="3311462" y="846582"/>
                </a:lnTo>
                <a:lnTo>
                  <a:pt x="3313843" y="846582"/>
                </a:lnTo>
                <a:lnTo>
                  <a:pt x="3314414" y="846572"/>
                </a:lnTo>
                <a:lnTo>
                  <a:pt x="3316796" y="846563"/>
                </a:lnTo>
                <a:lnTo>
                  <a:pt x="3320977" y="846563"/>
                </a:lnTo>
                <a:lnTo>
                  <a:pt x="3323358" y="846563"/>
                </a:lnTo>
                <a:lnTo>
                  <a:pt x="3323939" y="846553"/>
                </a:lnTo>
                <a:lnTo>
                  <a:pt x="3326292" y="846534"/>
                </a:lnTo>
                <a:lnTo>
                  <a:pt x="3330435" y="846496"/>
                </a:lnTo>
                <a:lnTo>
                  <a:pt x="3332817" y="846477"/>
                </a:lnTo>
                <a:lnTo>
                  <a:pt x="3333436" y="846468"/>
                </a:lnTo>
                <a:lnTo>
                  <a:pt x="3335817" y="846468"/>
                </a:lnTo>
                <a:lnTo>
                  <a:pt x="3339951" y="846468"/>
                </a:lnTo>
                <a:lnTo>
                  <a:pt x="3342332" y="846458"/>
                </a:lnTo>
                <a:lnTo>
                  <a:pt x="3342961" y="846458"/>
                </a:lnTo>
                <a:lnTo>
                  <a:pt x="3345361" y="846477"/>
                </a:lnTo>
                <a:lnTo>
                  <a:pt x="3349523" y="846515"/>
                </a:lnTo>
                <a:lnTo>
                  <a:pt x="3351905" y="846525"/>
                </a:lnTo>
                <a:lnTo>
                  <a:pt x="3352505" y="846525"/>
                </a:lnTo>
                <a:lnTo>
                  <a:pt x="3354915" y="846563"/>
                </a:lnTo>
                <a:lnTo>
                  <a:pt x="3359153" y="846639"/>
                </a:lnTo>
                <a:lnTo>
                  <a:pt x="3361534" y="846677"/>
                </a:lnTo>
                <a:lnTo>
                  <a:pt x="3362058" y="846677"/>
                </a:lnTo>
                <a:lnTo>
                  <a:pt x="3364421" y="846658"/>
                </a:lnTo>
                <a:lnTo>
                  <a:pt x="3368621" y="846611"/>
                </a:lnTo>
                <a:lnTo>
                  <a:pt x="3371002" y="846592"/>
                </a:lnTo>
                <a:lnTo>
                  <a:pt x="3371564" y="846592"/>
                </a:lnTo>
                <a:lnTo>
                  <a:pt x="3373907" y="846544"/>
                </a:lnTo>
                <a:lnTo>
                  <a:pt x="3378022" y="846468"/>
                </a:lnTo>
                <a:lnTo>
                  <a:pt x="3380403" y="846439"/>
                </a:lnTo>
                <a:lnTo>
                  <a:pt x="3381051" y="846449"/>
                </a:lnTo>
                <a:lnTo>
                  <a:pt x="3383366" y="846382"/>
                </a:lnTo>
                <a:lnTo>
                  <a:pt x="3387357" y="846239"/>
                </a:lnTo>
                <a:lnTo>
                  <a:pt x="3389738" y="846172"/>
                </a:lnTo>
                <a:lnTo>
                  <a:pt x="3390509" y="846182"/>
                </a:lnTo>
                <a:lnTo>
                  <a:pt x="3393091" y="846572"/>
                </a:lnTo>
                <a:lnTo>
                  <a:pt x="3397472" y="847344"/>
                </a:lnTo>
                <a:lnTo>
                  <a:pt x="3399854" y="848430"/>
                </a:lnTo>
                <a:lnTo>
                  <a:pt x="3400235" y="849830"/>
                </a:lnTo>
                <a:lnTo>
                  <a:pt x="3401025" y="850421"/>
                </a:lnTo>
                <a:lnTo>
                  <a:pt x="3402216" y="850211"/>
                </a:lnTo>
                <a:lnTo>
                  <a:pt x="3404597" y="851411"/>
                </a:lnTo>
                <a:lnTo>
                  <a:pt x="3408169" y="854012"/>
                </a:lnTo>
                <a:lnTo>
                  <a:pt x="3411779" y="855250"/>
                </a:lnTo>
                <a:lnTo>
                  <a:pt x="3415427" y="855097"/>
                </a:lnTo>
                <a:lnTo>
                  <a:pt x="3417808" y="855345"/>
                </a:lnTo>
                <a:lnTo>
                  <a:pt x="3418923" y="856002"/>
                </a:lnTo>
                <a:lnTo>
                  <a:pt x="3421466" y="856164"/>
                </a:lnTo>
                <a:lnTo>
                  <a:pt x="3425447" y="855850"/>
                </a:lnTo>
                <a:lnTo>
                  <a:pt x="3427828" y="855812"/>
                </a:lnTo>
                <a:lnTo>
                  <a:pt x="3428609" y="856050"/>
                </a:lnTo>
                <a:lnTo>
                  <a:pt x="3431010" y="856069"/>
                </a:lnTo>
                <a:lnTo>
                  <a:pt x="3435020" y="855859"/>
                </a:lnTo>
                <a:lnTo>
                  <a:pt x="3437401" y="855802"/>
                </a:lnTo>
                <a:lnTo>
                  <a:pt x="3438154" y="855907"/>
                </a:lnTo>
                <a:lnTo>
                  <a:pt x="3440516" y="855888"/>
                </a:lnTo>
                <a:lnTo>
                  <a:pt x="3444497" y="855755"/>
                </a:lnTo>
                <a:lnTo>
                  <a:pt x="3446878" y="855697"/>
                </a:lnTo>
                <a:lnTo>
                  <a:pt x="3447659" y="855716"/>
                </a:lnTo>
                <a:lnTo>
                  <a:pt x="3449022" y="856107"/>
                </a:lnTo>
                <a:lnTo>
                  <a:pt x="3450965" y="856869"/>
                </a:lnTo>
                <a:lnTo>
                  <a:pt x="3453346" y="859222"/>
                </a:lnTo>
                <a:lnTo>
                  <a:pt x="3456165" y="863165"/>
                </a:lnTo>
                <a:lnTo>
                  <a:pt x="3459547" y="865146"/>
                </a:lnTo>
                <a:lnTo>
                  <a:pt x="3463490" y="865146"/>
                </a:lnTo>
                <a:lnTo>
                  <a:pt x="3465871" y="865337"/>
                </a:lnTo>
                <a:lnTo>
                  <a:pt x="3466690" y="865718"/>
                </a:lnTo>
                <a:lnTo>
                  <a:pt x="3469196" y="865842"/>
                </a:lnTo>
                <a:lnTo>
                  <a:pt x="3473396" y="865708"/>
                </a:lnTo>
                <a:lnTo>
                  <a:pt x="3475434" y="863546"/>
                </a:lnTo>
                <a:lnTo>
                  <a:pt x="3475320" y="859346"/>
                </a:lnTo>
                <a:lnTo>
                  <a:pt x="3475387" y="857040"/>
                </a:lnTo>
                <a:lnTo>
                  <a:pt x="3475653" y="856612"/>
                </a:lnTo>
                <a:lnTo>
                  <a:pt x="3475834" y="854231"/>
                </a:lnTo>
                <a:lnTo>
                  <a:pt x="3475958" y="849897"/>
                </a:lnTo>
                <a:lnTo>
                  <a:pt x="3476006" y="847563"/>
                </a:lnTo>
                <a:lnTo>
                  <a:pt x="3475987" y="847239"/>
                </a:lnTo>
                <a:lnTo>
                  <a:pt x="3475873" y="844858"/>
                </a:lnTo>
                <a:lnTo>
                  <a:pt x="3475663" y="840419"/>
                </a:lnTo>
                <a:lnTo>
                  <a:pt x="3475558" y="837933"/>
                </a:lnTo>
                <a:lnTo>
                  <a:pt x="3475558" y="837400"/>
                </a:lnTo>
                <a:lnTo>
                  <a:pt x="3475596" y="835019"/>
                </a:lnTo>
                <a:lnTo>
                  <a:pt x="3475682" y="830790"/>
                </a:lnTo>
                <a:lnTo>
                  <a:pt x="3475711" y="828437"/>
                </a:lnTo>
                <a:lnTo>
                  <a:pt x="3475682" y="827961"/>
                </a:lnTo>
                <a:lnTo>
                  <a:pt x="3475653" y="825579"/>
                </a:lnTo>
                <a:lnTo>
                  <a:pt x="3475606" y="821293"/>
                </a:lnTo>
                <a:lnTo>
                  <a:pt x="3475501" y="818807"/>
                </a:lnTo>
                <a:lnTo>
                  <a:pt x="3475339" y="818121"/>
                </a:lnTo>
                <a:lnTo>
                  <a:pt x="3475425" y="815740"/>
                </a:lnTo>
                <a:lnTo>
                  <a:pt x="3475777" y="811663"/>
                </a:lnTo>
                <a:lnTo>
                  <a:pt x="3475673" y="809177"/>
                </a:lnTo>
                <a:lnTo>
                  <a:pt x="3475120" y="808282"/>
                </a:lnTo>
                <a:lnTo>
                  <a:pt x="3474911" y="805901"/>
                </a:lnTo>
                <a:lnTo>
                  <a:pt x="3475063" y="802034"/>
                </a:lnTo>
                <a:lnTo>
                  <a:pt x="3473129" y="798728"/>
                </a:lnTo>
                <a:lnTo>
                  <a:pt x="3469110" y="795995"/>
                </a:lnTo>
                <a:lnTo>
                  <a:pt x="3466767" y="793613"/>
                </a:lnTo>
                <a:lnTo>
                  <a:pt x="3466100" y="791585"/>
                </a:lnTo>
                <a:lnTo>
                  <a:pt x="3465738" y="790213"/>
                </a:lnTo>
                <a:lnTo>
                  <a:pt x="3465681" y="789489"/>
                </a:lnTo>
                <a:lnTo>
                  <a:pt x="3465747" y="787108"/>
                </a:lnTo>
                <a:lnTo>
                  <a:pt x="3465947" y="783069"/>
                </a:lnTo>
                <a:lnTo>
                  <a:pt x="3465443" y="780174"/>
                </a:lnTo>
                <a:lnTo>
                  <a:pt x="3464214" y="778431"/>
                </a:lnTo>
                <a:lnTo>
                  <a:pt x="3463842" y="776049"/>
                </a:lnTo>
                <a:lnTo>
                  <a:pt x="3464300" y="773030"/>
                </a:lnTo>
                <a:lnTo>
                  <a:pt x="3462795" y="770153"/>
                </a:lnTo>
                <a:lnTo>
                  <a:pt x="3459318" y="767410"/>
                </a:lnTo>
                <a:lnTo>
                  <a:pt x="3457242" y="765029"/>
                </a:lnTo>
                <a:lnTo>
                  <a:pt x="3456575" y="763010"/>
                </a:lnTo>
                <a:lnTo>
                  <a:pt x="3454194" y="760009"/>
                </a:lnTo>
                <a:lnTo>
                  <a:pt x="3450098" y="756037"/>
                </a:lnTo>
                <a:lnTo>
                  <a:pt x="3447707" y="753656"/>
                </a:lnTo>
                <a:lnTo>
                  <a:pt x="3447031" y="752866"/>
                </a:lnTo>
                <a:lnTo>
                  <a:pt x="3444650" y="750360"/>
                </a:lnTo>
                <a:lnTo>
                  <a:pt x="3440563" y="746141"/>
                </a:lnTo>
                <a:lnTo>
                  <a:pt x="3438258" y="743760"/>
                </a:lnTo>
                <a:lnTo>
                  <a:pt x="3437734" y="743217"/>
                </a:lnTo>
                <a:lnTo>
                  <a:pt x="3435353" y="740883"/>
                </a:lnTo>
                <a:lnTo>
                  <a:pt x="3431115" y="736749"/>
                </a:lnTo>
                <a:lnTo>
                  <a:pt x="3428676" y="734368"/>
                </a:lnTo>
                <a:lnTo>
                  <a:pt x="3428038" y="733739"/>
                </a:lnTo>
                <a:lnTo>
                  <a:pt x="3425657" y="731396"/>
                </a:lnTo>
                <a:lnTo>
                  <a:pt x="3421532" y="727348"/>
                </a:lnTo>
                <a:lnTo>
                  <a:pt x="3418780" y="724967"/>
                </a:lnTo>
                <a:lnTo>
                  <a:pt x="3417379" y="724252"/>
                </a:lnTo>
                <a:lnTo>
                  <a:pt x="3414998" y="722071"/>
                </a:lnTo>
                <a:lnTo>
                  <a:pt x="3411636" y="718404"/>
                </a:lnTo>
                <a:lnTo>
                  <a:pt x="3408207" y="716661"/>
                </a:lnTo>
                <a:lnTo>
                  <a:pt x="3404730" y="716852"/>
                </a:lnTo>
                <a:lnTo>
                  <a:pt x="3402349" y="716613"/>
                </a:lnTo>
                <a:lnTo>
                  <a:pt x="3401063" y="715966"/>
                </a:lnTo>
                <a:lnTo>
                  <a:pt x="3399520" y="715318"/>
                </a:lnTo>
                <a:lnTo>
                  <a:pt x="3397701" y="714689"/>
                </a:lnTo>
                <a:lnTo>
                  <a:pt x="3395320" y="712651"/>
                </a:lnTo>
                <a:lnTo>
                  <a:pt x="3392376" y="709212"/>
                </a:lnTo>
                <a:lnTo>
                  <a:pt x="3389347" y="707669"/>
                </a:lnTo>
                <a:lnTo>
                  <a:pt x="3386261" y="708012"/>
                </a:lnTo>
                <a:lnTo>
                  <a:pt x="3383880" y="707669"/>
                </a:lnTo>
                <a:lnTo>
                  <a:pt x="3382204" y="706650"/>
                </a:lnTo>
                <a:lnTo>
                  <a:pt x="3379337" y="706164"/>
                </a:lnTo>
                <a:lnTo>
                  <a:pt x="3375260" y="706203"/>
                </a:lnTo>
                <a:lnTo>
                  <a:pt x="3372879" y="706174"/>
                </a:lnTo>
                <a:lnTo>
                  <a:pt x="3372193" y="706088"/>
                </a:lnTo>
                <a:lnTo>
                  <a:pt x="3369802" y="706079"/>
                </a:lnTo>
                <a:lnTo>
                  <a:pt x="3365706" y="706145"/>
                </a:lnTo>
                <a:lnTo>
                  <a:pt x="3363325" y="706174"/>
                </a:lnTo>
                <a:lnTo>
                  <a:pt x="3362658" y="706174"/>
                </a:lnTo>
                <a:lnTo>
                  <a:pt x="3360925" y="705850"/>
                </a:lnTo>
                <a:lnTo>
                  <a:pt x="3358134" y="705183"/>
                </a:lnTo>
                <a:lnTo>
                  <a:pt x="3355753" y="703421"/>
                </a:lnTo>
                <a:lnTo>
                  <a:pt x="3353781" y="700564"/>
                </a:lnTo>
                <a:lnTo>
                  <a:pt x="3351371" y="699135"/>
                </a:lnTo>
                <a:lnTo>
                  <a:pt x="3348514" y="699135"/>
                </a:lnTo>
                <a:lnTo>
                  <a:pt x="3346133" y="698487"/>
                </a:lnTo>
                <a:lnTo>
                  <a:pt x="3344228" y="697201"/>
                </a:lnTo>
                <a:lnTo>
                  <a:pt x="3341237" y="696582"/>
                </a:lnTo>
                <a:lnTo>
                  <a:pt x="3337150" y="696649"/>
                </a:lnTo>
                <a:lnTo>
                  <a:pt x="3334769" y="696620"/>
                </a:lnTo>
                <a:lnTo>
                  <a:pt x="3334093" y="696487"/>
                </a:lnTo>
                <a:lnTo>
                  <a:pt x="3331645" y="696420"/>
                </a:lnTo>
                <a:lnTo>
                  <a:pt x="3327425" y="696420"/>
                </a:lnTo>
                <a:lnTo>
                  <a:pt x="3325044" y="696401"/>
                </a:lnTo>
                <a:lnTo>
                  <a:pt x="3324501" y="696373"/>
                </a:lnTo>
                <a:lnTo>
                  <a:pt x="3322129" y="696392"/>
                </a:lnTo>
                <a:lnTo>
                  <a:pt x="3317938" y="696439"/>
                </a:lnTo>
                <a:lnTo>
                  <a:pt x="3315557" y="696478"/>
                </a:lnTo>
                <a:lnTo>
                  <a:pt x="3314986" y="696497"/>
                </a:lnTo>
                <a:lnTo>
                  <a:pt x="3312585" y="696487"/>
                </a:lnTo>
                <a:lnTo>
                  <a:pt x="3308366" y="696430"/>
                </a:lnTo>
                <a:lnTo>
                  <a:pt x="3305985" y="696430"/>
                </a:lnTo>
                <a:lnTo>
                  <a:pt x="3305442" y="696487"/>
                </a:lnTo>
                <a:lnTo>
                  <a:pt x="3303089" y="696506"/>
                </a:lnTo>
                <a:lnTo>
                  <a:pt x="3298917" y="696506"/>
                </a:lnTo>
                <a:lnTo>
                  <a:pt x="3296536" y="696592"/>
                </a:lnTo>
                <a:lnTo>
                  <a:pt x="3295945" y="696773"/>
                </a:lnTo>
                <a:lnTo>
                  <a:pt x="3293650" y="696859"/>
                </a:lnTo>
                <a:lnTo>
                  <a:pt x="3289659" y="696859"/>
                </a:lnTo>
                <a:lnTo>
                  <a:pt x="3287278" y="697240"/>
                </a:lnTo>
                <a:lnTo>
                  <a:pt x="3286506" y="698002"/>
                </a:lnTo>
                <a:lnTo>
                  <a:pt x="3284382" y="698259"/>
                </a:lnTo>
                <a:lnTo>
                  <a:pt x="3280905" y="698011"/>
                </a:lnTo>
                <a:lnTo>
                  <a:pt x="3279362" y="699630"/>
                </a:lnTo>
                <a:lnTo>
                  <a:pt x="3279762" y="703107"/>
                </a:lnTo>
                <a:lnTo>
                  <a:pt x="3279334" y="705069"/>
                </a:lnTo>
                <a:lnTo>
                  <a:pt x="3278086" y="705498"/>
                </a:lnTo>
                <a:lnTo>
                  <a:pt x="3277248" y="705717"/>
                </a:lnTo>
                <a:lnTo>
                  <a:pt x="3276819" y="705707"/>
                </a:lnTo>
                <a:lnTo>
                  <a:pt x="3274533" y="705812"/>
                </a:lnTo>
                <a:lnTo>
                  <a:pt x="3270399" y="706012"/>
                </a:lnTo>
                <a:lnTo>
                  <a:pt x="3268018" y="706117"/>
                </a:lnTo>
                <a:lnTo>
                  <a:pt x="3267389" y="706107"/>
                </a:lnTo>
                <a:lnTo>
                  <a:pt x="3264989" y="706088"/>
                </a:lnTo>
                <a:lnTo>
                  <a:pt x="3260827" y="706060"/>
                </a:lnTo>
                <a:lnTo>
                  <a:pt x="3258445" y="706041"/>
                </a:lnTo>
                <a:lnTo>
                  <a:pt x="3257845" y="706050"/>
                </a:lnTo>
                <a:lnTo>
                  <a:pt x="3255435" y="706022"/>
                </a:lnTo>
                <a:lnTo>
                  <a:pt x="3251206" y="705945"/>
                </a:lnTo>
                <a:lnTo>
                  <a:pt x="3248825" y="705983"/>
                </a:lnTo>
                <a:lnTo>
                  <a:pt x="3248292" y="706117"/>
                </a:lnTo>
                <a:lnTo>
                  <a:pt x="3245929" y="706136"/>
                </a:lnTo>
                <a:lnTo>
                  <a:pt x="3241748" y="706050"/>
                </a:lnTo>
                <a:lnTo>
                  <a:pt x="3239367" y="706565"/>
                </a:lnTo>
                <a:lnTo>
                  <a:pt x="3238786" y="707698"/>
                </a:lnTo>
                <a:lnTo>
                  <a:pt x="3236919" y="708212"/>
                </a:lnTo>
                <a:lnTo>
                  <a:pt x="3233766" y="708108"/>
                </a:lnTo>
                <a:lnTo>
                  <a:pt x="3232452" y="709641"/>
                </a:lnTo>
                <a:lnTo>
                  <a:pt x="3232985" y="712794"/>
                </a:lnTo>
                <a:lnTo>
                  <a:pt x="3232499" y="714689"/>
                </a:lnTo>
                <a:lnTo>
                  <a:pt x="3230994" y="715318"/>
                </a:lnTo>
                <a:lnTo>
                  <a:pt x="3229918" y="715642"/>
                </a:lnTo>
                <a:lnTo>
                  <a:pt x="3229289" y="715651"/>
                </a:lnTo>
                <a:lnTo>
                  <a:pt x="3226822" y="715566"/>
                </a:lnTo>
                <a:lnTo>
                  <a:pt x="3222517" y="715385"/>
                </a:lnTo>
                <a:lnTo>
                  <a:pt x="3220136" y="715385"/>
                </a:lnTo>
                <a:lnTo>
                  <a:pt x="3219679" y="715566"/>
                </a:lnTo>
                <a:lnTo>
                  <a:pt x="3217335" y="715604"/>
                </a:lnTo>
                <a:lnTo>
                  <a:pt x="3213106" y="715499"/>
                </a:lnTo>
                <a:lnTo>
                  <a:pt x="3211144" y="717556"/>
                </a:lnTo>
                <a:lnTo>
                  <a:pt x="3211439" y="721785"/>
                </a:lnTo>
                <a:lnTo>
                  <a:pt x="3211478" y="724205"/>
                </a:lnTo>
                <a:lnTo>
                  <a:pt x="3211259" y="724824"/>
                </a:lnTo>
                <a:lnTo>
                  <a:pt x="3210849" y="725129"/>
                </a:lnTo>
                <a:lnTo>
                  <a:pt x="3210230" y="725129"/>
                </a:lnTo>
                <a:lnTo>
                  <a:pt x="3207791" y="725072"/>
                </a:lnTo>
                <a:lnTo>
                  <a:pt x="3203534" y="724957"/>
                </a:lnTo>
                <a:lnTo>
                  <a:pt x="3201152" y="724976"/>
                </a:lnTo>
                <a:lnTo>
                  <a:pt x="3200648" y="725129"/>
                </a:lnTo>
                <a:lnTo>
                  <a:pt x="3198324" y="725176"/>
                </a:lnTo>
                <a:lnTo>
                  <a:pt x="3194161" y="725129"/>
                </a:lnTo>
                <a:lnTo>
                  <a:pt x="3192199" y="727186"/>
                </a:lnTo>
                <a:lnTo>
                  <a:pt x="3192428" y="731349"/>
                </a:lnTo>
                <a:lnTo>
                  <a:pt x="3192456" y="733758"/>
                </a:lnTo>
                <a:lnTo>
                  <a:pt x="3192285" y="734416"/>
                </a:lnTo>
                <a:lnTo>
                  <a:pt x="3191866" y="734749"/>
                </a:lnTo>
                <a:lnTo>
                  <a:pt x="3191208" y="734749"/>
                </a:lnTo>
                <a:lnTo>
                  <a:pt x="3188770" y="734692"/>
                </a:lnTo>
                <a:lnTo>
                  <a:pt x="3184560" y="734587"/>
                </a:lnTo>
                <a:lnTo>
                  <a:pt x="3182179" y="734711"/>
                </a:lnTo>
                <a:lnTo>
                  <a:pt x="3181626" y="735073"/>
                </a:lnTo>
                <a:lnTo>
                  <a:pt x="3179397" y="735225"/>
                </a:lnTo>
                <a:lnTo>
                  <a:pt x="3175492" y="735168"/>
                </a:lnTo>
                <a:lnTo>
                  <a:pt x="3173597" y="737092"/>
                </a:lnTo>
                <a:lnTo>
                  <a:pt x="3173711" y="740997"/>
                </a:lnTo>
                <a:lnTo>
                  <a:pt x="3173578" y="743245"/>
                </a:lnTo>
                <a:lnTo>
                  <a:pt x="3173197" y="743836"/>
                </a:lnTo>
                <a:lnTo>
                  <a:pt x="3172711" y="744141"/>
                </a:lnTo>
                <a:lnTo>
                  <a:pt x="3172120" y="744160"/>
                </a:lnTo>
                <a:lnTo>
                  <a:pt x="3169691" y="744103"/>
                </a:lnTo>
                <a:lnTo>
                  <a:pt x="3165415" y="743988"/>
                </a:lnTo>
                <a:lnTo>
                  <a:pt x="3163033" y="744436"/>
                </a:lnTo>
                <a:lnTo>
                  <a:pt x="3162548" y="745465"/>
                </a:lnTo>
                <a:lnTo>
                  <a:pt x="3160719" y="746017"/>
                </a:lnTo>
                <a:lnTo>
                  <a:pt x="3157557" y="746112"/>
                </a:lnTo>
                <a:lnTo>
                  <a:pt x="3156271" y="747732"/>
                </a:lnTo>
                <a:lnTo>
                  <a:pt x="3156852" y="750894"/>
                </a:lnTo>
                <a:lnTo>
                  <a:pt x="3156442" y="752875"/>
                </a:lnTo>
                <a:lnTo>
                  <a:pt x="3155061" y="753666"/>
                </a:lnTo>
                <a:lnTo>
                  <a:pt x="3153966" y="754066"/>
                </a:lnTo>
                <a:lnTo>
                  <a:pt x="3153175" y="754066"/>
                </a:lnTo>
                <a:lnTo>
                  <a:pt x="3152108" y="753666"/>
                </a:lnTo>
                <a:lnTo>
                  <a:pt x="3150775" y="752875"/>
                </a:lnTo>
                <a:lnTo>
                  <a:pt x="3148394" y="750446"/>
                </a:lnTo>
                <a:lnTo>
                  <a:pt x="3144965" y="746398"/>
                </a:lnTo>
                <a:lnTo>
                  <a:pt x="3140974" y="744122"/>
                </a:lnTo>
                <a:lnTo>
                  <a:pt x="3136421" y="743617"/>
                </a:lnTo>
                <a:lnTo>
                  <a:pt x="3134039" y="743312"/>
                </a:lnTo>
                <a:lnTo>
                  <a:pt x="3132449" y="741836"/>
                </a:lnTo>
                <a:lnTo>
                  <a:pt x="3130334" y="739616"/>
                </a:lnTo>
                <a:lnTo>
                  <a:pt x="3128353" y="737235"/>
                </a:lnTo>
                <a:lnTo>
                  <a:pt x="3126486" y="734692"/>
                </a:lnTo>
                <a:lnTo>
                  <a:pt x="3125219" y="733130"/>
                </a:lnTo>
                <a:lnTo>
                  <a:pt x="3124543" y="732549"/>
                </a:lnTo>
                <a:lnTo>
                  <a:pt x="3123467" y="730167"/>
                </a:lnTo>
                <a:lnTo>
                  <a:pt x="3122000" y="725986"/>
                </a:lnTo>
                <a:lnTo>
                  <a:pt x="3119618" y="722195"/>
                </a:lnTo>
                <a:lnTo>
                  <a:pt x="3116323" y="718795"/>
                </a:lnTo>
                <a:lnTo>
                  <a:pt x="3114284" y="716413"/>
                </a:lnTo>
                <a:lnTo>
                  <a:pt x="3113503" y="715051"/>
                </a:lnTo>
                <a:lnTo>
                  <a:pt x="3111979" y="712861"/>
                </a:lnTo>
                <a:lnTo>
                  <a:pt x="3109732" y="709822"/>
                </a:lnTo>
                <a:lnTo>
                  <a:pt x="3108970" y="707441"/>
                </a:lnTo>
                <a:lnTo>
                  <a:pt x="3109712" y="705717"/>
                </a:lnTo>
                <a:lnTo>
                  <a:pt x="3108846" y="704050"/>
                </a:lnTo>
                <a:lnTo>
                  <a:pt x="3106379" y="702440"/>
                </a:lnTo>
                <a:lnTo>
                  <a:pt x="3104769" y="700059"/>
                </a:lnTo>
                <a:lnTo>
                  <a:pt x="3103997" y="696906"/>
                </a:lnTo>
                <a:lnTo>
                  <a:pt x="3103616" y="694944"/>
                </a:lnTo>
                <a:lnTo>
                  <a:pt x="3103616" y="694172"/>
                </a:lnTo>
                <a:lnTo>
                  <a:pt x="3103997" y="693487"/>
                </a:lnTo>
                <a:lnTo>
                  <a:pt x="3104769" y="692877"/>
                </a:lnTo>
                <a:lnTo>
                  <a:pt x="3107341" y="693068"/>
                </a:lnTo>
                <a:lnTo>
                  <a:pt x="3111732" y="694068"/>
                </a:lnTo>
                <a:lnTo>
                  <a:pt x="3113723" y="692382"/>
                </a:lnTo>
                <a:lnTo>
                  <a:pt x="3113332" y="687991"/>
                </a:lnTo>
                <a:lnTo>
                  <a:pt x="3113322" y="685600"/>
                </a:lnTo>
                <a:lnTo>
                  <a:pt x="3113703" y="685209"/>
                </a:lnTo>
                <a:lnTo>
                  <a:pt x="3114084" y="684533"/>
                </a:lnTo>
                <a:lnTo>
                  <a:pt x="3114475" y="683571"/>
                </a:lnTo>
                <a:lnTo>
                  <a:pt x="3116561" y="683276"/>
                </a:lnTo>
                <a:lnTo>
                  <a:pt x="3120323" y="683628"/>
                </a:lnTo>
                <a:lnTo>
                  <a:pt x="3121876" y="681923"/>
                </a:lnTo>
                <a:lnTo>
                  <a:pt x="3121228" y="678161"/>
                </a:lnTo>
                <a:lnTo>
                  <a:pt x="3121485" y="676027"/>
                </a:lnTo>
                <a:lnTo>
                  <a:pt x="3122638" y="675532"/>
                </a:lnTo>
                <a:lnTo>
                  <a:pt x="3123457" y="675113"/>
                </a:lnTo>
                <a:lnTo>
                  <a:pt x="3123952" y="674761"/>
                </a:lnTo>
                <a:lnTo>
                  <a:pt x="3126381" y="674808"/>
                </a:lnTo>
                <a:lnTo>
                  <a:pt x="3130753" y="675265"/>
                </a:lnTo>
                <a:lnTo>
                  <a:pt x="3132773" y="673303"/>
                </a:lnTo>
                <a:lnTo>
                  <a:pt x="3132439" y="668931"/>
                </a:lnTo>
                <a:lnTo>
                  <a:pt x="3132430" y="666540"/>
                </a:lnTo>
                <a:lnTo>
                  <a:pt x="3132744" y="666131"/>
                </a:lnTo>
                <a:lnTo>
                  <a:pt x="3133106" y="665902"/>
                </a:lnTo>
                <a:lnTo>
                  <a:pt x="3133515" y="665874"/>
                </a:lnTo>
                <a:lnTo>
                  <a:pt x="3135944" y="665921"/>
                </a:lnTo>
                <a:lnTo>
                  <a:pt x="3140383" y="666045"/>
                </a:lnTo>
                <a:lnTo>
                  <a:pt x="3142412" y="663883"/>
                </a:lnTo>
                <a:lnTo>
                  <a:pt x="3142021" y="659444"/>
                </a:lnTo>
                <a:lnTo>
                  <a:pt x="3141840" y="656882"/>
                </a:lnTo>
                <a:lnTo>
                  <a:pt x="3141869" y="656206"/>
                </a:lnTo>
                <a:lnTo>
                  <a:pt x="3142231" y="655872"/>
                </a:lnTo>
                <a:lnTo>
                  <a:pt x="3142907" y="655892"/>
                </a:lnTo>
                <a:lnTo>
                  <a:pt x="3145498" y="656101"/>
                </a:lnTo>
                <a:lnTo>
                  <a:pt x="3150003" y="656511"/>
                </a:lnTo>
                <a:lnTo>
                  <a:pt x="3152384" y="656625"/>
                </a:lnTo>
                <a:lnTo>
                  <a:pt x="3152642" y="656463"/>
                </a:lnTo>
                <a:lnTo>
                  <a:pt x="3155013" y="656444"/>
                </a:lnTo>
                <a:lnTo>
                  <a:pt x="3159481" y="656577"/>
                </a:lnTo>
                <a:lnTo>
                  <a:pt x="3161443" y="654406"/>
                </a:lnTo>
                <a:lnTo>
                  <a:pt x="3160909" y="649938"/>
                </a:lnTo>
                <a:lnTo>
                  <a:pt x="3160786" y="647433"/>
                </a:lnTo>
                <a:lnTo>
                  <a:pt x="3161100" y="646909"/>
                </a:lnTo>
                <a:lnTo>
                  <a:pt x="3161509" y="646652"/>
                </a:lnTo>
                <a:lnTo>
                  <a:pt x="3162033" y="646652"/>
                </a:lnTo>
                <a:lnTo>
                  <a:pt x="3164596" y="646824"/>
                </a:lnTo>
                <a:lnTo>
                  <a:pt x="3169177" y="647176"/>
                </a:lnTo>
                <a:lnTo>
                  <a:pt x="3171558" y="647252"/>
                </a:lnTo>
                <a:lnTo>
                  <a:pt x="3171739" y="647062"/>
                </a:lnTo>
                <a:lnTo>
                  <a:pt x="3174025" y="646967"/>
                </a:lnTo>
                <a:lnTo>
                  <a:pt x="3178416" y="646967"/>
                </a:lnTo>
                <a:lnTo>
                  <a:pt x="3180321" y="644766"/>
                </a:lnTo>
                <a:lnTo>
                  <a:pt x="3179740" y="640375"/>
                </a:lnTo>
                <a:lnTo>
                  <a:pt x="3179674" y="637927"/>
                </a:lnTo>
                <a:lnTo>
                  <a:pt x="3180140" y="637442"/>
                </a:lnTo>
                <a:lnTo>
                  <a:pt x="3180617" y="637194"/>
                </a:lnTo>
                <a:lnTo>
                  <a:pt x="3181102" y="637184"/>
                </a:lnTo>
                <a:lnTo>
                  <a:pt x="3183598" y="637299"/>
                </a:lnTo>
                <a:lnTo>
                  <a:pt x="3188103" y="637537"/>
                </a:lnTo>
                <a:lnTo>
                  <a:pt x="3190484" y="637584"/>
                </a:lnTo>
                <a:lnTo>
                  <a:pt x="3190742" y="637461"/>
                </a:lnTo>
                <a:lnTo>
                  <a:pt x="3193094" y="637432"/>
                </a:lnTo>
                <a:lnTo>
                  <a:pt x="3197533" y="637489"/>
                </a:lnTo>
                <a:lnTo>
                  <a:pt x="3199676" y="635308"/>
                </a:lnTo>
                <a:lnTo>
                  <a:pt x="3199543" y="630869"/>
                </a:lnTo>
                <a:lnTo>
                  <a:pt x="3199543" y="628488"/>
                </a:lnTo>
                <a:lnTo>
                  <a:pt x="3199686" y="628174"/>
                </a:lnTo>
                <a:lnTo>
                  <a:pt x="3199924" y="628012"/>
                </a:lnTo>
                <a:lnTo>
                  <a:pt x="3200238" y="628012"/>
                </a:lnTo>
                <a:lnTo>
                  <a:pt x="3202496" y="627888"/>
                </a:lnTo>
                <a:lnTo>
                  <a:pt x="3206677" y="627631"/>
                </a:lnTo>
                <a:lnTo>
                  <a:pt x="3209058" y="627488"/>
                </a:lnTo>
                <a:lnTo>
                  <a:pt x="3209639" y="627459"/>
                </a:lnTo>
                <a:lnTo>
                  <a:pt x="3212240" y="627678"/>
                </a:lnTo>
                <a:lnTo>
                  <a:pt x="3216859" y="628136"/>
                </a:lnTo>
                <a:lnTo>
                  <a:pt x="3219240" y="628317"/>
                </a:lnTo>
                <a:lnTo>
                  <a:pt x="3221679" y="628145"/>
                </a:lnTo>
                <a:lnTo>
                  <a:pt x="3226137" y="628069"/>
                </a:lnTo>
                <a:lnTo>
                  <a:pt x="3228518" y="625812"/>
                </a:lnTo>
                <a:lnTo>
                  <a:pt x="3228823" y="621354"/>
                </a:lnTo>
                <a:lnTo>
                  <a:pt x="3230994" y="618763"/>
                </a:lnTo>
                <a:lnTo>
                  <a:pt x="3235042" y="618049"/>
                </a:lnTo>
                <a:lnTo>
                  <a:pt x="3237424" y="617687"/>
                </a:lnTo>
                <a:lnTo>
                  <a:pt x="3238138" y="617677"/>
                </a:lnTo>
                <a:lnTo>
                  <a:pt x="3240586" y="617734"/>
                </a:lnTo>
                <a:lnTo>
                  <a:pt x="3244767" y="617877"/>
                </a:lnTo>
                <a:lnTo>
                  <a:pt x="3247149" y="617934"/>
                </a:lnTo>
                <a:lnTo>
                  <a:pt x="3247730" y="617906"/>
                </a:lnTo>
                <a:lnTo>
                  <a:pt x="3250197" y="617992"/>
                </a:lnTo>
                <a:lnTo>
                  <a:pt x="3254550" y="618192"/>
                </a:lnTo>
                <a:lnTo>
                  <a:pt x="3256931" y="618230"/>
                </a:lnTo>
                <a:lnTo>
                  <a:pt x="3257340" y="618096"/>
                </a:lnTo>
                <a:lnTo>
                  <a:pt x="3259712" y="618087"/>
                </a:lnTo>
                <a:lnTo>
                  <a:pt x="3264037" y="618192"/>
                </a:lnTo>
                <a:lnTo>
                  <a:pt x="3266418" y="618087"/>
                </a:lnTo>
                <a:lnTo>
                  <a:pt x="3266856" y="617744"/>
                </a:lnTo>
                <a:lnTo>
                  <a:pt x="3269028" y="617525"/>
                </a:lnTo>
                <a:lnTo>
                  <a:pt x="3272923" y="617439"/>
                </a:lnTo>
                <a:lnTo>
                  <a:pt x="3275305" y="615858"/>
                </a:lnTo>
                <a:lnTo>
                  <a:pt x="3276171" y="612781"/>
                </a:lnTo>
                <a:lnTo>
                  <a:pt x="3277010" y="611238"/>
                </a:lnTo>
                <a:lnTo>
                  <a:pt x="3277829" y="611238"/>
                </a:lnTo>
                <a:lnTo>
                  <a:pt x="3278057" y="610829"/>
                </a:lnTo>
                <a:lnTo>
                  <a:pt x="3277695" y="610010"/>
                </a:lnTo>
                <a:lnTo>
                  <a:pt x="3279353" y="609286"/>
                </a:lnTo>
                <a:lnTo>
                  <a:pt x="3283020" y="608648"/>
                </a:lnTo>
                <a:close/>
                <a:moveTo>
                  <a:pt x="2199256" y="617763"/>
                </a:moveTo>
                <a:lnTo>
                  <a:pt x="2199932" y="617763"/>
                </a:lnTo>
                <a:lnTo>
                  <a:pt x="2202313" y="617772"/>
                </a:lnTo>
                <a:lnTo>
                  <a:pt x="2206400" y="617772"/>
                </a:lnTo>
                <a:lnTo>
                  <a:pt x="2208781" y="617772"/>
                </a:lnTo>
                <a:lnTo>
                  <a:pt x="2209457" y="617772"/>
                </a:lnTo>
                <a:lnTo>
                  <a:pt x="2211829" y="617763"/>
                </a:lnTo>
                <a:lnTo>
                  <a:pt x="2215877" y="617725"/>
                </a:lnTo>
                <a:lnTo>
                  <a:pt x="2218258" y="617706"/>
                </a:lnTo>
                <a:lnTo>
                  <a:pt x="2218973" y="617706"/>
                </a:lnTo>
                <a:lnTo>
                  <a:pt x="2221335" y="617687"/>
                </a:lnTo>
                <a:lnTo>
                  <a:pt x="2225354" y="617658"/>
                </a:lnTo>
                <a:lnTo>
                  <a:pt x="2227736" y="617639"/>
                </a:lnTo>
                <a:lnTo>
                  <a:pt x="2228479" y="617639"/>
                </a:lnTo>
                <a:lnTo>
                  <a:pt x="2230860" y="617639"/>
                </a:lnTo>
                <a:lnTo>
                  <a:pt x="2234879" y="617639"/>
                </a:lnTo>
                <a:lnTo>
                  <a:pt x="2237261" y="617639"/>
                </a:lnTo>
                <a:lnTo>
                  <a:pt x="2238004" y="617649"/>
                </a:lnTo>
                <a:lnTo>
                  <a:pt x="2240404" y="617668"/>
                </a:lnTo>
                <a:lnTo>
                  <a:pt x="2244461" y="617696"/>
                </a:lnTo>
                <a:lnTo>
                  <a:pt x="2246843" y="617715"/>
                </a:lnTo>
                <a:lnTo>
                  <a:pt x="2247548" y="617715"/>
                </a:lnTo>
                <a:lnTo>
                  <a:pt x="2249929" y="617715"/>
                </a:lnTo>
                <a:lnTo>
                  <a:pt x="2253986" y="617715"/>
                </a:lnTo>
                <a:lnTo>
                  <a:pt x="2256368" y="617725"/>
                </a:lnTo>
                <a:lnTo>
                  <a:pt x="2257073" y="617725"/>
                </a:lnTo>
                <a:lnTo>
                  <a:pt x="2259425" y="617696"/>
                </a:lnTo>
                <a:lnTo>
                  <a:pt x="2263426" y="617630"/>
                </a:lnTo>
                <a:lnTo>
                  <a:pt x="2265807" y="617601"/>
                </a:lnTo>
                <a:lnTo>
                  <a:pt x="2266569" y="617601"/>
                </a:lnTo>
                <a:lnTo>
                  <a:pt x="2268674" y="617982"/>
                </a:lnTo>
                <a:lnTo>
                  <a:pt x="2272113" y="618744"/>
                </a:lnTo>
                <a:lnTo>
                  <a:pt x="2274494" y="620106"/>
                </a:lnTo>
                <a:lnTo>
                  <a:pt x="2275818" y="622059"/>
                </a:lnTo>
                <a:lnTo>
                  <a:pt x="2277285" y="622868"/>
                </a:lnTo>
                <a:lnTo>
                  <a:pt x="2278894" y="622516"/>
                </a:lnTo>
                <a:lnTo>
                  <a:pt x="2281276" y="623611"/>
                </a:lnTo>
                <a:lnTo>
                  <a:pt x="2284428" y="626135"/>
                </a:lnTo>
                <a:lnTo>
                  <a:pt x="2286314" y="627707"/>
                </a:lnTo>
                <a:lnTo>
                  <a:pt x="2286953" y="628336"/>
                </a:lnTo>
                <a:lnTo>
                  <a:pt x="2288429" y="630117"/>
                </a:lnTo>
                <a:lnTo>
                  <a:pt x="2290724" y="633051"/>
                </a:lnTo>
                <a:lnTo>
                  <a:pt x="2291639" y="635432"/>
                </a:lnTo>
                <a:lnTo>
                  <a:pt x="2291163" y="637261"/>
                </a:lnTo>
                <a:lnTo>
                  <a:pt x="2292077" y="639023"/>
                </a:lnTo>
                <a:lnTo>
                  <a:pt x="2294372" y="640709"/>
                </a:lnTo>
                <a:lnTo>
                  <a:pt x="2295868" y="643090"/>
                </a:lnTo>
                <a:lnTo>
                  <a:pt x="2296544" y="646166"/>
                </a:lnTo>
                <a:lnTo>
                  <a:pt x="2296897" y="648043"/>
                </a:lnTo>
                <a:lnTo>
                  <a:pt x="2296906" y="648738"/>
                </a:lnTo>
                <a:lnTo>
                  <a:pt x="2296916" y="651119"/>
                </a:lnTo>
                <a:lnTo>
                  <a:pt x="2296916" y="655187"/>
                </a:lnTo>
                <a:lnTo>
                  <a:pt x="2296916" y="657568"/>
                </a:lnTo>
                <a:lnTo>
                  <a:pt x="2296916" y="658263"/>
                </a:lnTo>
                <a:lnTo>
                  <a:pt x="2296916" y="660644"/>
                </a:lnTo>
                <a:lnTo>
                  <a:pt x="2296916" y="664712"/>
                </a:lnTo>
                <a:lnTo>
                  <a:pt x="2296916" y="667102"/>
                </a:lnTo>
                <a:lnTo>
                  <a:pt x="2296916" y="667798"/>
                </a:lnTo>
                <a:lnTo>
                  <a:pt x="2296916" y="670179"/>
                </a:lnTo>
                <a:lnTo>
                  <a:pt x="2296916" y="674246"/>
                </a:lnTo>
                <a:lnTo>
                  <a:pt x="2296916" y="676618"/>
                </a:lnTo>
                <a:lnTo>
                  <a:pt x="2296916" y="677313"/>
                </a:lnTo>
                <a:lnTo>
                  <a:pt x="2296944" y="679694"/>
                </a:lnTo>
                <a:lnTo>
                  <a:pt x="2297011" y="683762"/>
                </a:lnTo>
                <a:lnTo>
                  <a:pt x="2297039" y="686181"/>
                </a:lnTo>
                <a:lnTo>
                  <a:pt x="2297039" y="686933"/>
                </a:lnTo>
                <a:lnTo>
                  <a:pt x="2297049" y="689315"/>
                </a:lnTo>
                <a:lnTo>
                  <a:pt x="2297087" y="693325"/>
                </a:lnTo>
                <a:lnTo>
                  <a:pt x="2297097" y="695716"/>
                </a:lnTo>
                <a:lnTo>
                  <a:pt x="2297087" y="696497"/>
                </a:lnTo>
                <a:lnTo>
                  <a:pt x="2297087" y="698878"/>
                </a:lnTo>
                <a:lnTo>
                  <a:pt x="2297087" y="702859"/>
                </a:lnTo>
                <a:lnTo>
                  <a:pt x="2297078" y="705241"/>
                </a:lnTo>
                <a:lnTo>
                  <a:pt x="2297078" y="706012"/>
                </a:lnTo>
                <a:lnTo>
                  <a:pt x="2297087" y="708393"/>
                </a:lnTo>
                <a:lnTo>
                  <a:pt x="2297116" y="712384"/>
                </a:lnTo>
                <a:lnTo>
                  <a:pt x="2297125" y="714775"/>
                </a:lnTo>
                <a:lnTo>
                  <a:pt x="2297125" y="715566"/>
                </a:lnTo>
                <a:lnTo>
                  <a:pt x="2297116" y="717947"/>
                </a:lnTo>
                <a:lnTo>
                  <a:pt x="2297116" y="721919"/>
                </a:lnTo>
                <a:lnTo>
                  <a:pt x="2297116" y="724300"/>
                </a:lnTo>
                <a:lnTo>
                  <a:pt x="2297116" y="725091"/>
                </a:lnTo>
                <a:lnTo>
                  <a:pt x="2297116" y="727472"/>
                </a:lnTo>
                <a:lnTo>
                  <a:pt x="2297116" y="731444"/>
                </a:lnTo>
                <a:lnTo>
                  <a:pt x="2297116" y="733825"/>
                </a:lnTo>
                <a:lnTo>
                  <a:pt x="2297116" y="734616"/>
                </a:lnTo>
                <a:lnTo>
                  <a:pt x="2297116" y="736997"/>
                </a:lnTo>
                <a:lnTo>
                  <a:pt x="2297116" y="740969"/>
                </a:lnTo>
                <a:lnTo>
                  <a:pt x="2297116" y="743350"/>
                </a:lnTo>
                <a:lnTo>
                  <a:pt x="2297116" y="744141"/>
                </a:lnTo>
                <a:lnTo>
                  <a:pt x="2297097" y="746522"/>
                </a:lnTo>
                <a:lnTo>
                  <a:pt x="2297068" y="750494"/>
                </a:lnTo>
                <a:lnTo>
                  <a:pt x="2297049" y="752856"/>
                </a:lnTo>
                <a:lnTo>
                  <a:pt x="2297049" y="753618"/>
                </a:lnTo>
                <a:lnTo>
                  <a:pt x="2297068" y="755999"/>
                </a:lnTo>
                <a:lnTo>
                  <a:pt x="2297097" y="760000"/>
                </a:lnTo>
                <a:lnTo>
                  <a:pt x="2297116" y="762400"/>
                </a:lnTo>
                <a:lnTo>
                  <a:pt x="2297116" y="763191"/>
                </a:lnTo>
                <a:lnTo>
                  <a:pt x="2297116" y="765572"/>
                </a:lnTo>
                <a:lnTo>
                  <a:pt x="2297116" y="769544"/>
                </a:lnTo>
                <a:lnTo>
                  <a:pt x="2297116" y="771925"/>
                </a:lnTo>
                <a:lnTo>
                  <a:pt x="2297116" y="772716"/>
                </a:lnTo>
                <a:lnTo>
                  <a:pt x="2297097" y="775097"/>
                </a:lnTo>
                <a:lnTo>
                  <a:pt x="2297068" y="779069"/>
                </a:lnTo>
                <a:lnTo>
                  <a:pt x="2297049" y="781431"/>
                </a:lnTo>
                <a:lnTo>
                  <a:pt x="2297049" y="782193"/>
                </a:lnTo>
                <a:lnTo>
                  <a:pt x="2297030" y="784574"/>
                </a:lnTo>
                <a:lnTo>
                  <a:pt x="2297001" y="788575"/>
                </a:lnTo>
                <a:lnTo>
                  <a:pt x="2296992" y="790946"/>
                </a:lnTo>
                <a:lnTo>
                  <a:pt x="2296992" y="791680"/>
                </a:lnTo>
                <a:lnTo>
                  <a:pt x="2296982" y="794061"/>
                </a:lnTo>
                <a:lnTo>
                  <a:pt x="2296944" y="798090"/>
                </a:lnTo>
                <a:lnTo>
                  <a:pt x="2296935" y="800452"/>
                </a:lnTo>
                <a:lnTo>
                  <a:pt x="2296935" y="801167"/>
                </a:lnTo>
                <a:lnTo>
                  <a:pt x="2296963" y="803548"/>
                </a:lnTo>
                <a:lnTo>
                  <a:pt x="2296992" y="807596"/>
                </a:lnTo>
                <a:lnTo>
                  <a:pt x="2297011" y="809996"/>
                </a:lnTo>
                <a:lnTo>
                  <a:pt x="2297020" y="810749"/>
                </a:lnTo>
                <a:lnTo>
                  <a:pt x="2297001" y="813130"/>
                </a:lnTo>
                <a:lnTo>
                  <a:pt x="2296973" y="817140"/>
                </a:lnTo>
                <a:lnTo>
                  <a:pt x="2296954" y="819512"/>
                </a:lnTo>
                <a:lnTo>
                  <a:pt x="2296963" y="820226"/>
                </a:lnTo>
                <a:lnTo>
                  <a:pt x="2296944" y="822608"/>
                </a:lnTo>
                <a:lnTo>
                  <a:pt x="2296906" y="826656"/>
                </a:lnTo>
                <a:lnTo>
                  <a:pt x="2296897" y="829018"/>
                </a:lnTo>
                <a:lnTo>
                  <a:pt x="2296897" y="829704"/>
                </a:lnTo>
                <a:lnTo>
                  <a:pt x="2296906" y="832085"/>
                </a:lnTo>
                <a:lnTo>
                  <a:pt x="2296944" y="836162"/>
                </a:lnTo>
                <a:lnTo>
                  <a:pt x="2296963" y="838562"/>
                </a:lnTo>
                <a:lnTo>
                  <a:pt x="2296963" y="839276"/>
                </a:lnTo>
                <a:lnTo>
                  <a:pt x="2296954" y="841658"/>
                </a:lnTo>
                <a:lnTo>
                  <a:pt x="2296954" y="845706"/>
                </a:lnTo>
                <a:lnTo>
                  <a:pt x="2296954" y="848077"/>
                </a:lnTo>
                <a:lnTo>
                  <a:pt x="2296954" y="848801"/>
                </a:lnTo>
                <a:lnTo>
                  <a:pt x="2296954" y="851183"/>
                </a:lnTo>
                <a:lnTo>
                  <a:pt x="2296954" y="855221"/>
                </a:lnTo>
                <a:lnTo>
                  <a:pt x="2296954" y="857602"/>
                </a:lnTo>
                <a:lnTo>
                  <a:pt x="2296944" y="858317"/>
                </a:lnTo>
                <a:lnTo>
                  <a:pt x="2296963" y="860698"/>
                </a:lnTo>
                <a:lnTo>
                  <a:pt x="2296992" y="864746"/>
                </a:lnTo>
                <a:lnTo>
                  <a:pt x="2297011" y="867146"/>
                </a:lnTo>
                <a:lnTo>
                  <a:pt x="2297011" y="867889"/>
                </a:lnTo>
                <a:lnTo>
                  <a:pt x="2296992" y="870271"/>
                </a:lnTo>
                <a:lnTo>
                  <a:pt x="2296963" y="874290"/>
                </a:lnTo>
                <a:lnTo>
                  <a:pt x="2296944" y="876652"/>
                </a:lnTo>
                <a:lnTo>
                  <a:pt x="2296935" y="877357"/>
                </a:lnTo>
                <a:lnTo>
                  <a:pt x="2296963" y="879739"/>
                </a:lnTo>
                <a:lnTo>
                  <a:pt x="2297030" y="883796"/>
                </a:lnTo>
                <a:lnTo>
                  <a:pt x="2297068" y="886206"/>
                </a:lnTo>
                <a:lnTo>
                  <a:pt x="2297059" y="886978"/>
                </a:lnTo>
                <a:lnTo>
                  <a:pt x="2297049" y="889359"/>
                </a:lnTo>
                <a:lnTo>
                  <a:pt x="2297011" y="893350"/>
                </a:lnTo>
                <a:lnTo>
                  <a:pt x="2296992" y="895712"/>
                </a:lnTo>
                <a:lnTo>
                  <a:pt x="2296992" y="896445"/>
                </a:lnTo>
                <a:lnTo>
                  <a:pt x="2296973" y="898827"/>
                </a:lnTo>
                <a:lnTo>
                  <a:pt x="2296935" y="902856"/>
                </a:lnTo>
                <a:lnTo>
                  <a:pt x="2296925" y="905227"/>
                </a:lnTo>
                <a:lnTo>
                  <a:pt x="2296925" y="905923"/>
                </a:lnTo>
                <a:lnTo>
                  <a:pt x="2296925" y="908304"/>
                </a:lnTo>
                <a:lnTo>
                  <a:pt x="2296925" y="912371"/>
                </a:lnTo>
                <a:lnTo>
                  <a:pt x="2296925" y="914752"/>
                </a:lnTo>
                <a:lnTo>
                  <a:pt x="2296925" y="915448"/>
                </a:lnTo>
                <a:lnTo>
                  <a:pt x="2296944" y="917829"/>
                </a:lnTo>
                <a:lnTo>
                  <a:pt x="2296973" y="921896"/>
                </a:lnTo>
                <a:lnTo>
                  <a:pt x="2296992" y="924296"/>
                </a:lnTo>
                <a:lnTo>
                  <a:pt x="2296992" y="925030"/>
                </a:lnTo>
                <a:lnTo>
                  <a:pt x="2296992" y="927411"/>
                </a:lnTo>
                <a:lnTo>
                  <a:pt x="2296992" y="931440"/>
                </a:lnTo>
                <a:lnTo>
                  <a:pt x="2296992" y="933821"/>
                </a:lnTo>
                <a:lnTo>
                  <a:pt x="2296992" y="934555"/>
                </a:lnTo>
                <a:lnTo>
                  <a:pt x="2296982" y="936936"/>
                </a:lnTo>
                <a:lnTo>
                  <a:pt x="2296944" y="940965"/>
                </a:lnTo>
                <a:lnTo>
                  <a:pt x="2296935" y="943327"/>
                </a:lnTo>
                <a:lnTo>
                  <a:pt x="2296935" y="944032"/>
                </a:lnTo>
                <a:lnTo>
                  <a:pt x="2296935" y="946414"/>
                </a:lnTo>
                <a:lnTo>
                  <a:pt x="2296935" y="950471"/>
                </a:lnTo>
                <a:lnTo>
                  <a:pt x="2296944" y="952852"/>
                </a:lnTo>
                <a:lnTo>
                  <a:pt x="2296954" y="953576"/>
                </a:lnTo>
                <a:lnTo>
                  <a:pt x="2296954" y="955958"/>
                </a:lnTo>
                <a:lnTo>
                  <a:pt x="2296954" y="959996"/>
                </a:lnTo>
                <a:lnTo>
                  <a:pt x="2296954" y="962387"/>
                </a:lnTo>
                <a:lnTo>
                  <a:pt x="2296954" y="963101"/>
                </a:lnTo>
                <a:lnTo>
                  <a:pt x="2296954" y="965483"/>
                </a:lnTo>
                <a:lnTo>
                  <a:pt x="2296954" y="969531"/>
                </a:lnTo>
                <a:lnTo>
                  <a:pt x="2296954" y="971912"/>
                </a:lnTo>
                <a:lnTo>
                  <a:pt x="2296954" y="972626"/>
                </a:lnTo>
                <a:lnTo>
                  <a:pt x="2296973" y="975008"/>
                </a:lnTo>
                <a:lnTo>
                  <a:pt x="2297011" y="979056"/>
                </a:lnTo>
                <a:lnTo>
                  <a:pt x="2297020" y="981446"/>
                </a:lnTo>
                <a:lnTo>
                  <a:pt x="2297020" y="982199"/>
                </a:lnTo>
                <a:lnTo>
                  <a:pt x="2297011" y="984580"/>
                </a:lnTo>
                <a:lnTo>
                  <a:pt x="2296973" y="988590"/>
                </a:lnTo>
                <a:lnTo>
                  <a:pt x="2296954" y="990962"/>
                </a:lnTo>
                <a:lnTo>
                  <a:pt x="2296954" y="991676"/>
                </a:lnTo>
                <a:lnTo>
                  <a:pt x="2296954" y="994058"/>
                </a:lnTo>
                <a:lnTo>
                  <a:pt x="2296954" y="998106"/>
                </a:lnTo>
                <a:lnTo>
                  <a:pt x="2296954" y="1000477"/>
                </a:lnTo>
                <a:lnTo>
                  <a:pt x="2296954" y="1001201"/>
                </a:lnTo>
                <a:lnTo>
                  <a:pt x="2296954" y="1003583"/>
                </a:lnTo>
                <a:lnTo>
                  <a:pt x="2296954" y="1007621"/>
                </a:lnTo>
                <a:lnTo>
                  <a:pt x="2296954" y="1010002"/>
                </a:lnTo>
                <a:lnTo>
                  <a:pt x="2296944" y="1010717"/>
                </a:lnTo>
                <a:lnTo>
                  <a:pt x="2296963" y="1013098"/>
                </a:lnTo>
                <a:lnTo>
                  <a:pt x="2296992" y="1017146"/>
                </a:lnTo>
                <a:lnTo>
                  <a:pt x="2297011" y="1019546"/>
                </a:lnTo>
                <a:lnTo>
                  <a:pt x="2297001" y="1020280"/>
                </a:lnTo>
                <a:lnTo>
                  <a:pt x="2297020" y="1022661"/>
                </a:lnTo>
                <a:lnTo>
                  <a:pt x="2297049" y="1026690"/>
                </a:lnTo>
                <a:lnTo>
                  <a:pt x="2297059" y="1029081"/>
                </a:lnTo>
                <a:lnTo>
                  <a:pt x="2297059" y="1029843"/>
                </a:lnTo>
                <a:lnTo>
                  <a:pt x="2297068" y="1032224"/>
                </a:lnTo>
                <a:lnTo>
                  <a:pt x="2297097" y="1036225"/>
                </a:lnTo>
                <a:lnTo>
                  <a:pt x="2297116" y="1038625"/>
                </a:lnTo>
                <a:lnTo>
                  <a:pt x="2297116" y="1039416"/>
                </a:lnTo>
                <a:lnTo>
                  <a:pt x="2297097" y="1041797"/>
                </a:lnTo>
                <a:lnTo>
                  <a:pt x="2297068" y="1045769"/>
                </a:lnTo>
                <a:lnTo>
                  <a:pt x="2297049" y="1048131"/>
                </a:lnTo>
                <a:lnTo>
                  <a:pt x="2297049" y="1048893"/>
                </a:lnTo>
                <a:lnTo>
                  <a:pt x="2297049" y="1051274"/>
                </a:lnTo>
                <a:lnTo>
                  <a:pt x="2297049" y="1055275"/>
                </a:lnTo>
                <a:lnTo>
                  <a:pt x="2297049" y="1057656"/>
                </a:lnTo>
                <a:lnTo>
                  <a:pt x="2297049" y="1058418"/>
                </a:lnTo>
                <a:lnTo>
                  <a:pt x="2297049" y="1060799"/>
                </a:lnTo>
                <a:lnTo>
                  <a:pt x="2297049" y="1064800"/>
                </a:lnTo>
                <a:lnTo>
                  <a:pt x="2297049" y="1067181"/>
                </a:lnTo>
                <a:lnTo>
                  <a:pt x="2297049" y="1067943"/>
                </a:lnTo>
                <a:lnTo>
                  <a:pt x="2297049" y="1070324"/>
                </a:lnTo>
                <a:lnTo>
                  <a:pt x="2297049" y="1074325"/>
                </a:lnTo>
                <a:lnTo>
                  <a:pt x="2297049" y="1076706"/>
                </a:lnTo>
                <a:lnTo>
                  <a:pt x="2297049" y="1077468"/>
                </a:lnTo>
                <a:lnTo>
                  <a:pt x="2297030" y="1079849"/>
                </a:lnTo>
                <a:lnTo>
                  <a:pt x="2297001" y="1083850"/>
                </a:lnTo>
                <a:lnTo>
                  <a:pt x="2296982" y="1086221"/>
                </a:lnTo>
                <a:lnTo>
                  <a:pt x="2296992" y="1086955"/>
                </a:lnTo>
                <a:lnTo>
                  <a:pt x="2297011" y="1089336"/>
                </a:lnTo>
                <a:lnTo>
                  <a:pt x="2297039" y="1093365"/>
                </a:lnTo>
                <a:lnTo>
                  <a:pt x="2297059" y="1095766"/>
                </a:lnTo>
                <a:lnTo>
                  <a:pt x="2297068" y="1096537"/>
                </a:lnTo>
                <a:lnTo>
                  <a:pt x="2297059" y="1098918"/>
                </a:lnTo>
                <a:lnTo>
                  <a:pt x="2297020" y="1102909"/>
                </a:lnTo>
                <a:lnTo>
                  <a:pt x="2297011" y="1105271"/>
                </a:lnTo>
                <a:lnTo>
                  <a:pt x="2297020" y="1106024"/>
                </a:lnTo>
                <a:lnTo>
                  <a:pt x="2297011" y="1108405"/>
                </a:lnTo>
                <a:lnTo>
                  <a:pt x="2296982" y="1112415"/>
                </a:lnTo>
                <a:lnTo>
                  <a:pt x="2296963" y="1114787"/>
                </a:lnTo>
                <a:lnTo>
                  <a:pt x="2296963" y="1115511"/>
                </a:lnTo>
                <a:lnTo>
                  <a:pt x="2296954" y="1117892"/>
                </a:lnTo>
                <a:lnTo>
                  <a:pt x="2296916" y="1121931"/>
                </a:lnTo>
                <a:lnTo>
                  <a:pt x="2296906" y="1124293"/>
                </a:lnTo>
                <a:lnTo>
                  <a:pt x="2296906" y="1124988"/>
                </a:lnTo>
                <a:lnTo>
                  <a:pt x="2296944" y="1127369"/>
                </a:lnTo>
                <a:lnTo>
                  <a:pt x="2297011" y="1131437"/>
                </a:lnTo>
                <a:lnTo>
                  <a:pt x="2297049" y="1133856"/>
                </a:lnTo>
                <a:lnTo>
                  <a:pt x="2297049" y="1134618"/>
                </a:lnTo>
                <a:lnTo>
                  <a:pt x="2297049" y="1136999"/>
                </a:lnTo>
                <a:lnTo>
                  <a:pt x="2297049" y="1141000"/>
                </a:lnTo>
                <a:lnTo>
                  <a:pt x="2297049" y="1143381"/>
                </a:lnTo>
                <a:lnTo>
                  <a:pt x="2297059" y="1144153"/>
                </a:lnTo>
                <a:lnTo>
                  <a:pt x="2297059" y="1146534"/>
                </a:lnTo>
                <a:lnTo>
                  <a:pt x="2297059" y="1150525"/>
                </a:lnTo>
                <a:lnTo>
                  <a:pt x="2297059" y="1152906"/>
                </a:lnTo>
                <a:lnTo>
                  <a:pt x="2297059" y="1153668"/>
                </a:lnTo>
                <a:lnTo>
                  <a:pt x="2297059" y="1156049"/>
                </a:lnTo>
                <a:lnTo>
                  <a:pt x="2297059" y="1160050"/>
                </a:lnTo>
                <a:lnTo>
                  <a:pt x="2297049" y="1162431"/>
                </a:lnTo>
                <a:lnTo>
                  <a:pt x="2297039" y="1163183"/>
                </a:lnTo>
                <a:lnTo>
                  <a:pt x="2297059" y="1165565"/>
                </a:lnTo>
                <a:lnTo>
                  <a:pt x="2297087" y="1169575"/>
                </a:lnTo>
                <a:lnTo>
                  <a:pt x="2297106" y="1171975"/>
                </a:lnTo>
                <a:lnTo>
                  <a:pt x="2297106" y="1172766"/>
                </a:lnTo>
                <a:lnTo>
                  <a:pt x="2296716" y="1173537"/>
                </a:lnTo>
                <a:lnTo>
                  <a:pt x="2295925" y="1174290"/>
                </a:lnTo>
                <a:lnTo>
                  <a:pt x="2293639" y="1174385"/>
                </a:lnTo>
                <a:lnTo>
                  <a:pt x="2289877" y="1173842"/>
                </a:lnTo>
                <a:lnTo>
                  <a:pt x="2287915" y="1175452"/>
                </a:lnTo>
                <a:lnTo>
                  <a:pt x="2287762" y="1179214"/>
                </a:lnTo>
                <a:lnTo>
                  <a:pt x="2287467" y="1181291"/>
                </a:lnTo>
                <a:lnTo>
                  <a:pt x="2287010" y="1181681"/>
                </a:lnTo>
                <a:lnTo>
                  <a:pt x="2286581" y="1182062"/>
                </a:lnTo>
                <a:lnTo>
                  <a:pt x="2286191" y="1182434"/>
                </a:lnTo>
                <a:lnTo>
                  <a:pt x="2284038" y="1182653"/>
                </a:lnTo>
                <a:lnTo>
                  <a:pt x="2280104" y="1182729"/>
                </a:lnTo>
                <a:lnTo>
                  <a:pt x="2278266" y="1184729"/>
                </a:lnTo>
                <a:lnTo>
                  <a:pt x="2278523" y="1188663"/>
                </a:lnTo>
                <a:lnTo>
                  <a:pt x="2278390" y="1190911"/>
                </a:lnTo>
                <a:lnTo>
                  <a:pt x="2277885" y="1191492"/>
                </a:lnTo>
                <a:lnTo>
                  <a:pt x="2277342" y="1191778"/>
                </a:lnTo>
                <a:lnTo>
                  <a:pt x="2276761" y="1191778"/>
                </a:lnTo>
                <a:lnTo>
                  <a:pt x="2274380" y="1191778"/>
                </a:lnTo>
                <a:lnTo>
                  <a:pt x="2270198" y="1191778"/>
                </a:lnTo>
                <a:lnTo>
                  <a:pt x="2267817" y="1191778"/>
                </a:lnTo>
                <a:lnTo>
                  <a:pt x="2267236" y="1191787"/>
                </a:lnTo>
                <a:lnTo>
                  <a:pt x="2264788" y="1191711"/>
                </a:lnTo>
                <a:lnTo>
                  <a:pt x="2260454" y="1191558"/>
                </a:lnTo>
                <a:lnTo>
                  <a:pt x="2258073" y="1191482"/>
                </a:lnTo>
                <a:lnTo>
                  <a:pt x="2257644" y="1191482"/>
                </a:lnTo>
                <a:lnTo>
                  <a:pt x="2255244" y="1191463"/>
                </a:lnTo>
                <a:lnTo>
                  <a:pt x="2250872" y="1191425"/>
                </a:lnTo>
                <a:lnTo>
                  <a:pt x="2248491" y="1191406"/>
                </a:lnTo>
                <a:lnTo>
                  <a:pt x="2248100" y="1191406"/>
                </a:lnTo>
                <a:lnTo>
                  <a:pt x="2245719" y="1191416"/>
                </a:lnTo>
                <a:lnTo>
                  <a:pt x="2241347" y="1191416"/>
                </a:lnTo>
                <a:lnTo>
                  <a:pt x="2238966" y="1191416"/>
                </a:lnTo>
                <a:lnTo>
                  <a:pt x="2238575" y="1191416"/>
                </a:lnTo>
                <a:lnTo>
                  <a:pt x="2236175" y="1191387"/>
                </a:lnTo>
                <a:lnTo>
                  <a:pt x="2231765" y="1191349"/>
                </a:lnTo>
                <a:lnTo>
                  <a:pt x="2229383" y="1191330"/>
                </a:lnTo>
                <a:lnTo>
                  <a:pt x="2229031" y="1191330"/>
                </a:lnTo>
                <a:lnTo>
                  <a:pt x="2226688" y="1191377"/>
                </a:lnTo>
                <a:lnTo>
                  <a:pt x="2222363" y="1191454"/>
                </a:lnTo>
                <a:lnTo>
                  <a:pt x="2219982" y="1191501"/>
                </a:lnTo>
                <a:lnTo>
                  <a:pt x="2219544" y="1191501"/>
                </a:lnTo>
                <a:lnTo>
                  <a:pt x="2217239" y="1191578"/>
                </a:lnTo>
                <a:lnTo>
                  <a:pt x="2213067" y="1191730"/>
                </a:lnTo>
                <a:lnTo>
                  <a:pt x="2210686" y="1191806"/>
                </a:lnTo>
                <a:lnTo>
                  <a:pt x="2210095" y="1191797"/>
                </a:lnTo>
                <a:lnTo>
                  <a:pt x="2208705" y="1191501"/>
                </a:lnTo>
                <a:lnTo>
                  <a:pt x="2206504" y="1190920"/>
                </a:lnTo>
                <a:lnTo>
                  <a:pt x="2204123" y="1189253"/>
                </a:lnTo>
                <a:lnTo>
                  <a:pt x="2201561" y="1186510"/>
                </a:lnTo>
                <a:lnTo>
                  <a:pt x="2199704" y="1184129"/>
                </a:lnTo>
                <a:lnTo>
                  <a:pt x="2198551" y="1182110"/>
                </a:lnTo>
                <a:lnTo>
                  <a:pt x="2196170" y="1179519"/>
                </a:lnTo>
                <a:lnTo>
                  <a:pt x="2192560" y="1176347"/>
                </a:lnTo>
                <a:lnTo>
                  <a:pt x="2190379" y="1173966"/>
                </a:lnTo>
                <a:lnTo>
                  <a:pt x="2189626" y="1172375"/>
                </a:lnTo>
                <a:lnTo>
                  <a:pt x="2189255" y="1171204"/>
                </a:lnTo>
                <a:lnTo>
                  <a:pt x="2189264" y="1170461"/>
                </a:lnTo>
                <a:lnTo>
                  <a:pt x="2189293" y="1168079"/>
                </a:lnTo>
                <a:lnTo>
                  <a:pt x="2189359" y="1164060"/>
                </a:lnTo>
                <a:lnTo>
                  <a:pt x="2189397" y="1161717"/>
                </a:lnTo>
                <a:lnTo>
                  <a:pt x="2189407" y="1161040"/>
                </a:lnTo>
                <a:lnTo>
                  <a:pt x="2189369" y="1158659"/>
                </a:lnTo>
                <a:lnTo>
                  <a:pt x="2189302" y="1154573"/>
                </a:lnTo>
                <a:lnTo>
                  <a:pt x="2189274" y="1152154"/>
                </a:lnTo>
                <a:lnTo>
                  <a:pt x="2189274" y="1151420"/>
                </a:lnTo>
                <a:lnTo>
                  <a:pt x="2189283" y="1149039"/>
                </a:lnTo>
                <a:lnTo>
                  <a:pt x="2189283" y="1145010"/>
                </a:lnTo>
                <a:lnTo>
                  <a:pt x="2189283" y="1142629"/>
                </a:lnTo>
                <a:lnTo>
                  <a:pt x="2189283" y="1141895"/>
                </a:lnTo>
                <a:lnTo>
                  <a:pt x="2189283" y="1139514"/>
                </a:lnTo>
                <a:lnTo>
                  <a:pt x="2189283" y="1135485"/>
                </a:lnTo>
                <a:lnTo>
                  <a:pt x="2189283" y="1133104"/>
                </a:lnTo>
                <a:lnTo>
                  <a:pt x="2189283" y="1132370"/>
                </a:lnTo>
                <a:lnTo>
                  <a:pt x="2189312" y="1129989"/>
                </a:lnTo>
                <a:lnTo>
                  <a:pt x="2189378" y="1125960"/>
                </a:lnTo>
                <a:lnTo>
                  <a:pt x="2189417" y="1123617"/>
                </a:lnTo>
                <a:lnTo>
                  <a:pt x="2189417" y="1122950"/>
                </a:lnTo>
                <a:lnTo>
                  <a:pt x="2189407" y="1120569"/>
                </a:lnTo>
                <a:lnTo>
                  <a:pt x="2189369" y="1116473"/>
                </a:lnTo>
                <a:lnTo>
                  <a:pt x="2189359" y="1114073"/>
                </a:lnTo>
                <a:lnTo>
                  <a:pt x="2189359" y="1113377"/>
                </a:lnTo>
                <a:lnTo>
                  <a:pt x="2189359" y="1110996"/>
                </a:lnTo>
                <a:lnTo>
                  <a:pt x="2189359" y="1106929"/>
                </a:lnTo>
                <a:lnTo>
                  <a:pt x="2189359" y="1104548"/>
                </a:lnTo>
                <a:lnTo>
                  <a:pt x="2189359" y="1103852"/>
                </a:lnTo>
                <a:lnTo>
                  <a:pt x="2189359" y="1101471"/>
                </a:lnTo>
                <a:lnTo>
                  <a:pt x="2189359" y="1097404"/>
                </a:lnTo>
                <a:lnTo>
                  <a:pt x="2189359" y="1095023"/>
                </a:lnTo>
                <a:lnTo>
                  <a:pt x="2189359" y="1094327"/>
                </a:lnTo>
                <a:lnTo>
                  <a:pt x="2189359" y="1091946"/>
                </a:lnTo>
                <a:lnTo>
                  <a:pt x="2189359" y="1087879"/>
                </a:lnTo>
                <a:lnTo>
                  <a:pt x="2189359" y="1085498"/>
                </a:lnTo>
                <a:lnTo>
                  <a:pt x="2189359" y="1084802"/>
                </a:lnTo>
                <a:lnTo>
                  <a:pt x="2189359" y="1082421"/>
                </a:lnTo>
                <a:lnTo>
                  <a:pt x="2189359" y="1078354"/>
                </a:lnTo>
                <a:lnTo>
                  <a:pt x="2189359" y="1075973"/>
                </a:lnTo>
                <a:lnTo>
                  <a:pt x="2189350" y="1075277"/>
                </a:lnTo>
                <a:lnTo>
                  <a:pt x="2189350" y="1072896"/>
                </a:lnTo>
                <a:lnTo>
                  <a:pt x="2189350" y="1068829"/>
                </a:lnTo>
                <a:lnTo>
                  <a:pt x="2189350" y="1066448"/>
                </a:lnTo>
                <a:lnTo>
                  <a:pt x="2189350" y="1065752"/>
                </a:lnTo>
                <a:lnTo>
                  <a:pt x="2189369" y="1063371"/>
                </a:lnTo>
                <a:lnTo>
                  <a:pt x="2189397" y="1059304"/>
                </a:lnTo>
                <a:lnTo>
                  <a:pt x="2189417" y="1056942"/>
                </a:lnTo>
                <a:lnTo>
                  <a:pt x="2189407" y="1056265"/>
                </a:lnTo>
                <a:lnTo>
                  <a:pt x="2189407" y="1053884"/>
                </a:lnTo>
                <a:lnTo>
                  <a:pt x="2189407" y="1049798"/>
                </a:lnTo>
                <a:lnTo>
                  <a:pt x="2189407" y="1047407"/>
                </a:lnTo>
                <a:lnTo>
                  <a:pt x="2189397" y="1046731"/>
                </a:lnTo>
                <a:lnTo>
                  <a:pt x="2189417" y="1044350"/>
                </a:lnTo>
                <a:lnTo>
                  <a:pt x="2189445" y="1040263"/>
                </a:lnTo>
                <a:lnTo>
                  <a:pt x="2189464" y="1037901"/>
                </a:lnTo>
                <a:lnTo>
                  <a:pt x="2189455" y="1037253"/>
                </a:lnTo>
                <a:lnTo>
                  <a:pt x="2189436" y="1034872"/>
                </a:lnTo>
                <a:lnTo>
                  <a:pt x="2189407" y="1030757"/>
                </a:lnTo>
                <a:lnTo>
                  <a:pt x="2189388" y="1028357"/>
                </a:lnTo>
                <a:lnTo>
                  <a:pt x="2189378" y="1027671"/>
                </a:lnTo>
                <a:lnTo>
                  <a:pt x="2189397" y="1025290"/>
                </a:lnTo>
                <a:lnTo>
                  <a:pt x="2189436" y="1021213"/>
                </a:lnTo>
                <a:lnTo>
                  <a:pt x="2189455" y="1018851"/>
                </a:lnTo>
                <a:lnTo>
                  <a:pt x="2189455" y="1018203"/>
                </a:lnTo>
                <a:lnTo>
                  <a:pt x="2189436" y="1015822"/>
                </a:lnTo>
                <a:lnTo>
                  <a:pt x="2189397" y="1011707"/>
                </a:lnTo>
                <a:lnTo>
                  <a:pt x="2189378" y="1009307"/>
                </a:lnTo>
                <a:lnTo>
                  <a:pt x="2189378" y="1008621"/>
                </a:lnTo>
                <a:lnTo>
                  <a:pt x="2189397" y="1006240"/>
                </a:lnTo>
                <a:lnTo>
                  <a:pt x="2189436" y="1002163"/>
                </a:lnTo>
                <a:lnTo>
                  <a:pt x="2189455" y="999801"/>
                </a:lnTo>
                <a:lnTo>
                  <a:pt x="2189455" y="999153"/>
                </a:lnTo>
                <a:lnTo>
                  <a:pt x="2189455" y="996772"/>
                </a:lnTo>
                <a:lnTo>
                  <a:pt x="2189455" y="992657"/>
                </a:lnTo>
                <a:lnTo>
                  <a:pt x="2189455" y="990276"/>
                </a:lnTo>
                <a:lnTo>
                  <a:pt x="2189455" y="989628"/>
                </a:lnTo>
                <a:lnTo>
                  <a:pt x="2189464" y="987247"/>
                </a:lnTo>
                <a:lnTo>
                  <a:pt x="2189502" y="983132"/>
                </a:lnTo>
                <a:lnTo>
                  <a:pt x="2189521" y="980770"/>
                </a:lnTo>
                <a:lnTo>
                  <a:pt x="2189531" y="980161"/>
                </a:lnTo>
                <a:lnTo>
                  <a:pt x="2189531" y="977779"/>
                </a:lnTo>
                <a:lnTo>
                  <a:pt x="2189531" y="973626"/>
                </a:lnTo>
                <a:lnTo>
                  <a:pt x="2189531" y="971245"/>
                </a:lnTo>
                <a:lnTo>
                  <a:pt x="2189540" y="970645"/>
                </a:lnTo>
                <a:lnTo>
                  <a:pt x="2189521" y="968264"/>
                </a:lnTo>
                <a:lnTo>
                  <a:pt x="2189483" y="964101"/>
                </a:lnTo>
                <a:lnTo>
                  <a:pt x="2189474" y="961701"/>
                </a:lnTo>
                <a:lnTo>
                  <a:pt x="2189474" y="961063"/>
                </a:lnTo>
                <a:lnTo>
                  <a:pt x="2189455" y="958682"/>
                </a:lnTo>
                <a:lnTo>
                  <a:pt x="2189426" y="954557"/>
                </a:lnTo>
                <a:lnTo>
                  <a:pt x="2189407" y="952167"/>
                </a:lnTo>
                <a:lnTo>
                  <a:pt x="2189407" y="951490"/>
                </a:lnTo>
                <a:lnTo>
                  <a:pt x="2189407" y="949109"/>
                </a:lnTo>
                <a:lnTo>
                  <a:pt x="2189407" y="945023"/>
                </a:lnTo>
                <a:lnTo>
                  <a:pt x="2189407" y="942642"/>
                </a:lnTo>
                <a:lnTo>
                  <a:pt x="2189407" y="941965"/>
                </a:lnTo>
                <a:lnTo>
                  <a:pt x="2189407" y="939584"/>
                </a:lnTo>
                <a:lnTo>
                  <a:pt x="2189407" y="935498"/>
                </a:lnTo>
                <a:lnTo>
                  <a:pt x="2189407" y="933117"/>
                </a:lnTo>
                <a:lnTo>
                  <a:pt x="2189407" y="932440"/>
                </a:lnTo>
                <a:lnTo>
                  <a:pt x="2189407" y="930059"/>
                </a:lnTo>
                <a:lnTo>
                  <a:pt x="2189407" y="925973"/>
                </a:lnTo>
                <a:lnTo>
                  <a:pt x="2189407" y="923592"/>
                </a:lnTo>
                <a:lnTo>
                  <a:pt x="2189407" y="922915"/>
                </a:lnTo>
                <a:lnTo>
                  <a:pt x="2189388" y="920534"/>
                </a:lnTo>
                <a:lnTo>
                  <a:pt x="2189350" y="916448"/>
                </a:lnTo>
                <a:lnTo>
                  <a:pt x="2189340" y="914048"/>
                </a:lnTo>
                <a:lnTo>
                  <a:pt x="2189331" y="913333"/>
                </a:lnTo>
                <a:lnTo>
                  <a:pt x="2189350" y="910952"/>
                </a:lnTo>
                <a:lnTo>
                  <a:pt x="2189388" y="906904"/>
                </a:lnTo>
                <a:lnTo>
                  <a:pt x="2189397" y="904532"/>
                </a:lnTo>
                <a:lnTo>
                  <a:pt x="2189388" y="903856"/>
                </a:lnTo>
                <a:lnTo>
                  <a:pt x="2189388" y="901475"/>
                </a:lnTo>
                <a:lnTo>
                  <a:pt x="2189388" y="897388"/>
                </a:lnTo>
                <a:lnTo>
                  <a:pt x="2189388" y="895007"/>
                </a:lnTo>
                <a:lnTo>
                  <a:pt x="2189388" y="894331"/>
                </a:lnTo>
                <a:lnTo>
                  <a:pt x="2189407" y="891950"/>
                </a:lnTo>
                <a:lnTo>
                  <a:pt x="2189436" y="887863"/>
                </a:lnTo>
                <a:lnTo>
                  <a:pt x="2189455" y="885501"/>
                </a:lnTo>
                <a:lnTo>
                  <a:pt x="2189455" y="884853"/>
                </a:lnTo>
                <a:lnTo>
                  <a:pt x="2189455" y="882472"/>
                </a:lnTo>
                <a:lnTo>
                  <a:pt x="2189455" y="878357"/>
                </a:lnTo>
                <a:lnTo>
                  <a:pt x="2189455" y="875976"/>
                </a:lnTo>
                <a:lnTo>
                  <a:pt x="2189455" y="875328"/>
                </a:lnTo>
                <a:lnTo>
                  <a:pt x="2189474" y="872947"/>
                </a:lnTo>
                <a:lnTo>
                  <a:pt x="2189512" y="868832"/>
                </a:lnTo>
                <a:lnTo>
                  <a:pt x="2189531" y="866470"/>
                </a:lnTo>
                <a:lnTo>
                  <a:pt x="2189521" y="865851"/>
                </a:lnTo>
                <a:lnTo>
                  <a:pt x="2189502" y="863470"/>
                </a:lnTo>
                <a:lnTo>
                  <a:pt x="2189464" y="859326"/>
                </a:lnTo>
                <a:lnTo>
                  <a:pt x="2189455" y="856926"/>
                </a:lnTo>
                <a:lnTo>
                  <a:pt x="2189455" y="856278"/>
                </a:lnTo>
                <a:lnTo>
                  <a:pt x="2189436" y="853897"/>
                </a:lnTo>
                <a:lnTo>
                  <a:pt x="2189407" y="849782"/>
                </a:lnTo>
                <a:lnTo>
                  <a:pt x="2189388" y="847382"/>
                </a:lnTo>
                <a:lnTo>
                  <a:pt x="2189388" y="846706"/>
                </a:lnTo>
                <a:lnTo>
                  <a:pt x="2189397" y="844325"/>
                </a:lnTo>
                <a:lnTo>
                  <a:pt x="2189397" y="840238"/>
                </a:lnTo>
                <a:lnTo>
                  <a:pt x="2189397" y="837867"/>
                </a:lnTo>
                <a:lnTo>
                  <a:pt x="2189397" y="837190"/>
                </a:lnTo>
                <a:lnTo>
                  <a:pt x="2189407" y="834809"/>
                </a:lnTo>
                <a:lnTo>
                  <a:pt x="2189407" y="830723"/>
                </a:lnTo>
                <a:lnTo>
                  <a:pt x="2189407" y="828342"/>
                </a:lnTo>
                <a:lnTo>
                  <a:pt x="2189397" y="827665"/>
                </a:lnTo>
                <a:lnTo>
                  <a:pt x="2189397" y="825284"/>
                </a:lnTo>
                <a:lnTo>
                  <a:pt x="2189397" y="821198"/>
                </a:lnTo>
                <a:lnTo>
                  <a:pt x="2189407" y="818817"/>
                </a:lnTo>
                <a:lnTo>
                  <a:pt x="2189407" y="818150"/>
                </a:lnTo>
                <a:lnTo>
                  <a:pt x="2189397" y="815769"/>
                </a:lnTo>
                <a:lnTo>
                  <a:pt x="2189359" y="811673"/>
                </a:lnTo>
                <a:lnTo>
                  <a:pt x="2189350" y="809273"/>
                </a:lnTo>
                <a:lnTo>
                  <a:pt x="2189350" y="808577"/>
                </a:lnTo>
                <a:lnTo>
                  <a:pt x="2189359" y="806196"/>
                </a:lnTo>
                <a:lnTo>
                  <a:pt x="2189359" y="802129"/>
                </a:lnTo>
                <a:lnTo>
                  <a:pt x="2189359" y="799748"/>
                </a:lnTo>
                <a:lnTo>
                  <a:pt x="2189359" y="799052"/>
                </a:lnTo>
                <a:lnTo>
                  <a:pt x="2189369" y="796671"/>
                </a:lnTo>
                <a:lnTo>
                  <a:pt x="2189407" y="792604"/>
                </a:lnTo>
                <a:lnTo>
                  <a:pt x="2189426" y="790242"/>
                </a:lnTo>
                <a:lnTo>
                  <a:pt x="2189426" y="789575"/>
                </a:lnTo>
                <a:lnTo>
                  <a:pt x="2189426" y="787194"/>
                </a:lnTo>
                <a:lnTo>
                  <a:pt x="2189426" y="783098"/>
                </a:lnTo>
                <a:lnTo>
                  <a:pt x="2189426" y="780717"/>
                </a:lnTo>
                <a:lnTo>
                  <a:pt x="2189426" y="780050"/>
                </a:lnTo>
                <a:lnTo>
                  <a:pt x="2189407" y="777669"/>
                </a:lnTo>
                <a:lnTo>
                  <a:pt x="2189369" y="773573"/>
                </a:lnTo>
                <a:lnTo>
                  <a:pt x="2189359" y="771173"/>
                </a:lnTo>
                <a:lnTo>
                  <a:pt x="2189359" y="770477"/>
                </a:lnTo>
                <a:lnTo>
                  <a:pt x="2189359" y="768096"/>
                </a:lnTo>
                <a:lnTo>
                  <a:pt x="2189359" y="764029"/>
                </a:lnTo>
                <a:lnTo>
                  <a:pt x="2189359" y="761648"/>
                </a:lnTo>
                <a:lnTo>
                  <a:pt x="2189350" y="760952"/>
                </a:lnTo>
                <a:lnTo>
                  <a:pt x="2189369" y="758571"/>
                </a:lnTo>
                <a:lnTo>
                  <a:pt x="2189407" y="754504"/>
                </a:lnTo>
                <a:lnTo>
                  <a:pt x="2189417" y="752142"/>
                </a:lnTo>
                <a:lnTo>
                  <a:pt x="2189407" y="751465"/>
                </a:lnTo>
                <a:lnTo>
                  <a:pt x="2189388" y="749084"/>
                </a:lnTo>
                <a:lnTo>
                  <a:pt x="2189359" y="744998"/>
                </a:lnTo>
                <a:lnTo>
                  <a:pt x="2189340" y="742598"/>
                </a:lnTo>
                <a:lnTo>
                  <a:pt x="2189331" y="741883"/>
                </a:lnTo>
                <a:lnTo>
                  <a:pt x="2189350" y="739502"/>
                </a:lnTo>
                <a:lnTo>
                  <a:pt x="2189378" y="735454"/>
                </a:lnTo>
                <a:lnTo>
                  <a:pt x="2189397" y="733082"/>
                </a:lnTo>
                <a:lnTo>
                  <a:pt x="2189388" y="732396"/>
                </a:lnTo>
                <a:lnTo>
                  <a:pt x="2189397" y="730015"/>
                </a:lnTo>
                <a:lnTo>
                  <a:pt x="2189436" y="725938"/>
                </a:lnTo>
                <a:lnTo>
                  <a:pt x="2189445" y="723576"/>
                </a:lnTo>
                <a:lnTo>
                  <a:pt x="2189436" y="722919"/>
                </a:lnTo>
                <a:lnTo>
                  <a:pt x="2189436" y="720538"/>
                </a:lnTo>
                <a:lnTo>
                  <a:pt x="2189436" y="716432"/>
                </a:lnTo>
                <a:lnTo>
                  <a:pt x="2189436" y="714051"/>
                </a:lnTo>
                <a:lnTo>
                  <a:pt x="2189436" y="713394"/>
                </a:lnTo>
                <a:lnTo>
                  <a:pt x="2189417" y="711013"/>
                </a:lnTo>
                <a:lnTo>
                  <a:pt x="2189388" y="706907"/>
                </a:lnTo>
                <a:lnTo>
                  <a:pt x="2189369" y="704507"/>
                </a:lnTo>
                <a:lnTo>
                  <a:pt x="2189369" y="703812"/>
                </a:lnTo>
                <a:lnTo>
                  <a:pt x="2189369" y="701431"/>
                </a:lnTo>
                <a:lnTo>
                  <a:pt x="2189369" y="697363"/>
                </a:lnTo>
                <a:lnTo>
                  <a:pt x="2189378" y="694982"/>
                </a:lnTo>
                <a:lnTo>
                  <a:pt x="2189378" y="694306"/>
                </a:lnTo>
                <a:lnTo>
                  <a:pt x="2189388" y="691925"/>
                </a:lnTo>
                <a:lnTo>
                  <a:pt x="2189388" y="687838"/>
                </a:lnTo>
                <a:lnTo>
                  <a:pt x="2189388" y="685467"/>
                </a:lnTo>
                <a:lnTo>
                  <a:pt x="2189397" y="684790"/>
                </a:lnTo>
                <a:lnTo>
                  <a:pt x="2189417" y="682409"/>
                </a:lnTo>
                <a:lnTo>
                  <a:pt x="2189455" y="678323"/>
                </a:lnTo>
                <a:lnTo>
                  <a:pt x="2189474" y="675961"/>
                </a:lnTo>
                <a:lnTo>
                  <a:pt x="2189483" y="675323"/>
                </a:lnTo>
                <a:lnTo>
                  <a:pt x="2189445" y="672941"/>
                </a:lnTo>
                <a:lnTo>
                  <a:pt x="2189378" y="668817"/>
                </a:lnTo>
                <a:lnTo>
                  <a:pt x="2189350" y="666398"/>
                </a:lnTo>
                <a:lnTo>
                  <a:pt x="2189350" y="665702"/>
                </a:lnTo>
                <a:lnTo>
                  <a:pt x="2189369" y="663321"/>
                </a:lnTo>
                <a:lnTo>
                  <a:pt x="2189397" y="659254"/>
                </a:lnTo>
                <a:lnTo>
                  <a:pt x="2189417" y="656892"/>
                </a:lnTo>
                <a:lnTo>
                  <a:pt x="2189417" y="656225"/>
                </a:lnTo>
                <a:lnTo>
                  <a:pt x="2189417" y="653844"/>
                </a:lnTo>
                <a:lnTo>
                  <a:pt x="2189417" y="649748"/>
                </a:lnTo>
                <a:lnTo>
                  <a:pt x="2189417" y="647367"/>
                </a:lnTo>
                <a:lnTo>
                  <a:pt x="2189407" y="646690"/>
                </a:lnTo>
                <a:lnTo>
                  <a:pt x="2189407" y="644309"/>
                </a:lnTo>
                <a:lnTo>
                  <a:pt x="2189407" y="640223"/>
                </a:lnTo>
                <a:lnTo>
                  <a:pt x="2189397" y="637832"/>
                </a:lnTo>
                <a:lnTo>
                  <a:pt x="2189388" y="637146"/>
                </a:lnTo>
                <a:lnTo>
                  <a:pt x="2189397" y="634765"/>
                </a:lnTo>
                <a:lnTo>
                  <a:pt x="2189436" y="630688"/>
                </a:lnTo>
                <a:lnTo>
                  <a:pt x="2189455" y="628326"/>
                </a:lnTo>
                <a:lnTo>
                  <a:pt x="2189445" y="627669"/>
                </a:lnTo>
                <a:lnTo>
                  <a:pt x="2189769" y="626707"/>
                </a:lnTo>
                <a:lnTo>
                  <a:pt x="2190426" y="625421"/>
                </a:lnTo>
                <a:lnTo>
                  <a:pt x="2192645" y="625259"/>
                </a:lnTo>
                <a:lnTo>
                  <a:pt x="2196436" y="626221"/>
                </a:lnTo>
                <a:lnTo>
                  <a:pt x="2197808" y="624811"/>
                </a:lnTo>
                <a:lnTo>
                  <a:pt x="2196779" y="621020"/>
                </a:lnTo>
                <a:lnTo>
                  <a:pt x="2196922" y="618782"/>
                </a:lnTo>
                <a:lnTo>
                  <a:pt x="2198246" y="618106"/>
                </a:lnTo>
                <a:close/>
                <a:moveTo>
                  <a:pt x="2418569" y="618087"/>
                </a:moveTo>
                <a:lnTo>
                  <a:pt x="2419093" y="618096"/>
                </a:lnTo>
                <a:lnTo>
                  <a:pt x="2421493" y="618115"/>
                </a:lnTo>
                <a:lnTo>
                  <a:pt x="2425779" y="618153"/>
                </a:lnTo>
                <a:lnTo>
                  <a:pt x="2428161" y="618173"/>
                </a:lnTo>
                <a:lnTo>
                  <a:pt x="2428637" y="618173"/>
                </a:lnTo>
                <a:lnTo>
                  <a:pt x="2430999" y="618153"/>
                </a:lnTo>
                <a:lnTo>
                  <a:pt x="2435247" y="618115"/>
                </a:lnTo>
                <a:lnTo>
                  <a:pt x="2437628" y="618096"/>
                </a:lnTo>
                <a:lnTo>
                  <a:pt x="2438143" y="618096"/>
                </a:lnTo>
                <a:lnTo>
                  <a:pt x="2440448" y="618020"/>
                </a:lnTo>
                <a:lnTo>
                  <a:pt x="2444553" y="617877"/>
                </a:lnTo>
                <a:lnTo>
                  <a:pt x="2446934" y="617801"/>
                </a:lnTo>
                <a:lnTo>
                  <a:pt x="2447592" y="617792"/>
                </a:lnTo>
                <a:lnTo>
                  <a:pt x="2449954" y="617772"/>
                </a:lnTo>
                <a:lnTo>
                  <a:pt x="2454011" y="617734"/>
                </a:lnTo>
                <a:lnTo>
                  <a:pt x="2456393" y="617725"/>
                </a:lnTo>
                <a:lnTo>
                  <a:pt x="2457098" y="617725"/>
                </a:lnTo>
                <a:lnTo>
                  <a:pt x="2459479" y="617725"/>
                </a:lnTo>
                <a:lnTo>
                  <a:pt x="2463536" y="617725"/>
                </a:lnTo>
                <a:lnTo>
                  <a:pt x="2465918" y="617725"/>
                </a:lnTo>
                <a:lnTo>
                  <a:pt x="2466623" y="617734"/>
                </a:lnTo>
                <a:lnTo>
                  <a:pt x="2469004" y="617734"/>
                </a:lnTo>
                <a:lnTo>
                  <a:pt x="2473071" y="617734"/>
                </a:lnTo>
                <a:lnTo>
                  <a:pt x="2475452" y="617734"/>
                </a:lnTo>
                <a:lnTo>
                  <a:pt x="2476148" y="617734"/>
                </a:lnTo>
                <a:lnTo>
                  <a:pt x="2478519" y="617715"/>
                </a:lnTo>
                <a:lnTo>
                  <a:pt x="2482548" y="617687"/>
                </a:lnTo>
                <a:lnTo>
                  <a:pt x="2484930" y="617677"/>
                </a:lnTo>
                <a:lnTo>
                  <a:pt x="2485663" y="617687"/>
                </a:lnTo>
                <a:lnTo>
                  <a:pt x="2488044" y="617696"/>
                </a:lnTo>
                <a:lnTo>
                  <a:pt x="2492092" y="617696"/>
                </a:lnTo>
                <a:lnTo>
                  <a:pt x="2494474" y="617696"/>
                </a:lnTo>
                <a:lnTo>
                  <a:pt x="2495188" y="617706"/>
                </a:lnTo>
                <a:lnTo>
                  <a:pt x="2497541" y="617668"/>
                </a:lnTo>
                <a:lnTo>
                  <a:pt x="2501532" y="617601"/>
                </a:lnTo>
                <a:lnTo>
                  <a:pt x="2503913" y="617572"/>
                </a:lnTo>
                <a:lnTo>
                  <a:pt x="2504684" y="617582"/>
                </a:lnTo>
                <a:lnTo>
                  <a:pt x="2505637" y="617972"/>
                </a:lnTo>
                <a:lnTo>
                  <a:pt x="2506761" y="618744"/>
                </a:lnTo>
                <a:lnTo>
                  <a:pt x="2509142" y="621278"/>
                </a:lnTo>
                <a:lnTo>
                  <a:pt x="2512781" y="625573"/>
                </a:lnTo>
                <a:lnTo>
                  <a:pt x="2515343" y="627955"/>
                </a:lnTo>
                <a:lnTo>
                  <a:pt x="2516838" y="628421"/>
                </a:lnTo>
                <a:lnTo>
                  <a:pt x="2519220" y="629898"/>
                </a:lnTo>
                <a:lnTo>
                  <a:pt x="2522487" y="632384"/>
                </a:lnTo>
                <a:lnTo>
                  <a:pt x="2524592" y="634765"/>
                </a:lnTo>
                <a:lnTo>
                  <a:pt x="2525525" y="637042"/>
                </a:lnTo>
                <a:lnTo>
                  <a:pt x="2527906" y="640032"/>
                </a:lnTo>
                <a:lnTo>
                  <a:pt x="2531735" y="643757"/>
                </a:lnTo>
                <a:lnTo>
                  <a:pt x="2533964" y="646138"/>
                </a:lnTo>
                <a:lnTo>
                  <a:pt x="2534593" y="647176"/>
                </a:lnTo>
                <a:lnTo>
                  <a:pt x="2535003" y="648110"/>
                </a:lnTo>
                <a:lnTo>
                  <a:pt x="2535203" y="648929"/>
                </a:lnTo>
                <a:lnTo>
                  <a:pt x="2535184" y="651310"/>
                </a:lnTo>
                <a:lnTo>
                  <a:pt x="2534955" y="655253"/>
                </a:lnTo>
                <a:lnTo>
                  <a:pt x="2536927" y="659454"/>
                </a:lnTo>
                <a:lnTo>
                  <a:pt x="2541089" y="663902"/>
                </a:lnTo>
                <a:lnTo>
                  <a:pt x="2543289" y="666283"/>
                </a:lnTo>
                <a:lnTo>
                  <a:pt x="2543518" y="666598"/>
                </a:lnTo>
                <a:lnTo>
                  <a:pt x="2543651" y="666883"/>
                </a:lnTo>
                <a:lnTo>
                  <a:pt x="2543689" y="667150"/>
                </a:lnTo>
                <a:lnTo>
                  <a:pt x="2543899" y="669531"/>
                </a:lnTo>
                <a:lnTo>
                  <a:pt x="2544270" y="674027"/>
                </a:lnTo>
                <a:lnTo>
                  <a:pt x="2545061" y="677199"/>
                </a:lnTo>
                <a:lnTo>
                  <a:pt x="2546271" y="679056"/>
                </a:lnTo>
                <a:lnTo>
                  <a:pt x="2546880" y="681438"/>
                </a:lnTo>
                <a:lnTo>
                  <a:pt x="2546880" y="684343"/>
                </a:lnTo>
                <a:lnTo>
                  <a:pt x="2548338" y="687076"/>
                </a:lnTo>
                <a:lnTo>
                  <a:pt x="2551243" y="689629"/>
                </a:lnTo>
                <a:lnTo>
                  <a:pt x="2553071" y="692010"/>
                </a:lnTo>
                <a:lnTo>
                  <a:pt x="2553814" y="694220"/>
                </a:lnTo>
                <a:lnTo>
                  <a:pt x="2554453" y="695954"/>
                </a:lnTo>
                <a:lnTo>
                  <a:pt x="2554967" y="697220"/>
                </a:lnTo>
                <a:lnTo>
                  <a:pt x="2555119" y="699602"/>
                </a:lnTo>
                <a:lnTo>
                  <a:pt x="2554919" y="703097"/>
                </a:lnTo>
                <a:lnTo>
                  <a:pt x="2556662" y="706526"/>
                </a:lnTo>
                <a:lnTo>
                  <a:pt x="2560368" y="709889"/>
                </a:lnTo>
                <a:lnTo>
                  <a:pt x="2562644" y="712270"/>
                </a:lnTo>
                <a:lnTo>
                  <a:pt x="2563492" y="713670"/>
                </a:lnTo>
                <a:lnTo>
                  <a:pt x="2564044" y="714918"/>
                </a:lnTo>
                <a:lnTo>
                  <a:pt x="2564292" y="716013"/>
                </a:lnTo>
                <a:lnTo>
                  <a:pt x="2564292" y="718395"/>
                </a:lnTo>
                <a:lnTo>
                  <a:pt x="2564044" y="722062"/>
                </a:lnTo>
                <a:lnTo>
                  <a:pt x="2565883" y="726119"/>
                </a:lnTo>
                <a:lnTo>
                  <a:pt x="2569797" y="730558"/>
                </a:lnTo>
                <a:lnTo>
                  <a:pt x="2571874" y="732939"/>
                </a:lnTo>
                <a:lnTo>
                  <a:pt x="2572112" y="733263"/>
                </a:lnTo>
                <a:lnTo>
                  <a:pt x="2572245" y="733558"/>
                </a:lnTo>
                <a:lnTo>
                  <a:pt x="2572274" y="733825"/>
                </a:lnTo>
                <a:lnTo>
                  <a:pt x="2572541" y="736206"/>
                </a:lnTo>
                <a:lnTo>
                  <a:pt x="2573074" y="740702"/>
                </a:lnTo>
                <a:lnTo>
                  <a:pt x="2573922" y="743931"/>
                </a:lnTo>
                <a:lnTo>
                  <a:pt x="2575093" y="745893"/>
                </a:lnTo>
                <a:lnTo>
                  <a:pt x="2575531" y="748274"/>
                </a:lnTo>
                <a:lnTo>
                  <a:pt x="2575255" y="751075"/>
                </a:lnTo>
                <a:lnTo>
                  <a:pt x="2576655" y="753942"/>
                </a:lnTo>
                <a:lnTo>
                  <a:pt x="2579732" y="756876"/>
                </a:lnTo>
                <a:lnTo>
                  <a:pt x="2581618" y="759257"/>
                </a:lnTo>
                <a:lnTo>
                  <a:pt x="2582313" y="761086"/>
                </a:lnTo>
                <a:lnTo>
                  <a:pt x="2582923" y="762610"/>
                </a:lnTo>
                <a:lnTo>
                  <a:pt x="2583447" y="763819"/>
                </a:lnTo>
                <a:lnTo>
                  <a:pt x="2583523" y="766201"/>
                </a:lnTo>
                <a:lnTo>
                  <a:pt x="2583142" y="769753"/>
                </a:lnTo>
                <a:lnTo>
                  <a:pt x="2584914" y="773240"/>
                </a:lnTo>
                <a:lnTo>
                  <a:pt x="2588838" y="776678"/>
                </a:lnTo>
                <a:lnTo>
                  <a:pt x="2591162" y="779059"/>
                </a:lnTo>
                <a:lnTo>
                  <a:pt x="2591886" y="780383"/>
                </a:lnTo>
                <a:lnTo>
                  <a:pt x="2592362" y="781526"/>
                </a:lnTo>
                <a:lnTo>
                  <a:pt x="2592591" y="782479"/>
                </a:lnTo>
                <a:lnTo>
                  <a:pt x="2592495" y="784860"/>
                </a:lnTo>
                <a:lnTo>
                  <a:pt x="2592067" y="788670"/>
                </a:lnTo>
                <a:lnTo>
                  <a:pt x="2593972" y="792671"/>
                </a:lnTo>
                <a:lnTo>
                  <a:pt x="2598210" y="796871"/>
                </a:lnTo>
                <a:lnTo>
                  <a:pt x="2600525" y="799252"/>
                </a:lnTo>
                <a:lnTo>
                  <a:pt x="2600925" y="799814"/>
                </a:lnTo>
                <a:lnTo>
                  <a:pt x="2601144" y="800319"/>
                </a:lnTo>
                <a:lnTo>
                  <a:pt x="2601182" y="800757"/>
                </a:lnTo>
                <a:lnTo>
                  <a:pt x="2601268" y="803138"/>
                </a:lnTo>
                <a:lnTo>
                  <a:pt x="2601401" y="807463"/>
                </a:lnTo>
                <a:lnTo>
                  <a:pt x="2601925" y="810358"/>
                </a:lnTo>
                <a:lnTo>
                  <a:pt x="2602821" y="811835"/>
                </a:lnTo>
                <a:lnTo>
                  <a:pt x="2603316" y="814216"/>
                </a:lnTo>
                <a:lnTo>
                  <a:pt x="2603392" y="817502"/>
                </a:lnTo>
                <a:lnTo>
                  <a:pt x="2605030" y="820722"/>
                </a:lnTo>
                <a:lnTo>
                  <a:pt x="2608240" y="823855"/>
                </a:lnTo>
                <a:lnTo>
                  <a:pt x="2610145" y="826237"/>
                </a:lnTo>
                <a:lnTo>
                  <a:pt x="2610745" y="827865"/>
                </a:lnTo>
                <a:lnTo>
                  <a:pt x="2611231" y="829161"/>
                </a:lnTo>
                <a:lnTo>
                  <a:pt x="2611603" y="830132"/>
                </a:lnTo>
                <a:lnTo>
                  <a:pt x="2611679" y="832514"/>
                </a:lnTo>
                <a:lnTo>
                  <a:pt x="2611460" y="836305"/>
                </a:lnTo>
                <a:lnTo>
                  <a:pt x="2613355" y="839972"/>
                </a:lnTo>
                <a:lnTo>
                  <a:pt x="2617365" y="843524"/>
                </a:lnTo>
                <a:lnTo>
                  <a:pt x="2619756" y="845906"/>
                </a:lnTo>
                <a:lnTo>
                  <a:pt x="2620518" y="847115"/>
                </a:lnTo>
                <a:lnTo>
                  <a:pt x="2621013" y="848220"/>
                </a:lnTo>
                <a:lnTo>
                  <a:pt x="2621232" y="849201"/>
                </a:lnTo>
                <a:lnTo>
                  <a:pt x="2621194" y="851583"/>
                </a:lnTo>
                <a:lnTo>
                  <a:pt x="2620899" y="855364"/>
                </a:lnTo>
                <a:lnTo>
                  <a:pt x="2622785" y="859355"/>
                </a:lnTo>
                <a:lnTo>
                  <a:pt x="2626862" y="863575"/>
                </a:lnTo>
                <a:lnTo>
                  <a:pt x="2629110" y="865956"/>
                </a:lnTo>
                <a:lnTo>
                  <a:pt x="2629519" y="866499"/>
                </a:lnTo>
                <a:lnTo>
                  <a:pt x="2629748" y="866994"/>
                </a:lnTo>
                <a:lnTo>
                  <a:pt x="2629776" y="867442"/>
                </a:lnTo>
                <a:lnTo>
                  <a:pt x="2629872" y="869823"/>
                </a:lnTo>
                <a:lnTo>
                  <a:pt x="2630024" y="874138"/>
                </a:lnTo>
                <a:lnTo>
                  <a:pt x="2630729" y="877224"/>
                </a:lnTo>
                <a:lnTo>
                  <a:pt x="2631977" y="879081"/>
                </a:lnTo>
                <a:lnTo>
                  <a:pt x="2632567" y="881463"/>
                </a:lnTo>
                <a:lnTo>
                  <a:pt x="2632481" y="884368"/>
                </a:lnTo>
                <a:lnTo>
                  <a:pt x="2633939" y="887139"/>
                </a:lnTo>
                <a:lnTo>
                  <a:pt x="2636930" y="889749"/>
                </a:lnTo>
                <a:lnTo>
                  <a:pt x="2638787" y="892131"/>
                </a:lnTo>
                <a:lnTo>
                  <a:pt x="2639501" y="894283"/>
                </a:lnTo>
                <a:lnTo>
                  <a:pt x="2640206" y="896045"/>
                </a:lnTo>
                <a:lnTo>
                  <a:pt x="2640882" y="897446"/>
                </a:lnTo>
                <a:lnTo>
                  <a:pt x="2641073" y="899827"/>
                </a:lnTo>
                <a:lnTo>
                  <a:pt x="2640768" y="903189"/>
                </a:lnTo>
                <a:lnTo>
                  <a:pt x="2642454" y="906504"/>
                </a:lnTo>
                <a:lnTo>
                  <a:pt x="2646121" y="909761"/>
                </a:lnTo>
                <a:lnTo>
                  <a:pt x="2648341" y="912143"/>
                </a:lnTo>
                <a:lnTo>
                  <a:pt x="2649131" y="913648"/>
                </a:lnTo>
                <a:lnTo>
                  <a:pt x="2649674" y="914933"/>
                </a:lnTo>
                <a:lnTo>
                  <a:pt x="2649960" y="916010"/>
                </a:lnTo>
                <a:lnTo>
                  <a:pt x="2649807" y="918391"/>
                </a:lnTo>
                <a:lnTo>
                  <a:pt x="2649236" y="922077"/>
                </a:lnTo>
                <a:lnTo>
                  <a:pt x="2651074" y="925897"/>
                </a:lnTo>
                <a:lnTo>
                  <a:pt x="2655341" y="929831"/>
                </a:lnTo>
                <a:lnTo>
                  <a:pt x="2657770" y="932212"/>
                </a:lnTo>
                <a:lnTo>
                  <a:pt x="2658370" y="933040"/>
                </a:lnTo>
                <a:lnTo>
                  <a:pt x="2658713" y="933793"/>
                </a:lnTo>
                <a:lnTo>
                  <a:pt x="2658799" y="934479"/>
                </a:lnTo>
                <a:lnTo>
                  <a:pt x="2658770" y="936860"/>
                </a:lnTo>
                <a:lnTo>
                  <a:pt x="2658637" y="940937"/>
                </a:lnTo>
                <a:lnTo>
                  <a:pt x="2659999" y="944680"/>
                </a:lnTo>
                <a:lnTo>
                  <a:pt x="2662876" y="948099"/>
                </a:lnTo>
                <a:lnTo>
                  <a:pt x="2664352" y="950481"/>
                </a:lnTo>
                <a:lnTo>
                  <a:pt x="2664428" y="951824"/>
                </a:lnTo>
                <a:lnTo>
                  <a:pt x="2665105" y="953100"/>
                </a:lnTo>
                <a:lnTo>
                  <a:pt x="2666371" y="954291"/>
                </a:lnTo>
                <a:lnTo>
                  <a:pt x="2667286" y="956672"/>
                </a:lnTo>
                <a:lnTo>
                  <a:pt x="2667867" y="960244"/>
                </a:lnTo>
                <a:lnTo>
                  <a:pt x="2668591" y="962749"/>
                </a:lnTo>
                <a:lnTo>
                  <a:pt x="2669467" y="964206"/>
                </a:lnTo>
                <a:lnTo>
                  <a:pt x="2669629" y="966587"/>
                </a:lnTo>
                <a:lnTo>
                  <a:pt x="2669086" y="969893"/>
                </a:lnTo>
                <a:lnTo>
                  <a:pt x="2670743" y="973207"/>
                </a:lnTo>
                <a:lnTo>
                  <a:pt x="2674601" y="976513"/>
                </a:lnTo>
                <a:lnTo>
                  <a:pt x="2676801" y="978894"/>
                </a:lnTo>
                <a:lnTo>
                  <a:pt x="2677354" y="980351"/>
                </a:lnTo>
                <a:lnTo>
                  <a:pt x="2677830" y="981551"/>
                </a:lnTo>
                <a:lnTo>
                  <a:pt x="2678240" y="982513"/>
                </a:lnTo>
                <a:lnTo>
                  <a:pt x="2678344" y="984895"/>
                </a:lnTo>
                <a:lnTo>
                  <a:pt x="2678163" y="988695"/>
                </a:lnTo>
                <a:lnTo>
                  <a:pt x="2680068" y="992315"/>
                </a:lnTo>
                <a:lnTo>
                  <a:pt x="2684059" y="995753"/>
                </a:lnTo>
                <a:lnTo>
                  <a:pt x="2686441" y="998134"/>
                </a:lnTo>
                <a:lnTo>
                  <a:pt x="2687231" y="999458"/>
                </a:lnTo>
                <a:lnTo>
                  <a:pt x="2687717" y="1000611"/>
                </a:lnTo>
                <a:lnTo>
                  <a:pt x="2687898" y="1001582"/>
                </a:lnTo>
                <a:lnTo>
                  <a:pt x="2687822" y="1003964"/>
                </a:lnTo>
                <a:lnTo>
                  <a:pt x="2687488" y="1007755"/>
                </a:lnTo>
                <a:lnTo>
                  <a:pt x="2689384" y="1011955"/>
                </a:lnTo>
                <a:lnTo>
                  <a:pt x="2693508" y="1016556"/>
                </a:lnTo>
                <a:lnTo>
                  <a:pt x="2695632" y="1018937"/>
                </a:lnTo>
                <a:lnTo>
                  <a:pt x="2696099" y="1021756"/>
                </a:lnTo>
                <a:lnTo>
                  <a:pt x="2696623" y="1026385"/>
                </a:lnTo>
                <a:lnTo>
                  <a:pt x="2697328" y="1029472"/>
                </a:lnTo>
                <a:lnTo>
                  <a:pt x="2698213" y="1031015"/>
                </a:lnTo>
                <a:lnTo>
                  <a:pt x="2698661" y="1033396"/>
                </a:lnTo>
                <a:lnTo>
                  <a:pt x="2698661" y="1036615"/>
                </a:lnTo>
                <a:lnTo>
                  <a:pt x="2700271" y="1039835"/>
                </a:lnTo>
                <a:lnTo>
                  <a:pt x="2703490" y="1043054"/>
                </a:lnTo>
                <a:lnTo>
                  <a:pt x="2705414" y="1045435"/>
                </a:lnTo>
                <a:lnTo>
                  <a:pt x="2706043" y="1046978"/>
                </a:lnTo>
                <a:lnTo>
                  <a:pt x="2706843" y="1048560"/>
                </a:lnTo>
                <a:lnTo>
                  <a:pt x="2707834" y="1050169"/>
                </a:lnTo>
                <a:lnTo>
                  <a:pt x="2708119" y="1052551"/>
                </a:lnTo>
                <a:lnTo>
                  <a:pt x="2707719" y="1055703"/>
                </a:lnTo>
                <a:lnTo>
                  <a:pt x="2709301" y="1059199"/>
                </a:lnTo>
                <a:lnTo>
                  <a:pt x="2712853" y="1063047"/>
                </a:lnTo>
                <a:lnTo>
                  <a:pt x="2716397" y="1064819"/>
                </a:lnTo>
                <a:lnTo>
                  <a:pt x="2719949" y="1064524"/>
                </a:lnTo>
                <a:lnTo>
                  <a:pt x="2721645" y="1062599"/>
                </a:lnTo>
                <a:lnTo>
                  <a:pt x="2721473" y="1059047"/>
                </a:lnTo>
                <a:lnTo>
                  <a:pt x="2721816" y="1057018"/>
                </a:lnTo>
                <a:lnTo>
                  <a:pt x="2722683" y="1056503"/>
                </a:lnTo>
                <a:lnTo>
                  <a:pt x="2722997" y="1054122"/>
                </a:lnTo>
                <a:lnTo>
                  <a:pt x="2722740" y="1049874"/>
                </a:lnTo>
                <a:lnTo>
                  <a:pt x="2722616" y="1047369"/>
                </a:lnTo>
                <a:lnTo>
                  <a:pt x="2722616" y="1046607"/>
                </a:lnTo>
                <a:lnTo>
                  <a:pt x="2723007" y="1045959"/>
                </a:lnTo>
                <a:lnTo>
                  <a:pt x="2723769" y="1045435"/>
                </a:lnTo>
                <a:lnTo>
                  <a:pt x="2726246" y="1045531"/>
                </a:lnTo>
                <a:lnTo>
                  <a:pt x="2730437" y="1046245"/>
                </a:lnTo>
                <a:lnTo>
                  <a:pt x="2732494" y="1044512"/>
                </a:lnTo>
                <a:lnTo>
                  <a:pt x="2732427" y="1040321"/>
                </a:lnTo>
                <a:lnTo>
                  <a:pt x="2732532" y="1038044"/>
                </a:lnTo>
                <a:lnTo>
                  <a:pt x="2732818" y="1037692"/>
                </a:lnTo>
                <a:lnTo>
                  <a:pt x="2732865" y="1035310"/>
                </a:lnTo>
                <a:lnTo>
                  <a:pt x="2732665" y="1030900"/>
                </a:lnTo>
                <a:lnTo>
                  <a:pt x="2732580" y="1028433"/>
                </a:lnTo>
                <a:lnTo>
                  <a:pt x="2732589" y="1027890"/>
                </a:lnTo>
                <a:lnTo>
                  <a:pt x="2732865" y="1026957"/>
                </a:lnTo>
                <a:lnTo>
                  <a:pt x="2733408" y="1025642"/>
                </a:lnTo>
                <a:lnTo>
                  <a:pt x="2735513" y="1025376"/>
                </a:lnTo>
                <a:lnTo>
                  <a:pt x="2739190" y="1026147"/>
                </a:lnTo>
                <a:lnTo>
                  <a:pt x="2741028" y="1024690"/>
                </a:lnTo>
                <a:lnTo>
                  <a:pt x="2741028" y="1021013"/>
                </a:lnTo>
                <a:lnTo>
                  <a:pt x="2741428" y="1019032"/>
                </a:lnTo>
                <a:lnTo>
                  <a:pt x="2742219" y="1018737"/>
                </a:lnTo>
                <a:lnTo>
                  <a:pt x="2742533" y="1016356"/>
                </a:lnTo>
                <a:lnTo>
                  <a:pt x="2742362" y="1011888"/>
                </a:lnTo>
                <a:lnTo>
                  <a:pt x="2742295" y="1009440"/>
                </a:lnTo>
                <a:lnTo>
                  <a:pt x="2742343" y="1009031"/>
                </a:lnTo>
                <a:lnTo>
                  <a:pt x="2742276" y="1006650"/>
                </a:lnTo>
                <a:lnTo>
                  <a:pt x="2742086" y="1002297"/>
                </a:lnTo>
                <a:lnTo>
                  <a:pt x="2741990" y="999820"/>
                </a:lnTo>
                <a:lnTo>
                  <a:pt x="2741990" y="999211"/>
                </a:lnTo>
                <a:lnTo>
                  <a:pt x="2742286" y="998772"/>
                </a:lnTo>
                <a:lnTo>
                  <a:pt x="2742895" y="998496"/>
                </a:lnTo>
                <a:lnTo>
                  <a:pt x="2745391" y="998601"/>
                </a:lnTo>
                <a:lnTo>
                  <a:pt x="2749763" y="999096"/>
                </a:lnTo>
                <a:lnTo>
                  <a:pt x="2751915" y="997163"/>
                </a:lnTo>
                <a:lnTo>
                  <a:pt x="2751858" y="992791"/>
                </a:lnTo>
                <a:lnTo>
                  <a:pt x="2751906" y="990448"/>
                </a:lnTo>
                <a:lnTo>
                  <a:pt x="2752058" y="990152"/>
                </a:lnTo>
                <a:lnTo>
                  <a:pt x="2752020" y="987771"/>
                </a:lnTo>
                <a:lnTo>
                  <a:pt x="2751792" y="983304"/>
                </a:lnTo>
                <a:lnTo>
                  <a:pt x="2751677" y="980808"/>
                </a:lnTo>
                <a:lnTo>
                  <a:pt x="2751677" y="980284"/>
                </a:lnTo>
                <a:lnTo>
                  <a:pt x="2751934" y="979627"/>
                </a:lnTo>
                <a:lnTo>
                  <a:pt x="2752458" y="978837"/>
                </a:lnTo>
                <a:lnTo>
                  <a:pt x="2754649" y="978646"/>
                </a:lnTo>
                <a:lnTo>
                  <a:pt x="2758507" y="979056"/>
                </a:lnTo>
                <a:lnTo>
                  <a:pt x="2760440" y="977332"/>
                </a:lnTo>
                <a:lnTo>
                  <a:pt x="2760440" y="973474"/>
                </a:lnTo>
                <a:lnTo>
                  <a:pt x="2760716" y="971369"/>
                </a:lnTo>
                <a:lnTo>
                  <a:pt x="2761269" y="971017"/>
                </a:lnTo>
                <a:lnTo>
                  <a:pt x="2761450" y="968635"/>
                </a:lnTo>
                <a:lnTo>
                  <a:pt x="2761250" y="964225"/>
                </a:lnTo>
                <a:lnTo>
                  <a:pt x="2761164" y="961758"/>
                </a:lnTo>
                <a:lnTo>
                  <a:pt x="2761193" y="961234"/>
                </a:lnTo>
                <a:lnTo>
                  <a:pt x="2761459" y="959215"/>
                </a:lnTo>
                <a:lnTo>
                  <a:pt x="2761983" y="955710"/>
                </a:lnTo>
                <a:lnTo>
                  <a:pt x="2762917" y="954253"/>
                </a:lnTo>
                <a:lnTo>
                  <a:pt x="2764250" y="954862"/>
                </a:lnTo>
                <a:lnTo>
                  <a:pt x="2764917" y="954500"/>
                </a:lnTo>
                <a:lnTo>
                  <a:pt x="2764917" y="953167"/>
                </a:lnTo>
                <a:lnTo>
                  <a:pt x="2766470" y="952338"/>
                </a:lnTo>
                <a:lnTo>
                  <a:pt x="2769575" y="952014"/>
                </a:lnTo>
                <a:lnTo>
                  <a:pt x="2771080" y="949633"/>
                </a:lnTo>
                <a:lnTo>
                  <a:pt x="2770984" y="945194"/>
                </a:lnTo>
                <a:lnTo>
                  <a:pt x="2770975" y="942804"/>
                </a:lnTo>
                <a:lnTo>
                  <a:pt x="2771061" y="942470"/>
                </a:lnTo>
                <a:lnTo>
                  <a:pt x="2770908" y="940089"/>
                </a:lnTo>
                <a:lnTo>
                  <a:pt x="2770508" y="935660"/>
                </a:lnTo>
                <a:lnTo>
                  <a:pt x="2770318" y="933088"/>
                </a:lnTo>
                <a:lnTo>
                  <a:pt x="2770318" y="932355"/>
                </a:lnTo>
                <a:lnTo>
                  <a:pt x="2770680" y="931716"/>
                </a:lnTo>
                <a:lnTo>
                  <a:pt x="2771413" y="931174"/>
                </a:lnTo>
                <a:lnTo>
                  <a:pt x="2774023" y="931412"/>
                </a:lnTo>
                <a:lnTo>
                  <a:pt x="2778528" y="932421"/>
                </a:lnTo>
                <a:lnTo>
                  <a:pt x="2780738" y="930678"/>
                </a:lnTo>
                <a:lnTo>
                  <a:pt x="2780662" y="926173"/>
                </a:lnTo>
                <a:lnTo>
                  <a:pt x="2780700" y="923839"/>
                </a:lnTo>
                <a:lnTo>
                  <a:pt x="2780862" y="923658"/>
                </a:lnTo>
                <a:lnTo>
                  <a:pt x="2780776" y="921277"/>
                </a:lnTo>
                <a:lnTo>
                  <a:pt x="2780462" y="916696"/>
                </a:lnTo>
                <a:lnTo>
                  <a:pt x="2780300" y="914152"/>
                </a:lnTo>
                <a:lnTo>
                  <a:pt x="2780309" y="913657"/>
                </a:lnTo>
                <a:lnTo>
                  <a:pt x="2780557" y="911752"/>
                </a:lnTo>
                <a:lnTo>
                  <a:pt x="2781052" y="908437"/>
                </a:lnTo>
                <a:lnTo>
                  <a:pt x="2782195" y="907199"/>
                </a:lnTo>
                <a:lnTo>
                  <a:pt x="2783977" y="908028"/>
                </a:lnTo>
                <a:lnTo>
                  <a:pt x="2785167" y="907552"/>
                </a:lnTo>
                <a:lnTo>
                  <a:pt x="2785767" y="905770"/>
                </a:lnTo>
                <a:lnTo>
                  <a:pt x="2787158" y="904780"/>
                </a:lnTo>
                <a:lnTo>
                  <a:pt x="2789358" y="904599"/>
                </a:lnTo>
                <a:lnTo>
                  <a:pt x="2790368" y="902218"/>
                </a:lnTo>
                <a:lnTo>
                  <a:pt x="2790196" y="897636"/>
                </a:lnTo>
                <a:lnTo>
                  <a:pt x="2790149" y="895217"/>
                </a:lnTo>
                <a:lnTo>
                  <a:pt x="2790244" y="894950"/>
                </a:lnTo>
                <a:lnTo>
                  <a:pt x="2790130" y="892569"/>
                </a:lnTo>
                <a:lnTo>
                  <a:pt x="2789815" y="888073"/>
                </a:lnTo>
                <a:lnTo>
                  <a:pt x="2789653" y="885530"/>
                </a:lnTo>
                <a:lnTo>
                  <a:pt x="2789653" y="884939"/>
                </a:lnTo>
                <a:lnTo>
                  <a:pt x="2789939" y="884349"/>
                </a:lnTo>
                <a:lnTo>
                  <a:pt x="2790530" y="883749"/>
                </a:lnTo>
                <a:lnTo>
                  <a:pt x="2792863" y="883701"/>
                </a:lnTo>
                <a:lnTo>
                  <a:pt x="2796950" y="884206"/>
                </a:lnTo>
                <a:lnTo>
                  <a:pt x="2798950" y="882425"/>
                </a:lnTo>
                <a:lnTo>
                  <a:pt x="2798864" y="878338"/>
                </a:lnTo>
                <a:lnTo>
                  <a:pt x="2799026" y="876119"/>
                </a:lnTo>
                <a:lnTo>
                  <a:pt x="2799417" y="875748"/>
                </a:lnTo>
                <a:lnTo>
                  <a:pt x="2799483" y="873366"/>
                </a:lnTo>
                <a:lnTo>
                  <a:pt x="2799197" y="868975"/>
                </a:lnTo>
                <a:lnTo>
                  <a:pt x="2799074" y="866461"/>
                </a:lnTo>
                <a:lnTo>
                  <a:pt x="2799083" y="865832"/>
                </a:lnTo>
                <a:lnTo>
                  <a:pt x="2799407" y="864746"/>
                </a:lnTo>
                <a:lnTo>
                  <a:pt x="2800036" y="863213"/>
                </a:lnTo>
                <a:lnTo>
                  <a:pt x="2802217" y="863013"/>
                </a:lnTo>
                <a:lnTo>
                  <a:pt x="2805941" y="864137"/>
                </a:lnTo>
                <a:lnTo>
                  <a:pt x="2807808" y="862841"/>
                </a:lnTo>
                <a:lnTo>
                  <a:pt x="2807808" y="859117"/>
                </a:lnTo>
                <a:lnTo>
                  <a:pt x="2808189" y="857117"/>
                </a:lnTo>
                <a:lnTo>
                  <a:pt x="2808961" y="856850"/>
                </a:lnTo>
                <a:lnTo>
                  <a:pt x="2809161" y="854469"/>
                </a:lnTo>
                <a:lnTo>
                  <a:pt x="2808799" y="849973"/>
                </a:lnTo>
                <a:lnTo>
                  <a:pt x="2808656" y="847449"/>
                </a:lnTo>
                <a:lnTo>
                  <a:pt x="2808732" y="846896"/>
                </a:lnTo>
                <a:lnTo>
                  <a:pt x="2808884" y="844515"/>
                </a:lnTo>
                <a:lnTo>
                  <a:pt x="2809123" y="840305"/>
                </a:lnTo>
                <a:lnTo>
                  <a:pt x="2809246" y="838038"/>
                </a:lnTo>
                <a:lnTo>
                  <a:pt x="2809237" y="837724"/>
                </a:lnTo>
                <a:lnTo>
                  <a:pt x="2809399" y="837514"/>
                </a:lnTo>
                <a:lnTo>
                  <a:pt x="2809713" y="837419"/>
                </a:lnTo>
                <a:lnTo>
                  <a:pt x="2812047" y="837381"/>
                </a:lnTo>
                <a:lnTo>
                  <a:pt x="2816400" y="837381"/>
                </a:lnTo>
                <a:lnTo>
                  <a:pt x="2818524" y="835200"/>
                </a:lnTo>
                <a:lnTo>
                  <a:pt x="2818419" y="830847"/>
                </a:lnTo>
                <a:lnTo>
                  <a:pt x="2818428" y="828475"/>
                </a:lnTo>
                <a:lnTo>
                  <a:pt x="2818552" y="828084"/>
                </a:lnTo>
                <a:lnTo>
                  <a:pt x="2818533" y="825703"/>
                </a:lnTo>
                <a:lnTo>
                  <a:pt x="2818381" y="821331"/>
                </a:lnTo>
                <a:lnTo>
                  <a:pt x="2818305" y="818874"/>
                </a:lnTo>
                <a:lnTo>
                  <a:pt x="2818305" y="818331"/>
                </a:lnTo>
                <a:lnTo>
                  <a:pt x="2818581" y="817836"/>
                </a:lnTo>
                <a:lnTo>
                  <a:pt x="2819124" y="817388"/>
                </a:lnTo>
                <a:lnTo>
                  <a:pt x="2821524" y="817397"/>
                </a:lnTo>
                <a:lnTo>
                  <a:pt x="2825772" y="817883"/>
                </a:lnTo>
                <a:lnTo>
                  <a:pt x="2827820" y="815997"/>
                </a:lnTo>
                <a:lnTo>
                  <a:pt x="2827668" y="811749"/>
                </a:lnTo>
                <a:lnTo>
                  <a:pt x="2827744" y="809444"/>
                </a:lnTo>
                <a:lnTo>
                  <a:pt x="2828049" y="809082"/>
                </a:lnTo>
                <a:lnTo>
                  <a:pt x="2828068" y="806701"/>
                </a:lnTo>
                <a:lnTo>
                  <a:pt x="2827792" y="802300"/>
                </a:lnTo>
                <a:lnTo>
                  <a:pt x="2827658" y="799795"/>
                </a:lnTo>
                <a:lnTo>
                  <a:pt x="2827677" y="799176"/>
                </a:lnTo>
                <a:lnTo>
                  <a:pt x="2828001" y="797709"/>
                </a:lnTo>
                <a:lnTo>
                  <a:pt x="2828620" y="795385"/>
                </a:lnTo>
                <a:lnTo>
                  <a:pt x="2830135" y="794528"/>
                </a:lnTo>
                <a:lnTo>
                  <a:pt x="2832564" y="795128"/>
                </a:lnTo>
                <a:lnTo>
                  <a:pt x="2833773" y="794214"/>
                </a:lnTo>
                <a:lnTo>
                  <a:pt x="2833773" y="791785"/>
                </a:lnTo>
                <a:lnTo>
                  <a:pt x="2834716" y="790346"/>
                </a:lnTo>
                <a:lnTo>
                  <a:pt x="2836602" y="789889"/>
                </a:lnTo>
                <a:lnTo>
                  <a:pt x="2837498" y="787508"/>
                </a:lnTo>
                <a:lnTo>
                  <a:pt x="2837412" y="783203"/>
                </a:lnTo>
                <a:lnTo>
                  <a:pt x="2837402" y="780812"/>
                </a:lnTo>
                <a:lnTo>
                  <a:pt x="2837469" y="780345"/>
                </a:lnTo>
                <a:lnTo>
                  <a:pt x="2837364" y="777964"/>
                </a:lnTo>
                <a:lnTo>
                  <a:pt x="2837069" y="773668"/>
                </a:lnTo>
                <a:lnTo>
                  <a:pt x="2836926" y="771144"/>
                </a:lnTo>
                <a:lnTo>
                  <a:pt x="2836926" y="770382"/>
                </a:lnTo>
                <a:lnTo>
                  <a:pt x="2837307" y="769791"/>
                </a:lnTo>
                <a:lnTo>
                  <a:pt x="2838069" y="769391"/>
                </a:lnTo>
                <a:lnTo>
                  <a:pt x="2840641" y="769582"/>
                </a:lnTo>
                <a:lnTo>
                  <a:pt x="2845032" y="770372"/>
                </a:lnTo>
                <a:lnTo>
                  <a:pt x="2847223" y="768582"/>
                </a:lnTo>
                <a:lnTo>
                  <a:pt x="2847223" y="764191"/>
                </a:lnTo>
                <a:lnTo>
                  <a:pt x="2847299" y="761886"/>
                </a:lnTo>
                <a:lnTo>
                  <a:pt x="2847442" y="761657"/>
                </a:lnTo>
                <a:lnTo>
                  <a:pt x="2847337" y="759276"/>
                </a:lnTo>
                <a:lnTo>
                  <a:pt x="2846984" y="754742"/>
                </a:lnTo>
                <a:lnTo>
                  <a:pt x="2846803" y="752189"/>
                </a:lnTo>
                <a:lnTo>
                  <a:pt x="2846822" y="751608"/>
                </a:lnTo>
                <a:lnTo>
                  <a:pt x="2847108" y="750846"/>
                </a:lnTo>
                <a:lnTo>
                  <a:pt x="2847689" y="749884"/>
                </a:lnTo>
                <a:lnTo>
                  <a:pt x="2850071" y="749884"/>
                </a:lnTo>
                <a:lnTo>
                  <a:pt x="2854262" y="750846"/>
                </a:lnTo>
                <a:lnTo>
                  <a:pt x="2856300" y="749237"/>
                </a:lnTo>
                <a:lnTo>
                  <a:pt x="2856176" y="745046"/>
                </a:lnTo>
                <a:lnTo>
                  <a:pt x="2856338" y="742826"/>
                </a:lnTo>
                <a:lnTo>
                  <a:pt x="2856786" y="742588"/>
                </a:lnTo>
                <a:lnTo>
                  <a:pt x="2856890" y="740207"/>
                </a:lnTo>
                <a:lnTo>
                  <a:pt x="2856624" y="735682"/>
                </a:lnTo>
                <a:lnTo>
                  <a:pt x="2856519" y="733196"/>
                </a:lnTo>
                <a:lnTo>
                  <a:pt x="2856576" y="732749"/>
                </a:lnTo>
                <a:lnTo>
                  <a:pt x="2856748" y="730367"/>
                </a:lnTo>
                <a:lnTo>
                  <a:pt x="2857052" y="726053"/>
                </a:lnTo>
                <a:lnTo>
                  <a:pt x="2857205" y="723824"/>
                </a:lnTo>
                <a:lnTo>
                  <a:pt x="2859815" y="723529"/>
                </a:lnTo>
                <a:lnTo>
                  <a:pt x="2864453" y="723605"/>
                </a:lnTo>
                <a:lnTo>
                  <a:pt x="2866711" y="721328"/>
                </a:lnTo>
                <a:lnTo>
                  <a:pt x="2866596" y="716690"/>
                </a:lnTo>
                <a:lnTo>
                  <a:pt x="2866568" y="714289"/>
                </a:lnTo>
                <a:lnTo>
                  <a:pt x="2866444" y="711727"/>
                </a:lnTo>
                <a:lnTo>
                  <a:pt x="2865996" y="707146"/>
                </a:lnTo>
                <a:lnTo>
                  <a:pt x="2865768" y="704536"/>
                </a:lnTo>
                <a:lnTo>
                  <a:pt x="2865768" y="703907"/>
                </a:lnTo>
                <a:lnTo>
                  <a:pt x="2866082" y="703278"/>
                </a:lnTo>
                <a:lnTo>
                  <a:pt x="2866711" y="702659"/>
                </a:lnTo>
                <a:lnTo>
                  <a:pt x="2869301" y="702878"/>
                </a:lnTo>
                <a:lnTo>
                  <a:pt x="2873864" y="703926"/>
                </a:lnTo>
                <a:lnTo>
                  <a:pt x="2875969" y="702164"/>
                </a:lnTo>
                <a:lnTo>
                  <a:pt x="2875607" y="697601"/>
                </a:lnTo>
                <a:lnTo>
                  <a:pt x="2875578" y="695192"/>
                </a:lnTo>
                <a:lnTo>
                  <a:pt x="2875883" y="694934"/>
                </a:lnTo>
                <a:lnTo>
                  <a:pt x="2875874" y="692553"/>
                </a:lnTo>
                <a:lnTo>
                  <a:pt x="2875569" y="688048"/>
                </a:lnTo>
                <a:lnTo>
                  <a:pt x="2875417" y="685524"/>
                </a:lnTo>
                <a:lnTo>
                  <a:pt x="2875426" y="684962"/>
                </a:lnTo>
                <a:lnTo>
                  <a:pt x="2875712" y="683743"/>
                </a:lnTo>
                <a:lnTo>
                  <a:pt x="2876274" y="681857"/>
                </a:lnTo>
                <a:lnTo>
                  <a:pt x="2878617" y="681828"/>
                </a:lnTo>
                <a:lnTo>
                  <a:pt x="2882760" y="683647"/>
                </a:lnTo>
                <a:lnTo>
                  <a:pt x="2884589" y="682485"/>
                </a:lnTo>
                <a:lnTo>
                  <a:pt x="2884113" y="678342"/>
                </a:lnTo>
                <a:lnTo>
                  <a:pt x="2884322" y="676170"/>
                </a:lnTo>
                <a:lnTo>
                  <a:pt x="2885208" y="675961"/>
                </a:lnTo>
                <a:lnTo>
                  <a:pt x="2885599" y="673579"/>
                </a:lnTo>
                <a:lnTo>
                  <a:pt x="2885504" y="669026"/>
                </a:lnTo>
                <a:lnTo>
                  <a:pt x="2885475" y="666617"/>
                </a:lnTo>
                <a:lnTo>
                  <a:pt x="2885532" y="666359"/>
                </a:lnTo>
                <a:lnTo>
                  <a:pt x="2885370" y="663978"/>
                </a:lnTo>
                <a:lnTo>
                  <a:pt x="2884999" y="659473"/>
                </a:lnTo>
                <a:lnTo>
                  <a:pt x="2884808" y="656911"/>
                </a:lnTo>
                <a:lnTo>
                  <a:pt x="2884808" y="656273"/>
                </a:lnTo>
                <a:lnTo>
                  <a:pt x="2885123" y="655711"/>
                </a:lnTo>
                <a:lnTo>
                  <a:pt x="2885761" y="655225"/>
                </a:lnTo>
                <a:lnTo>
                  <a:pt x="2888247" y="655339"/>
                </a:lnTo>
                <a:lnTo>
                  <a:pt x="2892590" y="656034"/>
                </a:lnTo>
                <a:lnTo>
                  <a:pt x="2894695" y="654215"/>
                </a:lnTo>
                <a:lnTo>
                  <a:pt x="2894543" y="649872"/>
                </a:lnTo>
                <a:lnTo>
                  <a:pt x="2894590" y="647538"/>
                </a:lnTo>
                <a:lnTo>
                  <a:pt x="2894838" y="647224"/>
                </a:lnTo>
                <a:lnTo>
                  <a:pt x="2894857" y="644843"/>
                </a:lnTo>
                <a:lnTo>
                  <a:pt x="2894657" y="640394"/>
                </a:lnTo>
                <a:lnTo>
                  <a:pt x="2894562" y="637918"/>
                </a:lnTo>
                <a:lnTo>
                  <a:pt x="2894571" y="637413"/>
                </a:lnTo>
                <a:lnTo>
                  <a:pt x="2894838" y="636880"/>
                </a:lnTo>
                <a:lnTo>
                  <a:pt x="2895343" y="636327"/>
                </a:lnTo>
                <a:lnTo>
                  <a:pt x="2897600" y="636194"/>
                </a:lnTo>
                <a:lnTo>
                  <a:pt x="2901591" y="636489"/>
                </a:lnTo>
                <a:lnTo>
                  <a:pt x="2903630" y="634641"/>
                </a:lnTo>
                <a:lnTo>
                  <a:pt x="2903715" y="630650"/>
                </a:lnTo>
                <a:lnTo>
                  <a:pt x="2903944" y="628488"/>
                </a:lnTo>
                <a:lnTo>
                  <a:pt x="2904306" y="628174"/>
                </a:lnTo>
                <a:lnTo>
                  <a:pt x="2904649" y="627917"/>
                </a:lnTo>
                <a:lnTo>
                  <a:pt x="2904963" y="627717"/>
                </a:lnTo>
                <a:lnTo>
                  <a:pt x="2907392" y="627755"/>
                </a:lnTo>
                <a:lnTo>
                  <a:pt x="2911916" y="628040"/>
                </a:lnTo>
                <a:lnTo>
                  <a:pt x="2913755" y="625916"/>
                </a:lnTo>
                <a:lnTo>
                  <a:pt x="2912897" y="621392"/>
                </a:lnTo>
                <a:lnTo>
                  <a:pt x="2912669" y="618773"/>
                </a:lnTo>
                <a:lnTo>
                  <a:pt x="2913059" y="618077"/>
                </a:lnTo>
                <a:lnTo>
                  <a:pt x="2913602" y="617725"/>
                </a:lnTo>
                <a:lnTo>
                  <a:pt x="2914298" y="617725"/>
                </a:lnTo>
                <a:lnTo>
                  <a:pt x="2916717" y="617753"/>
                </a:lnTo>
                <a:lnTo>
                  <a:pt x="2920851" y="617830"/>
                </a:lnTo>
                <a:lnTo>
                  <a:pt x="2923232" y="617858"/>
                </a:lnTo>
                <a:lnTo>
                  <a:pt x="2923861" y="617858"/>
                </a:lnTo>
                <a:lnTo>
                  <a:pt x="2926223" y="617839"/>
                </a:lnTo>
                <a:lnTo>
                  <a:pt x="2930309" y="617801"/>
                </a:lnTo>
                <a:lnTo>
                  <a:pt x="2932690" y="617782"/>
                </a:lnTo>
                <a:lnTo>
                  <a:pt x="2933367" y="617792"/>
                </a:lnTo>
                <a:lnTo>
                  <a:pt x="2935729" y="617772"/>
                </a:lnTo>
                <a:lnTo>
                  <a:pt x="2939786" y="617734"/>
                </a:lnTo>
                <a:lnTo>
                  <a:pt x="2942168" y="617715"/>
                </a:lnTo>
                <a:lnTo>
                  <a:pt x="2942873" y="617725"/>
                </a:lnTo>
                <a:lnTo>
                  <a:pt x="2945235" y="617706"/>
                </a:lnTo>
                <a:lnTo>
                  <a:pt x="2949264" y="617677"/>
                </a:lnTo>
                <a:lnTo>
                  <a:pt x="2951645" y="617658"/>
                </a:lnTo>
                <a:lnTo>
                  <a:pt x="2952379" y="617658"/>
                </a:lnTo>
                <a:lnTo>
                  <a:pt x="2954769" y="617668"/>
                </a:lnTo>
                <a:lnTo>
                  <a:pt x="2958798" y="617668"/>
                </a:lnTo>
                <a:lnTo>
                  <a:pt x="2961180" y="617668"/>
                </a:lnTo>
                <a:lnTo>
                  <a:pt x="2961913" y="617677"/>
                </a:lnTo>
                <a:lnTo>
                  <a:pt x="2964313" y="617696"/>
                </a:lnTo>
                <a:lnTo>
                  <a:pt x="2968381" y="617725"/>
                </a:lnTo>
                <a:lnTo>
                  <a:pt x="2970762" y="617744"/>
                </a:lnTo>
                <a:lnTo>
                  <a:pt x="2971457" y="617753"/>
                </a:lnTo>
                <a:lnTo>
                  <a:pt x="2973838" y="617753"/>
                </a:lnTo>
                <a:lnTo>
                  <a:pt x="2977915" y="617753"/>
                </a:lnTo>
                <a:lnTo>
                  <a:pt x="2980296" y="617763"/>
                </a:lnTo>
                <a:lnTo>
                  <a:pt x="2980982" y="617772"/>
                </a:lnTo>
                <a:lnTo>
                  <a:pt x="2983401" y="617811"/>
                </a:lnTo>
                <a:lnTo>
                  <a:pt x="2987564" y="617877"/>
                </a:lnTo>
                <a:lnTo>
                  <a:pt x="2989945" y="617915"/>
                </a:lnTo>
                <a:lnTo>
                  <a:pt x="2990545" y="617915"/>
                </a:lnTo>
                <a:lnTo>
                  <a:pt x="2992879" y="617868"/>
                </a:lnTo>
                <a:lnTo>
                  <a:pt x="2996936" y="617763"/>
                </a:lnTo>
                <a:lnTo>
                  <a:pt x="2999318" y="617715"/>
                </a:lnTo>
                <a:lnTo>
                  <a:pt x="3000023" y="617725"/>
                </a:lnTo>
                <a:lnTo>
                  <a:pt x="3000766" y="618077"/>
                </a:lnTo>
                <a:lnTo>
                  <a:pt x="3001547" y="618773"/>
                </a:lnTo>
                <a:lnTo>
                  <a:pt x="3003928" y="621449"/>
                </a:lnTo>
                <a:lnTo>
                  <a:pt x="3007909" y="626088"/>
                </a:lnTo>
                <a:lnTo>
                  <a:pt x="3009948" y="628469"/>
                </a:lnTo>
                <a:lnTo>
                  <a:pt x="3010062" y="629641"/>
                </a:lnTo>
                <a:lnTo>
                  <a:pt x="3009957" y="631203"/>
                </a:lnTo>
                <a:lnTo>
                  <a:pt x="3009462" y="633089"/>
                </a:lnTo>
                <a:lnTo>
                  <a:pt x="3008576" y="635298"/>
                </a:lnTo>
                <a:lnTo>
                  <a:pt x="3008043" y="636851"/>
                </a:lnTo>
                <a:lnTo>
                  <a:pt x="3007852" y="637737"/>
                </a:lnTo>
                <a:lnTo>
                  <a:pt x="3006300" y="638556"/>
                </a:lnTo>
                <a:lnTo>
                  <a:pt x="3003366" y="639318"/>
                </a:lnTo>
                <a:lnTo>
                  <a:pt x="3001947" y="641699"/>
                </a:lnTo>
                <a:lnTo>
                  <a:pt x="3002023" y="645700"/>
                </a:lnTo>
                <a:lnTo>
                  <a:pt x="3001994" y="648052"/>
                </a:lnTo>
                <a:lnTo>
                  <a:pt x="3001851" y="648748"/>
                </a:lnTo>
                <a:lnTo>
                  <a:pt x="3001823" y="651129"/>
                </a:lnTo>
                <a:lnTo>
                  <a:pt x="3001928" y="655196"/>
                </a:lnTo>
                <a:lnTo>
                  <a:pt x="3001985" y="657635"/>
                </a:lnTo>
                <a:lnTo>
                  <a:pt x="3001994" y="658444"/>
                </a:lnTo>
                <a:lnTo>
                  <a:pt x="3001594" y="659044"/>
                </a:lnTo>
                <a:lnTo>
                  <a:pt x="3000785" y="659435"/>
                </a:lnTo>
                <a:lnTo>
                  <a:pt x="2998337" y="659378"/>
                </a:lnTo>
                <a:lnTo>
                  <a:pt x="2994269" y="658863"/>
                </a:lnTo>
                <a:lnTo>
                  <a:pt x="2992345" y="660644"/>
                </a:lnTo>
                <a:lnTo>
                  <a:pt x="2992565" y="664712"/>
                </a:lnTo>
                <a:lnTo>
                  <a:pt x="2992517" y="667045"/>
                </a:lnTo>
                <a:lnTo>
                  <a:pt x="2992203" y="667645"/>
                </a:lnTo>
                <a:lnTo>
                  <a:pt x="2992098" y="670027"/>
                </a:lnTo>
                <a:lnTo>
                  <a:pt x="2992212" y="674189"/>
                </a:lnTo>
                <a:lnTo>
                  <a:pt x="2992260" y="676627"/>
                </a:lnTo>
                <a:lnTo>
                  <a:pt x="2992250" y="677323"/>
                </a:lnTo>
                <a:lnTo>
                  <a:pt x="2991898" y="678009"/>
                </a:lnTo>
                <a:lnTo>
                  <a:pt x="2991202" y="678685"/>
                </a:lnTo>
                <a:lnTo>
                  <a:pt x="2989002" y="678866"/>
                </a:lnTo>
                <a:lnTo>
                  <a:pt x="2985297" y="678551"/>
                </a:lnTo>
                <a:lnTo>
                  <a:pt x="2983630" y="680247"/>
                </a:lnTo>
                <a:lnTo>
                  <a:pt x="2984002" y="683952"/>
                </a:lnTo>
                <a:lnTo>
                  <a:pt x="2983840" y="686171"/>
                </a:lnTo>
                <a:lnTo>
                  <a:pt x="2983163" y="686924"/>
                </a:lnTo>
                <a:lnTo>
                  <a:pt x="2982820" y="689305"/>
                </a:lnTo>
                <a:lnTo>
                  <a:pt x="2982820" y="693315"/>
                </a:lnTo>
                <a:lnTo>
                  <a:pt x="2982801" y="695677"/>
                </a:lnTo>
                <a:lnTo>
                  <a:pt x="2982763" y="696382"/>
                </a:lnTo>
                <a:lnTo>
                  <a:pt x="2982382" y="697830"/>
                </a:lnTo>
                <a:lnTo>
                  <a:pt x="2981677" y="700011"/>
                </a:lnTo>
                <a:lnTo>
                  <a:pt x="2979982" y="700697"/>
                </a:lnTo>
                <a:lnTo>
                  <a:pt x="2977296" y="699878"/>
                </a:lnTo>
                <a:lnTo>
                  <a:pt x="2976162" y="700821"/>
                </a:lnTo>
                <a:lnTo>
                  <a:pt x="2976601" y="703507"/>
                </a:lnTo>
                <a:lnTo>
                  <a:pt x="2975877" y="705164"/>
                </a:lnTo>
                <a:lnTo>
                  <a:pt x="2973991" y="705783"/>
                </a:lnTo>
                <a:lnTo>
                  <a:pt x="2973105" y="708165"/>
                </a:lnTo>
                <a:lnTo>
                  <a:pt x="2973219" y="712308"/>
                </a:lnTo>
                <a:lnTo>
                  <a:pt x="2973229" y="714689"/>
                </a:lnTo>
                <a:lnTo>
                  <a:pt x="2973114" y="715318"/>
                </a:lnTo>
                <a:lnTo>
                  <a:pt x="2972914" y="717699"/>
                </a:lnTo>
                <a:lnTo>
                  <a:pt x="2972619" y="721833"/>
                </a:lnTo>
                <a:lnTo>
                  <a:pt x="2972476" y="724071"/>
                </a:lnTo>
                <a:lnTo>
                  <a:pt x="2972476" y="724405"/>
                </a:lnTo>
                <a:lnTo>
                  <a:pt x="2972305" y="724624"/>
                </a:lnTo>
                <a:lnTo>
                  <a:pt x="2971971" y="724729"/>
                </a:lnTo>
                <a:lnTo>
                  <a:pt x="2969714" y="724853"/>
                </a:lnTo>
                <a:lnTo>
                  <a:pt x="2965533" y="725005"/>
                </a:lnTo>
                <a:lnTo>
                  <a:pt x="2963513" y="727158"/>
                </a:lnTo>
                <a:lnTo>
                  <a:pt x="2963656" y="731339"/>
                </a:lnTo>
                <a:lnTo>
                  <a:pt x="2963637" y="733701"/>
                </a:lnTo>
                <a:lnTo>
                  <a:pt x="2963475" y="734263"/>
                </a:lnTo>
                <a:lnTo>
                  <a:pt x="2963485" y="736644"/>
                </a:lnTo>
                <a:lnTo>
                  <a:pt x="2963647" y="740845"/>
                </a:lnTo>
                <a:lnTo>
                  <a:pt x="2963732" y="743312"/>
                </a:lnTo>
                <a:lnTo>
                  <a:pt x="2963732" y="744045"/>
                </a:lnTo>
                <a:lnTo>
                  <a:pt x="2963370" y="744598"/>
                </a:lnTo>
                <a:lnTo>
                  <a:pt x="2962637" y="744960"/>
                </a:lnTo>
                <a:lnTo>
                  <a:pt x="2960189" y="744893"/>
                </a:lnTo>
                <a:lnTo>
                  <a:pt x="2956017" y="744388"/>
                </a:lnTo>
                <a:lnTo>
                  <a:pt x="2954045" y="746217"/>
                </a:lnTo>
                <a:lnTo>
                  <a:pt x="2954264" y="750389"/>
                </a:lnTo>
                <a:lnTo>
                  <a:pt x="2954226" y="752742"/>
                </a:lnTo>
                <a:lnTo>
                  <a:pt x="2953941" y="753266"/>
                </a:lnTo>
                <a:lnTo>
                  <a:pt x="2953883" y="755647"/>
                </a:lnTo>
                <a:lnTo>
                  <a:pt x="2954055" y="759885"/>
                </a:lnTo>
                <a:lnTo>
                  <a:pt x="2954141" y="762352"/>
                </a:lnTo>
                <a:lnTo>
                  <a:pt x="2954141" y="763048"/>
                </a:lnTo>
                <a:lnTo>
                  <a:pt x="2953798" y="763876"/>
                </a:lnTo>
                <a:lnTo>
                  <a:pt x="2953102" y="764858"/>
                </a:lnTo>
                <a:lnTo>
                  <a:pt x="2950959" y="765096"/>
                </a:lnTo>
                <a:lnTo>
                  <a:pt x="2947378" y="764610"/>
                </a:lnTo>
                <a:lnTo>
                  <a:pt x="2945663" y="766153"/>
                </a:lnTo>
                <a:lnTo>
                  <a:pt x="2945816" y="769734"/>
                </a:lnTo>
                <a:lnTo>
                  <a:pt x="2945521" y="771811"/>
                </a:lnTo>
                <a:lnTo>
                  <a:pt x="2944749" y="772382"/>
                </a:lnTo>
                <a:lnTo>
                  <a:pt x="2944444" y="774764"/>
                </a:lnTo>
                <a:lnTo>
                  <a:pt x="2944597" y="778955"/>
                </a:lnTo>
                <a:lnTo>
                  <a:pt x="2944644" y="781383"/>
                </a:lnTo>
                <a:lnTo>
                  <a:pt x="2944597" y="782060"/>
                </a:lnTo>
                <a:lnTo>
                  <a:pt x="2944301" y="784441"/>
                </a:lnTo>
                <a:lnTo>
                  <a:pt x="2943768" y="788527"/>
                </a:lnTo>
                <a:lnTo>
                  <a:pt x="2943501" y="790642"/>
                </a:lnTo>
                <a:lnTo>
                  <a:pt x="2941187" y="791175"/>
                </a:lnTo>
                <a:lnTo>
                  <a:pt x="2937100" y="791680"/>
                </a:lnTo>
                <a:lnTo>
                  <a:pt x="2935129" y="793975"/>
                </a:lnTo>
                <a:lnTo>
                  <a:pt x="2935253" y="798062"/>
                </a:lnTo>
                <a:lnTo>
                  <a:pt x="2935243" y="800424"/>
                </a:lnTo>
                <a:lnTo>
                  <a:pt x="2935081" y="801081"/>
                </a:lnTo>
                <a:lnTo>
                  <a:pt x="2935072" y="803462"/>
                </a:lnTo>
                <a:lnTo>
                  <a:pt x="2935214" y="807568"/>
                </a:lnTo>
                <a:lnTo>
                  <a:pt x="2935281" y="810016"/>
                </a:lnTo>
                <a:lnTo>
                  <a:pt x="2935281" y="810806"/>
                </a:lnTo>
                <a:lnTo>
                  <a:pt x="2934881" y="811435"/>
                </a:lnTo>
                <a:lnTo>
                  <a:pt x="2934091" y="811882"/>
                </a:lnTo>
                <a:lnTo>
                  <a:pt x="2931709" y="811873"/>
                </a:lnTo>
                <a:lnTo>
                  <a:pt x="2927718" y="811406"/>
                </a:lnTo>
                <a:lnTo>
                  <a:pt x="2925804" y="813168"/>
                </a:lnTo>
                <a:lnTo>
                  <a:pt x="2925975" y="817159"/>
                </a:lnTo>
                <a:lnTo>
                  <a:pt x="2925880" y="819445"/>
                </a:lnTo>
                <a:lnTo>
                  <a:pt x="2925528" y="820026"/>
                </a:lnTo>
                <a:lnTo>
                  <a:pt x="2925413" y="822408"/>
                </a:lnTo>
                <a:lnTo>
                  <a:pt x="2925556" y="826589"/>
                </a:lnTo>
                <a:lnTo>
                  <a:pt x="2925623" y="829027"/>
                </a:lnTo>
                <a:lnTo>
                  <a:pt x="2925604" y="829742"/>
                </a:lnTo>
                <a:lnTo>
                  <a:pt x="2925242" y="830561"/>
                </a:lnTo>
                <a:lnTo>
                  <a:pt x="2924527" y="831485"/>
                </a:lnTo>
                <a:lnTo>
                  <a:pt x="2922327" y="831666"/>
                </a:lnTo>
                <a:lnTo>
                  <a:pt x="2918641" y="831104"/>
                </a:lnTo>
                <a:lnTo>
                  <a:pt x="2917022" y="832666"/>
                </a:lnTo>
                <a:lnTo>
                  <a:pt x="2917460" y="836352"/>
                </a:lnTo>
                <a:lnTo>
                  <a:pt x="2917260" y="838533"/>
                </a:lnTo>
                <a:lnTo>
                  <a:pt x="2916412" y="839210"/>
                </a:lnTo>
                <a:lnTo>
                  <a:pt x="2916012" y="841591"/>
                </a:lnTo>
                <a:lnTo>
                  <a:pt x="2916041" y="845677"/>
                </a:lnTo>
                <a:lnTo>
                  <a:pt x="2916050" y="848058"/>
                </a:lnTo>
                <a:lnTo>
                  <a:pt x="2916012" y="848735"/>
                </a:lnTo>
                <a:lnTo>
                  <a:pt x="2915660" y="850087"/>
                </a:lnTo>
                <a:lnTo>
                  <a:pt x="2914983" y="852106"/>
                </a:lnTo>
                <a:lnTo>
                  <a:pt x="2913174" y="852678"/>
                </a:lnTo>
                <a:lnTo>
                  <a:pt x="2910230" y="851792"/>
                </a:lnTo>
                <a:lnTo>
                  <a:pt x="2909040" y="852830"/>
                </a:lnTo>
                <a:lnTo>
                  <a:pt x="2909602" y="855774"/>
                </a:lnTo>
                <a:lnTo>
                  <a:pt x="2909021" y="857574"/>
                </a:lnTo>
                <a:lnTo>
                  <a:pt x="2907278" y="858212"/>
                </a:lnTo>
                <a:lnTo>
                  <a:pt x="2906439" y="860593"/>
                </a:lnTo>
                <a:lnTo>
                  <a:pt x="2906525" y="864718"/>
                </a:lnTo>
                <a:lnTo>
                  <a:pt x="2906516" y="867080"/>
                </a:lnTo>
                <a:lnTo>
                  <a:pt x="2906411" y="867699"/>
                </a:lnTo>
                <a:lnTo>
                  <a:pt x="2906420" y="870080"/>
                </a:lnTo>
                <a:lnTo>
                  <a:pt x="2906544" y="874224"/>
                </a:lnTo>
                <a:lnTo>
                  <a:pt x="2906620" y="876681"/>
                </a:lnTo>
                <a:lnTo>
                  <a:pt x="2906630" y="877433"/>
                </a:lnTo>
                <a:lnTo>
                  <a:pt x="2906258" y="877957"/>
                </a:lnTo>
                <a:lnTo>
                  <a:pt x="2905506" y="878243"/>
                </a:lnTo>
                <a:lnTo>
                  <a:pt x="2903087" y="878205"/>
                </a:lnTo>
                <a:lnTo>
                  <a:pt x="2899000" y="877843"/>
                </a:lnTo>
                <a:lnTo>
                  <a:pt x="2897057" y="879700"/>
                </a:lnTo>
                <a:lnTo>
                  <a:pt x="2897257" y="883787"/>
                </a:lnTo>
                <a:lnTo>
                  <a:pt x="2897238" y="886139"/>
                </a:lnTo>
                <a:lnTo>
                  <a:pt x="2896991" y="886778"/>
                </a:lnTo>
                <a:lnTo>
                  <a:pt x="2896886" y="889159"/>
                </a:lnTo>
                <a:lnTo>
                  <a:pt x="2896914" y="893283"/>
                </a:lnTo>
                <a:lnTo>
                  <a:pt x="2896943" y="895683"/>
                </a:lnTo>
                <a:lnTo>
                  <a:pt x="2896943" y="896360"/>
                </a:lnTo>
                <a:lnTo>
                  <a:pt x="2896610" y="897007"/>
                </a:lnTo>
                <a:lnTo>
                  <a:pt x="2895933" y="897626"/>
                </a:lnTo>
                <a:lnTo>
                  <a:pt x="2893628" y="897703"/>
                </a:lnTo>
                <a:lnTo>
                  <a:pt x="2889695" y="897236"/>
                </a:lnTo>
                <a:lnTo>
                  <a:pt x="2887799" y="898970"/>
                </a:lnTo>
                <a:lnTo>
                  <a:pt x="2887942" y="902903"/>
                </a:lnTo>
                <a:lnTo>
                  <a:pt x="2887780" y="905123"/>
                </a:lnTo>
                <a:lnTo>
                  <a:pt x="2887313" y="905627"/>
                </a:lnTo>
                <a:lnTo>
                  <a:pt x="2887189" y="908009"/>
                </a:lnTo>
                <a:lnTo>
                  <a:pt x="2887418" y="912266"/>
                </a:lnTo>
                <a:lnTo>
                  <a:pt x="2887523" y="914752"/>
                </a:lnTo>
                <a:lnTo>
                  <a:pt x="2887494" y="915457"/>
                </a:lnTo>
                <a:lnTo>
                  <a:pt x="2887132" y="916610"/>
                </a:lnTo>
                <a:lnTo>
                  <a:pt x="2886427" y="918220"/>
                </a:lnTo>
                <a:lnTo>
                  <a:pt x="2884541" y="918724"/>
                </a:lnTo>
                <a:lnTo>
                  <a:pt x="2881484" y="918105"/>
                </a:lnTo>
                <a:lnTo>
                  <a:pt x="2880141" y="919334"/>
                </a:lnTo>
                <a:lnTo>
                  <a:pt x="2880522" y="922391"/>
                </a:lnTo>
                <a:lnTo>
                  <a:pt x="2880008" y="924258"/>
                </a:lnTo>
                <a:lnTo>
                  <a:pt x="2878579" y="924916"/>
                </a:lnTo>
                <a:lnTo>
                  <a:pt x="2877922" y="927297"/>
                </a:lnTo>
                <a:lnTo>
                  <a:pt x="2878045" y="931402"/>
                </a:lnTo>
                <a:lnTo>
                  <a:pt x="2878055" y="933793"/>
                </a:lnTo>
                <a:lnTo>
                  <a:pt x="2877969" y="934488"/>
                </a:lnTo>
                <a:lnTo>
                  <a:pt x="2877807" y="936869"/>
                </a:lnTo>
                <a:lnTo>
                  <a:pt x="2877560" y="940937"/>
                </a:lnTo>
                <a:lnTo>
                  <a:pt x="2877436" y="943194"/>
                </a:lnTo>
                <a:lnTo>
                  <a:pt x="2877445" y="943642"/>
                </a:lnTo>
                <a:lnTo>
                  <a:pt x="2877217" y="943937"/>
                </a:lnTo>
                <a:lnTo>
                  <a:pt x="2876769" y="944061"/>
                </a:lnTo>
                <a:lnTo>
                  <a:pt x="2874445" y="944118"/>
                </a:lnTo>
                <a:lnTo>
                  <a:pt x="2870244" y="944108"/>
                </a:lnTo>
                <a:lnTo>
                  <a:pt x="2868244" y="946194"/>
                </a:lnTo>
                <a:lnTo>
                  <a:pt x="2868425" y="950395"/>
                </a:lnTo>
                <a:lnTo>
                  <a:pt x="2868435" y="952786"/>
                </a:lnTo>
                <a:lnTo>
                  <a:pt x="2868244" y="953348"/>
                </a:lnTo>
                <a:lnTo>
                  <a:pt x="2868244" y="955729"/>
                </a:lnTo>
                <a:lnTo>
                  <a:pt x="2868416" y="959930"/>
                </a:lnTo>
                <a:lnTo>
                  <a:pt x="2868492" y="962387"/>
                </a:lnTo>
                <a:lnTo>
                  <a:pt x="2868492" y="963120"/>
                </a:lnTo>
                <a:lnTo>
                  <a:pt x="2868120" y="963663"/>
                </a:lnTo>
                <a:lnTo>
                  <a:pt x="2867387" y="964035"/>
                </a:lnTo>
                <a:lnTo>
                  <a:pt x="2864939" y="963959"/>
                </a:lnTo>
                <a:lnTo>
                  <a:pt x="2860767" y="963454"/>
                </a:lnTo>
                <a:lnTo>
                  <a:pt x="2858786" y="965292"/>
                </a:lnTo>
                <a:lnTo>
                  <a:pt x="2859005" y="969464"/>
                </a:lnTo>
                <a:lnTo>
                  <a:pt x="2858976" y="971817"/>
                </a:lnTo>
                <a:lnTo>
                  <a:pt x="2858691" y="972341"/>
                </a:lnTo>
                <a:lnTo>
                  <a:pt x="2858633" y="974722"/>
                </a:lnTo>
                <a:lnTo>
                  <a:pt x="2858805" y="978960"/>
                </a:lnTo>
                <a:lnTo>
                  <a:pt x="2858891" y="981427"/>
                </a:lnTo>
                <a:lnTo>
                  <a:pt x="2858891" y="982123"/>
                </a:lnTo>
                <a:lnTo>
                  <a:pt x="2858548" y="982809"/>
                </a:lnTo>
                <a:lnTo>
                  <a:pt x="2857852" y="983494"/>
                </a:lnTo>
                <a:lnTo>
                  <a:pt x="2855481" y="983513"/>
                </a:lnTo>
                <a:lnTo>
                  <a:pt x="2851452" y="982866"/>
                </a:lnTo>
                <a:lnTo>
                  <a:pt x="2849613" y="984552"/>
                </a:lnTo>
                <a:lnTo>
                  <a:pt x="2849975" y="988581"/>
                </a:lnTo>
                <a:lnTo>
                  <a:pt x="2849870" y="990867"/>
                </a:lnTo>
                <a:lnTo>
                  <a:pt x="2849318" y="991400"/>
                </a:lnTo>
                <a:lnTo>
                  <a:pt x="2849128" y="993781"/>
                </a:lnTo>
                <a:lnTo>
                  <a:pt x="2849309" y="998010"/>
                </a:lnTo>
                <a:lnTo>
                  <a:pt x="2849385" y="1000477"/>
                </a:lnTo>
                <a:lnTo>
                  <a:pt x="2849375" y="1001173"/>
                </a:lnTo>
                <a:lnTo>
                  <a:pt x="2849023" y="1002144"/>
                </a:lnTo>
                <a:lnTo>
                  <a:pt x="2848327" y="1003392"/>
                </a:lnTo>
                <a:lnTo>
                  <a:pt x="2846099" y="1003554"/>
                </a:lnTo>
                <a:lnTo>
                  <a:pt x="2842346" y="1002611"/>
                </a:lnTo>
                <a:lnTo>
                  <a:pt x="2840755" y="1004021"/>
                </a:lnTo>
                <a:lnTo>
                  <a:pt x="2841336" y="1007774"/>
                </a:lnTo>
                <a:lnTo>
                  <a:pt x="2841117" y="1009936"/>
                </a:lnTo>
                <a:lnTo>
                  <a:pt x="2840088" y="1010498"/>
                </a:lnTo>
                <a:lnTo>
                  <a:pt x="2839650" y="1012879"/>
                </a:lnTo>
                <a:lnTo>
                  <a:pt x="2839793" y="1017080"/>
                </a:lnTo>
                <a:lnTo>
                  <a:pt x="2839850" y="1019508"/>
                </a:lnTo>
                <a:lnTo>
                  <a:pt x="2839803" y="1020175"/>
                </a:lnTo>
                <a:lnTo>
                  <a:pt x="2839450" y="1022233"/>
                </a:lnTo>
                <a:lnTo>
                  <a:pt x="2838783" y="1025681"/>
                </a:lnTo>
                <a:lnTo>
                  <a:pt x="2837859" y="1027138"/>
                </a:lnTo>
                <a:lnTo>
                  <a:pt x="2836669" y="1026595"/>
                </a:lnTo>
                <a:lnTo>
                  <a:pt x="2836164" y="1026919"/>
                </a:lnTo>
                <a:lnTo>
                  <a:pt x="2836354" y="1028109"/>
                </a:lnTo>
                <a:lnTo>
                  <a:pt x="2834811" y="1028948"/>
                </a:lnTo>
                <a:lnTo>
                  <a:pt x="2831554" y="1029452"/>
                </a:lnTo>
                <a:lnTo>
                  <a:pt x="2829992" y="1031834"/>
                </a:lnTo>
                <a:lnTo>
                  <a:pt x="2830116" y="1036091"/>
                </a:lnTo>
                <a:lnTo>
                  <a:pt x="2830135" y="1038492"/>
                </a:lnTo>
                <a:lnTo>
                  <a:pt x="2830030" y="1039016"/>
                </a:lnTo>
                <a:lnTo>
                  <a:pt x="2830058" y="1041397"/>
                </a:lnTo>
                <a:lnTo>
                  <a:pt x="2830230" y="1045635"/>
                </a:lnTo>
                <a:lnTo>
                  <a:pt x="2830316" y="1048102"/>
                </a:lnTo>
                <a:lnTo>
                  <a:pt x="2830316" y="1048798"/>
                </a:lnTo>
                <a:lnTo>
                  <a:pt x="2829973" y="1049312"/>
                </a:lnTo>
                <a:lnTo>
                  <a:pt x="2829277" y="1049636"/>
                </a:lnTo>
                <a:lnTo>
                  <a:pt x="2826801" y="1049550"/>
                </a:lnTo>
                <a:lnTo>
                  <a:pt x="2822553" y="1049036"/>
                </a:lnTo>
                <a:lnTo>
                  <a:pt x="2820591" y="1050903"/>
                </a:lnTo>
                <a:lnTo>
                  <a:pt x="2820914" y="1055151"/>
                </a:lnTo>
                <a:lnTo>
                  <a:pt x="2820934" y="1057561"/>
                </a:lnTo>
                <a:lnTo>
                  <a:pt x="2820667" y="1058123"/>
                </a:lnTo>
                <a:lnTo>
                  <a:pt x="2820562" y="1060504"/>
                </a:lnTo>
                <a:lnTo>
                  <a:pt x="2820638" y="1064705"/>
                </a:lnTo>
                <a:lnTo>
                  <a:pt x="2820676" y="1067124"/>
                </a:lnTo>
                <a:lnTo>
                  <a:pt x="2820676" y="1067762"/>
                </a:lnTo>
                <a:lnTo>
                  <a:pt x="2820362" y="1068505"/>
                </a:lnTo>
                <a:lnTo>
                  <a:pt x="2819724" y="1069362"/>
                </a:lnTo>
                <a:lnTo>
                  <a:pt x="2817505" y="1069524"/>
                </a:lnTo>
                <a:lnTo>
                  <a:pt x="2813714" y="1069010"/>
                </a:lnTo>
                <a:lnTo>
                  <a:pt x="2811904" y="1070639"/>
                </a:lnTo>
                <a:lnTo>
                  <a:pt x="2812066" y="1074430"/>
                </a:lnTo>
                <a:lnTo>
                  <a:pt x="2811837" y="1076573"/>
                </a:lnTo>
                <a:lnTo>
                  <a:pt x="2811199" y="1077077"/>
                </a:lnTo>
                <a:lnTo>
                  <a:pt x="2810961" y="1079459"/>
                </a:lnTo>
                <a:lnTo>
                  <a:pt x="2811113" y="1083716"/>
                </a:lnTo>
                <a:lnTo>
                  <a:pt x="2811170" y="1086164"/>
                </a:lnTo>
                <a:lnTo>
                  <a:pt x="2811132" y="1086783"/>
                </a:lnTo>
                <a:lnTo>
                  <a:pt x="2810808" y="1089108"/>
                </a:lnTo>
                <a:lnTo>
                  <a:pt x="2810189" y="1093146"/>
                </a:lnTo>
                <a:lnTo>
                  <a:pt x="2809799" y="1095146"/>
                </a:lnTo>
                <a:lnTo>
                  <a:pt x="2807570" y="1095661"/>
                </a:lnTo>
                <a:lnTo>
                  <a:pt x="2803522" y="1096232"/>
                </a:lnTo>
                <a:lnTo>
                  <a:pt x="2801598" y="1098614"/>
                </a:lnTo>
                <a:lnTo>
                  <a:pt x="2801817" y="1102805"/>
                </a:lnTo>
                <a:lnTo>
                  <a:pt x="2801864" y="1105233"/>
                </a:lnTo>
                <a:lnTo>
                  <a:pt x="2801741" y="1105891"/>
                </a:lnTo>
                <a:lnTo>
                  <a:pt x="2801741" y="1108272"/>
                </a:lnTo>
                <a:lnTo>
                  <a:pt x="2801884" y="1112377"/>
                </a:lnTo>
                <a:lnTo>
                  <a:pt x="2801950" y="1114825"/>
                </a:lnTo>
                <a:lnTo>
                  <a:pt x="2801950" y="1115625"/>
                </a:lnTo>
                <a:lnTo>
                  <a:pt x="2801550" y="1116187"/>
                </a:lnTo>
                <a:lnTo>
                  <a:pt x="2800750" y="1116501"/>
                </a:lnTo>
                <a:lnTo>
                  <a:pt x="2798254" y="1116397"/>
                </a:lnTo>
                <a:lnTo>
                  <a:pt x="2794073" y="1115854"/>
                </a:lnTo>
                <a:lnTo>
                  <a:pt x="2792035" y="1117673"/>
                </a:lnTo>
                <a:lnTo>
                  <a:pt x="2792149" y="1121855"/>
                </a:lnTo>
                <a:lnTo>
                  <a:pt x="2792092" y="1124179"/>
                </a:lnTo>
                <a:lnTo>
                  <a:pt x="2791863" y="1124645"/>
                </a:lnTo>
                <a:lnTo>
                  <a:pt x="2791882" y="1127027"/>
                </a:lnTo>
                <a:lnTo>
                  <a:pt x="2792130" y="1131322"/>
                </a:lnTo>
                <a:lnTo>
                  <a:pt x="2792254" y="1133827"/>
                </a:lnTo>
                <a:lnTo>
                  <a:pt x="2792244" y="1134532"/>
                </a:lnTo>
                <a:lnTo>
                  <a:pt x="2791882" y="1135151"/>
                </a:lnTo>
                <a:lnTo>
                  <a:pt x="2791177" y="1135675"/>
                </a:lnTo>
                <a:lnTo>
                  <a:pt x="2788796" y="1135675"/>
                </a:lnTo>
                <a:lnTo>
                  <a:pt x="2784739" y="1135151"/>
                </a:lnTo>
                <a:lnTo>
                  <a:pt x="2782872" y="1136914"/>
                </a:lnTo>
                <a:lnTo>
                  <a:pt x="2783176" y="1140971"/>
                </a:lnTo>
                <a:lnTo>
                  <a:pt x="2783110" y="1143286"/>
                </a:lnTo>
                <a:lnTo>
                  <a:pt x="2782662" y="1143857"/>
                </a:lnTo>
                <a:lnTo>
                  <a:pt x="2782510" y="1146239"/>
                </a:lnTo>
                <a:lnTo>
                  <a:pt x="2782653" y="1150430"/>
                </a:lnTo>
                <a:lnTo>
                  <a:pt x="2782710" y="1152877"/>
                </a:lnTo>
                <a:lnTo>
                  <a:pt x="2782700" y="1153573"/>
                </a:lnTo>
                <a:lnTo>
                  <a:pt x="2782348" y="1154735"/>
                </a:lnTo>
                <a:lnTo>
                  <a:pt x="2781652" y="1156383"/>
                </a:lnTo>
                <a:lnTo>
                  <a:pt x="2779566" y="1156678"/>
                </a:lnTo>
                <a:lnTo>
                  <a:pt x="2776109" y="1155640"/>
                </a:lnTo>
                <a:lnTo>
                  <a:pt x="2774499" y="1156859"/>
                </a:lnTo>
                <a:lnTo>
                  <a:pt x="2774747" y="1160316"/>
                </a:lnTo>
                <a:lnTo>
                  <a:pt x="2774318" y="1162269"/>
                </a:lnTo>
                <a:lnTo>
                  <a:pt x="2773204" y="1162698"/>
                </a:lnTo>
                <a:lnTo>
                  <a:pt x="2772708" y="1165079"/>
                </a:lnTo>
                <a:lnTo>
                  <a:pt x="2772832" y="1169413"/>
                </a:lnTo>
                <a:lnTo>
                  <a:pt x="2772861" y="1171823"/>
                </a:lnTo>
                <a:lnTo>
                  <a:pt x="2772785" y="1172308"/>
                </a:lnTo>
                <a:lnTo>
                  <a:pt x="2772508" y="1173623"/>
                </a:lnTo>
                <a:lnTo>
                  <a:pt x="2772023" y="1175776"/>
                </a:lnTo>
                <a:lnTo>
                  <a:pt x="2770308" y="1176442"/>
                </a:lnTo>
                <a:lnTo>
                  <a:pt x="2767365" y="1175633"/>
                </a:lnTo>
                <a:lnTo>
                  <a:pt x="2766308" y="1176690"/>
                </a:lnTo>
                <a:lnTo>
                  <a:pt x="2767117" y="1179633"/>
                </a:lnTo>
                <a:lnTo>
                  <a:pt x="2766460" y="1181348"/>
                </a:lnTo>
                <a:lnTo>
                  <a:pt x="2764317" y="1181843"/>
                </a:lnTo>
                <a:lnTo>
                  <a:pt x="2762993" y="1182881"/>
                </a:lnTo>
                <a:lnTo>
                  <a:pt x="2762498" y="1184443"/>
                </a:lnTo>
                <a:lnTo>
                  <a:pt x="2760678" y="1185005"/>
                </a:lnTo>
                <a:lnTo>
                  <a:pt x="2757526" y="1184548"/>
                </a:lnTo>
                <a:lnTo>
                  <a:pt x="2756449" y="1185901"/>
                </a:lnTo>
                <a:lnTo>
                  <a:pt x="2757449" y="1189053"/>
                </a:lnTo>
                <a:lnTo>
                  <a:pt x="2757002" y="1190987"/>
                </a:lnTo>
                <a:lnTo>
                  <a:pt x="2755125" y="1191720"/>
                </a:lnTo>
                <a:lnTo>
                  <a:pt x="2753820" y="1192082"/>
                </a:lnTo>
                <a:lnTo>
                  <a:pt x="2753087" y="1192082"/>
                </a:lnTo>
                <a:lnTo>
                  <a:pt x="2750610" y="1191978"/>
                </a:lnTo>
                <a:lnTo>
                  <a:pt x="2746372" y="1191778"/>
                </a:lnTo>
                <a:lnTo>
                  <a:pt x="2743991" y="1191673"/>
                </a:lnTo>
                <a:lnTo>
                  <a:pt x="2743467" y="1191673"/>
                </a:lnTo>
                <a:lnTo>
                  <a:pt x="2741114" y="1191711"/>
                </a:lnTo>
                <a:lnTo>
                  <a:pt x="2736952" y="1191778"/>
                </a:lnTo>
                <a:lnTo>
                  <a:pt x="2734570" y="1191816"/>
                </a:lnTo>
                <a:lnTo>
                  <a:pt x="2733970" y="1191816"/>
                </a:lnTo>
                <a:lnTo>
                  <a:pt x="2731589" y="1191816"/>
                </a:lnTo>
                <a:lnTo>
                  <a:pt x="2727427" y="1191816"/>
                </a:lnTo>
                <a:lnTo>
                  <a:pt x="2725045" y="1191816"/>
                </a:lnTo>
                <a:lnTo>
                  <a:pt x="2724445" y="1191816"/>
                </a:lnTo>
                <a:lnTo>
                  <a:pt x="2722064" y="1191816"/>
                </a:lnTo>
                <a:lnTo>
                  <a:pt x="2717902" y="1191816"/>
                </a:lnTo>
                <a:lnTo>
                  <a:pt x="2715520" y="1191816"/>
                </a:lnTo>
                <a:lnTo>
                  <a:pt x="2714920" y="1191816"/>
                </a:lnTo>
                <a:lnTo>
                  <a:pt x="2712539" y="1191816"/>
                </a:lnTo>
                <a:lnTo>
                  <a:pt x="2708377" y="1191816"/>
                </a:lnTo>
                <a:lnTo>
                  <a:pt x="2705995" y="1191816"/>
                </a:lnTo>
                <a:lnTo>
                  <a:pt x="2705395" y="1191816"/>
                </a:lnTo>
                <a:lnTo>
                  <a:pt x="2703014" y="1191816"/>
                </a:lnTo>
                <a:lnTo>
                  <a:pt x="2698852" y="1191816"/>
                </a:lnTo>
                <a:lnTo>
                  <a:pt x="2696470" y="1191816"/>
                </a:lnTo>
                <a:lnTo>
                  <a:pt x="2695870" y="1191816"/>
                </a:lnTo>
                <a:lnTo>
                  <a:pt x="2693508" y="1191835"/>
                </a:lnTo>
                <a:lnTo>
                  <a:pt x="2689374" y="1191863"/>
                </a:lnTo>
                <a:lnTo>
                  <a:pt x="2686993" y="1191882"/>
                </a:lnTo>
                <a:lnTo>
                  <a:pt x="2686364" y="1191882"/>
                </a:lnTo>
                <a:lnTo>
                  <a:pt x="2683916" y="1191816"/>
                </a:lnTo>
                <a:lnTo>
                  <a:pt x="2679640" y="1191673"/>
                </a:lnTo>
                <a:lnTo>
                  <a:pt x="2677258" y="1191606"/>
                </a:lnTo>
                <a:lnTo>
                  <a:pt x="2676773" y="1191606"/>
                </a:lnTo>
                <a:lnTo>
                  <a:pt x="2674496" y="1191711"/>
                </a:lnTo>
                <a:lnTo>
                  <a:pt x="2670429" y="1191911"/>
                </a:lnTo>
                <a:lnTo>
                  <a:pt x="2668048" y="1192016"/>
                </a:lnTo>
                <a:lnTo>
                  <a:pt x="2667352" y="1192016"/>
                </a:lnTo>
                <a:lnTo>
                  <a:pt x="2666476" y="1191673"/>
                </a:lnTo>
                <a:lnTo>
                  <a:pt x="2665428" y="1190977"/>
                </a:lnTo>
                <a:lnTo>
                  <a:pt x="2663047" y="1188672"/>
                </a:lnTo>
                <a:lnTo>
                  <a:pt x="2659332" y="1184767"/>
                </a:lnTo>
                <a:lnTo>
                  <a:pt x="2657132" y="1182386"/>
                </a:lnTo>
                <a:lnTo>
                  <a:pt x="2656456" y="1181529"/>
                </a:lnTo>
                <a:lnTo>
                  <a:pt x="2654075" y="1179014"/>
                </a:lnTo>
                <a:lnTo>
                  <a:pt x="2649988" y="1174842"/>
                </a:lnTo>
                <a:lnTo>
                  <a:pt x="2647702" y="1172461"/>
                </a:lnTo>
                <a:lnTo>
                  <a:pt x="2647217" y="1171870"/>
                </a:lnTo>
                <a:lnTo>
                  <a:pt x="2646940" y="1171299"/>
                </a:lnTo>
                <a:lnTo>
                  <a:pt x="2646874" y="1170737"/>
                </a:lnTo>
                <a:lnTo>
                  <a:pt x="2646759" y="1168356"/>
                </a:lnTo>
                <a:lnTo>
                  <a:pt x="2646597" y="1164155"/>
                </a:lnTo>
                <a:lnTo>
                  <a:pt x="2645635" y="1160812"/>
                </a:lnTo>
                <a:lnTo>
                  <a:pt x="2643864" y="1158326"/>
                </a:lnTo>
                <a:lnTo>
                  <a:pt x="2643207" y="1155944"/>
                </a:lnTo>
                <a:lnTo>
                  <a:pt x="2643645" y="1153668"/>
                </a:lnTo>
                <a:lnTo>
                  <a:pt x="2642511" y="1151344"/>
                </a:lnTo>
                <a:lnTo>
                  <a:pt x="2639787" y="1148991"/>
                </a:lnTo>
                <a:lnTo>
                  <a:pt x="2638111" y="1146610"/>
                </a:lnTo>
                <a:lnTo>
                  <a:pt x="2637473" y="1144200"/>
                </a:lnTo>
                <a:lnTo>
                  <a:pt x="2636891" y="1142429"/>
                </a:lnTo>
                <a:lnTo>
                  <a:pt x="2636377" y="1141276"/>
                </a:lnTo>
                <a:lnTo>
                  <a:pt x="2636282" y="1138895"/>
                </a:lnTo>
                <a:lnTo>
                  <a:pt x="2636596" y="1135285"/>
                </a:lnTo>
                <a:lnTo>
                  <a:pt x="2634786" y="1131694"/>
                </a:lnTo>
                <a:lnTo>
                  <a:pt x="2630862" y="1128141"/>
                </a:lnTo>
                <a:lnTo>
                  <a:pt x="2628576" y="1125760"/>
                </a:lnTo>
                <a:lnTo>
                  <a:pt x="2627919" y="1124550"/>
                </a:lnTo>
                <a:lnTo>
                  <a:pt x="2627481" y="1123512"/>
                </a:lnTo>
                <a:lnTo>
                  <a:pt x="2627271" y="1122645"/>
                </a:lnTo>
                <a:lnTo>
                  <a:pt x="2627309" y="1120264"/>
                </a:lnTo>
                <a:lnTo>
                  <a:pt x="2627595" y="1116368"/>
                </a:lnTo>
                <a:lnTo>
                  <a:pt x="2625642" y="1112510"/>
                </a:lnTo>
                <a:lnTo>
                  <a:pt x="2621461" y="1108672"/>
                </a:lnTo>
                <a:lnTo>
                  <a:pt x="2619032" y="1106291"/>
                </a:lnTo>
                <a:lnTo>
                  <a:pt x="2618356" y="1105367"/>
                </a:lnTo>
                <a:lnTo>
                  <a:pt x="2617975" y="1104519"/>
                </a:lnTo>
                <a:lnTo>
                  <a:pt x="2617899" y="1103767"/>
                </a:lnTo>
                <a:lnTo>
                  <a:pt x="2617927" y="1101385"/>
                </a:lnTo>
                <a:lnTo>
                  <a:pt x="2618051" y="1097375"/>
                </a:lnTo>
                <a:lnTo>
                  <a:pt x="2617394" y="1094346"/>
                </a:lnTo>
                <a:lnTo>
                  <a:pt x="2615965" y="1092279"/>
                </a:lnTo>
                <a:lnTo>
                  <a:pt x="2615336" y="1089898"/>
                </a:lnTo>
                <a:lnTo>
                  <a:pt x="2615517" y="1087203"/>
                </a:lnTo>
                <a:lnTo>
                  <a:pt x="2614165" y="1084678"/>
                </a:lnTo>
                <a:lnTo>
                  <a:pt x="2611288" y="1082345"/>
                </a:lnTo>
                <a:lnTo>
                  <a:pt x="2609479" y="1079964"/>
                </a:lnTo>
                <a:lnTo>
                  <a:pt x="2608745" y="1077535"/>
                </a:lnTo>
                <a:lnTo>
                  <a:pt x="2608088" y="1075658"/>
                </a:lnTo>
                <a:lnTo>
                  <a:pt x="2607497" y="1074334"/>
                </a:lnTo>
                <a:lnTo>
                  <a:pt x="2607402" y="1071953"/>
                </a:lnTo>
                <a:lnTo>
                  <a:pt x="2607793" y="1068515"/>
                </a:lnTo>
                <a:lnTo>
                  <a:pt x="2606069" y="1065057"/>
                </a:lnTo>
                <a:lnTo>
                  <a:pt x="2602240" y="1061561"/>
                </a:lnTo>
                <a:lnTo>
                  <a:pt x="2599973" y="1059180"/>
                </a:lnTo>
                <a:lnTo>
                  <a:pt x="2599277" y="1057913"/>
                </a:lnTo>
                <a:lnTo>
                  <a:pt x="2598811" y="1056808"/>
                </a:lnTo>
                <a:lnTo>
                  <a:pt x="2598572" y="1055875"/>
                </a:lnTo>
                <a:lnTo>
                  <a:pt x="2598563" y="1053494"/>
                </a:lnTo>
                <a:lnTo>
                  <a:pt x="2598782" y="1049665"/>
                </a:lnTo>
                <a:lnTo>
                  <a:pt x="2596877" y="1045816"/>
                </a:lnTo>
                <a:lnTo>
                  <a:pt x="2592819" y="1041949"/>
                </a:lnTo>
                <a:lnTo>
                  <a:pt x="2590467" y="1039568"/>
                </a:lnTo>
                <a:lnTo>
                  <a:pt x="2589800" y="1038673"/>
                </a:lnTo>
                <a:lnTo>
                  <a:pt x="2589419" y="1037844"/>
                </a:lnTo>
                <a:lnTo>
                  <a:pt x="2589314" y="1037072"/>
                </a:lnTo>
                <a:lnTo>
                  <a:pt x="2589333" y="1034691"/>
                </a:lnTo>
                <a:lnTo>
                  <a:pt x="2589495" y="1030700"/>
                </a:lnTo>
                <a:lnTo>
                  <a:pt x="2588476" y="1027290"/>
                </a:lnTo>
                <a:lnTo>
                  <a:pt x="2586276" y="1024480"/>
                </a:lnTo>
                <a:lnTo>
                  <a:pt x="2585323" y="1022099"/>
                </a:lnTo>
                <a:lnTo>
                  <a:pt x="2585637" y="1020147"/>
                </a:lnTo>
                <a:lnTo>
                  <a:pt x="2584656" y="1018346"/>
                </a:lnTo>
                <a:lnTo>
                  <a:pt x="2582399" y="1016699"/>
                </a:lnTo>
                <a:lnTo>
                  <a:pt x="2580913" y="1014317"/>
                </a:lnTo>
                <a:lnTo>
                  <a:pt x="2580199" y="1011203"/>
                </a:lnTo>
                <a:lnTo>
                  <a:pt x="2579351" y="1008802"/>
                </a:lnTo>
                <a:lnTo>
                  <a:pt x="2578370" y="1007107"/>
                </a:lnTo>
                <a:lnTo>
                  <a:pt x="2578017" y="1004726"/>
                </a:lnTo>
                <a:lnTo>
                  <a:pt x="2578303" y="1001659"/>
                </a:lnTo>
                <a:lnTo>
                  <a:pt x="2576770" y="998591"/>
                </a:lnTo>
                <a:lnTo>
                  <a:pt x="2573426" y="995524"/>
                </a:lnTo>
                <a:lnTo>
                  <a:pt x="2571398" y="993143"/>
                </a:lnTo>
                <a:lnTo>
                  <a:pt x="2570693" y="991448"/>
                </a:lnTo>
                <a:lnTo>
                  <a:pt x="2570083" y="989990"/>
                </a:lnTo>
                <a:lnTo>
                  <a:pt x="2569578" y="988781"/>
                </a:lnTo>
                <a:lnTo>
                  <a:pt x="2569435" y="986399"/>
                </a:lnTo>
                <a:lnTo>
                  <a:pt x="2569664" y="982847"/>
                </a:lnTo>
                <a:lnTo>
                  <a:pt x="2567883" y="979246"/>
                </a:lnTo>
                <a:lnTo>
                  <a:pt x="2564111" y="975589"/>
                </a:lnTo>
                <a:lnTo>
                  <a:pt x="2561911" y="973207"/>
                </a:lnTo>
                <a:lnTo>
                  <a:pt x="2561282" y="972102"/>
                </a:lnTo>
                <a:lnTo>
                  <a:pt x="2560872" y="971140"/>
                </a:lnTo>
                <a:lnTo>
                  <a:pt x="2560672" y="970312"/>
                </a:lnTo>
                <a:lnTo>
                  <a:pt x="2560749" y="967931"/>
                </a:lnTo>
                <a:lnTo>
                  <a:pt x="2561092" y="963997"/>
                </a:lnTo>
                <a:lnTo>
                  <a:pt x="2559129" y="960044"/>
                </a:lnTo>
                <a:lnTo>
                  <a:pt x="2554843" y="956072"/>
                </a:lnTo>
                <a:lnTo>
                  <a:pt x="2552405" y="953691"/>
                </a:lnTo>
                <a:lnTo>
                  <a:pt x="2551805" y="952900"/>
                </a:lnTo>
                <a:lnTo>
                  <a:pt x="2551471" y="952167"/>
                </a:lnTo>
                <a:lnTo>
                  <a:pt x="2551395" y="951490"/>
                </a:lnTo>
                <a:lnTo>
                  <a:pt x="2551386" y="949109"/>
                </a:lnTo>
                <a:lnTo>
                  <a:pt x="2551443" y="945023"/>
                </a:lnTo>
                <a:lnTo>
                  <a:pt x="2550538" y="941737"/>
                </a:lnTo>
                <a:lnTo>
                  <a:pt x="2548680" y="939260"/>
                </a:lnTo>
                <a:lnTo>
                  <a:pt x="2547899" y="936879"/>
                </a:lnTo>
                <a:lnTo>
                  <a:pt x="2548214" y="934593"/>
                </a:lnTo>
                <a:lnTo>
                  <a:pt x="2547071" y="932431"/>
                </a:lnTo>
                <a:lnTo>
                  <a:pt x="2544470" y="930392"/>
                </a:lnTo>
                <a:lnTo>
                  <a:pt x="2542832" y="928011"/>
                </a:lnTo>
                <a:lnTo>
                  <a:pt x="2542156" y="925287"/>
                </a:lnTo>
                <a:lnTo>
                  <a:pt x="2541394" y="923163"/>
                </a:lnTo>
                <a:lnTo>
                  <a:pt x="2540546" y="921639"/>
                </a:lnTo>
                <a:lnTo>
                  <a:pt x="2540394" y="919258"/>
                </a:lnTo>
                <a:lnTo>
                  <a:pt x="2540918" y="916019"/>
                </a:lnTo>
                <a:lnTo>
                  <a:pt x="2539298" y="912809"/>
                </a:lnTo>
                <a:lnTo>
                  <a:pt x="2535536" y="909638"/>
                </a:lnTo>
                <a:lnTo>
                  <a:pt x="2533307" y="907256"/>
                </a:lnTo>
                <a:lnTo>
                  <a:pt x="2532612" y="905666"/>
                </a:lnTo>
                <a:lnTo>
                  <a:pt x="2532069" y="904332"/>
                </a:lnTo>
                <a:lnTo>
                  <a:pt x="2531669" y="903237"/>
                </a:lnTo>
                <a:lnTo>
                  <a:pt x="2531697" y="900855"/>
                </a:lnTo>
                <a:lnTo>
                  <a:pt x="2532136" y="897188"/>
                </a:lnTo>
                <a:lnTo>
                  <a:pt x="2530297" y="893588"/>
                </a:lnTo>
                <a:lnTo>
                  <a:pt x="2526182" y="890054"/>
                </a:lnTo>
                <a:lnTo>
                  <a:pt x="2523744" y="887673"/>
                </a:lnTo>
                <a:lnTo>
                  <a:pt x="2522982" y="886444"/>
                </a:lnTo>
                <a:lnTo>
                  <a:pt x="2522496" y="885339"/>
                </a:lnTo>
                <a:lnTo>
                  <a:pt x="2522287" y="884368"/>
                </a:lnTo>
                <a:lnTo>
                  <a:pt x="2522353" y="881986"/>
                </a:lnTo>
                <a:lnTo>
                  <a:pt x="2522687" y="878195"/>
                </a:lnTo>
                <a:lnTo>
                  <a:pt x="2520791" y="874062"/>
                </a:lnTo>
                <a:lnTo>
                  <a:pt x="2516667" y="869585"/>
                </a:lnTo>
                <a:lnTo>
                  <a:pt x="2514495" y="867204"/>
                </a:lnTo>
                <a:lnTo>
                  <a:pt x="2514276" y="866918"/>
                </a:lnTo>
                <a:lnTo>
                  <a:pt x="2514152" y="866651"/>
                </a:lnTo>
                <a:lnTo>
                  <a:pt x="2514133" y="866413"/>
                </a:lnTo>
                <a:lnTo>
                  <a:pt x="2513952" y="864032"/>
                </a:lnTo>
                <a:lnTo>
                  <a:pt x="2513619" y="859507"/>
                </a:lnTo>
                <a:lnTo>
                  <a:pt x="2512619" y="856136"/>
                </a:lnTo>
                <a:lnTo>
                  <a:pt x="2510952" y="853897"/>
                </a:lnTo>
                <a:lnTo>
                  <a:pt x="2510219" y="851516"/>
                </a:lnTo>
                <a:lnTo>
                  <a:pt x="2510419" y="848992"/>
                </a:lnTo>
                <a:lnTo>
                  <a:pt x="2509161" y="846582"/>
                </a:lnTo>
                <a:lnTo>
                  <a:pt x="2506437" y="844306"/>
                </a:lnTo>
                <a:lnTo>
                  <a:pt x="2504742" y="841924"/>
                </a:lnTo>
                <a:lnTo>
                  <a:pt x="2504065" y="839438"/>
                </a:lnTo>
                <a:lnTo>
                  <a:pt x="2503199" y="837324"/>
                </a:lnTo>
                <a:lnTo>
                  <a:pt x="2502122" y="835581"/>
                </a:lnTo>
                <a:lnTo>
                  <a:pt x="2501741" y="833199"/>
                </a:lnTo>
                <a:lnTo>
                  <a:pt x="2502046" y="830180"/>
                </a:lnTo>
                <a:lnTo>
                  <a:pt x="2500532" y="827237"/>
                </a:lnTo>
                <a:lnTo>
                  <a:pt x="2497207" y="824351"/>
                </a:lnTo>
                <a:lnTo>
                  <a:pt x="2495179" y="821969"/>
                </a:lnTo>
                <a:lnTo>
                  <a:pt x="2494445" y="820093"/>
                </a:lnTo>
                <a:lnTo>
                  <a:pt x="2493788" y="818493"/>
                </a:lnTo>
                <a:lnTo>
                  <a:pt x="2493216" y="817178"/>
                </a:lnTo>
                <a:lnTo>
                  <a:pt x="2493064" y="814797"/>
                </a:lnTo>
                <a:lnTo>
                  <a:pt x="2493359" y="811349"/>
                </a:lnTo>
                <a:lnTo>
                  <a:pt x="2491626" y="807872"/>
                </a:lnTo>
                <a:lnTo>
                  <a:pt x="2487892" y="804367"/>
                </a:lnTo>
                <a:lnTo>
                  <a:pt x="2485673" y="801986"/>
                </a:lnTo>
                <a:lnTo>
                  <a:pt x="2484968" y="800729"/>
                </a:lnTo>
                <a:lnTo>
                  <a:pt x="2484491" y="799624"/>
                </a:lnTo>
                <a:lnTo>
                  <a:pt x="2484244" y="798671"/>
                </a:lnTo>
                <a:lnTo>
                  <a:pt x="2484215" y="796290"/>
                </a:lnTo>
                <a:lnTo>
                  <a:pt x="2484406" y="792480"/>
                </a:lnTo>
                <a:lnTo>
                  <a:pt x="2482501" y="788670"/>
                </a:lnTo>
                <a:lnTo>
                  <a:pt x="2478500" y="784860"/>
                </a:lnTo>
                <a:lnTo>
                  <a:pt x="2476148" y="782479"/>
                </a:lnTo>
                <a:lnTo>
                  <a:pt x="2475452" y="781526"/>
                </a:lnTo>
                <a:lnTo>
                  <a:pt x="2475052" y="780650"/>
                </a:lnTo>
                <a:lnTo>
                  <a:pt x="2474957" y="779850"/>
                </a:lnTo>
                <a:lnTo>
                  <a:pt x="2474986" y="777469"/>
                </a:lnTo>
                <a:lnTo>
                  <a:pt x="2475147" y="773506"/>
                </a:lnTo>
                <a:lnTo>
                  <a:pt x="2473166" y="769172"/>
                </a:lnTo>
                <a:lnTo>
                  <a:pt x="2469042" y="764467"/>
                </a:lnTo>
                <a:lnTo>
                  <a:pt x="2466956" y="762086"/>
                </a:lnTo>
                <a:lnTo>
                  <a:pt x="2466584" y="759543"/>
                </a:lnTo>
                <a:lnTo>
                  <a:pt x="2466013" y="754828"/>
                </a:lnTo>
                <a:lnTo>
                  <a:pt x="2464994" y="751437"/>
                </a:lnTo>
                <a:lnTo>
                  <a:pt x="2463536" y="749351"/>
                </a:lnTo>
                <a:lnTo>
                  <a:pt x="2462851" y="746970"/>
                </a:lnTo>
                <a:lnTo>
                  <a:pt x="2462936" y="744293"/>
                </a:lnTo>
                <a:lnTo>
                  <a:pt x="2461593" y="741693"/>
                </a:lnTo>
                <a:lnTo>
                  <a:pt x="2458831" y="739169"/>
                </a:lnTo>
                <a:lnTo>
                  <a:pt x="2457126" y="736787"/>
                </a:lnTo>
                <a:lnTo>
                  <a:pt x="2456478" y="734549"/>
                </a:lnTo>
                <a:lnTo>
                  <a:pt x="2455802" y="732749"/>
                </a:lnTo>
                <a:lnTo>
                  <a:pt x="2455107" y="731406"/>
                </a:lnTo>
                <a:lnTo>
                  <a:pt x="2454888" y="729024"/>
                </a:lnTo>
                <a:lnTo>
                  <a:pt x="2455154" y="725605"/>
                </a:lnTo>
                <a:lnTo>
                  <a:pt x="2453440" y="722224"/>
                </a:lnTo>
                <a:lnTo>
                  <a:pt x="2449763" y="718861"/>
                </a:lnTo>
                <a:lnTo>
                  <a:pt x="2447592" y="716480"/>
                </a:lnTo>
                <a:lnTo>
                  <a:pt x="2446925" y="715080"/>
                </a:lnTo>
                <a:lnTo>
                  <a:pt x="2446401" y="713842"/>
                </a:lnTo>
                <a:lnTo>
                  <a:pt x="2445991" y="712775"/>
                </a:lnTo>
                <a:lnTo>
                  <a:pt x="2445953" y="710394"/>
                </a:lnTo>
                <a:lnTo>
                  <a:pt x="2446268" y="706698"/>
                </a:lnTo>
                <a:lnTo>
                  <a:pt x="2444420" y="702955"/>
                </a:lnTo>
                <a:lnTo>
                  <a:pt x="2440410" y="699154"/>
                </a:lnTo>
                <a:lnTo>
                  <a:pt x="2438105" y="696773"/>
                </a:lnTo>
                <a:lnTo>
                  <a:pt x="2437505" y="695811"/>
                </a:lnTo>
                <a:lnTo>
                  <a:pt x="2437105" y="694915"/>
                </a:lnTo>
                <a:lnTo>
                  <a:pt x="2436886" y="694106"/>
                </a:lnTo>
                <a:lnTo>
                  <a:pt x="2436819" y="691725"/>
                </a:lnTo>
                <a:lnTo>
                  <a:pt x="2436914" y="687772"/>
                </a:lnTo>
                <a:lnTo>
                  <a:pt x="2434942" y="683866"/>
                </a:lnTo>
                <a:lnTo>
                  <a:pt x="2430894" y="680009"/>
                </a:lnTo>
                <a:lnTo>
                  <a:pt x="2428542" y="677628"/>
                </a:lnTo>
                <a:lnTo>
                  <a:pt x="2427875" y="676723"/>
                </a:lnTo>
                <a:lnTo>
                  <a:pt x="2427465" y="675856"/>
                </a:lnTo>
                <a:lnTo>
                  <a:pt x="2427284" y="675018"/>
                </a:lnTo>
                <a:lnTo>
                  <a:pt x="2427284" y="672636"/>
                </a:lnTo>
                <a:lnTo>
                  <a:pt x="2427456" y="668712"/>
                </a:lnTo>
                <a:lnTo>
                  <a:pt x="2425494" y="664588"/>
                </a:lnTo>
                <a:lnTo>
                  <a:pt x="2421398" y="660254"/>
                </a:lnTo>
                <a:lnTo>
                  <a:pt x="2419179" y="657873"/>
                </a:lnTo>
                <a:lnTo>
                  <a:pt x="2418826" y="657444"/>
                </a:lnTo>
                <a:lnTo>
                  <a:pt x="2418626" y="657025"/>
                </a:lnTo>
                <a:lnTo>
                  <a:pt x="2418569" y="656625"/>
                </a:lnTo>
                <a:lnTo>
                  <a:pt x="2418436" y="654244"/>
                </a:lnTo>
                <a:lnTo>
                  <a:pt x="2418217" y="649881"/>
                </a:lnTo>
                <a:lnTo>
                  <a:pt x="2416359" y="645633"/>
                </a:lnTo>
                <a:lnTo>
                  <a:pt x="2412844" y="641509"/>
                </a:lnTo>
                <a:lnTo>
                  <a:pt x="2411454" y="639128"/>
                </a:lnTo>
                <a:lnTo>
                  <a:pt x="2412187" y="638489"/>
                </a:lnTo>
                <a:lnTo>
                  <a:pt x="2411863" y="637937"/>
                </a:lnTo>
                <a:lnTo>
                  <a:pt x="2410501" y="637461"/>
                </a:lnTo>
                <a:lnTo>
                  <a:pt x="2409463" y="635079"/>
                </a:lnTo>
                <a:lnTo>
                  <a:pt x="2408730" y="630793"/>
                </a:lnTo>
                <a:lnTo>
                  <a:pt x="2408358" y="628279"/>
                </a:lnTo>
                <a:lnTo>
                  <a:pt x="2408339" y="627536"/>
                </a:lnTo>
                <a:lnTo>
                  <a:pt x="2408711" y="627088"/>
                </a:lnTo>
                <a:lnTo>
                  <a:pt x="2409454" y="626945"/>
                </a:lnTo>
                <a:lnTo>
                  <a:pt x="2411959" y="627069"/>
                </a:lnTo>
                <a:lnTo>
                  <a:pt x="2416235" y="627469"/>
                </a:lnTo>
                <a:lnTo>
                  <a:pt x="2418293" y="625535"/>
                </a:lnTo>
                <a:lnTo>
                  <a:pt x="2418159" y="621259"/>
                </a:lnTo>
                <a:lnTo>
                  <a:pt x="2418140" y="618868"/>
                </a:lnTo>
                <a:lnTo>
                  <a:pt x="2418255" y="618344"/>
                </a:lnTo>
                <a:close/>
                <a:moveTo>
                  <a:pt x="3322806" y="918229"/>
                </a:moveTo>
                <a:lnTo>
                  <a:pt x="3319958" y="918229"/>
                </a:lnTo>
                <a:lnTo>
                  <a:pt x="3317672" y="919658"/>
                </a:lnTo>
                <a:lnTo>
                  <a:pt x="3315938" y="922506"/>
                </a:lnTo>
                <a:lnTo>
                  <a:pt x="3314995" y="923944"/>
                </a:lnTo>
                <a:lnTo>
                  <a:pt x="3312614" y="924268"/>
                </a:lnTo>
                <a:lnTo>
                  <a:pt x="3308452" y="924830"/>
                </a:lnTo>
                <a:lnTo>
                  <a:pt x="3306070" y="925116"/>
                </a:lnTo>
                <a:lnTo>
                  <a:pt x="3305470" y="925125"/>
                </a:lnTo>
                <a:lnTo>
                  <a:pt x="3303108" y="925144"/>
                </a:lnTo>
                <a:lnTo>
                  <a:pt x="3298984" y="925182"/>
                </a:lnTo>
                <a:lnTo>
                  <a:pt x="3296603" y="925201"/>
                </a:lnTo>
                <a:lnTo>
                  <a:pt x="3295964" y="925201"/>
                </a:lnTo>
                <a:lnTo>
                  <a:pt x="3293554" y="925173"/>
                </a:lnTo>
                <a:lnTo>
                  <a:pt x="3289363" y="925097"/>
                </a:lnTo>
                <a:lnTo>
                  <a:pt x="3286982" y="925068"/>
                </a:lnTo>
                <a:lnTo>
                  <a:pt x="3286411" y="925078"/>
                </a:lnTo>
                <a:lnTo>
                  <a:pt x="3284029" y="925078"/>
                </a:lnTo>
                <a:lnTo>
                  <a:pt x="3279848" y="925078"/>
                </a:lnTo>
                <a:lnTo>
                  <a:pt x="3277467" y="925125"/>
                </a:lnTo>
                <a:lnTo>
                  <a:pt x="3276886" y="925220"/>
                </a:lnTo>
                <a:lnTo>
                  <a:pt x="3274514" y="925230"/>
                </a:lnTo>
                <a:lnTo>
                  <a:pt x="3270333" y="925144"/>
                </a:lnTo>
                <a:lnTo>
                  <a:pt x="3267951" y="925239"/>
                </a:lnTo>
                <a:lnTo>
                  <a:pt x="3267370" y="925535"/>
                </a:lnTo>
                <a:lnTo>
                  <a:pt x="3265103" y="925649"/>
                </a:lnTo>
                <a:lnTo>
                  <a:pt x="3261150" y="925582"/>
                </a:lnTo>
                <a:lnTo>
                  <a:pt x="3258769" y="927325"/>
                </a:lnTo>
                <a:lnTo>
                  <a:pt x="3257960" y="930878"/>
                </a:lnTo>
                <a:lnTo>
                  <a:pt x="3257350" y="932659"/>
                </a:lnTo>
                <a:lnTo>
                  <a:pt x="3256959" y="932659"/>
                </a:lnTo>
                <a:lnTo>
                  <a:pt x="3256817" y="932859"/>
                </a:lnTo>
                <a:lnTo>
                  <a:pt x="3256931" y="933250"/>
                </a:lnTo>
                <a:lnTo>
                  <a:pt x="3255074" y="933774"/>
                </a:lnTo>
                <a:lnTo>
                  <a:pt x="3251254" y="934431"/>
                </a:lnTo>
                <a:lnTo>
                  <a:pt x="3249006" y="934774"/>
                </a:lnTo>
                <a:lnTo>
                  <a:pt x="3248349" y="934784"/>
                </a:lnTo>
                <a:lnTo>
                  <a:pt x="3245920" y="934736"/>
                </a:lnTo>
                <a:lnTo>
                  <a:pt x="3241719" y="934622"/>
                </a:lnTo>
                <a:lnTo>
                  <a:pt x="3239338" y="934736"/>
                </a:lnTo>
                <a:lnTo>
                  <a:pt x="3238776" y="935079"/>
                </a:lnTo>
                <a:lnTo>
                  <a:pt x="3236481" y="935155"/>
                </a:lnTo>
                <a:lnTo>
                  <a:pt x="3232442" y="934984"/>
                </a:lnTo>
                <a:lnTo>
                  <a:pt x="3230613" y="936917"/>
                </a:lnTo>
                <a:lnTo>
                  <a:pt x="3231004" y="940956"/>
                </a:lnTo>
                <a:lnTo>
                  <a:pt x="3230985" y="943327"/>
                </a:lnTo>
                <a:lnTo>
                  <a:pt x="3230575" y="944023"/>
                </a:lnTo>
                <a:lnTo>
                  <a:pt x="3230023" y="944366"/>
                </a:lnTo>
                <a:lnTo>
                  <a:pt x="3229327" y="944356"/>
                </a:lnTo>
                <a:lnTo>
                  <a:pt x="3226832" y="944242"/>
                </a:lnTo>
                <a:lnTo>
                  <a:pt x="3222536" y="944023"/>
                </a:lnTo>
                <a:lnTo>
                  <a:pt x="3220155" y="944080"/>
                </a:lnTo>
                <a:lnTo>
                  <a:pt x="3219688" y="944404"/>
                </a:lnTo>
                <a:lnTo>
                  <a:pt x="3217374" y="944480"/>
                </a:lnTo>
                <a:lnTo>
                  <a:pt x="3213221" y="944289"/>
                </a:lnTo>
                <a:lnTo>
                  <a:pt x="3211373" y="946271"/>
                </a:lnTo>
                <a:lnTo>
                  <a:pt x="3211849" y="950424"/>
                </a:lnTo>
                <a:lnTo>
                  <a:pt x="3211868" y="952824"/>
                </a:lnTo>
                <a:lnTo>
                  <a:pt x="3211430" y="953462"/>
                </a:lnTo>
                <a:lnTo>
                  <a:pt x="3210887" y="953795"/>
                </a:lnTo>
                <a:lnTo>
                  <a:pt x="3210249" y="953824"/>
                </a:lnTo>
                <a:lnTo>
                  <a:pt x="3207763" y="953729"/>
                </a:lnTo>
                <a:lnTo>
                  <a:pt x="3203448" y="953500"/>
                </a:lnTo>
                <a:lnTo>
                  <a:pt x="3201438" y="955548"/>
                </a:lnTo>
                <a:lnTo>
                  <a:pt x="3201734" y="959863"/>
                </a:lnTo>
                <a:lnTo>
                  <a:pt x="3201867" y="962377"/>
                </a:lnTo>
                <a:lnTo>
                  <a:pt x="3201838" y="963101"/>
                </a:lnTo>
                <a:lnTo>
                  <a:pt x="3201467" y="963473"/>
                </a:lnTo>
                <a:lnTo>
                  <a:pt x="3200762" y="963501"/>
                </a:lnTo>
                <a:lnTo>
                  <a:pt x="3198200" y="963320"/>
                </a:lnTo>
                <a:lnTo>
                  <a:pt x="3193799" y="962939"/>
                </a:lnTo>
                <a:lnTo>
                  <a:pt x="3191761" y="964949"/>
                </a:lnTo>
                <a:lnTo>
                  <a:pt x="3192066" y="969350"/>
                </a:lnTo>
                <a:lnTo>
                  <a:pt x="3192209" y="971864"/>
                </a:lnTo>
                <a:lnTo>
                  <a:pt x="3192170" y="972503"/>
                </a:lnTo>
                <a:lnTo>
                  <a:pt x="3191828" y="972969"/>
                </a:lnTo>
                <a:lnTo>
                  <a:pt x="3191189" y="973274"/>
                </a:lnTo>
                <a:lnTo>
                  <a:pt x="3188751" y="973217"/>
                </a:lnTo>
                <a:lnTo>
                  <a:pt x="3184512" y="972798"/>
                </a:lnTo>
                <a:lnTo>
                  <a:pt x="3182550" y="974712"/>
                </a:lnTo>
                <a:lnTo>
                  <a:pt x="3182874" y="978951"/>
                </a:lnTo>
                <a:lnTo>
                  <a:pt x="3182893" y="981351"/>
                </a:lnTo>
                <a:lnTo>
                  <a:pt x="3182607" y="981913"/>
                </a:lnTo>
                <a:lnTo>
                  <a:pt x="3182560" y="984294"/>
                </a:lnTo>
                <a:lnTo>
                  <a:pt x="3182722" y="988495"/>
                </a:lnTo>
                <a:lnTo>
                  <a:pt x="3182807" y="990962"/>
                </a:lnTo>
                <a:lnTo>
                  <a:pt x="3182807" y="991695"/>
                </a:lnTo>
                <a:lnTo>
                  <a:pt x="3182445" y="992457"/>
                </a:lnTo>
                <a:lnTo>
                  <a:pt x="3181712" y="993248"/>
                </a:lnTo>
                <a:lnTo>
                  <a:pt x="3179445" y="993362"/>
                </a:lnTo>
                <a:lnTo>
                  <a:pt x="3175625" y="992781"/>
                </a:lnTo>
                <a:lnTo>
                  <a:pt x="3173854" y="994400"/>
                </a:lnTo>
                <a:lnTo>
                  <a:pt x="3174140" y="998220"/>
                </a:lnTo>
                <a:lnTo>
                  <a:pt x="3174006" y="1000468"/>
                </a:lnTo>
                <a:lnTo>
                  <a:pt x="3173454" y="1001144"/>
                </a:lnTo>
                <a:lnTo>
                  <a:pt x="3173225" y="1003525"/>
                </a:lnTo>
                <a:lnTo>
                  <a:pt x="3173301" y="1007612"/>
                </a:lnTo>
                <a:lnTo>
                  <a:pt x="3173301" y="1009983"/>
                </a:lnTo>
                <a:lnTo>
                  <a:pt x="3173216" y="1010660"/>
                </a:lnTo>
                <a:lnTo>
                  <a:pt x="3173206" y="1013041"/>
                </a:lnTo>
                <a:lnTo>
                  <a:pt x="3173282" y="1017127"/>
                </a:lnTo>
                <a:lnTo>
                  <a:pt x="3173320" y="1019546"/>
                </a:lnTo>
                <a:lnTo>
                  <a:pt x="3173330" y="1020299"/>
                </a:lnTo>
                <a:lnTo>
                  <a:pt x="3173330" y="1022680"/>
                </a:lnTo>
                <a:lnTo>
                  <a:pt x="3173330" y="1026690"/>
                </a:lnTo>
                <a:lnTo>
                  <a:pt x="3173368" y="1029119"/>
                </a:lnTo>
                <a:lnTo>
                  <a:pt x="3173454" y="1029957"/>
                </a:lnTo>
                <a:lnTo>
                  <a:pt x="3173425" y="1032339"/>
                </a:lnTo>
                <a:lnTo>
                  <a:pt x="3173263" y="1036263"/>
                </a:lnTo>
                <a:lnTo>
                  <a:pt x="3173320" y="1038701"/>
                </a:lnTo>
                <a:lnTo>
                  <a:pt x="3173606" y="1039663"/>
                </a:lnTo>
                <a:lnTo>
                  <a:pt x="3173663" y="1042045"/>
                </a:lnTo>
                <a:lnTo>
                  <a:pt x="3173492" y="1045845"/>
                </a:lnTo>
                <a:lnTo>
                  <a:pt x="3175387" y="1049655"/>
                </a:lnTo>
                <a:lnTo>
                  <a:pt x="3179359" y="1053455"/>
                </a:lnTo>
                <a:lnTo>
                  <a:pt x="3181636" y="1055837"/>
                </a:lnTo>
                <a:lnTo>
                  <a:pt x="3182207" y="1056799"/>
                </a:lnTo>
                <a:lnTo>
                  <a:pt x="3182531" y="1057599"/>
                </a:lnTo>
                <a:lnTo>
                  <a:pt x="3182617" y="1058256"/>
                </a:lnTo>
                <a:lnTo>
                  <a:pt x="3182522" y="1060637"/>
                </a:lnTo>
                <a:lnTo>
                  <a:pt x="3182264" y="1064743"/>
                </a:lnTo>
                <a:lnTo>
                  <a:pt x="3184322" y="1068819"/>
                </a:lnTo>
                <a:lnTo>
                  <a:pt x="3188694" y="1072848"/>
                </a:lnTo>
                <a:lnTo>
                  <a:pt x="3191199" y="1075230"/>
                </a:lnTo>
                <a:lnTo>
                  <a:pt x="3191837" y="1075963"/>
                </a:lnTo>
                <a:lnTo>
                  <a:pt x="3194218" y="1078316"/>
                </a:lnTo>
                <a:lnTo>
                  <a:pt x="3198343" y="1082307"/>
                </a:lnTo>
                <a:lnTo>
                  <a:pt x="3200781" y="1084688"/>
                </a:lnTo>
                <a:lnTo>
                  <a:pt x="3201543" y="1085459"/>
                </a:lnTo>
                <a:lnTo>
                  <a:pt x="3203924" y="1087879"/>
                </a:lnTo>
                <a:lnTo>
                  <a:pt x="3207925" y="1091946"/>
                </a:lnTo>
                <a:lnTo>
                  <a:pt x="3210430" y="1094327"/>
                </a:lnTo>
                <a:lnTo>
                  <a:pt x="3211449" y="1095023"/>
                </a:lnTo>
                <a:lnTo>
                  <a:pt x="3213830" y="1097366"/>
                </a:lnTo>
                <a:lnTo>
                  <a:pt x="3217574" y="1101347"/>
                </a:lnTo>
                <a:lnTo>
                  <a:pt x="3221279" y="1103176"/>
                </a:lnTo>
                <a:lnTo>
                  <a:pt x="3224936" y="1102852"/>
                </a:lnTo>
                <a:lnTo>
                  <a:pt x="3227318" y="1102862"/>
                </a:lnTo>
                <a:lnTo>
                  <a:pt x="3228423" y="1103205"/>
                </a:lnTo>
                <a:lnTo>
                  <a:pt x="3229547" y="1103757"/>
                </a:lnTo>
                <a:lnTo>
                  <a:pt x="3230680" y="1104519"/>
                </a:lnTo>
                <a:lnTo>
                  <a:pt x="3233061" y="1106929"/>
                </a:lnTo>
                <a:lnTo>
                  <a:pt x="3236690" y="1110996"/>
                </a:lnTo>
                <a:lnTo>
                  <a:pt x="3240405" y="1112901"/>
                </a:lnTo>
                <a:lnTo>
                  <a:pt x="3244215" y="1112644"/>
                </a:lnTo>
                <a:lnTo>
                  <a:pt x="3246596" y="1112682"/>
                </a:lnTo>
                <a:lnTo>
                  <a:pt x="3247549" y="1113006"/>
                </a:lnTo>
                <a:lnTo>
                  <a:pt x="3250073" y="1113149"/>
                </a:lnTo>
                <a:lnTo>
                  <a:pt x="3254169" y="1113111"/>
                </a:lnTo>
                <a:lnTo>
                  <a:pt x="3256550" y="1113101"/>
                </a:lnTo>
                <a:lnTo>
                  <a:pt x="3257217" y="1113101"/>
                </a:lnTo>
                <a:lnTo>
                  <a:pt x="3258474" y="1113425"/>
                </a:lnTo>
                <a:lnTo>
                  <a:pt x="3260331" y="1114092"/>
                </a:lnTo>
                <a:lnTo>
                  <a:pt x="3262713" y="1116254"/>
                </a:lnTo>
                <a:lnTo>
                  <a:pt x="3265618" y="1119921"/>
                </a:lnTo>
                <a:lnTo>
                  <a:pt x="3268904" y="1121750"/>
                </a:lnTo>
                <a:lnTo>
                  <a:pt x="3272571" y="1121750"/>
                </a:lnTo>
                <a:lnTo>
                  <a:pt x="3274952" y="1122026"/>
                </a:lnTo>
                <a:lnTo>
                  <a:pt x="3276048" y="1122559"/>
                </a:lnTo>
                <a:lnTo>
                  <a:pt x="3278667" y="1122797"/>
                </a:lnTo>
                <a:lnTo>
                  <a:pt x="3282810" y="1122740"/>
                </a:lnTo>
                <a:lnTo>
                  <a:pt x="3285192" y="1122788"/>
                </a:lnTo>
                <a:lnTo>
                  <a:pt x="3285811" y="1122959"/>
                </a:lnTo>
                <a:lnTo>
                  <a:pt x="3288278" y="1123036"/>
                </a:lnTo>
                <a:lnTo>
                  <a:pt x="3292583" y="1123036"/>
                </a:lnTo>
                <a:lnTo>
                  <a:pt x="3294964" y="1123055"/>
                </a:lnTo>
                <a:lnTo>
                  <a:pt x="3295421" y="1123083"/>
                </a:lnTo>
                <a:lnTo>
                  <a:pt x="3297793" y="1123083"/>
                </a:lnTo>
                <a:lnTo>
                  <a:pt x="3302089" y="1123036"/>
                </a:lnTo>
                <a:lnTo>
                  <a:pt x="3304470" y="1123026"/>
                </a:lnTo>
                <a:lnTo>
                  <a:pt x="3304937" y="1123055"/>
                </a:lnTo>
                <a:lnTo>
                  <a:pt x="3307375" y="1123102"/>
                </a:lnTo>
                <a:lnTo>
                  <a:pt x="3311776" y="1123188"/>
                </a:lnTo>
                <a:lnTo>
                  <a:pt x="3314157" y="1123226"/>
                </a:lnTo>
                <a:lnTo>
                  <a:pt x="3314519" y="1123217"/>
                </a:lnTo>
                <a:lnTo>
                  <a:pt x="3316938" y="1123255"/>
                </a:lnTo>
                <a:lnTo>
                  <a:pt x="3321415" y="1123340"/>
                </a:lnTo>
                <a:lnTo>
                  <a:pt x="3323796" y="1123369"/>
                </a:lnTo>
                <a:lnTo>
                  <a:pt x="3324082" y="1123340"/>
                </a:lnTo>
                <a:lnTo>
                  <a:pt x="3326473" y="1123350"/>
                </a:lnTo>
                <a:lnTo>
                  <a:pt x="3330978" y="1123398"/>
                </a:lnTo>
                <a:lnTo>
                  <a:pt x="3333359" y="1123359"/>
                </a:lnTo>
                <a:lnTo>
                  <a:pt x="3333617" y="1123236"/>
                </a:lnTo>
                <a:lnTo>
                  <a:pt x="3335941" y="1123169"/>
                </a:lnTo>
                <a:lnTo>
                  <a:pt x="3340313" y="1123169"/>
                </a:lnTo>
                <a:lnTo>
                  <a:pt x="3342694" y="1122940"/>
                </a:lnTo>
                <a:lnTo>
                  <a:pt x="3343085" y="1122483"/>
                </a:lnTo>
                <a:lnTo>
                  <a:pt x="3345161" y="1122178"/>
                </a:lnTo>
                <a:lnTo>
                  <a:pt x="3348942" y="1122045"/>
                </a:lnTo>
                <a:lnTo>
                  <a:pt x="3350704" y="1120092"/>
                </a:lnTo>
                <a:lnTo>
                  <a:pt x="3350466" y="1116311"/>
                </a:lnTo>
                <a:lnTo>
                  <a:pt x="3350790" y="1114254"/>
                </a:lnTo>
                <a:lnTo>
                  <a:pt x="3351676" y="1113920"/>
                </a:lnTo>
                <a:lnTo>
                  <a:pt x="3352295" y="1113749"/>
                </a:lnTo>
                <a:lnTo>
                  <a:pt x="3352629" y="1113749"/>
                </a:lnTo>
                <a:lnTo>
                  <a:pt x="3354934" y="1113673"/>
                </a:lnTo>
                <a:lnTo>
                  <a:pt x="3359210" y="1113520"/>
                </a:lnTo>
                <a:lnTo>
                  <a:pt x="3361592" y="1113444"/>
                </a:lnTo>
                <a:lnTo>
                  <a:pt x="3362077" y="1113444"/>
                </a:lnTo>
                <a:lnTo>
                  <a:pt x="3364621" y="1113606"/>
                </a:lnTo>
                <a:lnTo>
                  <a:pt x="3369202" y="1113920"/>
                </a:lnTo>
                <a:lnTo>
                  <a:pt x="3371583" y="1114044"/>
                </a:lnTo>
                <a:lnTo>
                  <a:pt x="3374088" y="1113939"/>
                </a:lnTo>
                <a:lnTo>
                  <a:pt x="3378565" y="1113882"/>
                </a:lnTo>
                <a:lnTo>
                  <a:pt x="3380946" y="1113168"/>
                </a:lnTo>
                <a:lnTo>
                  <a:pt x="3381232" y="1111787"/>
                </a:lnTo>
                <a:lnTo>
                  <a:pt x="3382737" y="1110910"/>
                </a:lnTo>
                <a:lnTo>
                  <a:pt x="3385461" y="1110529"/>
                </a:lnTo>
                <a:lnTo>
                  <a:pt x="3386499" y="1108986"/>
                </a:lnTo>
                <a:lnTo>
                  <a:pt x="3385861" y="1106262"/>
                </a:lnTo>
                <a:lnTo>
                  <a:pt x="3386633" y="1104652"/>
                </a:lnTo>
                <a:lnTo>
                  <a:pt x="3388814" y="1104148"/>
                </a:lnTo>
                <a:lnTo>
                  <a:pt x="3390148" y="1103890"/>
                </a:lnTo>
                <a:lnTo>
                  <a:pt x="3390652" y="1103871"/>
                </a:lnTo>
                <a:lnTo>
                  <a:pt x="3393148" y="1103976"/>
                </a:lnTo>
                <a:lnTo>
                  <a:pt x="3397634" y="1104224"/>
                </a:lnTo>
                <a:lnTo>
                  <a:pt x="3400015" y="1104148"/>
                </a:lnTo>
                <a:lnTo>
                  <a:pt x="3400292" y="1103747"/>
                </a:lnTo>
                <a:lnTo>
                  <a:pt x="3402330" y="1103414"/>
                </a:lnTo>
                <a:lnTo>
                  <a:pt x="3406150" y="1103147"/>
                </a:lnTo>
                <a:lnTo>
                  <a:pt x="3407835" y="1101100"/>
                </a:lnTo>
                <a:lnTo>
                  <a:pt x="3407388" y="1097280"/>
                </a:lnTo>
                <a:lnTo>
                  <a:pt x="3407550" y="1095061"/>
                </a:lnTo>
                <a:lnTo>
                  <a:pt x="3408321" y="1094442"/>
                </a:lnTo>
                <a:lnTo>
                  <a:pt x="3409017" y="1094118"/>
                </a:lnTo>
                <a:lnTo>
                  <a:pt x="3409636" y="1094099"/>
                </a:lnTo>
                <a:lnTo>
                  <a:pt x="3412112" y="1094194"/>
                </a:lnTo>
                <a:lnTo>
                  <a:pt x="3416427" y="1094384"/>
                </a:lnTo>
                <a:lnTo>
                  <a:pt x="3418808" y="1093718"/>
                </a:lnTo>
                <a:lnTo>
                  <a:pt x="3419256" y="1092175"/>
                </a:lnTo>
                <a:lnTo>
                  <a:pt x="3420866" y="1091403"/>
                </a:lnTo>
                <a:lnTo>
                  <a:pt x="3423647" y="1091403"/>
                </a:lnTo>
                <a:lnTo>
                  <a:pt x="3424971" y="1090022"/>
                </a:lnTo>
                <a:lnTo>
                  <a:pt x="3424866" y="1087241"/>
                </a:lnTo>
                <a:lnTo>
                  <a:pt x="3425619" y="1085612"/>
                </a:lnTo>
                <a:lnTo>
                  <a:pt x="3427238" y="1085136"/>
                </a:lnTo>
                <a:lnTo>
                  <a:pt x="3428286" y="1084802"/>
                </a:lnTo>
                <a:lnTo>
                  <a:pt x="3428762" y="1084631"/>
                </a:lnTo>
                <a:lnTo>
                  <a:pt x="3431076" y="1084564"/>
                </a:lnTo>
                <a:lnTo>
                  <a:pt x="3435239" y="1084621"/>
                </a:lnTo>
                <a:lnTo>
                  <a:pt x="3437220" y="1082564"/>
                </a:lnTo>
                <a:lnTo>
                  <a:pt x="3437020" y="1078401"/>
                </a:lnTo>
                <a:lnTo>
                  <a:pt x="3437020" y="1076030"/>
                </a:lnTo>
                <a:lnTo>
                  <a:pt x="3437230" y="1075430"/>
                </a:lnTo>
                <a:lnTo>
                  <a:pt x="3437630" y="1075087"/>
                </a:lnTo>
                <a:lnTo>
                  <a:pt x="3438230" y="1075001"/>
                </a:lnTo>
                <a:lnTo>
                  <a:pt x="3440678" y="1075058"/>
                </a:lnTo>
                <a:lnTo>
                  <a:pt x="3444973" y="1075287"/>
                </a:lnTo>
                <a:lnTo>
                  <a:pt x="3447069" y="1073248"/>
                </a:lnTo>
                <a:lnTo>
                  <a:pt x="3446983" y="1068953"/>
                </a:lnTo>
                <a:lnTo>
                  <a:pt x="3446974" y="1066562"/>
                </a:lnTo>
                <a:lnTo>
                  <a:pt x="3447059" y="1066095"/>
                </a:lnTo>
                <a:lnTo>
                  <a:pt x="3447345" y="1065762"/>
                </a:lnTo>
                <a:lnTo>
                  <a:pt x="3447812" y="1065571"/>
                </a:lnTo>
                <a:lnTo>
                  <a:pt x="3450212" y="1065590"/>
                </a:lnTo>
                <a:lnTo>
                  <a:pt x="3454527" y="1065809"/>
                </a:lnTo>
                <a:lnTo>
                  <a:pt x="3456689" y="1063752"/>
                </a:lnTo>
                <a:lnTo>
                  <a:pt x="3456689" y="1059437"/>
                </a:lnTo>
                <a:lnTo>
                  <a:pt x="3456756" y="1057123"/>
                </a:lnTo>
                <a:lnTo>
                  <a:pt x="3456899" y="1056818"/>
                </a:lnTo>
                <a:lnTo>
                  <a:pt x="3457118" y="1056256"/>
                </a:lnTo>
                <a:lnTo>
                  <a:pt x="3457423" y="1055437"/>
                </a:lnTo>
                <a:lnTo>
                  <a:pt x="3459528" y="1055160"/>
                </a:lnTo>
                <a:lnTo>
                  <a:pt x="3463423" y="1055418"/>
                </a:lnTo>
                <a:lnTo>
                  <a:pt x="3465309" y="1053598"/>
                </a:lnTo>
                <a:lnTo>
                  <a:pt x="3465176" y="1049703"/>
                </a:lnTo>
                <a:lnTo>
                  <a:pt x="3465471" y="1047617"/>
                </a:lnTo>
                <a:lnTo>
                  <a:pt x="3466205" y="1047359"/>
                </a:lnTo>
                <a:lnTo>
                  <a:pt x="3466490" y="1044978"/>
                </a:lnTo>
                <a:lnTo>
                  <a:pt x="3466338" y="1040473"/>
                </a:lnTo>
                <a:lnTo>
                  <a:pt x="3466262" y="1038015"/>
                </a:lnTo>
                <a:lnTo>
                  <a:pt x="3466271" y="1037606"/>
                </a:lnTo>
                <a:lnTo>
                  <a:pt x="3466481" y="1037072"/>
                </a:lnTo>
                <a:lnTo>
                  <a:pt x="3466890" y="1036415"/>
                </a:lnTo>
                <a:lnTo>
                  <a:pt x="3469348" y="1036491"/>
                </a:lnTo>
                <a:lnTo>
                  <a:pt x="3473853" y="1037301"/>
                </a:lnTo>
                <a:lnTo>
                  <a:pt x="3475987" y="1035453"/>
                </a:lnTo>
                <a:lnTo>
                  <a:pt x="3475758" y="1030948"/>
                </a:lnTo>
                <a:lnTo>
                  <a:pt x="3475787" y="1028605"/>
                </a:lnTo>
                <a:lnTo>
                  <a:pt x="3476092" y="1028414"/>
                </a:lnTo>
                <a:lnTo>
                  <a:pt x="3476130" y="1026033"/>
                </a:lnTo>
                <a:lnTo>
                  <a:pt x="3475911" y="1021461"/>
                </a:lnTo>
                <a:lnTo>
                  <a:pt x="3475815" y="1018985"/>
                </a:lnTo>
                <a:lnTo>
                  <a:pt x="3475853" y="1018613"/>
                </a:lnTo>
                <a:lnTo>
                  <a:pt x="3475796" y="1016232"/>
                </a:lnTo>
                <a:lnTo>
                  <a:pt x="3475653" y="1011841"/>
                </a:lnTo>
                <a:lnTo>
                  <a:pt x="3475577" y="1009383"/>
                </a:lnTo>
                <a:lnTo>
                  <a:pt x="3475577" y="1008859"/>
                </a:lnTo>
                <a:lnTo>
                  <a:pt x="3475596" y="1006478"/>
                </a:lnTo>
                <a:lnTo>
                  <a:pt x="3475634" y="1002240"/>
                </a:lnTo>
                <a:lnTo>
                  <a:pt x="3475644" y="999877"/>
                </a:lnTo>
                <a:lnTo>
                  <a:pt x="3475644" y="999392"/>
                </a:lnTo>
                <a:lnTo>
                  <a:pt x="3475644" y="997010"/>
                </a:lnTo>
                <a:lnTo>
                  <a:pt x="3475644" y="992734"/>
                </a:lnTo>
                <a:lnTo>
                  <a:pt x="3475644" y="990352"/>
                </a:lnTo>
                <a:lnTo>
                  <a:pt x="3475634" y="989857"/>
                </a:lnTo>
                <a:lnTo>
                  <a:pt x="3475673" y="987476"/>
                </a:lnTo>
                <a:lnTo>
                  <a:pt x="3475749" y="983209"/>
                </a:lnTo>
                <a:lnTo>
                  <a:pt x="3475777" y="980856"/>
                </a:lnTo>
                <a:lnTo>
                  <a:pt x="3475768" y="980427"/>
                </a:lnTo>
                <a:lnTo>
                  <a:pt x="3475787" y="978046"/>
                </a:lnTo>
                <a:lnTo>
                  <a:pt x="3475825" y="973712"/>
                </a:lnTo>
                <a:lnTo>
                  <a:pt x="3475834" y="971350"/>
                </a:lnTo>
                <a:lnTo>
                  <a:pt x="3475834" y="970950"/>
                </a:lnTo>
                <a:lnTo>
                  <a:pt x="3475825" y="968569"/>
                </a:lnTo>
                <a:lnTo>
                  <a:pt x="3475825" y="964206"/>
                </a:lnTo>
                <a:lnTo>
                  <a:pt x="3475825" y="961825"/>
                </a:lnTo>
                <a:lnTo>
                  <a:pt x="3475834" y="961434"/>
                </a:lnTo>
                <a:lnTo>
                  <a:pt x="3475853" y="959053"/>
                </a:lnTo>
                <a:lnTo>
                  <a:pt x="3475892" y="954681"/>
                </a:lnTo>
                <a:lnTo>
                  <a:pt x="3475853" y="952262"/>
                </a:lnTo>
                <a:lnTo>
                  <a:pt x="3475739" y="951795"/>
                </a:lnTo>
                <a:lnTo>
                  <a:pt x="3475682" y="949414"/>
                </a:lnTo>
                <a:lnTo>
                  <a:pt x="3475682" y="945118"/>
                </a:lnTo>
                <a:lnTo>
                  <a:pt x="3473539" y="940880"/>
                </a:lnTo>
                <a:lnTo>
                  <a:pt x="3469243" y="936689"/>
                </a:lnTo>
                <a:lnTo>
                  <a:pt x="3465147" y="934736"/>
                </a:lnTo>
                <a:lnTo>
                  <a:pt x="3461242" y="935022"/>
                </a:lnTo>
                <a:lnTo>
                  <a:pt x="3458861" y="935060"/>
                </a:lnTo>
                <a:lnTo>
                  <a:pt x="3458004" y="934860"/>
                </a:lnTo>
                <a:lnTo>
                  <a:pt x="3455575" y="934803"/>
                </a:lnTo>
                <a:lnTo>
                  <a:pt x="3451565" y="934907"/>
                </a:lnTo>
                <a:lnTo>
                  <a:pt x="3449183" y="934945"/>
                </a:lnTo>
                <a:lnTo>
                  <a:pt x="3448431" y="934926"/>
                </a:lnTo>
                <a:lnTo>
                  <a:pt x="3447098" y="934555"/>
                </a:lnTo>
                <a:lnTo>
                  <a:pt x="3445183" y="933821"/>
                </a:lnTo>
                <a:lnTo>
                  <a:pt x="3442802" y="931640"/>
                </a:lnTo>
                <a:lnTo>
                  <a:pt x="3439954" y="928030"/>
                </a:lnTo>
                <a:lnTo>
                  <a:pt x="3436811" y="926316"/>
                </a:lnTo>
                <a:lnTo>
                  <a:pt x="3433382" y="926497"/>
                </a:lnTo>
                <a:lnTo>
                  <a:pt x="3431000" y="926259"/>
                </a:lnTo>
                <a:lnTo>
                  <a:pt x="3429667" y="925592"/>
                </a:lnTo>
                <a:lnTo>
                  <a:pt x="3427000" y="925316"/>
                </a:lnTo>
                <a:lnTo>
                  <a:pt x="3423009" y="925411"/>
                </a:lnTo>
                <a:lnTo>
                  <a:pt x="3420628" y="925363"/>
                </a:lnTo>
                <a:lnTo>
                  <a:pt x="3419856" y="925163"/>
                </a:lnTo>
                <a:lnTo>
                  <a:pt x="3417437" y="925125"/>
                </a:lnTo>
                <a:lnTo>
                  <a:pt x="3413360" y="925239"/>
                </a:lnTo>
                <a:lnTo>
                  <a:pt x="3410979" y="925268"/>
                </a:lnTo>
                <a:lnTo>
                  <a:pt x="3410293" y="925230"/>
                </a:lnTo>
                <a:lnTo>
                  <a:pt x="3407959" y="925268"/>
                </a:lnTo>
                <a:lnTo>
                  <a:pt x="3403968" y="925411"/>
                </a:lnTo>
                <a:lnTo>
                  <a:pt x="3401587" y="925468"/>
                </a:lnTo>
                <a:lnTo>
                  <a:pt x="3400816" y="925459"/>
                </a:lnTo>
                <a:lnTo>
                  <a:pt x="3398406" y="925430"/>
                </a:lnTo>
                <a:lnTo>
                  <a:pt x="3394358" y="925382"/>
                </a:lnTo>
                <a:lnTo>
                  <a:pt x="3391976" y="925363"/>
                </a:lnTo>
                <a:lnTo>
                  <a:pt x="3391262" y="925363"/>
                </a:lnTo>
                <a:lnTo>
                  <a:pt x="3388547" y="925030"/>
                </a:lnTo>
                <a:lnTo>
                  <a:pt x="3383842" y="924373"/>
                </a:lnTo>
                <a:lnTo>
                  <a:pt x="3381461" y="924049"/>
                </a:lnTo>
                <a:lnTo>
                  <a:pt x="3381061" y="924011"/>
                </a:lnTo>
                <a:lnTo>
                  <a:pt x="3380423" y="923954"/>
                </a:lnTo>
                <a:lnTo>
                  <a:pt x="3378041" y="922611"/>
                </a:lnTo>
                <a:lnTo>
                  <a:pt x="3373917" y="919972"/>
                </a:lnTo>
                <a:lnTo>
                  <a:pt x="3370536" y="918658"/>
                </a:lnTo>
                <a:lnTo>
                  <a:pt x="3367897" y="918658"/>
                </a:lnTo>
                <a:lnTo>
                  <a:pt x="3365516" y="918248"/>
                </a:lnTo>
                <a:lnTo>
                  <a:pt x="3363392" y="917438"/>
                </a:lnTo>
                <a:lnTo>
                  <a:pt x="3360668" y="917096"/>
                </a:lnTo>
                <a:lnTo>
                  <a:pt x="3357353" y="917229"/>
                </a:lnTo>
                <a:lnTo>
                  <a:pt x="3354972" y="917172"/>
                </a:lnTo>
                <a:lnTo>
                  <a:pt x="3353524" y="916924"/>
                </a:lnTo>
                <a:lnTo>
                  <a:pt x="3351019" y="916810"/>
                </a:lnTo>
                <a:lnTo>
                  <a:pt x="3347456" y="916810"/>
                </a:lnTo>
                <a:lnTo>
                  <a:pt x="3345075" y="916753"/>
                </a:lnTo>
                <a:lnTo>
                  <a:pt x="3343875" y="916638"/>
                </a:lnTo>
                <a:lnTo>
                  <a:pt x="3341541" y="916676"/>
                </a:lnTo>
                <a:lnTo>
                  <a:pt x="3338065" y="916877"/>
                </a:lnTo>
                <a:lnTo>
                  <a:pt x="3335684" y="917048"/>
                </a:lnTo>
                <a:lnTo>
                  <a:pt x="3334398" y="917210"/>
                </a:lnTo>
                <a:lnTo>
                  <a:pt x="3332140" y="917334"/>
                </a:lnTo>
                <a:lnTo>
                  <a:pt x="3328921" y="917429"/>
                </a:lnTo>
                <a:lnTo>
                  <a:pt x="3326540" y="917667"/>
                </a:lnTo>
                <a:lnTo>
                  <a:pt x="3324997" y="918048"/>
                </a:lnTo>
                <a:close/>
              </a:path>
            </a:pathLst>
          </a:custGeom>
          <a:solidFill xmlns:a="http://schemas.openxmlformats.org/drawingml/2006/main">
            <a:srgbClr val="293C46"/>
          </a:solidFill>
          <a:ln xmlns:a="http://schemas.openxmlformats.org/drawingml/2006/main" w="0">
            <a:noFill/>
          </a:ln>
        </p:spPr>
      </p:sp>
    </p:spTree>
    <p:extLst>
      <p:ext uri="{BB962C8B-B14F-4D97-AF65-F5344CB8AC3E}">
        <p14:creationId xmlns:p14="http://schemas.microsoft.com/office/powerpoint/2010/main" val="1568101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6" name="text-2-0">
            <a:extLst xmlns:a="http://schemas.openxmlformats.org/drawingml/2006/main">
              <a:ext uri="{FF2B5EF4-FFF2-40B4-BE49-F238E27FC236}">
                <a16:creationId xmlns:a16="http://schemas.microsoft.com/office/drawing/2014/main" id="{642B889B-8FC1-4FEC-9B6D-FB524A33C525}"/>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2-1">
            <a:extLst xmlns:a="http://schemas.openxmlformats.org/drawingml/2006/main">
              <a:ext uri="{FF2B5EF4-FFF2-40B4-BE49-F238E27FC236}">
                <a16:creationId xmlns:a16="http://schemas.microsoft.com/office/drawing/2014/main" id="{29CADCD0-557C-4225-A7D8-BDC5C1D4C062}"/>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02</a:t>
            </a:r>
          </a:p>
        </p:txBody>
      </p:sp>
      <p:sp>
        <p:nvSpPr>
          <p:cNvPr id="3" name="text-2-2">
            <a:extLst xmlns:a="http://schemas.openxmlformats.org/drawingml/2006/main">
              <a:ext uri="{FF2B5EF4-FFF2-40B4-BE49-F238E27FC236}">
                <a16:creationId xmlns:a16="http://schemas.microsoft.com/office/drawing/2014/main" id="{326313CC-D8DE-4F95-8ED3-A75B79A0D4CB}"/>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PROBLEM STATEMENT</a:t>
            </a:r>
          </a:p>
        </p:txBody>
      </p:sp>
      <p:sp>
        <p:nvSpPr>
          <p:cNvPr id="4" name="text-2-3">
            <a:extLst xmlns:a="http://schemas.openxmlformats.org/drawingml/2006/main">
              <a:ext uri="{FF2B5EF4-FFF2-40B4-BE49-F238E27FC236}">
                <a16:creationId xmlns:a16="http://schemas.microsoft.com/office/drawing/2014/main" id="{F7F7C767-7A19-4DE5-8CE3-16A9116E92C6}"/>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Missing pressure limits gait characterisation</a:t>
            </a:r>
          </a:p>
        </p:txBody>
      </p:sp>
      <p:sp>
        <p:nvSpPr>
          <p:cNvPr id="5" name="line-2-4">
            <a:extLst xmlns:a="http://schemas.openxmlformats.org/drawingml/2006/main">
              <a:ext uri="{FF2B5EF4-FFF2-40B4-BE49-F238E27FC236}">
                <a16:creationId xmlns:a16="http://schemas.microsoft.com/office/drawing/2014/main" id="{71A6995E-DDDB-42C0-A9A2-B9BF242BCD47}"/>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2-5">
            <a:extLst xmlns:a="http://schemas.openxmlformats.org/drawingml/2006/main">
              <a:ext uri="{FF2B5EF4-FFF2-40B4-BE49-F238E27FC236}">
                <a16:creationId xmlns:a16="http://schemas.microsoft.com/office/drawing/2014/main" id="{665B5FA7-48D7-4ADA-A76D-7B4FA973F918}"/>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2-6">
            <a:extLst xmlns:a="http://schemas.openxmlformats.org/drawingml/2006/main">
              <a:ext uri="{FF2B5EF4-FFF2-40B4-BE49-F238E27FC236}">
                <a16:creationId xmlns:a16="http://schemas.microsoft.com/office/drawing/2014/main" id="{E0EC7CB6-6753-48A5-894B-548A5BB25F0E}"/>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rect-2-7">
            <a:extLst xmlns:a="http://schemas.openxmlformats.org/drawingml/2006/main">
              <a:ext uri="{FF2B5EF4-FFF2-40B4-BE49-F238E27FC236}">
                <a16:creationId xmlns:a16="http://schemas.microsoft.com/office/drawing/2014/main" id="{77857A1A-8D93-41E1-97EB-B18426283D7E}"/>
              </a:ext>
            </a:extLst>
          </p:cNvPr>
          <p:cNvSpPr>
            <a:spLocks xmlns:a="http://schemas.openxmlformats.org/drawingml/2006/main" noGrp="1"/>
          </p:cNvSpPr>
          <p:nvPr/>
        </p:nvSpPr>
        <p:spPr>
          <a:xfrm xmlns:a="http://schemas.openxmlformats.org/drawingml/2006/main">
            <a:off x="1163955" y="2533650"/>
            <a:ext cx="42053" cy="42053"/>
          </a:xfrm>
          <a:prstGeom xmlns:a="http://schemas.openxmlformats.org/drawingml/2006/main" prst="rect">
            <a:avLst/>
          </a:prstGeom>
          <a:solidFill xmlns:a="http://schemas.openxmlformats.org/drawingml/2006/main">
            <a:srgbClr val="DDE8EB"/>
          </a:solidFill>
          <a:ln xmlns:a="http://schemas.openxmlformats.org/drawingml/2006/main" w="0">
            <a:noFill/>
          </a:ln>
        </p:spPr>
      </p:sp>
      <p:sp>
        <p:nvSpPr>
          <p:cNvPr id="9" name="rect-2-8">
            <a:extLst xmlns:a="http://schemas.openxmlformats.org/drawingml/2006/main">
              <a:ext uri="{FF2B5EF4-FFF2-40B4-BE49-F238E27FC236}">
                <a16:creationId xmlns:a16="http://schemas.microsoft.com/office/drawing/2014/main" id="{6235E92F-17E2-473D-8AF2-2D271F46E5E0}"/>
              </a:ext>
            </a:extLst>
          </p:cNvPr>
          <p:cNvSpPr>
            <a:spLocks xmlns:a="http://schemas.openxmlformats.org/drawingml/2006/main" noGrp="1"/>
          </p:cNvSpPr>
          <p:nvPr/>
        </p:nvSpPr>
        <p:spPr>
          <a:xfrm xmlns:a="http://schemas.openxmlformats.org/drawingml/2006/main">
            <a:off x="1205865" y="2533650"/>
            <a:ext cx="42053" cy="42053"/>
          </a:xfrm>
          <a:prstGeom xmlns:a="http://schemas.openxmlformats.org/drawingml/2006/main" prst="rect">
            <a:avLst/>
          </a:prstGeom>
          <a:solidFill xmlns:a="http://schemas.openxmlformats.org/drawingml/2006/main">
            <a:srgbClr val="DCE8EB"/>
          </a:solidFill>
          <a:ln xmlns:a="http://schemas.openxmlformats.org/drawingml/2006/main" w="0">
            <a:noFill/>
          </a:ln>
        </p:spPr>
      </p:sp>
      <p:sp>
        <p:nvSpPr>
          <p:cNvPr id="10" name="rect-2-9">
            <a:extLst xmlns:a="http://schemas.openxmlformats.org/drawingml/2006/main">
              <a:ext uri="{FF2B5EF4-FFF2-40B4-BE49-F238E27FC236}">
                <a16:creationId xmlns:a16="http://schemas.microsoft.com/office/drawing/2014/main" id="{2D8050D1-7924-46AB-B80A-0FB770EED26C}"/>
              </a:ext>
            </a:extLst>
          </p:cNvPr>
          <p:cNvSpPr>
            <a:spLocks xmlns:a="http://schemas.openxmlformats.org/drawingml/2006/main" noGrp="1"/>
          </p:cNvSpPr>
          <p:nvPr/>
        </p:nvSpPr>
        <p:spPr>
          <a:xfrm xmlns:a="http://schemas.openxmlformats.org/drawingml/2006/main">
            <a:off x="1247775" y="253365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11" name="rect-2-10">
            <a:extLst xmlns:a="http://schemas.openxmlformats.org/drawingml/2006/main">
              <a:ext uri="{FF2B5EF4-FFF2-40B4-BE49-F238E27FC236}">
                <a16:creationId xmlns:a16="http://schemas.microsoft.com/office/drawing/2014/main" id="{89BDFBD1-77A6-46BD-8CF9-A1F3CD10B154}"/>
              </a:ext>
            </a:extLst>
          </p:cNvPr>
          <p:cNvSpPr>
            <a:spLocks xmlns:a="http://schemas.openxmlformats.org/drawingml/2006/main" noGrp="1"/>
          </p:cNvSpPr>
          <p:nvPr/>
        </p:nvSpPr>
        <p:spPr>
          <a:xfrm xmlns:a="http://schemas.openxmlformats.org/drawingml/2006/main">
            <a:off x="1499235" y="253365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12" name="rect-2-11">
            <a:extLst xmlns:a="http://schemas.openxmlformats.org/drawingml/2006/main">
              <a:ext uri="{FF2B5EF4-FFF2-40B4-BE49-F238E27FC236}">
                <a16:creationId xmlns:a16="http://schemas.microsoft.com/office/drawing/2014/main" id="{F47EA2A5-9A12-4363-B1D0-3691C31B989B}"/>
              </a:ext>
            </a:extLst>
          </p:cNvPr>
          <p:cNvSpPr>
            <a:spLocks xmlns:a="http://schemas.openxmlformats.org/drawingml/2006/main" noGrp="1"/>
          </p:cNvSpPr>
          <p:nvPr/>
        </p:nvSpPr>
        <p:spPr>
          <a:xfrm xmlns:a="http://schemas.openxmlformats.org/drawingml/2006/main">
            <a:off x="1541145" y="2533650"/>
            <a:ext cx="42053" cy="42053"/>
          </a:xfrm>
          <a:prstGeom xmlns:a="http://schemas.openxmlformats.org/drawingml/2006/main" prst="rect">
            <a:avLst/>
          </a:prstGeom>
          <a:solidFill xmlns:a="http://schemas.openxmlformats.org/drawingml/2006/main">
            <a:srgbClr val="E9EFF1"/>
          </a:solidFill>
          <a:ln xmlns:a="http://schemas.openxmlformats.org/drawingml/2006/main" w="0">
            <a:noFill/>
          </a:ln>
        </p:spPr>
      </p:sp>
      <p:sp>
        <p:nvSpPr>
          <p:cNvPr id="13" name="rect-2-12">
            <a:extLst xmlns:a="http://schemas.openxmlformats.org/drawingml/2006/main">
              <a:ext uri="{FF2B5EF4-FFF2-40B4-BE49-F238E27FC236}">
                <a16:creationId xmlns:a16="http://schemas.microsoft.com/office/drawing/2014/main" id="{BD8BD72D-DED6-498A-931A-BD983FECCBB7}"/>
              </a:ext>
            </a:extLst>
          </p:cNvPr>
          <p:cNvSpPr>
            <a:spLocks xmlns:a="http://schemas.openxmlformats.org/drawingml/2006/main" noGrp="1"/>
          </p:cNvSpPr>
          <p:nvPr/>
        </p:nvSpPr>
        <p:spPr>
          <a:xfrm xmlns:a="http://schemas.openxmlformats.org/drawingml/2006/main">
            <a:off x="1163955" y="2575560"/>
            <a:ext cx="42053" cy="42053"/>
          </a:xfrm>
          <a:prstGeom xmlns:a="http://schemas.openxmlformats.org/drawingml/2006/main" prst="rect">
            <a:avLst/>
          </a:prstGeom>
          <a:solidFill xmlns:a="http://schemas.openxmlformats.org/drawingml/2006/main">
            <a:srgbClr val="5C9EA5"/>
          </a:solidFill>
          <a:ln xmlns:a="http://schemas.openxmlformats.org/drawingml/2006/main" w="0">
            <a:noFill/>
          </a:ln>
        </p:spPr>
      </p:sp>
      <p:sp>
        <p:nvSpPr>
          <p:cNvPr id="14" name="rect-2-13">
            <a:extLst xmlns:a="http://schemas.openxmlformats.org/drawingml/2006/main">
              <a:ext uri="{FF2B5EF4-FFF2-40B4-BE49-F238E27FC236}">
                <a16:creationId xmlns:a16="http://schemas.microsoft.com/office/drawing/2014/main" id="{46FE7238-A135-47D3-B172-11865AC1CA96}"/>
              </a:ext>
            </a:extLst>
          </p:cNvPr>
          <p:cNvSpPr>
            <a:spLocks xmlns:a="http://schemas.openxmlformats.org/drawingml/2006/main" noGrp="1"/>
          </p:cNvSpPr>
          <p:nvPr/>
        </p:nvSpPr>
        <p:spPr>
          <a:xfrm xmlns:a="http://schemas.openxmlformats.org/drawingml/2006/main">
            <a:off x="1205865" y="2575560"/>
            <a:ext cx="42053" cy="42053"/>
          </a:xfrm>
          <a:prstGeom xmlns:a="http://schemas.openxmlformats.org/drawingml/2006/main" prst="rect">
            <a:avLst/>
          </a:prstGeom>
          <a:solidFill xmlns:a="http://schemas.openxmlformats.org/drawingml/2006/main">
            <a:srgbClr val="75ACB2"/>
          </a:solidFill>
          <a:ln xmlns:a="http://schemas.openxmlformats.org/drawingml/2006/main" w="0">
            <a:noFill/>
          </a:ln>
        </p:spPr>
      </p:sp>
      <p:sp>
        <p:nvSpPr>
          <p:cNvPr id="15" name="rect-2-14">
            <a:extLst xmlns:a="http://schemas.openxmlformats.org/drawingml/2006/main">
              <a:ext uri="{FF2B5EF4-FFF2-40B4-BE49-F238E27FC236}">
                <a16:creationId xmlns:a16="http://schemas.microsoft.com/office/drawing/2014/main" id="{99E44EEB-6635-465E-A9EA-D5F2C46A9F83}"/>
              </a:ext>
            </a:extLst>
          </p:cNvPr>
          <p:cNvSpPr>
            <a:spLocks xmlns:a="http://schemas.openxmlformats.org/drawingml/2006/main" noGrp="1"/>
          </p:cNvSpPr>
          <p:nvPr/>
        </p:nvSpPr>
        <p:spPr>
          <a:xfrm xmlns:a="http://schemas.openxmlformats.org/drawingml/2006/main">
            <a:off x="1247775" y="2575560"/>
            <a:ext cx="42053" cy="42053"/>
          </a:xfrm>
          <a:prstGeom xmlns:a="http://schemas.openxmlformats.org/drawingml/2006/main" prst="rect">
            <a:avLst/>
          </a:prstGeom>
          <a:solidFill xmlns:a="http://schemas.openxmlformats.org/drawingml/2006/main">
            <a:srgbClr val="7CB0B6"/>
          </a:solidFill>
          <a:ln xmlns:a="http://schemas.openxmlformats.org/drawingml/2006/main" w="0">
            <a:noFill/>
          </a:ln>
        </p:spPr>
      </p:sp>
      <p:sp>
        <p:nvSpPr>
          <p:cNvPr id="16" name="rect-2-15">
            <a:extLst xmlns:a="http://schemas.openxmlformats.org/drawingml/2006/main">
              <a:ext uri="{FF2B5EF4-FFF2-40B4-BE49-F238E27FC236}">
                <a16:creationId xmlns:a16="http://schemas.microsoft.com/office/drawing/2014/main" id="{CCF9FCEE-EC59-43F0-8764-90C73C19B4CF}"/>
              </a:ext>
            </a:extLst>
          </p:cNvPr>
          <p:cNvSpPr>
            <a:spLocks xmlns:a="http://schemas.openxmlformats.org/drawingml/2006/main" noGrp="1"/>
          </p:cNvSpPr>
          <p:nvPr/>
        </p:nvSpPr>
        <p:spPr>
          <a:xfrm xmlns:a="http://schemas.openxmlformats.org/drawingml/2006/main">
            <a:off x="1289685" y="2575560"/>
            <a:ext cx="42053" cy="42053"/>
          </a:xfrm>
          <a:prstGeom xmlns:a="http://schemas.openxmlformats.org/drawingml/2006/main" prst="rect">
            <a:avLst/>
          </a:prstGeom>
          <a:solidFill xmlns:a="http://schemas.openxmlformats.org/drawingml/2006/main">
            <a:srgbClr val="CCDFE2"/>
          </a:solidFill>
          <a:ln xmlns:a="http://schemas.openxmlformats.org/drawingml/2006/main" w="0">
            <a:noFill/>
          </a:ln>
        </p:spPr>
      </p:sp>
      <p:sp>
        <p:nvSpPr>
          <p:cNvPr id="17" name="rect-2-16">
            <a:extLst xmlns:a="http://schemas.openxmlformats.org/drawingml/2006/main">
              <a:ext uri="{FF2B5EF4-FFF2-40B4-BE49-F238E27FC236}">
                <a16:creationId xmlns:a16="http://schemas.microsoft.com/office/drawing/2014/main" id="{6CA9DC70-6862-47B8-A71B-042BB3D1FB29}"/>
              </a:ext>
            </a:extLst>
          </p:cNvPr>
          <p:cNvSpPr>
            <a:spLocks xmlns:a="http://schemas.openxmlformats.org/drawingml/2006/main" noGrp="1"/>
          </p:cNvSpPr>
          <p:nvPr/>
        </p:nvSpPr>
        <p:spPr>
          <a:xfrm xmlns:a="http://schemas.openxmlformats.org/drawingml/2006/main">
            <a:off x="1331595" y="2575560"/>
            <a:ext cx="42053" cy="42053"/>
          </a:xfrm>
          <a:prstGeom xmlns:a="http://schemas.openxmlformats.org/drawingml/2006/main" prst="rect">
            <a:avLst/>
          </a:prstGeom>
          <a:solidFill xmlns:a="http://schemas.openxmlformats.org/drawingml/2006/main">
            <a:srgbClr val="E2EBEE"/>
          </a:solidFill>
          <a:ln xmlns:a="http://schemas.openxmlformats.org/drawingml/2006/main" w="0">
            <a:noFill/>
          </a:ln>
        </p:spPr>
      </p:sp>
      <p:sp>
        <p:nvSpPr>
          <p:cNvPr id="18" name="rect-2-17">
            <a:extLst xmlns:a="http://schemas.openxmlformats.org/drawingml/2006/main">
              <a:ext uri="{FF2B5EF4-FFF2-40B4-BE49-F238E27FC236}">
                <a16:creationId xmlns:a16="http://schemas.microsoft.com/office/drawing/2014/main" id="{9B18DDF8-FD45-4FB1-818A-50A40560B420}"/>
              </a:ext>
            </a:extLst>
          </p:cNvPr>
          <p:cNvSpPr>
            <a:spLocks xmlns:a="http://schemas.openxmlformats.org/drawingml/2006/main" noGrp="1"/>
          </p:cNvSpPr>
          <p:nvPr/>
        </p:nvSpPr>
        <p:spPr>
          <a:xfrm xmlns:a="http://schemas.openxmlformats.org/drawingml/2006/main">
            <a:off x="1373505" y="257556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19" name="rect-2-18">
            <a:extLst xmlns:a="http://schemas.openxmlformats.org/drawingml/2006/main">
              <a:ext uri="{FF2B5EF4-FFF2-40B4-BE49-F238E27FC236}">
                <a16:creationId xmlns:a16="http://schemas.microsoft.com/office/drawing/2014/main" id="{89EDE6B2-FA55-4B53-BDED-C3A6E63A4DC0}"/>
              </a:ext>
            </a:extLst>
          </p:cNvPr>
          <p:cNvSpPr>
            <a:spLocks xmlns:a="http://schemas.openxmlformats.org/drawingml/2006/main" noGrp="1"/>
          </p:cNvSpPr>
          <p:nvPr/>
        </p:nvSpPr>
        <p:spPr>
          <a:xfrm xmlns:a="http://schemas.openxmlformats.org/drawingml/2006/main">
            <a:off x="1499235" y="257556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20" name="rect-2-19">
            <a:extLst xmlns:a="http://schemas.openxmlformats.org/drawingml/2006/main">
              <a:ext uri="{FF2B5EF4-FFF2-40B4-BE49-F238E27FC236}">
                <a16:creationId xmlns:a16="http://schemas.microsoft.com/office/drawing/2014/main" id="{8F8BF35C-1F7C-4BAB-8724-ABA43E869E4E}"/>
              </a:ext>
            </a:extLst>
          </p:cNvPr>
          <p:cNvSpPr>
            <a:spLocks xmlns:a="http://schemas.openxmlformats.org/drawingml/2006/main" noGrp="1"/>
          </p:cNvSpPr>
          <p:nvPr/>
        </p:nvSpPr>
        <p:spPr>
          <a:xfrm xmlns:a="http://schemas.openxmlformats.org/drawingml/2006/main">
            <a:off x="1541145" y="2575560"/>
            <a:ext cx="42053" cy="42053"/>
          </a:xfrm>
          <a:prstGeom xmlns:a="http://schemas.openxmlformats.org/drawingml/2006/main" prst="rect">
            <a:avLst/>
          </a:prstGeom>
          <a:solidFill xmlns:a="http://schemas.openxmlformats.org/drawingml/2006/main">
            <a:srgbClr val="D5E4E7"/>
          </a:solidFill>
          <a:ln xmlns:a="http://schemas.openxmlformats.org/drawingml/2006/main" w="0">
            <a:noFill/>
          </a:ln>
        </p:spPr>
      </p:sp>
      <p:sp>
        <p:nvSpPr>
          <p:cNvPr id="21" name="rect-2-20">
            <a:extLst xmlns:a="http://schemas.openxmlformats.org/drawingml/2006/main">
              <a:ext uri="{FF2B5EF4-FFF2-40B4-BE49-F238E27FC236}">
                <a16:creationId xmlns:a16="http://schemas.microsoft.com/office/drawing/2014/main" id="{F675EF61-9ABF-4658-A72A-C1B478794865}"/>
              </a:ext>
            </a:extLst>
          </p:cNvPr>
          <p:cNvSpPr>
            <a:spLocks xmlns:a="http://schemas.openxmlformats.org/drawingml/2006/main" noGrp="1"/>
          </p:cNvSpPr>
          <p:nvPr/>
        </p:nvSpPr>
        <p:spPr>
          <a:xfrm xmlns:a="http://schemas.openxmlformats.org/drawingml/2006/main">
            <a:off x="1122045" y="2617470"/>
            <a:ext cx="42053" cy="42053"/>
          </a:xfrm>
          <a:prstGeom xmlns:a="http://schemas.openxmlformats.org/drawingml/2006/main" prst="rect">
            <a:avLst/>
          </a:prstGeom>
          <a:solidFill xmlns:a="http://schemas.openxmlformats.org/drawingml/2006/main">
            <a:srgbClr val="DAE7E9"/>
          </a:solidFill>
          <a:ln xmlns:a="http://schemas.openxmlformats.org/drawingml/2006/main" w="0">
            <a:noFill/>
          </a:ln>
        </p:spPr>
      </p:sp>
      <p:sp>
        <p:nvSpPr>
          <p:cNvPr id="22" name="rect-2-21">
            <a:extLst xmlns:a="http://schemas.openxmlformats.org/drawingml/2006/main">
              <a:ext uri="{FF2B5EF4-FFF2-40B4-BE49-F238E27FC236}">
                <a16:creationId xmlns:a16="http://schemas.microsoft.com/office/drawing/2014/main" id="{8176A66C-CE5A-4E6A-A134-320B3D172543}"/>
              </a:ext>
            </a:extLst>
          </p:cNvPr>
          <p:cNvSpPr>
            <a:spLocks xmlns:a="http://schemas.openxmlformats.org/drawingml/2006/main" noGrp="1"/>
          </p:cNvSpPr>
          <p:nvPr/>
        </p:nvSpPr>
        <p:spPr>
          <a:xfrm xmlns:a="http://schemas.openxmlformats.org/drawingml/2006/main">
            <a:off x="1163955" y="2617470"/>
            <a:ext cx="42053" cy="42053"/>
          </a:xfrm>
          <a:prstGeom xmlns:a="http://schemas.openxmlformats.org/drawingml/2006/main" prst="rect">
            <a:avLst/>
          </a:prstGeom>
          <a:solidFill xmlns:a="http://schemas.openxmlformats.org/drawingml/2006/main">
            <a:srgbClr val="30858D"/>
          </a:solidFill>
          <a:ln xmlns:a="http://schemas.openxmlformats.org/drawingml/2006/main" w="0">
            <a:noFill/>
          </a:ln>
        </p:spPr>
      </p:sp>
      <p:sp>
        <p:nvSpPr>
          <p:cNvPr id="23" name="rect-2-22">
            <a:extLst xmlns:a="http://schemas.openxmlformats.org/drawingml/2006/main">
              <a:ext uri="{FF2B5EF4-FFF2-40B4-BE49-F238E27FC236}">
                <a16:creationId xmlns:a16="http://schemas.microsoft.com/office/drawing/2014/main" id="{08A61073-CB5B-482C-9F07-B178D474D0F0}"/>
              </a:ext>
            </a:extLst>
          </p:cNvPr>
          <p:cNvSpPr>
            <a:spLocks xmlns:a="http://schemas.openxmlformats.org/drawingml/2006/main" noGrp="1"/>
          </p:cNvSpPr>
          <p:nvPr/>
        </p:nvSpPr>
        <p:spPr>
          <a:xfrm xmlns:a="http://schemas.openxmlformats.org/drawingml/2006/main">
            <a:off x="1205865" y="2617470"/>
            <a:ext cx="42053" cy="42053"/>
          </a:xfrm>
          <a:prstGeom xmlns:a="http://schemas.openxmlformats.org/drawingml/2006/main" prst="rect">
            <a:avLst/>
          </a:prstGeom>
          <a:solidFill xmlns:a="http://schemas.openxmlformats.org/drawingml/2006/main">
            <a:srgbClr val="63A2A9"/>
          </a:solidFill>
          <a:ln xmlns:a="http://schemas.openxmlformats.org/drawingml/2006/main" w="0">
            <a:noFill/>
          </a:ln>
        </p:spPr>
      </p:sp>
      <p:sp>
        <p:nvSpPr>
          <p:cNvPr id="24" name="rect-2-23">
            <a:extLst xmlns:a="http://schemas.openxmlformats.org/drawingml/2006/main">
              <a:ext uri="{FF2B5EF4-FFF2-40B4-BE49-F238E27FC236}">
                <a16:creationId xmlns:a16="http://schemas.microsoft.com/office/drawing/2014/main" id="{9557DD3C-400C-42E3-9872-2C377804C7F0}"/>
              </a:ext>
            </a:extLst>
          </p:cNvPr>
          <p:cNvSpPr>
            <a:spLocks xmlns:a="http://schemas.openxmlformats.org/drawingml/2006/main" noGrp="1"/>
          </p:cNvSpPr>
          <p:nvPr/>
        </p:nvSpPr>
        <p:spPr>
          <a:xfrm xmlns:a="http://schemas.openxmlformats.org/drawingml/2006/main">
            <a:off x="1247775" y="2617470"/>
            <a:ext cx="42053" cy="42053"/>
          </a:xfrm>
          <a:prstGeom xmlns:a="http://schemas.openxmlformats.org/drawingml/2006/main" prst="rect">
            <a:avLst/>
          </a:prstGeom>
          <a:solidFill xmlns:a="http://schemas.openxmlformats.org/drawingml/2006/main">
            <a:srgbClr val="73ABB2"/>
          </a:solidFill>
          <a:ln xmlns:a="http://schemas.openxmlformats.org/drawingml/2006/main" w="0">
            <a:noFill/>
          </a:ln>
        </p:spPr>
      </p:sp>
      <p:sp>
        <p:nvSpPr>
          <p:cNvPr id="25" name="rect-2-24">
            <a:extLst xmlns:a="http://schemas.openxmlformats.org/drawingml/2006/main">
              <a:ext uri="{FF2B5EF4-FFF2-40B4-BE49-F238E27FC236}">
                <a16:creationId xmlns:a16="http://schemas.microsoft.com/office/drawing/2014/main" id="{F7B054F1-19FE-44E2-90E9-13A9BAFE2D99}"/>
              </a:ext>
            </a:extLst>
          </p:cNvPr>
          <p:cNvSpPr>
            <a:spLocks xmlns:a="http://schemas.openxmlformats.org/drawingml/2006/main" noGrp="1"/>
          </p:cNvSpPr>
          <p:nvPr/>
        </p:nvSpPr>
        <p:spPr>
          <a:xfrm xmlns:a="http://schemas.openxmlformats.org/drawingml/2006/main">
            <a:off x="1289685" y="2617470"/>
            <a:ext cx="42053" cy="42053"/>
          </a:xfrm>
          <a:prstGeom xmlns:a="http://schemas.openxmlformats.org/drawingml/2006/main" prst="rect">
            <a:avLst/>
          </a:prstGeom>
          <a:solidFill xmlns:a="http://schemas.openxmlformats.org/drawingml/2006/main">
            <a:srgbClr val="94BEC3"/>
          </a:solidFill>
          <a:ln xmlns:a="http://schemas.openxmlformats.org/drawingml/2006/main" w="0">
            <a:noFill/>
          </a:ln>
        </p:spPr>
      </p:sp>
      <p:sp>
        <p:nvSpPr>
          <p:cNvPr id="26" name="rect-2-25">
            <a:extLst xmlns:a="http://schemas.openxmlformats.org/drawingml/2006/main">
              <a:ext uri="{FF2B5EF4-FFF2-40B4-BE49-F238E27FC236}">
                <a16:creationId xmlns:a16="http://schemas.microsoft.com/office/drawing/2014/main" id="{28FE9E45-E907-4818-9464-0845F83D1FE9}"/>
              </a:ext>
            </a:extLst>
          </p:cNvPr>
          <p:cNvSpPr>
            <a:spLocks xmlns:a="http://schemas.openxmlformats.org/drawingml/2006/main" noGrp="1"/>
          </p:cNvSpPr>
          <p:nvPr/>
        </p:nvSpPr>
        <p:spPr>
          <a:xfrm xmlns:a="http://schemas.openxmlformats.org/drawingml/2006/main">
            <a:off x="1331595" y="2617470"/>
            <a:ext cx="42053" cy="42053"/>
          </a:xfrm>
          <a:prstGeom xmlns:a="http://schemas.openxmlformats.org/drawingml/2006/main" prst="rect">
            <a:avLst/>
          </a:prstGeom>
          <a:solidFill xmlns:a="http://schemas.openxmlformats.org/drawingml/2006/main">
            <a:srgbClr val="E2EBEE"/>
          </a:solidFill>
          <a:ln xmlns:a="http://schemas.openxmlformats.org/drawingml/2006/main" w="0">
            <a:noFill/>
          </a:ln>
        </p:spPr>
      </p:sp>
      <p:sp>
        <p:nvSpPr>
          <p:cNvPr id="27" name="rect-2-26">
            <a:extLst xmlns:a="http://schemas.openxmlformats.org/drawingml/2006/main">
              <a:ext uri="{FF2B5EF4-FFF2-40B4-BE49-F238E27FC236}">
                <a16:creationId xmlns:a16="http://schemas.microsoft.com/office/drawing/2014/main" id="{7DE82891-5B15-4C1D-9853-D4C5CC5D0933}"/>
              </a:ext>
            </a:extLst>
          </p:cNvPr>
          <p:cNvSpPr>
            <a:spLocks xmlns:a="http://schemas.openxmlformats.org/drawingml/2006/main" noGrp="1"/>
          </p:cNvSpPr>
          <p:nvPr/>
        </p:nvSpPr>
        <p:spPr>
          <a:xfrm xmlns:a="http://schemas.openxmlformats.org/drawingml/2006/main">
            <a:off x="1373505" y="2617470"/>
            <a:ext cx="42053" cy="42053"/>
          </a:xfrm>
          <a:prstGeom xmlns:a="http://schemas.openxmlformats.org/drawingml/2006/main" prst="rect">
            <a:avLst/>
          </a:prstGeom>
          <a:solidFill xmlns:a="http://schemas.openxmlformats.org/drawingml/2006/main">
            <a:srgbClr val="E3ECEE"/>
          </a:solidFill>
          <a:ln xmlns:a="http://schemas.openxmlformats.org/drawingml/2006/main" w="0">
            <a:noFill/>
          </a:ln>
        </p:spPr>
      </p:sp>
      <p:sp>
        <p:nvSpPr>
          <p:cNvPr id="28" name="rect-2-27">
            <a:extLst xmlns:a="http://schemas.openxmlformats.org/drawingml/2006/main">
              <a:ext uri="{FF2B5EF4-FFF2-40B4-BE49-F238E27FC236}">
                <a16:creationId xmlns:a16="http://schemas.microsoft.com/office/drawing/2014/main" id="{7C6A7343-9D0D-4811-A672-1588945B4DCC}"/>
              </a:ext>
            </a:extLst>
          </p:cNvPr>
          <p:cNvSpPr>
            <a:spLocks xmlns:a="http://schemas.openxmlformats.org/drawingml/2006/main" noGrp="1"/>
          </p:cNvSpPr>
          <p:nvPr/>
        </p:nvSpPr>
        <p:spPr>
          <a:xfrm xmlns:a="http://schemas.openxmlformats.org/drawingml/2006/main">
            <a:off x="1457325" y="2617470"/>
            <a:ext cx="42053" cy="42053"/>
          </a:xfrm>
          <a:prstGeom xmlns:a="http://schemas.openxmlformats.org/drawingml/2006/main" prst="rect">
            <a:avLst/>
          </a:prstGeom>
          <a:solidFill xmlns:a="http://schemas.openxmlformats.org/drawingml/2006/main">
            <a:srgbClr val="C0D8DB"/>
          </a:solidFill>
          <a:ln xmlns:a="http://schemas.openxmlformats.org/drawingml/2006/main" w="0">
            <a:noFill/>
          </a:ln>
        </p:spPr>
      </p:sp>
      <p:sp>
        <p:nvSpPr>
          <p:cNvPr id="29" name="rect-2-28">
            <a:extLst xmlns:a="http://schemas.openxmlformats.org/drawingml/2006/main">
              <a:ext uri="{FF2B5EF4-FFF2-40B4-BE49-F238E27FC236}">
                <a16:creationId xmlns:a16="http://schemas.microsoft.com/office/drawing/2014/main" id="{457B0B16-6060-460E-940D-6305877513AE}"/>
              </a:ext>
            </a:extLst>
          </p:cNvPr>
          <p:cNvSpPr>
            <a:spLocks xmlns:a="http://schemas.openxmlformats.org/drawingml/2006/main" noGrp="1"/>
          </p:cNvSpPr>
          <p:nvPr/>
        </p:nvSpPr>
        <p:spPr>
          <a:xfrm xmlns:a="http://schemas.openxmlformats.org/drawingml/2006/main">
            <a:off x="1499235" y="2617470"/>
            <a:ext cx="42053" cy="42053"/>
          </a:xfrm>
          <a:prstGeom xmlns:a="http://schemas.openxmlformats.org/drawingml/2006/main" prst="rect">
            <a:avLst/>
          </a:prstGeom>
          <a:solidFill xmlns:a="http://schemas.openxmlformats.org/drawingml/2006/main">
            <a:srgbClr val="CEE0E3"/>
          </a:solidFill>
          <a:ln xmlns:a="http://schemas.openxmlformats.org/drawingml/2006/main" w="0">
            <a:noFill/>
          </a:ln>
        </p:spPr>
      </p:sp>
      <p:sp>
        <p:nvSpPr>
          <p:cNvPr id="30" name="rect-2-29">
            <a:extLst xmlns:a="http://schemas.openxmlformats.org/drawingml/2006/main">
              <a:ext uri="{FF2B5EF4-FFF2-40B4-BE49-F238E27FC236}">
                <a16:creationId xmlns:a16="http://schemas.microsoft.com/office/drawing/2014/main" id="{E4F72D9F-6610-4346-A23A-D24896A0A4C5}"/>
              </a:ext>
            </a:extLst>
          </p:cNvPr>
          <p:cNvSpPr>
            <a:spLocks xmlns:a="http://schemas.openxmlformats.org/drawingml/2006/main" noGrp="1"/>
          </p:cNvSpPr>
          <p:nvPr/>
        </p:nvSpPr>
        <p:spPr>
          <a:xfrm xmlns:a="http://schemas.openxmlformats.org/drawingml/2006/main">
            <a:off x="1541145" y="2617470"/>
            <a:ext cx="42053" cy="42053"/>
          </a:xfrm>
          <a:prstGeom xmlns:a="http://schemas.openxmlformats.org/drawingml/2006/main" prst="rect">
            <a:avLst/>
          </a:prstGeom>
          <a:solidFill xmlns:a="http://schemas.openxmlformats.org/drawingml/2006/main">
            <a:srgbClr val="D8E5E8"/>
          </a:solidFill>
          <a:ln xmlns:a="http://schemas.openxmlformats.org/drawingml/2006/main" w="0">
            <a:noFill/>
          </a:ln>
        </p:spPr>
      </p:sp>
      <p:sp>
        <p:nvSpPr>
          <p:cNvPr id="31" name="rect-2-30">
            <a:extLst xmlns:a="http://schemas.openxmlformats.org/drawingml/2006/main">
              <a:ext uri="{FF2B5EF4-FFF2-40B4-BE49-F238E27FC236}">
                <a16:creationId xmlns:a16="http://schemas.microsoft.com/office/drawing/2014/main" id="{DEC45237-D6EE-4CA3-ABC6-02E52B410BEA}"/>
              </a:ext>
            </a:extLst>
          </p:cNvPr>
          <p:cNvSpPr>
            <a:spLocks xmlns:a="http://schemas.openxmlformats.org/drawingml/2006/main" noGrp="1"/>
          </p:cNvSpPr>
          <p:nvPr/>
        </p:nvSpPr>
        <p:spPr>
          <a:xfrm xmlns:a="http://schemas.openxmlformats.org/drawingml/2006/main">
            <a:off x="1080135" y="265938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32" name="rect-2-31">
            <a:extLst xmlns:a="http://schemas.openxmlformats.org/drawingml/2006/main">
              <a:ext uri="{FF2B5EF4-FFF2-40B4-BE49-F238E27FC236}">
                <a16:creationId xmlns:a16="http://schemas.microsoft.com/office/drawing/2014/main" id="{14FFD12C-875F-4EB3-A42C-06E717CC8EF6}"/>
              </a:ext>
            </a:extLst>
          </p:cNvPr>
          <p:cNvSpPr>
            <a:spLocks xmlns:a="http://schemas.openxmlformats.org/drawingml/2006/main" noGrp="1"/>
          </p:cNvSpPr>
          <p:nvPr/>
        </p:nvSpPr>
        <p:spPr>
          <a:xfrm xmlns:a="http://schemas.openxmlformats.org/drawingml/2006/main">
            <a:off x="1122045" y="2659380"/>
            <a:ext cx="42053" cy="42053"/>
          </a:xfrm>
          <a:prstGeom xmlns:a="http://schemas.openxmlformats.org/drawingml/2006/main" prst="rect">
            <a:avLst/>
          </a:prstGeom>
          <a:solidFill xmlns:a="http://schemas.openxmlformats.org/drawingml/2006/main">
            <a:srgbClr val="559AA1"/>
          </a:solidFill>
          <a:ln xmlns:a="http://schemas.openxmlformats.org/drawingml/2006/main" w="0">
            <a:noFill/>
          </a:ln>
        </p:spPr>
      </p:sp>
      <p:sp>
        <p:nvSpPr>
          <p:cNvPr id="33" name="rect-2-32">
            <a:extLst xmlns:a="http://schemas.openxmlformats.org/drawingml/2006/main">
              <a:ext uri="{FF2B5EF4-FFF2-40B4-BE49-F238E27FC236}">
                <a16:creationId xmlns:a16="http://schemas.microsoft.com/office/drawing/2014/main" id="{6E334457-1DD8-4383-A0D9-4F49F6347CB0}"/>
              </a:ext>
            </a:extLst>
          </p:cNvPr>
          <p:cNvSpPr>
            <a:spLocks xmlns:a="http://schemas.openxmlformats.org/drawingml/2006/main" noGrp="1"/>
          </p:cNvSpPr>
          <p:nvPr/>
        </p:nvSpPr>
        <p:spPr>
          <a:xfrm xmlns:a="http://schemas.openxmlformats.org/drawingml/2006/main">
            <a:off x="1163955" y="2659380"/>
            <a:ext cx="42053" cy="42053"/>
          </a:xfrm>
          <a:prstGeom xmlns:a="http://schemas.openxmlformats.org/drawingml/2006/main" prst="rect">
            <a:avLst/>
          </a:prstGeom>
          <a:solidFill xmlns:a="http://schemas.openxmlformats.org/drawingml/2006/main">
            <a:srgbClr val="0D6370"/>
          </a:solidFill>
          <a:ln xmlns:a="http://schemas.openxmlformats.org/drawingml/2006/main" w="0">
            <a:noFill/>
          </a:ln>
        </p:spPr>
      </p:sp>
      <p:sp>
        <p:nvSpPr>
          <p:cNvPr id="34" name="rect-2-33">
            <a:extLst xmlns:a="http://schemas.openxmlformats.org/drawingml/2006/main">
              <a:ext uri="{FF2B5EF4-FFF2-40B4-BE49-F238E27FC236}">
                <a16:creationId xmlns:a16="http://schemas.microsoft.com/office/drawing/2014/main" id="{8ABCDBE5-5FDF-4F0F-B666-0737F806377B}"/>
              </a:ext>
            </a:extLst>
          </p:cNvPr>
          <p:cNvSpPr>
            <a:spLocks xmlns:a="http://schemas.openxmlformats.org/drawingml/2006/main" noGrp="1"/>
          </p:cNvSpPr>
          <p:nvPr/>
        </p:nvSpPr>
        <p:spPr>
          <a:xfrm xmlns:a="http://schemas.openxmlformats.org/drawingml/2006/main">
            <a:off x="1205865" y="2659380"/>
            <a:ext cx="42053" cy="42053"/>
          </a:xfrm>
          <a:prstGeom xmlns:a="http://schemas.openxmlformats.org/drawingml/2006/main" prst="rect">
            <a:avLst/>
          </a:prstGeom>
          <a:solidFill xmlns:a="http://schemas.openxmlformats.org/drawingml/2006/main">
            <a:srgbClr val="64A3A9"/>
          </a:solidFill>
          <a:ln xmlns:a="http://schemas.openxmlformats.org/drawingml/2006/main" w="0">
            <a:noFill/>
          </a:ln>
        </p:spPr>
      </p:sp>
      <p:sp>
        <p:nvSpPr>
          <p:cNvPr id="35" name="rect-2-34">
            <a:extLst xmlns:a="http://schemas.openxmlformats.org/drawingml/2006/main">
              <a:ext uri="{FF2B5EF4-FFF2-40B4-BE49-F238E27FC236}">
                <a16:creationId xmlns:a16="http://schemas.microsoft.com/office/drawing/2014/main" id="{F11D87DA-82C5-4D5B-8EF8-DF4AB34E8D13}"/>
              </a:ext>
            </a:extLst>
          </p:cNvPr>
          <p:cNvSpPr>
            <a:spLocks xmlns:a="http://schemas.openxmlformats.org/drawingml/2006/main" noGrp="1"/>
          </p:cNvSpPr>
          <p:nvPr/>
        </p:nvSpPr>
        <p:spPr>
          <a:xfrm xmlns:a="http://schemas.openxmlformats.org/drawingml/2006/main">
            <a:off x="1247775" y="2659380"/>
            <a:ext cx="42053" cy="42053"/>
          </a:xfrm>
          <a:prstGeom xmlns:a="http://schemas.openxmlformats.org/drawingml/2006/main" prst="rect">
            <a:avLst/>
          </a:prstGeom>
          <a:solidFill xmlns:a="http://schemas.openxmlformats.org/drawingml/2006/main">
            <a:srgbClr val="31858E"/>
          </a:solidFill>
          <a:ln xmlns:a="http://schemas.openxmlformats.org/drawingml/2006/main" w="0">
            <a:noFill/>
          </a:ln>
        </p:spPr>
      </p:sp>
      <p:sp>
        <p:nvSpPr>
          <p:cNvPr id="36" name="rect-2-35">
            <a:extLst xmlns:a="http://schemas.openxmlformats.org/drawingml/2006/main">
              <a:ext uri="{FF2B5EF4-FFF2-40B4-BE49-F238E27FC236}">
                <a16:creationId xmlns:a16="http://schemas.microsoft.com/office/drawing/2014/main" id="{B96EF869-29BB-4BC1-B3A6-85D2995C664A}"/>
              </a:ext>
            </a:extLst>
          </p:cNvPr>
          <p:cNvSpPr>
            <a:spLocks xmlns:a="http://schemas.openxmlformats.org/drawingml/2006/main" noGrp="1"/>
          </p:cNvSpPr>
          <p:nvPr/>
        </p:nvSpPr>
        <p:spPr>
          <a:xfrm xmlns:a="http://schemas.openxmlformats.org/drawingml/2006/main">
            <a:off x="1289685" y="2659380"/>
            <a:ext cx="42053" cy="42053"/>
          </a:xfrm>
          <a:prstGeom xmlns:a="http://schemas.openxmlformats.org/drawingml/2006/main" prst="rect">
            <a:avLst/>
          </a:prstGeom>
          <a:solidFill xmlns:a="http://schemas.openxmlformats.org/drawingml/2006/main">
            <a:srgbClr val="86B6BC"/>
          </a:solidFill>
          <a:ln xmlns:a="http://schemas.openxmlformats.org/drawingml/2006/main" w="0">
            <a:noFill/>
          </a:ln>
        </p:spPr>
      </p:sp>
      <p:sp>
        <p:nvSpPr>
          <p:cNvPr id="37" name="rect-2-36">
            <a:extLst xmlns:a="http://schemas.openxmlformats.org/drawingml/2006/main">
              <a:ext uri="{FF2B5EF4-FFF2-40B4-BE49-F238E27FC236}">
                <a16:creationId xmlns:a16="http://schemas.microsoft.com/office/drawing/2014/main" id="{9200EE3E-22D8-455B-AD51-BCF43EC34761}"/>
              </a:ext>
            </a:extLst>
          </p:cNvPr>
          <p:cNvSpPr>
            <a:spLocks xmlns:a="http://schemas.openxmlformats.org/drawingml/2006/main" noGrp="1"/>
          </p:cNvSpPr>
          <p:nvPr/>
        </p:nvSpPr>
        <p:spPr>
          <a:xfrm xmlns:a="http://schemas.openxmlformats.org/drawingml/2006/main">
            <a:off x="1331595" y="2659380"/>
            <a:ext cx="42053" cy="42053"/>
          </a:xfrm>
          <a:prstGeom xmlns:a="http://schemas.openxmlformats.org/drawingml/2006/main" prst="rect">
            <a:avLst/>
          </a:prstGeom>
          <a:solidFill xmlns:a="http://schemas.openxmlformats.org/drawingml/2006/main">
            <a:srgbClr val="DAE7E9"/>
          </a:solidFill>
          <a:ln xmlns:a="http://schemas.openxmlformats.org/drawingml/2006/main" w="0">
            <a:noFill/>
          </a:ln>
        </p:spPr>
      </p:sp>
      <p:sp>
        <p:nvSpPr>
          <p:cNvPr id="38" name="rect-2-37">
            <a:extLst xmlns:a="http://schemas.openxmlformats.org/drawingml/2006/main">
              <a:ext uri="{FF2B5EF4-FFF2-40B4-BE49-F238E27FC236}">
                <a16:creationId xmlns:a16="http://schemas.microsoft.com/office/drawing/2014/main" id="{0059E555-311F-4BFF-97B5-8D923E86ED49}"/>
              </a:ext>
            </a:extLst>
          </p:cNvPr>
          <p:cNvSpPr>
            <a:spLocks xmlns:a="http://schemas.openxmlformats.org/drawingml/2006/main" noGrp="1"/>
          </p:cNvSpPr>
          <p:nvPr/>
        </p:nvSpPr>
        <p:spPr>
          <a:xfrm xmlns:a="http://schemas.openxmlformats.org/drawingml/2006/main">
            <a:off x="1373505" y="2659380"/>
            <a:ext cx="42053" cy="42053"/>
          </a:xfrm>
          <a:prstGeom xmlns:a="http://schemas.openxmlformats.org/drawingml/2006/main" prst="rect">
            <a:avLst/>
          </a:prstGeom>
          <a:solidFill xmlns:a="http://schemas.openxmlformats.org/drawingml/2006/main">
            <a:srgbClr val="E0EAEC"/>
          </a:solidFill>
          <a:ln xmlns:a="http://schemas.openxmlformats.org/drawingml/2006/main" w="0">
            <a:noFill/>
          </a:ln>
        </p:spPr>
      </p:sp>
      <p:sp>
        <p:nvSpPr>
          <p:cNvPr id="39" name="rect-2-38">
            <a:extLst xmlns:a="http://schemas.openxmlformats.org/drawingml/2006/main">
              <a:ext uri="{FF2B5EF4-FFF2-40B4-BE49-F238E27FC236}">
                <a16:creationId xmlns:a16="http://schemas.microsoft.com/office/drawing/2014/main" id="{F6F6F221-BC8E-4967-8A65-8F7BA8CD1E4C}"/>
              </a:ext>
            </a:extLst>
          </p:cNvPr>
          <p:cNvSpPr>
            <a:spLocks xmlns:a="http://schemas.openxmlformats.org/drawingml/2006/main" noGrp="1"/>
          </p:cNvSpPr>
          <p:nvPr/>
        </p:nvSpPr>
        <p:spPr>
          <a:xfrm xmlns:a="http://schemas.openxmlformats.org/drawingml/2006/main">
            <a:off x="1457325" y="2659380"/>
            <a:ext cx="42053" cy="42053"/>
          </a:xfrm>
          <a:prstGeom xmlns:a="http://schemas.openxmlformats.org/drawingml/2006/main" prst="rect">
            <a:avLst/>
          </a:prstGeom>
          <a:solidFill xmlns:a="http://schemas.openxmlformats.org/drawingml/2006/main">
            <a:srgbClr val="D6E4E7"/>
          </a:solidFill>
          <a:ln xmlns:a="http://schemas.openxmlformats.org/drawingml/2006/main" w="0">
            <a:noFill/>
          </a:ln>
        </p:spPr>
      </p:sp>
      <p:sp>
        <p:nvSpPr>
          <p:cNvPr id="40" name="rect-2-39">
            <a:extLst xmlns:a="http://schemas.openxmlformats.org/drawingml/2006/main">
              <a:ext uri="{FF2B5EF4-FFF2-40B4-BE49-F238E27FC236}">
                <a16:creationId xmlns:a16="http://schemas.microsoft.com/office/drawing/2014/main" id="{3432694C-2D9A-4AA1-A7F2-5F9A2B2BE8A6}"/>
              </a:ext>
            </a:extLst>
          </p:cNvPr>
          <p:cNvSpPr>
            <a:spLocks xmlns:a="http://schemas.openxmlformats.org/drawingml/2006/main" noGrp="1"/>
          </p:cNvSpPr>
          <p:nvPr/>
        </p:nvSpPr>
        <p:spPr>
          <a:xfrm xmlns:a="http://schemas.openxmlformats.org/drawingml/2006/main">
            <a:off x="1499235" y="2659380"/>
            <a:ext cx="42053" cy="42053"/>
          </a:xfrm>
          <a:prstGeom xmlns:a="http://schemas.openxmlformats.org/drawingml/2006/main" prst="rect">
            <a:avLst/>
          </a:prstGeom>
          <a:solidFill xmlns:a="http://schemas.openxmlformats.org/drawingml/2006/main">
            <a:srgbClr val="D5E4E7"/>
          </a:solidFill>
          <a:ln xmlns:a="http://schemas.openxmlformats.org/drawingml/2006/main" w="0">
            <a:noFill/>
          </a:ln>
        </p:spPr>
      </p:sp>
      <p:sp>
        <p:nvSpPr>
          <p:cNvPr id="41" name="rect-2-40">
            <a:extLst xmlns:a="http://schemas.openxmlformats.org/drawingml/2006/main">
              <a:ext uri="{FF2B5EF4-FFF2-40B4-BE49-F238E27FC236}">
                <a16:creationId xmlns:a16="http://schemas.microsoft.com/office/drawing/2014/main" id="{4128E160-9D1F-4071-933C-74F652F7A969}"/>
              </a:ext>
            </a:extLst>
          </p:cNvPr>
          <p:cNvSpPr>
            <a:spLocks xmlns:a="http://schemas.openxmlformats.org/drawingml/2006/main" noGrp="1"/>
          </p:cNvSpPr>
          <p:nvPr/>
        </p:nvSpPr>
        <p:spPr>
          <a:xfrm xmlns:a="http://schemas.openxmlformats.org/drawingml/2006/main">
            <a:off x="1541145" y="265938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42" name="rect-2-41">
            <a:extLst xmlns:a="http://schemas.openxmlformats.org/drawingml/2006/main">
              <a:ext uri="{FF2B5EF4-FFF2-40B4-BE49-F238E27FC236}">
                <a16:creationId xmlns:a16="http://schemas.microsoft.com/office/drawing/2014/main" id="{959ED532-907A-440C-B771-E51E731656A9}"/>
              </a:ext>
            </a:extLst>
          </p:cNvPr>
          <p:cNvSpPr>
            <a:spLocks xmlns:a="http://schemas.openxmlformats.org/drawingml/2006/main" noGrp="1"/>
          </p:cNvSpPr>
          <p:nvPr/>
        </p:nvSpPr>
        <p:spPr>
          <a:xfrm xmlns:a="http://schemas.openxmlformats.org/drawingml/2006/main">
            <a:off x="1583055" y="2659380"/>
            <a:ext cx="42053" cy="42053"/>
          </a:xfrm>
          <a:prstGeom xmlns:a="http://schemas.openxmlformats.org/drawingml/2006/main" prst="rect">
            <a:avLst/>
          </a:prstGeom>
          <a:solidFill xmlns:a="http://schemas.openxmlformats.org/drawingml/2006/main">
            <a:srgbClr val="DBE7EA"/>
          </a:solidFill>
          <a:ln xmlns:a="http://schemas.openxmlformats.org/drawingml/2006/main" w="0">
            <a:noFill/>
          </a:ln>
        </p:spPr>
      </p:sp>
      <p:sp>
        <p:nvSpPr>
          <p:cNvPr id="43" name="rect-2-42">
            <a:extLst xmlns:a="http://schemas.openxmlformats.org/drawingml/2006/main">
              <a:ext uri="{FF2B5EF4-FFF2-40B4-BE49-F238E27FC236}">
                <a16:creationId xmlns:a16="http://schemas.microsoft.com/office/drawing/2014/main" id="{346DDB33-8F16-4AB1-8D87-A86732B3F308}"/>
              </a:ext>
            </a:extLst>
          </p:cNvPr>
          <p:cNvSpPr>
            <a:spLocks xmlns:a="http://schemas.openxmlformats.org/drawingml/2006/main" noGrp="1"/>
          </p:cNvSpPr>
          <p:nvPr/>
        </p:nvSpPr>
        <p:spPr>
          <a:xfrm xmlns:a="http://schemas.openxmlformats.org/drawingml/2006/main">
            <a:off x="1624965" y="265938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44" name="rect-2-43">
            <a:extLst xmlns:a="http://schemas.openxmlformats.org/drawingml/2006/main">
              <a:ext uri="{FF2B5EF4-FFF2-40B4-BE49-F238E27FC236}">
                <a16:creationId xmlns:a16="http://schemas.microsoft.com/office/drawing/2014/main" id="{F4FC1C1F-D4D3-4C8F-8738-766205538C55}"/>
              </a:ext>
            </a:extLst>
          </p:cNvPr>
          <p:cNvSpPr>
            <a:spLocks xmlns:a="http://schemas.openxmlformats.org/drawingml/2006/main" noGrp="1"/>
          </p:cNvSpPr>
          <p:nvPr/>
        </p:nvSpPr>
        <p:spPr>
          <a:xfrm xmlns:a="http://schemas.openxmlformats.org/drawingml/2006/main">
            <a:off x="1080135" y="2701290"/>
            <a:ext cx="42053" cy="42053"/>
          </a:xfrm>
          <a:prstGeom xmlns:a="http://schemas.openxmlformats.org/drawingml/2006/main" prst="rect">
            <a:avLst/>
          </a:prstGeom>
          <a:solidFill xmlns:a="http://schemas.openxmlformats.org/drawingml/2006/main">
            <a:srgbClr val="C3DADD"/>
          </a:solidFill>
          <a:ln xmlns:a="http://schemas.openxmlformats.org/drawingml/2006/main" w="0">
            <a:noFill/>
          </a:ln>
        </p:spPr>
      </p:sp>
      <p:sp>
        <p:nvSpPr>
          <p:cNvPr id="45" name="rect-2-44">
            <a:extLst xmlns:a="http://schemas.openxmlformats.org/drawingml/2006/main">
              <a:ext uri="{FF2B5EF4-FFF2-40B4-BE49-F238E27FC236}">
                <a16:creationId xmlns:a16="http://schemas.microsoft.com/office/drawing/2014/main" id="{FF2CEFA3-E99E-4438-A1D0-02E58D9832FB}"/>
              </a:ext>
            </a:extLst>
          </p:cNvPr>
          <p:cNvSpPr>
            <a:spLocks xmlns:a="http://schemas.openxmlformats.org/drawingml/2006/main" noGrp="1"/>
          </p:cNvSpPr>
          <p:nvPr/>
        </p:nvSpPr>
        <p:spPr>
          <a:xfrm xmlns:a="http://schemas.openxmlformats.org/drawingml/2006/main">
            <a:off x="1122045" y="2701290"/>
            <a:ext cx="42053" cy="42053"/>
          </a:xfrm>
          <a:prstGeom xmlns:a="http://schemas.openxmlformats.org/drawingml/2006/main" prst="rect">
            <a:avLst/>
          </a:prstGeom>
          <a:solidFill xmlns:a="http://schemas.openxmlformats.org/drawingml/2006/main">
            <a:srgbClr val="15757F"/>
          </a:solidFill>
          <a:ln xmlns:a="http://schemas.openxmlformats.org/drawingml/2006/main" w="0">
            <a:noFill/>
          </a:ln>
        </p:spPr>
      </p:sp>
      <p:sp>
        <p:nvSpPr>
          <p:cNvPr id="46" name="rect-2-45">
            <a:extLst xmlns:a="http://schemas.openxmlformats.org/drawingml/2006/main">
              <a:ext uri="{FF2B5EF4-FFF2-40B4-BE49-F238E27FC236}">
                <a16:creationId xmlns:a16="http://schemas.microsoft.com/office/drawing/2014/main" id="{FC0143D9-44AF-45EF-9379-B389507D2AB9}"/>
              </a:ext>
            </a:extLst>
          </p:cNvPr>
          <p:cNvSpPr>
            <a:spLocks xmlns:a="http://schemas.openxmlformats.org/drawingml/2006/main" noGrp="1"/>
          </p:cNvSpPr>
          <p:nvPr/>
        </p:nvSpPr>
        <p:spPr>
          <a:xfrm xmlns:a="http://schemas.openxmlformats.org/drawingml/2006/main">
            <a:off x="1163955" y="2701290"/>
            <a:ext cx="42053" cy="42053"/>
          </a:xfrm>
          <a:prstGeom xmlns:a="http://schemas.openxmlformats.org/drawingml/2006/main" prst="rect">
            <a:avLst/>
          </a:prstGeom>
          <a:solidFill xmlns:a="http://schemas.openxmlformats.org/drawingml/2006/main">
            <a:srgbClr val="0D6370"/>
          </a:solidFill>
          <a:ln xmlns:a="http://schemas.openxmlformats.org/drawingml/2006/main" w="0">
            <a:noFill/>
          </a:ln>
        </p:spPr>
      </p:sp>
      <p:sp>
        <p:nvSpPr>
          <p:cNvPr id="47" name="rect-2-46">
            <a:extLst xmlns:a="http://schemas.openxmlformats.org/drawingml/2006/main">
              <a:ext uri="{FF2B5EF4-FFF2-40B4-BE49-F238E27FC236}">
                <a16:creationId xmlns:a16="http://schemas.microsoft.com/office/drawing/2014/main" id="{9DEF6005-DD33-4E8D-A400-8C9C47299F39}"/>
              </a:ext>
            </a:extLst>
          </p:cNvPr>
          <p:cNvSpPr>
            <a:spLocks xmlns:a="http://schemas.openxmlformats.org/drawingml/2006/main" noGrp="1"/>
          </p:cNvSpPr>
          <p:nvPr/>
        </p:nvSpPr>
        <p:spPr>
          <a:xfrm xmlns:a="http://schemas.openxmlformats.org/drawingml/2006/main">
            <a:off x="1205865" y="2701290"/>
            <a:ext cx="42053" cy="42053"/>
          </a:xfrm>
          <a:prstGeom xmlns:a="http://schemas.openxmlformats.org/drawingml/2006/main" prst="rect">
            <a:avLst/>
          </a:prstGeom>
          <a:solidFill xmlns:a="http://schemas.openxmlformats.org/drawingml/2006/main">
            <a:srgbClr val="0D6471"/>
          </a:solidFill>
          <a:ln xmlns:a="http://schemas.openxmlformats.org/drawingml/2006/main" w="0">
            <a:noFill/>
          </a:ln>
        </p:spPr>
      </p:sp>
      <p:sp>
        <p:nvSpPr>
          <p:cNvPr id="48" name="rect-2-47">
            <a:extLst xmlns:a="http://schemas.openxmlformats.org/drawingml/2006/main">
              <a:ext uri="{FF2B5EF4-FFF2-40B4-BE49-F238E27FC236}">
                <a16:creationId xmlns:a16="http://schemas.microsoft.com/office/drawing/2014/main" id="{CB9D5416-1C55-431B-90D0-0E735F5A2791}"/>
              </a:ext>
            </a:extLst>
          </p:cNvPr>
          <p:cNvSpPr>
            <a:spLocks xmlns:a="http://schemas.openxmlformats.org/drawingml/2006/main" noGrp="1"/>
          </p:cNvSpPr>
          <p:nvPr/>
        </p:nvSpPr>
        <p:spPr>
          <a:xfrm xmlns:a="http://schemas.openxmlformats.org/drawingml/2006/main">
            <a:off x="1247775" y="2701290"/>
            <a:ext cx="42053" cy="42053"/>
          </a:xfrm>
          <a:prstGeom xmlns:a="http://schemas.openxmlformats.org/drawingml/2006/main" prst="rect">
            <a:avLst/>
          </a:prstGeom>
          <a:solidFill xmlns:a="http://schemas.openxmlformats.org/drawingml/2006/main">
            <a:srgbClr val="368891"/>
          </a:solidFill>
          <a:ln xmlns:a="http://schemas.openxmlformats.org/drawingml/2006/main" w="0">
            <a:noFill/>
          </a:ln>
        </p:spPr>
      </p:sp>
      <p:sp>
        <p:nvSpPr>
          <p:cNvPr id="49" name="rect-2-48">
            <a:extLst xmlns:a="http://schemas.openxmlformats.org/drawingml/2006/main">
              <a:ext uri="{FF2B5EF4-FFF2-40B4-BE49-F238E27FC236}">
                <a16:creationId xmlns:a16="http://schemas.microsoft.com/office/drawing/2014/main" id="{090A3971-B0D5-4008-9B5B-15953B30E3CE}"/>
              </a:ext>
            </a:extLst>
          </p:cNvPr>
          <p:cNvSpPr>
            <a:spLocks xmlns:a="http://schemas.openxmlformats.org/drawingml/2006/main" noGrp="1"/>
          </p:cNvSpPr>
          <p:nvPr/>
        </p:nvSpPr>
        <p:spPr>
          <a:xfrm xmlns:a="http://schemas.openxmlformats.org/drawingml/2006/main">
            <a:off x="1289685" y="2701290"/>
            <a:ext cx="42053" cy="42053"/>
          </a:xfrm>
          <a:prstGeom xmlns:a="http://schemas.openxmlformats.org/drawingml/2006/main" prst="rect">
            <a:avLst/>
          </a:prstGeom>
          <a:solidFill xmlns:a="http://schemas.openxmlformats.org/drawingml/2006/main">
            <a:srgbClr val="6FA9AF"/>
          </a:solidFill>
          <a:ln xmlns:a="http://schemas.openxmlformats.org/drawingml/2006/main" w="0">
            <a:noFill/>
          </a:ln>
        </p:spPr>
      </p:sp>
      <p:sp>
        <p:nvSpPr>
          <p:cNvPr id="50" name="rect-2-49">
            <a:extLst xmlns:a="http://schemas.openxmlformats.org/drawingml/2006/main">
              <a:ext uri="{FF2B5EF4-FFF2-40B4-BE49-F238E27FC236}">
                <a16:creationId xmlns:a16="http://schemas.microsoft.com/office/drawing/2014/main" id="{118EA1F7-5BD6-4B3D-AF3C-4C2CBFBEF22E}"/>
              </a:ext>
            </a:extLst>
          </p:cNvPr>
          <p:cNvSpPr>
            <a:spLocks xmlns:a="http://schemas.openxmlformats.org/drawingml/2006/main" noGrp="1"/>
          </p:cNvSpPr>
          <p:nvPr/>
        </p:nvSpPr>
        <p:spPr>
          <a:xfrm xmlns:a="http://schemas.openxmlformats.org/drawingml/2006/main">
            <a:off x="1331595" y="2701290"/>
            <a:ext cx="42053" cy="42053"/>
          </a:xfrm>
          <a:prstGeom xmlns:a="http://schemas.openxmlformats.org/drawingml/2006/main" prst="rect">
            <a:avLst/>
          </a:prstGeom>
          <a:solidFill xmlns:a="http://schemas.openxmlformats.org/drawingml/2006/main">
            <a:srgbClr val="CEE0E3"/>
          </a:solidFill>
          <a:ln xmlns:a="http://schemas.openxmlformats.org/drawingml/2006/main" w="0">
            <a:noFill/>
          </a:ln>
        </p:spPr>
      </p:sp>
      <p:sp>
        <p:nvSpPr>
          <p:cNvPr id="51" name="rect-2-50">
            <a:extLst xmlns:a="http://schemas.openxmlformats.org/drawingml/2006/main">
              <a:ext uri="{FF2B5EF4-FFF2-40B4-BE49-F238E27FC236}">
                <a16:creationId xmlns:a16="http://schemas.microsoft.com/office/drawing/2014/main" id="{8DF8F959-7E06-468F-BAB6-8F39516268E2}"/>
              </a:ext>
            </a:extLst>
          </p:cNvPr>
          <p:cNvSpPr>
            <a:spLocks xmlns:a="http://schemas.openxmlformats.org/drawingml/2006/main" noGrp="1"/>
          </p:cNvSpPr>
          <p:nvPr/>
        </p:nvSpPr>
        <p:spPr>
          <a:xfrm xmlns:a="http://schemas.openxmlformats.org/drawingml/2006/main">
            <a:off x="1373505" y="2701290"/>
            <a:ext cx="42053" cy="42053"/>
          </a:xfrm>
          <a:prstGeom xmlns:a="http://schemas.openxmlformats.org/drawingml/2006/main" prst="rect">
            <a:avLst/>
          </a:prstGeom>
          <a:solidFill xmlns:a="http://schemas.openxmlformats.org/drawingml/2006/main">
            <a:srgbClr val="E4ECEF"/>
          </a:solidFill>
          <a:ln xmlns:a="http://schemas.openxmlformats.org/drawingml/2006/main" w="0">
            <a:noFill/>
          </a:ln>
        </p:spPr>
      </p:sp>
      <p:sp>
        <p:nvSpPr>
          <p:cNvPr id="52" name="rect-2-51">
            <a:extLst xmlns:a="http://schemas.openxmlformats.org/drawingml/2006/main">
              <a:ext uri="{FF2B5EF4-FFF2-40B4-BE49-F238E27FC236}">
                <a16:creationId xmlns:a16="http://schemas.microsoft.com/office/drawing/2014/main" id="{4EB21218-3866-41F6-9EA8-B43DBECEF8BA}"/>
              </a:ext>
            </a:extLst>
          </p:cNvPr>
          <p:cNvSpPr>
            <a:spLocks xmlns:a="http://schemas.openxmlformats.org/drawingml/2006/main" noGrp="1"/>
          </p:cNvSpPr>
          <p:nvPr/>
        </p:nvSpPr>
        <p:spPr>
          <a:xfrm xmlns:a="http://schemas.openxmlformats.org/drawingml/2006/main">
            <a:off x="1583055" y="2701290"/>
            <a:ext cx="42053" cy="42053"/>
          </a:xfrm>
          <a:prstGeom xmlns:a="http://schemas.openxmlformats.org/drawingml/2006/main" prst="rect">
            <a:avLst/>
          </a:prstGeom>
          <a:solidFill xmlns:a="http://schemas.openxmlformats.org/drawingml/2006/main">
            <a:srgbClr val="D3E2E5"/>
          </a:solidFill>
          <a:ln xmlns:a="http://schemas.openxmlformats.org/drawingml/2006/main" w="0">
            <a:noFill/>
          </a:ln>
        </p:spPr>
      </p:sp>
      <p:sp>
        <p:nvSpPr>
          <p:cNvPr id="53" name="rect-2-52">
            <a:extLst xmlns:a="http://schemas.openxmlformats.org/drawingml/2006/main">
              <a:ext uri="{FF2B5EF4-FFF2-40B4-BE49-F238E27FC236}">
                <a16:creationId xmlns:a16="http://schemas.microsoft.com/office/drawing/2014/main" id="{937CD940-38CF-4B16-8103-C2FD5AEF53B1}"/>
              </a:ext>
            </a:extLst>
          </p:cNvPr>
          <p:cNvSpPr>
            <a:spLocks xmlns:a="http://schemas.openxmlformats.org/drawingml/2006/main" noGrp="1"/>
          </p:cNvSpPr>
          <p:nvPr/>
        </p:nvSpPr>
        <p:spPr>
          <a:xfrm xmlns:a="http://schemas.openxmlformats.org/drawingml/2006/main">
            <a:off x="1624965" y="2701290"/>
            <a:ext cx="42053" cy="42053"/>
          </a:xfrm>
          <a:prstGeom xmlns:a="http://schemas.openxmlformats.org/drawingml/2006/main" prst="rect">
            <a:avLst/>
          </a:prstGeom>
          <a:solidFill xmlns:a="http://schemas.openxmlformats.org/drawingml/2006/main">
            <a:srgbClr val="DDE8EB"/>
          </a:solidFill>
          <a:ln xmlns:a="http://schemas.openxmlformats.org/drawingml/2006/main" w="0">
            <a:noFill/>
          </a:ln>
        </p:spPr>
      </p:sp>
      <p:sp>
        <p:nvSpPr>
          <p:cNvPr id="54" name="rect-2-53">
            <a:extLst xmlns:a="http://schemas.openxmlformats.org/drawingml/2006/main">
              <a:ext uri="{FF2B5EF4-FFF2-40B4-BE49-F238E27FC236}">
                <a16:creationId xmlns:a16="http://schemas.microsoft.com/office/drawing/2014/main" id="{7EAA2839-5863-4C3F-BEB3-5FB8966AEC58}"/>
              </a:ext>
            </a:extLst>
          </p:cNvPr>
          <p:cNvSpPr>
            <a:spLocks xmlns:a="http://schemas.openxmlformats.org/drawingml/2006/main" noGrp="1"/>
          </p:cNvSpPr>
          <p:nvPr/>
        </p:nvSpPr>
        <p:spPr>
          <a:xfrm xmlns:a="http://schemas.openxmlformats.org/drawingml/2006/main">
            <a:off x="1666875" y="2701290"/>
            <a:ext cx="42053" cy="42053"/>
          </a:xfrm>
          <a:prstGeom xmlns:a="http://schemas.openxmlformats.org/drawingml/2006/main" prst="rect">
            <a:avLst/>
          </a:prstGeom>
          <a:solidFill xmlns:a="http://schemas.openxmlformats.org/drawingml/2006/main">
            <a:srgbClr val="DCE8EA"/>
          </a:solidFill>
          <a:ln xmlns:a="http://schemas.openxmlformats.org/drawingml/2006/main" w="0">
            <a:noFill/>
          </a:ln>
        </p:spPr>
      </p:sp>
      <p:sp>
        <p:nvSpPr>
          <p:cNvPr id="55" name="rect-2-54">
            <a:extLst xmlns:a="http://schemas.openxmlformats.org/drawingml/2006/main">
              <a:ext uri="{FF2B5EF4-FFF2-40B4-BE49-F238E27FC236}">
                <a16:creationId xmlns:a16="http://schemas.microsoft.com/office/drawing/2014/main" id="{53C3A8D0-7E69-42F6-A8BA-EA7BE5E3E213}"/>
              </a:ext>
            </a:extLst>
          </p:cNvPr>
          <p:cNvSpPr>
            <a:spLocks xmlns:a="http://schemas.openxmlformats.org/drawingml/2006/main" noGrp="1"/>
          </p:cNvSpPr>
          <p:nvPr/>
        </p:nvSpPr>
        <p:spPr>
          <a:xfrm xmlns:a="http://schemas.openxmlformats.org/drawingml/2006/main">
            <a:off x="1038225" y="2743200"/>
            <a:ext cx="42053" cy="42053"/>
          </a:xfrm>
          <a:prstGeom xmlns:a="http://schemas.openxmlformats.org/drawingml/2006/main" prst="rect">
            <a:avLst/>
          </a:prstGeom>
          <a:solidFill xmlns:a="http://schemas.openxmlformats.org/drawingml/2006/main">
            <a:srgbClr val="DCE8EA"/>
          </a:solidFill>
          <a:ln xmlns:a="http://schemas.openxmlformats.org/drawingml/2006/main" w="0">
            <a:noFill/>
          </a:ln>
        </p:spPr>
      </p:sp>
      <p:sp>
        <p:nvSpPr>
          <p:cNvPr id="56" name="rect-2-55">
            <a:extLst xmlns:a="http://schemas.openxmlformats.org/drawingml/2006/main">
              <a:ext uri="{FF2B5EF4-FFF2-40B4-BE49-F238E27FC236}">
                <a16:creationId xmlns:a16="http://schemas.microsoft.com/office/drawing/2014/main" id="{DE61142E-6547-4407-BDB8-CF56C637829A}"/>
              </a:ext>
            </a:extLst>
          </p:cNvPr>
          <p:cNvSpPr>
            <a:spLocks xmlns:a="http://schemas.openxmlformats.org/drawingml/2006/main" noGrp="1"/>
          </p:cNvSpPr>
          <p:nvPr/>
        </p:nvSpPr>
        <p:spPr>
          <a:xfrm xmlns:a="http://schemas.openxmlformats.org/drawingml/2006/main">
            <a:off x="1080135" y="2743200"/>
            <a:ext cx="42053" cy="42053"/>
          </a:xfrm>
          <a:prstGeom xmlns:a="http://schemas.openxmlformats.org/drawingml/2006/main" prst="rect">
            <a:avLst/>
          </a:prstGeom>
          <a:solidFill xmlns:a="http://schemas.openxmlformats.org/drawingml/2006/main">
            <a:srgbClr val="5B9DA4"/>
          </a:solidFill>
          <a:ln xmlns:a="http://schemas.openxmlformats.org/drawingml/2006/main" w="0">
            <a:noFill/>
          </a:ln>
        </p:spPr>
      </p:sp>
      <p:sp>
        <p:nvSpPr>
          <p:cNvPr id="57" name="rect-2-56">
            <a:extLst xmlns:a="http://schemas.openxmlformats.org/drawingml/2006/main">
              <a:ext uri="{FF2B5EF4-FFF2-40B4-BE49-F238E27FC236}">
                <a16:creationId xmlns:a16="http://schemas.microsoft.com/office/drawing/2014/main" id="{1FFCFD4B-96C5-42A2-B9A8-D89FFA02AEE2}"/>
              </a:ext>
            </a:extLst>
          </p:cNvPr>
          <p:cNvSpPr>
            <a:spLocks xmlns:a="http://schemas.openxmlformats.org/drawingml/2006/main" noGrp="1"/>
          </p:cNvSpPr>
          <p:nvPr/>
        </p:nvSpPr>
        <p:spPr>
          <a:xfrm xmlns:a="http://schemas.openxmlformats.org/drawingml/2006/main">
            <a:off x="1122045" y="2743200"/>
            <a:ext cx="42053" cy="42053"/>
          </a:xfrm>
          <a:prstGeom xmlns:a="http://schemas.openxmlformats.org/drawingml/2006/main" prst="rect">
            <a:avLst/>
          </a:prstGeom>
          <a:solidFill xmlns:a="http://schemas.openxmlformats.org/drawingml/2006/main">
            <a:srgbClr val="5B9DA4"/>
          </a:solidFill>
          <a:ln xmlns:a="http://schemas.openxmlformats.org/drawingml/2006/main" w="0">
            <a:noFill/>
          </a:ln>
        </p:spPr>
      </p:sp>
      <p:sp>
        <p:nvSpPr>
          <p:cNvPr id="58" name="rect-2-57">
            <a:extLst xmlns:a="http://schemas.openxmlformats.org/drawingml/2006/main">
              <a:ext uri="{FF2B5EF4-FFF2-40B4-BE49-F238E27FC236}">
                <a16:creationId xmlns:a16="http://schemas.microsoft.com/office/drawing/2014/main" id="{043E2EC8-1F77-46A8-84BB-9BDC13CE4E13}"/>
              </a:ext>
            </a:extLst>
          </p:cNvPr>
          <p:cNvSpPr>
            <a:spLocks xmlns:a="http://schemas.openxmlformats.org/drawingml/2006/main" noGrp="1"/>
          </p:cNvSpPr>
          <p:nvPr/>
        </p:nvSpPr>
        <p:spPr>
          <a:xfrm xmlns:a="http://schemas.openxmlformats.org/drawingml/2006/main">
            <a:off x="1163955" y="2743200"/>
            <a:ext cx="42053" cy="42053"/>
          </a:xfrm>
          <a:prstGeom xmlns:a="http://schemas.openxmlformats.org/drawingml/2006/main" prst="rect">
            <a:avLst/>
          </a:prstGeom>
          <a:solidFill xmlns:a="http://schemas.openxmlformats.org/drawingml/2006/main">
            <a:srgbClr val="34878F"/>
          </a:solidFill>
          <a:ln xmlns:a="http://schemas.openxmlformats.org/drawingml/2006/main" w="0">
            <a:noFill/>
          </a:ln>
        </p:spPr>
      </p:sp>
      <p:sp>
        <p:nvSpPr>
          <p:cNvPr id="59" name="rect-2-58">
            <a:extLst xmlns:a="http://schemas.openxmlformats.org/drawingml/2006/main">
              <a:ext uri="{FF2B5EF4-FFF2-40B4-BE49-F238E27FC236}">
                <a16:creationId xmlns:a16="http://schemas.microsoft.com/office/drawing/2014/main" id="{6C5046F1-5696-4D93-A8A2-C6B1A7D3FAF5}"/>
              </a:ext>
            </a:extLst>
          </p:cNvPr>
          <p:cNvSpPr>
            <a:spLocks xmlns:a="http://schemas.openxmlformats.org/drawingml/2006/main" noGrp="1"/>
          </p:cNvSpPr>
          <p:nvPr/>
        </p:nvSpPr>
        <p:spPr>
          <a:xfrm xmlns:a="http://schemas.openxmlformats.org/drawingml/2006/main">
            <a:off x="1205865" y="2743200"/>
            <a:ext cx="42053" cy="42053"/>
          </a:xfrm>
          <a:prstGeom xmlns:a="http://schemas.openxmlformats.org/drawingml/2006/main" prst="rect">
            <a:avLst/>
          </a:prstGeom>
          <a:solidFill xmlns:a="http://schemas.openxmlformats.org/drawingml/2006/main">
            <a:srgbClr val="29818A"/>
          </a:solidFill>
          <a:ln xmlns:a="http://schemas.openxmlformats.org/drawingml/2006/main" w="0">
            <a:noFill/>
          </a:ln>
        </p:spPr>
      </p:sp>
      <p:sp>
        <p:nvSpPr>
          <p:cNvPr id="60" name="rect-2-59">
            <a:extLst xmlns:a="http://schemas.openxmlformats.org/drawingml/2006/main">
              <a:ext uri="{FF2B5EF4-FFF2-40B4-BE49-F238E27FC236}">
                <a16:creationId xmlns:a16="http://schemas.microsoft.com/office/drawing/2014/main" id="{5EDB3EC5-B753-47E5-924A-0A1CE3D50A00}"/>
              </a:ext>
            </a:extLst>
          </p:cNvPr>
          <p:cNvSpPr>
            <a:spLocks xmlns:a="http://schemas.openxmlformats.org/drawingml/2006/main" noGrp="1"/>
          </p:cNvSpPr>
          <p:nvPr/>
        </p:nvSpPr>
        <p:spPr>
          <a:xfrm xmlns:a="http://schemas.openxmlformats.org/drawingml/2006/main">
            <a:off x="1247775" y="2743200"/>
            <a:ext cx="42053" cy="42053"/>
          </a:xfrm>
          <a:prstGeom xmlns:a="http://schemas.openxmlformats.org/drawingml/2006/main" prst="rect">
            <a:avLst/>
          </a:prstGeom>
          <a:solidFill xmlns:a="http://schemas.openxmlformats.org/drawingml/2006/main">
            <a:srgbClr val="5FA0A7"/>
          </a:solidFill>
          <a:ln xmlns:a="http://schemas.openxmlformats.org/drawingml/2006/main" w="0">
            <a:noFill/>
          </a:ln>
        </p:spPr>
      </p:sp>
      <p:sp>
        <p:nvSpPr>
          <p:cNvPr id="61" name="rect-2-60">
            <a:extLst xmlns:a="http://schemas.openxmlformats.org/drawingml/2006/main">
              <a:ext uri="{FF2B5EF4-FFF2-40B4-BE49-F238E27FC236}">
                <a16:creationId xmlns:a16="http://schemas.microsoft.com/office/drawing/2014/main" id="{E18A34A6-669E-4C29-898F-550E87AAF0BF}"/>
              </a:ext>
            </a:extLst>
          </p:cNvPr>
          <p:cNvSpPr>
            <a:spLocks xmlns:a="http://schemas.openxmlformats.org/drawingml/2006/main" noGrp="1"/>
          </p:cNvSpPr>
          <p:nvPr/>
        </p:nvSpPr>
        <p:spPr>
          <a:xfrm xmlns:a="http://schemas.openxmlformats.org/drawingml/2006/main">
            <a:off x="1289685" y="2743200"/>
            <a:ext cx="42053" cy="42053"/>
          </a:xfrm>
          <a:prstGeom xmlns:a="http://schemas.openxmlformats.org/drawingml/2006/main" prst="rect">
            <a:avLst/>
          </a:prstGeom>
          <a:solidFill xmlns:a="http://schemas.openxmlformats.org/drawingml/2006/main">
            <a:srgbClr val="74ACB2"/>
          </a:solidFill>
          <a:ln xmlns:a="http://schemas.openxmlformats.org/drawingml/2006/main" w="0">
            <a:noFill/>
          </a:ln>
        </p:spPr>
      </p:sp>
      <p:sp>
        <p:nvSpPr>
          <p:cNvPr id="62" name="rect-2-61">
            <a:extLst xmlns:a="http://schemas.openxmlformats.org/drawingml/2006/main">
              <a:ext uri="{FF2B5EF4-FFF2-40B4-BE49-F238E27FC236}">
                <a16:creationId xmlns:a16="http://schemas.microsoft.com/office/drawing/2014/main" id="{EA109878-299D-4E90-9697-EED3A7378F97}"/>
              </a:ext>
            </a:extLst>
          </p:cNvPr>
          <p:cNvSpPr>
            <a:spLocks xmlns:a="http://schemas.openxmlformats.org/drawingml/2006/main" noGrp="1"/>
          </p:cNvSpPr>
          <p:nvPr/>
        </p:nvSpPr>
        <p:spPr>
          <a:xfrm xmlns:a="http://schemas.openxmlformats.org/drawingml/2006/main">
            <a:off x="1331595" y="2743200"/>
            <a:ext cx="42053" cy="42053"/>
          </a:xfrm>
          <a:prstGeom xmlns:a="http://schemas.openxmlformats.org/drawingml/2006/main" prst="rect">
            <a:avLst/>
          </a:prstGeom>
          <a:solidFill xmlns:a="http://schemas.openxmlformats.org/drawingml/2006/main">
            <a:srgbClr val="BAD4D8"/>
          </a:solidFill>
          <a:ln xmlns:a="http://schemas.openxmlformats.org/drawingml/2006/main" w="0">
            <a:noFill/>
          </a:ln>
        </p:spPr>
      </p:sp>
      <p:sp>
        <p:nvSpPr>
          <p:cNvPr id="63" name="rect-2-62">
            <a:extLst xmlns:a="http://schemas.openxmlformats.org/drawingml/2006/main">
              <a:ext uri="{FF2B5EF4-FFF2-40B4-BE49-F238E27FC236}">
                <a16:creationId xmlns:a16="http://schemas.microsoft.com/office/drawing/2014/main" id="{DB26617F-0FA7-412A-A670-10CF28A6735F}"/>
              </a:ext>
            </a:extLst>
          </p:cNvPr>
          <p:cNvSpPr>
            <a:spLocks xmlns:a="http://schemas.openxmlformats.org/drawingml/2006/main" noGrp="1"/>
          </p:cNvSpPr>
          <p:nvPr/>
        </p:nvSpPr>
        <p:spPr>
          <a:xfrm xmlns:a="http://schemas.openxmlformats.org/drawingml/2006/main">
            <a:off x="1373505" y="2743200"/>
            <a:ext cx="42053" cy="42053"/>
          </a:xfrm>
          <a:prstGeom xmlns:a="http://schemas.openxmlformats.org/drawingml/2006/main" prst="rect">
            <a:avLst/>
          </a:prstGeom>
          <a:solidFill xmlns:a="http://schemas.openxmlformats.org/drawingml/2006/main">
            <a:srgbClr val="E3ECEE"/>
          </a:solidFill>
          <a:ln xmlns:a="http://schemas.openxmlformats.org/drawingml/2006/main" w="0">
            <a:noFill/>
          </a:ln>
        </p:spPr>
      </p:sp>
      <p:sp>
        <p:nvSpPr>
          <p:cNvPr id="64" name="rect-2-63">
            <a:extLst xmlns:a="http://schemas.openxmlformats.org/drawingml/2006/main">
              <a:ext uri="{FF2B5EF4-FFF2-40B4-BE49-F238E27FC236}">
                <a16:creationId xmlns:a16="http://schemas.microsoft.com/office/drawing/2014/main" id="{8D04D54F-55D5-4F25-A1BE-D3F2B647D1F5}"/>
              </a:ext>
            </a:extLst>
          </p:cNvPr>
          <p:cNvSpPr>
            <a:spLocks xmlns:a="http://schemas.openxmlformats.org/drawingml/2006/main" noGrp="1"/>
          </p:cNvSpPr>
          <p:nvPr/>
        </p:nvSpPr>
        <p:spPr>
          <a:xfrm xmlns:a="http://schemas.openxmlformats.org/drawingml/2006/main">
            <a:off x="1415415" y="2743200"/>
            <a:ext cx="42053" cy="42053"/>
          </a:xfrm>
          <a:prstGeom xmlns:a="http://schemas.openxmlformats.org/drawingml/2006/main" prst="rect">
            <a:avLst/>
          </a:prstGeom>
          <a:solidFill xmlns:a="http://schemas.openxmlformats.org/drawingml/2006/main">
            <a:srgbClr val="E5EDEF"/>
          </a:solidFill>
          <a:ln xmlns:a="http://schemas.openxmlformats.org/drawingml/2006/main" w="0">
            <a:noFill/>
          </a:ln>
        </p:spPr>
      </p:sp>
      <p:sp>
        <p:nvSpPr>
          <p:cNvPr id="65" name="rect-2-64">
            <a:extLst xmlns:a="http://schemas.openxmlformats.org/drawingml/2006/main">
              <a:ext uri="{FF2B5EF4-FFF2-40B4-BE49-F238E27FC236}">
                <a16:creationId xmlns:a16="http://schemas.microsoft.com/office/drawing/2014/main" id="{EF64ABE2-3CA4-469A-914F-CE6C2592EA84}"/>
              </a:ext>
            </a:extLst>
          </p:cNvPr>
          <p:cNvSpPr>
            <a:spLocks xmlns:a="http://schemas.openxmlformats.org/drawingml/2006/main" noGrp="1"/>
          </p:cNvSpPr>
          <p:nvPr/>
        </p:nvSpPr>
        <p:spPr>
          <a:xfrm xmlns:a="http://schemas.openxmlformats.org/drawingml/2006/main">
            <a:off x="1457325" y="2743200"/>
            <a:ext cx="42053" cy="42053"/>
          </a:xfrm>
          <a:prstGeom xmlns:a="http://schemas.openxmlformats.org/drawingml/2006/main" prst="rect">
            <a:avLst/>
          </a:prstGeom>
          <a:solidFill xmlns:a="http://schemas.openxmlformats.org/drawingml/2006/main">
            <a:srgbClr val="E6EDF0"/>
          </a:solidFill>
          <a:ln xmlns:a="http://schemas.openxmlformats.org/drawingml/2006/main" w="0">
            <a:noFill/>
          </a:ln>
        </p:spPr>
      </p:sp>
      <p:sp>
        <p:nvSpPr>
          <p:cNvPr id="66" name="rect-2-65">
            <a:extLst xmlns:a="http://schemas.openxmlformats.org/drawingml/2006/main">
              <a:ext uri="{FF2B5EF4-FFF2-40B4-BE49-F238E27FC236}">
                <a16:creationId xmlns:a16="http://schemas.microsoft.com/office/drawing/2014/main" id="{2F170E46-F626-4E9C-886B-D3905C849358}"/>
              </a:ext>
            </a:extLst>
          </p:cNvPr>
          <p:cNvSpPr>
            <a:spLocks xmlns:a="http://schemas.openxmlformats.org/drawingml/2006/main" noGrp="1"/>
          </p:cNvSpPr>
          <p:nvPr/>
        </p:nvSpPr>
        <p:spPr>
          <a:xfrm xmlns:a="http://schemas.openxmlformats.org/drawingml/2006/main">
            <a:off x="1499235" y="2743200"/>
            <a:ext cx="42053" cy="42053"/>
          </a:xfrm>
          <a:prstGeom xmlns:a="http://schemas.openxmlformats.org/drawingml/2006/main" prst="rect">
            <a:avLst/>
          </a:prstGeom>
          <a:solidFill xmlns:a="http://schemas.openxmlformats.org/drawingml/2006/main">
            <a:srgbClr val="E9F0F2"/>
          </a:solidFill>
          <a:ln xmlns:a="http://schemas.openxmlformats.org/drawingml/2006/main" w="0">
            <a:noFill/>
          </a:ln>
        </p:spPr>
      </p:sp>
      <p:sp>
        <p:nvSpPr>
          <p:cNvPr id="67" name="rect-2-66">
            <a:extLst xmlns:a="http://schemas.openxmlformats.org/drawingml/2006/main">
              <a:ext uri="{FF2B5EF4-FFF2-40B4-BE49-F238E27FC236}">
                <a16:creationId xmlns:a16="http://schemas.microsoft.com/office/drawing/2014/main" id="{4E13672B-B130-4019-B56F-06D3F620E2DE}"/>
              </a:ext>
            </a:extLst>
          </p:cNvPr>
          <p:cNvSpPr>
            <a:spLocks xmlns:a="http://schemas.openxmlformats.org/drawingml/2006/main" noGrp="1"/>
          </p:cNvSpPr>
          <p:nvPr/>
        </p:nvSpPr>
        <p:spPr>
          <a:xfrm xmlns:a="http://schemas.openxmlformats.org/drawingml/2006/main">
            <a:off x="1583055" y="2743200"/>
            <a:ext cx="42053" cy="42053"/>
          </a:xfrm>
          <a:prstGeom xmlns:a="http://schemas.openxmlformats.org/drawingml/2006/main" prst="rect">
            <a:avLst/>
          </a:prstGeom>
          <a:solidFill xmlns:a="http://schemas.openxmlformats.org/drawingml/2006/main">
            <a:srgbClr val="D5E4E7"/>
          </a:solidFill>
          <a:ln xmlns:a="http://schemas.openxmlformats.org/drawingml/2006/main" w="0">
            <a:noFill/>
          </a:ln>
        </p:spPr>
      </p:sp>
      <p:sp>
        <p:nvSpPr>
          <p:cNvPr id="68" name="rect-2-67">
            <a:extLst xmlns:a="http://schemas.openxmlformats.org/drawingml/2006/main">
              <a:ext uri="{FF2B5EF4-FFF2-40B4-BE49-F238E27FC236}">
                <a16:creationId xmlns:a16="http://schemas.microsoft.com/office/drawing/2014/main" id="{FA95AFF8-94B8-45BF-9875-727E93A1E181}"/>
              </a:ext>
            </a:extLst>
          </p:cNvPr>
          <p:cNvSpPr>
            <a:spLocks xmlns:a="http://schemas.openxmlformats.org/drawingml/2006/main" noGrp="1"/>
          </p:cNvSpPr>
          <p:nvPr/>
        </p:nvSpPr>
        <p:spPr>
          <a:xfrm xmlns:a="http://schemas.openxmlformats.org/drawingml/2006/main">
            <a:off x="1624965" y="2743200"/>
            <a:ext cx="42053" cy="42053"/>
          </a:xfrm>
          <a:prstGeom xmlns:a="http://schemas.openxmlformats.org/drawingml/2006/main" prst="rect">
            <a:avLst/>
          </a:prstGeom>
          <a:solidFill xmlns:a="http://schemas.openxmlformats.org/drawingml/2006/main">
            <a:srgbClr val="DFEAEC"/>
          </a:solidFill>
          <a:ln xmlns:a="http://schemas.openxmlformats.org/drawingml/2006/main" w="0">
            <a:noFill/>
          </a:ln>
        </p:spPr>
      </p:sp>
      <p:sp>
        <p:nvSpPr>
          <p:cNvPr id="69" name="rect-2-68">
            <a:extLst xmlns:a="http://schemas.openxmlformats.org/drawingml/2006/main">
              <a:ext uri="{FF2B5EF4-FFF2-40B4-BE49-F238E27FC236}">
                <a16:creationId xmlns:a16="http://schemas.microsoft.com/office/drawing/2014/main" id="{98BE89BF-41AC-46C4-8FDD-AF91607496FA}"/>
              </a:ext>
            </a:extLst>
          </p:cNvPr>
          <p:cNvSpPr>
            <a:spLocks xmlns:a="http://schemas.openxmlformats.org/drawingml/2006/main" noGrp="1"/>
          </p:cNvSpPr>
          <p:nvPr/>
        </p:nvSpPr>
        <p:spPr>
          <a:xfrm xmlns:a="http://schemas.openxmlformats.org/drawingml/2006/main">
            <a:off x="1666875" y="2743200"/>
            <a:ext cx="42053" cy="42053"/>
          </a:xfrm>
          <a:prstGeom xmlns:a="http://schemas.openxmlformats.org/drawingml/2006/main" prst="rect">
            <a:avLst/>
          </a:prstGeom>
          <a:solidFill xmlns:a="http://schemas.openxmlformats.org/drawingml/2006/main">
            <a:srgbClr val="E3ECEE"/>
          </a:solidFill>
          <a:ln xmlns:a="http://schemas.openxmlformats.org/drawingml/2006/main" w="0">
            <a:noFill/>
          </a:ln>
        </p:spPr>
      </p:sp>
      <p:sp>
        <p:nvSpPr>
          <p:cNvPr id="70" name="rect-2-69">
            <a:extLst xmlns:a="http://schemas.openxmlformats.org/drawingml/2006/main">
              <a:ext uri="{FF2B5EF4-FFF2-40B4-BE49-F238E27FC236}">
                <a16:creationId xmlns:a16="http://schemas.microsoft.com/office/drawing/2014/main" id="{29695113-702A-4F5C-B8D7-BF8A7D287E38}"/>
              </a:ext>
            </a:extLst>
          </p:cNvPr>
          <p:cNvSpPr>
            <a:spLocks xmlns:a="http://schemas.openxmlformats.org/drawingml/2006/main" noGrp="1"/>
          </p:cNvSpPr>
          <p:nvPr/>
        </p:nvSpPr>
        <p:spPr>
          <a:xfrm xmlns:a="http://schemas.openxmlformats.org/drawingml/2006/main">
            <a:off x="1080135" y="278511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71" name="rect-2-70">
            <a:extLst xmlns:a="http://schemas.openxmlformats.org/drawingml/2006/main">
              <a:ext uri="{FF2B5EF4-FFF2-40B4-BE49-F238E27FC236}">
                <a16:creationId xmlns:a16="http://schemas.microsoft.com/office/drawing/2014/main" id="{A6383B71-AEFD-4045-ACA4-FEE2930C8323}"/>
              </a:ext>
            </a:extLst>
          </p:cNvPr>
          <p:cNvSpPr>
            <a:spLocks xmlns:a="http://schemas.openxmlformats.org/drawingml/2006/main" noGrp="1"/>
          </p:cNvSpPr>
          <p:nvPr/>
        </p:nvSpPr>
        <p:spPr>
          <a:xfrm xmlns:a="http://schemas.openxmlformats.org/drawingml/2006/main">
            <a:off x="1122045" y="2785110"/>
            <a:ext cx="42053" cy="42053"/>
          </a:xfrm>
          <a:prstGeom xmlns:a="http://schemas.openxmlformats.org/drawingml/2006/main" prst="rect">
            <a:avLst/>
          </a:prstGeom>
          <a:solidFill xmlns:a="http://schemas.openxmlformats.org/drawingml/2006/main">
            <a:srgbClr val="4E969D"/>
          </a:solidFill>
          <a:ln xmlns:a="http://schemas.openxmlformats.org/drawingml/2006/main" w="0">
            <a:noFill/>
          </a:ln>
        </p:spPr>
      </p:sp>
      <p:sp>
        <p:nvSpPr>
          <p:cNvPr id="72" name="rect-2-71">
            <a:extLst xmlns:a="http://schemas.openxmlformats.org/drawingml/2006/main">
              <a:ext uri="{FF2B5EF4-FFF2-40B4-BE49-F238E27FC236}">
                <a16:creationId xmlns:a16="http://schemas.microsoft.com/office/drawing/2014/main" id="{6642E69B-0B2E-45D3-9370-1DFFE3344D9B}"/>
              </a:ext>
            </a:extLst>
          </p:cNvPr>
          <p:cNvSpPr>
            <a:spLocks xmlns:a="http://schemas.openxmlformats.org/drawingml/2006/main" noGrp="1"/>
          </p:cNvSpPr>
          <p:nvPr/>
        </p:nvSpPr>
        <p:spPr>
          <a:xfrm xmlns:a="http://schemas.openxmlformats.org/drawingml/2006/main">
            <a:off x="1163955" y="2785110"/>
            <a:ext cx="42053" cy="42053"/>
          </a:xfrm>
          <a:prstGeom xmlns:a="http://schemas.openxmlformats.org/drawingml/2006/main" prst="rect">
            <a:avLst/>
          </a:prstGeom>
          <a:solidFill xmlns:a="http://schemas.openxmlformats.org/drawingml/2006/main">
            <a:srgbClr val="0B6E78"/>
          </a:solidFill>
          <a:ln xmlns:a="http://schemas.openxmlformats.org/drawingml/2006/main" w="0">
            <a:noFill/>
          </a:ln>
        </p:spPr>
      </p:sp>
      <p:sp>
        <p:nvSpPr>
          <p:cNvPr id="73" name="rect-2-72">
            <a:extLst xmlns:a="http://schemas.openxmlformats.org/drawingml/2006/main">
              <a:ext uri="{FF2B5EF4-FFF2-40B4-BE49-F238E27FC236}">
                <a16:creationId xmlns:a16="http://schemas.microsoft.com/office/drawing/2014/main" id="{B7BBC5ED-0756-43A8-BBA0-E5EA3815F7BB}"/>
              </a:ext>
            </a:extLst>
          </p:cNvPr>
          <p:cNvSpPr>
            <a:spLocks xmlns:a="http://schemas.openxmlformats.org/drawingml/2006/main" noGrp="1"/>
          </p:cNvSpPr>
          <p:nvPr/>
        </p:nvSpPr>
        <p:spPr>
          <a:xfrm xmlns:a="http://schemas.openxmlformats.org/drawingml/2006/main">
            <a:off x="1205865" y="2785110"/>
            <a:ext cx="42053" cy="42053"/>
          </a:xfrm>
          <a:prstGeom xmlns:a="http://schemas.openxmlformats.org/drawingml/2006/main" prst="rect">
            <a:avLst/>
          </a:prstGeom>
          <a:solidFill xmlns:a="http://schemas.openxmlformats.org/drawingml/2006/main">
            <a:srgbClr val="99C1C6"/>
          </a:solidFill>
          <a:ln xmlns:a="http://schemas.openxmlformats.org/drawingml/2006/main" w="0">
            <a:noFill/>
          </a:ln>
        </p:spPr>
      </p:sp>
      <p:sp>
        <p:nvSpPr>
          <p:cNvPr id="74" name="rect-2-73">
            <a:extLst xmlns:a="http://schemas.openxmlformats.org/drawingml/2006/main">
              <a:ext uri="{FF2B5EF4-FFF2-40B4-BE49-F238E27FC236}">
                <a16:creationId xmlns:a16="http://schemas.microsoft.com/office/drawing/2014/main" id="{CDD3FB29-4A9E-4B9B-8A06-67DBF142FF0F}"/>
              </a:ext>
            </a:extLst>
          </p:cNvPr>
          <p:cNvSpPr>
            <a:spLocks xmlns:a="http://schemas.openxmlformats.org/drawingml/2006/main" noGrp="1"/>
          </p:cNvSpPr>
          <p:nvPr/>
        </p:nvSpPr>
        <p:spPr>
          <a:xfrm xmlns:a="http://schemas.openxmlformats.org/drawingml/2006/main">
            <a:off x="1247775" y="2785110"/>
            <a:ext cx="42053" cy="42053"/>
          </a:xfrm>
          <a:prstGeom xmlns:a="http://schemas.openxmlformats.org/drawingml/2006/main" prst="rect">
            <a:avLst/>
          </a:prstGeom>
          <a:solidFill xmlns:a="http://schemas.openxmlformats.org/drawingml/2006/main">
            <a:srgbClr val="A3C7CC"/>
          </a:solidFill>
          <a:ln xmlns:a="http://schemas.openxmlformats.org/drawingml/2006/main" w="0">
            <a:noFill/>
          </a:ln>
        </p:spPr>
      </p:sp>
      <p:sp>
        <p:nvSpPr>
          <p:cNvPr id="75" name="rect-2-74">
            <a:extLst xmlns:a="http://schemas.openxmlformats.org/drawingml/2006/main">
              <a:ext uri="{FF2B5EF4-FFF2-40B4-BE49-F238E27FC236}">
                <a16:creationId xmlns:a16="http://schemas.microsoft.com/office/drawing/2014/main" id="{7256AAE8-EB86-488D-9CB0-D1183419A409}"/>
              </a:ext>
            </a:extLst>
          </p:cNvPr>
          <p:cNvSpPr>
            <a:spLocks xmlns:a="http://schemas.openxmlformats.org/drawingml/2006/main" noGrp="1"/>
          </p:cNvSpPr>
          <p:nvPr/>
        </p:nvSpPr>
        <p:spPr>
          <a:xfrm xmlns:a="http://schemas.openxmlformats.org/drawingml/2006/main">
            <a:off x="1289685" y="2785110"/>
            <a:ext cx="42053" cy="42053"/>
          </a:xfrm>
          <a:prstGeom xmlns:a="http://schemas.openxmlformats.org/drawingml/2006/main" prst="rect">
            <a:avLst/>
          </a:prstGeom>
          <a:solidFill xmlns:a="http://schemas.openxmlformats.org/drawingml/2006/main">
            <a:srgbClr val="C7DCDF"/>
          </a:solidFill>
          <a:ln xmlns:a="http://schemas.openxmlformats.org/drawingml/2006/main" w="0">
            <a:noFill/>
          </a:ln>
        </p:spPr>
      </p:sp>
      <p:sp>
        <p:nvSpPr>
          <p:cNvPr id="76" name="rect-2-75">
            <a:extLst xmlns:a="http://schemas.openxmlformats.org/drawingml/2006/main">
              <a:ext uri="{FF2B5EF4-FFF2-40B4-BE49-F238E27FC236}">
                <a16:creationId xmlns:a16="http://schemas.microsoft.com/office/drawing/2014/main" id="{EC80FCAC-5316-47A1-BA92-C8448F02F4EE}"/>
              </a:ext>
            </a:extLst>
          </p:cNvPr>
          <p:cNvSpPr>
            <a:spLocks xmlns:a="http://schemas.openxmlformats.org/drawingml/2006/main" noGrp="1"/>
          </p:cNvSpPr>
          <p:nvPr/>
        </p:nvSpPr>
        <p:spPr>
          <a:xfrm xmlns:a="http://schemas.openxmlformats.org/drawingml/2006/main">
            <a:off x="1331595" y="2785110"/>
            <a:ext cx="42053" cy="42053"/>
          </a:xfrm>
          <a:prstGeom xmlns:a="http://schemas.openxmlformats.org/drawingml/2006/main" prst="rect">
            <a:avLst/>
          </a:prstGeom>
          <a:solidFill xmlns:a="http://schemas.openxmlformats.org/drawingml/2006/main">
            <a:srgbClr val="DEE9EC"/>
          </a:solidFill>
          <a:ln xmlns:a="http://schemas.openxmlformats.org/drawingml/2006/main" w="0">
            <a:noFill/>
          </a:ln>
        </p:spPr>
      </p:sp>
      <p:sp>
        <p:nvSpPr>
          <p:cNvPr id="77" name="rect-2-76">
            <a:extLst xmlns:a="http://schemas.openxmlformats.org/drawingml/2006/main">
              <a:ext uri="{FF2B5EF4-FFF2-40B4-BE49-F238E27FC236}">
                <a16:creationId xmlns:a16="http://schemas.microsoft.com/office/drawing/2014/main" id="{ACFE02C6-5F0F-49D0-BBE3-11E8EBDC0670}"/>
              </a:ext>
            </a:extLst>
          </p:cNvPr>
          <p:cNvSpPr>
            <a:spLocks xmlns:a="http://schemas.openxmlformats.org/drawingml/2006/main" noGrp="1"/>
          </p:cNvSpPr>
          <p:nvPr/>
        </p:nvSpPr>
        <p:spPr>
          <a:xfrm xmlns:a="http://schemas.openxmlformats.org/drawingml/2006/main">
            <a:off x="1373505" y="2785110"/>
            <a:ext cx="42053" cy="42053"/>
          </a:xfrm>
          <a:prstGeom xmlns:a="http://schemas.openxmlformats.org/drawingml/2006/main" prst="rect">
            <a:avLst/>
          </a:prstGeom>
          <a:solidFill xmlns:a="http://schemas.openxmlformats.org/drawingml/2006/main">
            <a:srgbClr val="DCE8EA"/>
          </a:solidFill>
          <a:ln xmlns:a="http://schemas.openxmlformats.org/drawingml/2006/main" w="0">
            <a:noFill/>
          </a:ln>
        </p:spPr>
      </p:sp>
      <p:sp>
        <p:nvSpPr>
          <p:cNvPr id="78" name="rect-2-77">
            <a:extLst xmlns:a="http://schemas.openxmlformats.org/drawingml/2006/main">
              <a:ext uri="{FF2B5EF4-FFF2-40B4-BE49-F238E27FC236}">
                <a16:creationId xmlns:a16="http://schemas.microsoft.com/office/drawing/2014/main" id="{4714CD7F-B5D4-4008-9742-67E19962D181}"/>
              </a:ext>
            </a:extLst>
          </p:cNvPr>
          <p:cNvSpPr>
            <a:spLocks xmlns:a="http://schemas.openxmlformats.org/drawingml/2006/main" noGrp="1"/>
          </p:cNvSpPr>
          <p:nvPr/>
        </p:nvSpPr>
        <p:spPr>
          <a:xfrm xmlns:a="http://schemas.openxmlformats.org/drawingml/2006/main">
            <a:off x="1457325" y="278511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79" name="rect-2-78">
            <a:extLst xmlns:a="http://schemas.openxmlformats.org/drawingml/2006/main">
              <a:ext uri="{FF2B5EF4-FFF2-40B4-BE49-F238E27FC236}">
                <a16:creationId xmlns:a16="http://schemas.microsoft.com/office/drawing/2014/main" id="{32BA8E42-A010-4C6B-9E06-200B7D1F46AB}"/>
              </a:ext>
            </a:extLst>
          </p:cNvPr>
          <p:cNvSpPr>
            <a:spLocks xmlns:a="http://schemas.openxmlformats.org/drawingml/2006/main" noGrp="1"/>
          </p:cNvSpPr>
          <p:nvPr/>
        </p:nvSpPr>
        <p:spPr>
          <a:xfrm xmlns:a="http://schemas.openxmlformats.org/drawingml/2006/main">
            <a:off x="1499235" y="2785110"/>
            <a:ext cx="42053" cy="42053"/>
          </a:xfrm>
          <a:prstGeom xmlns:a="http://schemas.openxmlformats.org/drawingml/2006/main" prst="rect">
            <a:avLst/>
          </a:prstGeom>
          <a:solidFill xmlns:a="http://schemas.openxmlformats.org/drawingml/2006/main">
            <a:srgbClr val="E9F0F2"/>
          </a:solidFill>
          <a:ln xmlns:a="http://schemas.openxmlformats.org/drawingml/2006/main" w="0">
            <a:noFill/>
          </a:ln>
        </p:spPr>
      </p:sp>
      <p:sp>
        <p:nvSpPr>
          <p:cNvPr id="80" name="rect-2-79">
            <a:extLst xmlns:a="http://schemas.openxmlformats.org/drawingml/2006/main">
              <a:ext uri="{FF2B5EF4-FFF2-40B4-BE49-F238E27FC236}">
                <a16:creationId xmlns:a16="http://schemas.microsoft.com/office/drawing/2014/main" id="{1A2AD9C9-9966-4998-BE70-7264A3D49380}"/>
              </a:ext>
            </a:extLst>
          </p:cNvPr>
          <p:cNvSpPr>
            <a:spLocks xmlns:a="http://schemas.openxmlformats.org/drawingml/2006/main" noGrp="1"/>
          </p:cNvSpPr>
          <p:nvPr/>
        </p:nvSpPr>
        <p:spPr>
          <a:xfrm xmlns:a="http://schemas.openxmlformats.org/drawingml/2006/main">
            <a:off x="1080135" y="2827020"/>
            <a:ext cx="42053" cy="42053"/>
          </a:xfrm>
          <a:prstGeom xmlns:a="http://schemas.openxmlformats.org/drawingml/2006/main" prst="rect">
            <a:avLst/>
          </a:prstGeom>
          <a:solidFill xmlns:a="http://schemas.openxmlformats.org/drawingml/2006/main">
            <a:srgbClr val="DEE9EC"/>
          </a:solidFill>
          <a:ln xmlns:a="http://schemas.openxmlformats.org/drawingml/2006/main" w="0">
            <a:noFill/>
          </a:ln>
        </p:spPr>
      </p:sp>
      <p:sp>
        <p:nvSpPr>
          <p:cNvPr id="81" name="rect-2-80">
            <a:extLst xmlns:a="http://schemas.openxmlformats.org/drawingml/2006/main">
              <a:ext uri="{FF2B5EF4-FFF2-40B4-BE49-F238E27FC236}">
                <a16:creationId xmlns:a16="http://schemas.microsoft.com/office/drawing/2014/main" id="{AE37E5A0-5AE0-4ED0-A685-B9D56C0BDC43}"/>
              </a:ext>
            </a:extLst>
          </p:cNvPr>
          <p:cNvSpPr>
            <a:spLocks xmlns:a="http://schemas.openxmlformats.org/drawingml/2006/main" noGrp="1"/>
          </p:cNvSpPr>
          <p:nvPr/>
        </p:nvSpPr>
        <p:spPr>
          <a:xfrm xmlns:a="http://schemas.openxmlformats.org/drawingml/2006/main">
            <a:off x="1122045" y="2827020"/>
            <a:ext cx="42053" cy="42053"/>
          </a:xfrm>
          <a:prstGeom xmlns:a="http://schemas.openxmlformats.org/drawingml/2006/main" prst="rect">
            <a:avLst/>
          </a:prstGeom>
          <a:solidFill xmlns:a="http://schemas.openxmlformats.org/drawingml/2006/main">
            <a:srgbClr val="BDD6DA"/>
          </a:solidFill>
          <a:ln xmlns:a="http://schemas.openxmlformats.org/drawingml/2006/main" w="0">
            <a:noFill/>
          </a:ln>
        </p:spPr>
      </p:sp>
      <p:sp>
        <p:nvSpPr>
          <p:cNvPr id="82" name="rect-2-81">
            <a:extLst xmlns:a="http://schemas.openxmlformats.org/drawingml/2006/main">
              <a:ext uri="{FF2B5EF4-FFF2-40B4-BE49-F238E27FC236}">
                <a16:creationId xmlns:a16="http://schemas.microsoft.com/office/drawing/2014/main" id="{C1A346EB-E415-42D7-9011-7B0F0D3C2127}"/>
              </a:ext>
            </a:extLst>
          </p:cNvPr>
          <p:cNvSpPr>
            <a:spLocks xmlns:a="http://schemas.openxmlformats.org/drawingml/2006/main" noGrp="1"/>
          </p:cNvSpPr>
          <p:nvPr/>
        </p:nvSpPr>
        <p:spPr>
          <a:xfrm xmlns:a="http://schemas.openxmlformats.org/drawingml/2006/main">
            <a:off x="1163955" y="2827020"/>
            <a:ext cx="42053" cy="42053"/>
          </a:xfrm>
          <a:prstGeom xmlns:a="http://schemas.openxmlformats.org/drawingml/2006/main" prst="rect">
            <a:avLst/>
          </a:prstGeom>
          <a:solidFill xmlns:a="http://schemas.openxmlformats.org/drawingml/2006/main">
            <a:srgbClr val="ACCCD0"/>
          </a:solidFill>
          <a:ln xmlns:a="http://schemas.openxmlformats.org/drawingml/2006/main" w="0">
            <a:noFill/>
          </a:ln>
        </p:spPr>
      </p:sp>
      <p:sp>
        <p:nvSpPr>
          <p:cNvPr id="83" name="rect-2-82">
            <a:extLst xmlns:a="http://schemas.openxmlformats.org/drawingml/2006/main">
              <a:ext uri="{FF2B5EF4-FFF2-40B4-BE49-F238E27FC236}">
                <a16:creationId xmlns:a16="http://schemas.microsoft.com/office/drawing/2014/main" id="{8E333391-6B3E-4055-BEB3-C7D6991E1941}"/>
              </a:ext>
            </a:extLst>
          </p:cNvPr>
          <p:cNvSpPr>
            <a:spLocks xmlns:a="http://schemas.openxmlformats.org/drawingml/2006/main" noGrp="1"/>
          </p:cNvSpPr>
          <p:nvPr/>
        </p:nvSpPr>
        <p:spPr>
          <a:xfrm xmlns:a="http://schemas.openxmlformats.org/drawingml/2006/main">
            <a:off x="1205865" y="2827020"/>
            <a:ext cx="42053" cy="42053"/>
          </a:xfrm>
          <a:prstGeom xmlns:a="http://schemas.openxmlformats.org/drawingml/2006/main" prst="rect">
            <a:avLst/>
          </a:prstGeom>
          <a:solidFill xmlns:a="http://schemas.openxmlformats.org/drawingml/2006/main">
            <a:srgbClr val="D5E4E7"/>
          </a:solidFill>
          <a:ln xmlns:a="http://schemas.openxmlformats.org/drawingml/2006/main" w="0">
            <a:noFill/>
          </a:ln>
        </p:spPr>
      </p:sp>
      <p:sp>
        <p:nvSpPr>
          <p:cNvPr id="84" name="rect-2-83">
            <a:extLst xmlns:a="http://schemas.openxmlformats.org/drawingml/2006/main">
              <a:ext uri="{FF2B5EF4-FFF2-40B4-BE49-F238E27FC236}">
                <a16:creationId xmlns:a16="http://schemas.microsoft.com/office/drawing/2014/main" id="{5E796C49-A915-4BDB-B112-CF88761A877F}"/>
              </a:ext>
            </a:extLst>
          </p:cNvPr>
          <p:cNvSpPr>
            <a:spLocks xmlns:a="http://schemas.openxmlformats.org/drawingml/2006/main" noGrp="1"/>
          </p:cNvSpPr>
          <p:nvPr/>
        </p:nvSpPr>
        <p:spPr>
          <a:xfrm xmlns:a="http://schemas.openxmlformats.org/drawingml/2006/main">
            <a:off x="1247775" y="2827020"/>
            <a:ext cx="42053" cy="42053"/>
          </a:xfrm>
          <a:prstGeom xmlns:a="http://schemas.openxmlformats.org/drawingml/2006/main" prst="rect">
            <a:avLst/>
          </a:prstGeom>
          <a:solidFill xmlns:a="http://schemas.openxmlformats.org/drawingml/2006/main">
            <a:srgbClr val="D2E2E5"/>
          </a:solidFill>
          <a:ln xmlns:a="http://schemas.openxmlformats.org/drawingml/2006/main" w="0">
            <a:noFill/>
          </a:ln>
        </p:spPr>
      </p:sp>
      <p:sp>
        <p:nvSpPr>
          <p:cNvPr id="85" name="rect-2-84">
            <a:extLst xmlns:a="http://schemas.openxmlformats.org/drawingml/2006/main">
              <a:ext uri="{FF2B5EF4-FFF2-40B4-BE49-F238E27FC236}">
                <a16:creationId xmlns:a16="http://schemas.microsoft.com/office/drawing/2014/main" id="{72406E76-9968-43B7-B889-2FA18417842D}"/>
              </a:ext>
            </a:extLst>
          </p:cNvPr>
          <p:cNvSpPr>
            <a:spLocks xmlns:a="http://schemas.openxmlformats.org/drawingml/2006/main" noGrp="1"/>
          </p:cNvSpPr>
          <p:nvPr/>
        </p:nvSpPr>
        <p:spPr>
          <a:xfrm xmlns:a="http://schemas.openxmlformats.org/drawingml/2006/main">
            <a:off x="1289685" y="2827020"/>
            <a:ext cx="42053" cy="42053"/>
          </a:xfrm>
          <a:prstGeom xmlns:a="http://schemas.openxmlformats.org/drawingml/2006/main" prst="rect">
            <a:avLst/>
          </a:prstGeom>
          <a:solidFill xmlns:a="http://schemas.openxmlformats.org/drawingml/2006/main">
            <a:srgbClr val="E2ECEE"/>
          </a:solidFill>
          <a:ln xmlns:a="http://schemas.openxmlformats.org/drawingml/2006/main" w="0">
            <a:noFill/>
          </a:ln>
        </p:spPr>
      </p:sp>
      <p:sp>
        <p:nvSpPr>
          <p:cNvPr id="86" name="rect-2-85">
            <a:extLst xmlns:a="http://schemas.openxmlformats.org/drawingml/2006/main">
              <a:ext uri="{FF2B5EF4-FFF2-40B4-BE49-F238E27FC236}">
                <a16:creationId xmlns:a16="http://schemas.microsoft.com/office/drawing/2014/main" id="{EBF1F713-7360-4E7C-AB62-727D29974E7E}"/>
              </a:ext>
            </a:extLst>
          </p:cNvPr>
          <p:cNvSpPr>
            <a:spLocks xmlns:a="http://schemas.openxmlformats.org/drawingml/2006/main" noGrp="1"/>
          </p:cNvSpPr>
          <p:nvPr/>
        </p:nvSpPr>
        <p:spPr>
          <a:xfrm xmlns:a="http://schemas.openxmlformats.org/drawingml/2006/main">
            <a:off x="1331595" y="2827020"/>
            <a:ext cx="42053" cy="42053"/>
          </a:xfrm>
          <a:prstGeom xmlns:a="http://schemas.openxmlformats.org/drawingml/2006/main" prst="rect">
            <a:avLst/>
          </a:prstGeom>
          <a:solidFill xmlns:a="http://schemas.openxmlformats.org/drawingml/2006/main">
            <a:srgbClr val="E3ECEE"/>
          </a:solidFill>
          <a:ln xmlns:a="http://schemas.openxmlformats.org/drawingml/2006/main" w="0">
            <a:noFill/>
          </a:ln>
        </p:spPr>
      </p:sp>
      <p:sp>
        <p:nvSpPr>
          <p:cNvPr id="87" name="rect-2-86">
            <a:extLst xmlns:a="http://schemas.openxmlformats.org/drawingml/2006/main">
              <a:ext uri="{FF2B5EF4-FFF2-40B4-BE49-F238E27FC236}">
                <a16:creationId xmlns:a16="http://schemas.microsoft.com/office/drawing/2014/main" id="{B7A7CCAE-B662-4813-BE38-BC79698C1EB5}"/>
              </a:ext>
            </a:extLst>
          </p:cNvPr>
          <p:cNvSpPr>
            <a:spLocks xmlns:a="http://schemas.openxmlformats.org/drawingml/2006/main" noGrp="1"/>
          </p:cNvSpPr>
          <p:nvPr/>
        </p:nvSpPr>
        <p:spPr>
          <a:xfrm xmlns:a="http://schemas.openxmlformats.org/drawingml/2006/main">
            <a:off x="1122045" y="28689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 name="rect-2-87">
            <a:extLst xmlns:a="http://schemas.openxmlformats.org/drawingml/2006/main">
              <a:ext uri="{FF2B5EF4-FFF2-40B4-BE49-F238E27FC236}">
                <a16:creationId xmlns:a16="http://schemas.microsoft.com/office/drawing/2014/main" id="{311CE929-C47D-4C49-99D9-FE3F9B56083B}"/>
              </a:ext>
            </a:extLst>
          </p:cNvPr>
          <p:cNvSpPr>
            <a:spLocks xmlns:a="http://schemas.openxmlformats.org/drawingml/2006/main" noGrp="1"/>
          </p:cNvSpPr>
          <p:nvPr/>
        </p:nvSpPr>
        <p:spPr>
          <a:xfrm xmlns:a="http://schemas.openxmlformats.org/drawingml/2006/main">
            <a:off x="1163955" y="2868930"/>
            <a:ext cx="42053" cy="42053"/>
          </a:xfrm>
          <a:prstGeom xmlns:a="http://schemas.openxmlformats.org/drawingml/2006/main" prst="rect">
            <a:avLst/>
          </a:prstGeom>
          <a:solidFill xmlns:a="http://schemas.openxmlformats.org/drawingml/2006/main">
            <a:srgbClr val="D9E6E9"/>
          </a:solidFill>
          <a:ln xmlns:a="http://schemas.openxmlformats.org/drawingml/2006/main" w="0">
            <a:noFill/>
          </a:ln>
        </p:spPr>
      </p:sp>
      <p:sp>
        <p:nvSpPr>
          <p:cNvPr id="89" name="rect-2-88">
            <a:extLst xmlns:a="http://schemas.openxmlformats.org/drawingml/2006/main">
              <a:ext uri="{FF2B5EF4-FFF2-40B4-BE49-F238E27FC236}">
                <a16:creationId xmlns:a16="http://schemas.microsoft.com/office/drawing/2014/main" id="{1AAE460E-9722-499F-936F-3490C11ECBC4}"/>
              </a:ext>
            </a:extLst>
          </p:cNvPr>
          <p:cNvSpPr>
            <a:spLocks xmlns:a="http://schemas.openxmlformats.org/drawingml/2006/main" noGrp="1"/>
          </p:cNvSpPr>
          <p:nvPr/>
        </p:nvSpPr>
        <p:spPr>
          <a:xfrm xmlns:a="http://schemas.openxmlformats.org/drawingml/2006/main">
            <a:off x="1541145" y="2868930"/>
            <a:ext cx="42053" cy="42053"/>
          </a:xfrm>
          <a:prstGeom xmlns:a="http://schemas.openxmlformats.org/drawingml/2006/main" prst="rect">
            <a:avLst/>
          </a:prstGeom>
          <a:solidFill xmlns:a="http://schemas.openxmlformats.org/drawingml/2006/main">
            <a:srgbClr val="E0EAEC"/>
          </a:solidFill>
          <a:ln xmlns:a="http://schemas.openxmlformats.org/drawingml/2006/main" w="0">
            <a:noFill/>
          </a:ln>
        </p:spPr>
      </p:sp>
      <p:sp>
        <p:nvSpPr>
          <p:cNvPr id="90" name="rect-2-89">
            <a:extLst xmlns:a="http://schemas.openxmlformats.org/drawingml/2006/main">
              <a:ext uri="{FF2B5EF4-FFF2-40B4-BE49-F238E27FC236}">
                <a16:creationId xmlns:a16="http://schemas.microsoft.com/office/drawing/2014/main" id="{C22C7187-0C1D-4F9E-BEC3-0C6728832D10}"/>
              </a:ext>
            </a:extLst>
          </p:cNvPr>
          <p:cNvSpPr>
            <a:spLocks xmlns:a="http://schemas.openxmlformats.org/drawingml/2006/main" noGrp="1"/>
          </p:cNvSpPr>
          <p:nvPr/>
        </p:nvSpPr>
        <p:spPr>
          <a:xfrm xmlns:a="http://schemas.openxmlformats.org/drawingml/2006/main">
            <a:off x="1624965" y="2868930"/>
            <a:ext cx="42053" cy="42053"/>
          </a:xfrm>
          <a:prstGeom xmlns:a="http://schemas.openxmlformats.org/drawingml/2006/main" prst="rect">
            <a:avLst/>
          </a:prstGeom>
          <a:solidFill xmlns:a="http://schemas.openxmlformats.org/drawingml/2006/main">
            <a:srgbClr val="E9F0F2"/>
          </a:solidFill>
          <a:ln xmlns:a="http://schemas.openxmlformats.org/drawingml/2006/main" w="0">
            <a:noFill/>
          </a:ln>
        </p:spPr>
      </p:sp>
      <p:sp>
        <p:nvSpPr>
          <p:cNvPr id="91" name="rect-2-90">
            <a:extLst xmlns:a="http://schemas.openxmlformats.org/drawingml/2006/main">
              <a:ext uri="{FF2B5EF4-FFF2-40B4-BE49-F238E27FC236}">
                <a16:creationId xmlns:a16="http://schemas.microsoft.com/office/drawing/2014/main" id="{274B932A-35C6-407A-94E7-4C64BA4F8ED2}"/>
              </a:ext>
            </a:extLst>
          </p:cNvPr>
          <p:cNvSpPr>
            <a:spLocks xmlns:a="http://schemas.openxmlformats.org/drawingml/2006/main" noGrp="1"/>
          </p:cNvSpPr>
          <p:nvPr/>
        </p:nvSpPr>
        <p:spPr>
          <a:xfrm xmlns:a="http://schemas.openxmlformats.org/drawingml/2006/main">
            <a:off x="1666875" y="28689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 name="rect-2-91">
            <a:extLst xmlns:a="http://schemas.openxmlformats.org/drawingml/2006/main">
              <a:ext uri="{FF2B5EF4-FFF2-40B4-BE49-F238E27FC236}">
                <a16:creationId xmlns:a16="http://schemas.microsoft.com/office/drawing/2014/main" id="{6CEA67C2-9926-4640-AD13-C4256B64137C}"/>
              </a:ext>
            </a:extLst>
          </p:cNvPr>
          <p:cNvSpPr>
            <a:spLocks xmlns:a="http://schemas.openxmlformats.org/drawingml/2006/main" noGrp="1"/>
          </p:cNvSpPr>
          <p:nvPr/>
        </p:nvSpPr>
        <p:spPr>
          <a:xfrm xmlns:a="http://schemas.openxmlformats.org/drawingml/2006/main">
            <a:off x="1205865" y="2910840"/>
            <a:ext cx="42053" cy="42053"/>
          </a:xfrm>
          <a:prstGeom xmlns:a="http://schemas.openxmlformats.org/drawingml/2006/main" prst="rect">
            <a:avLst/>
          </a:prstGeom>
          <a:solidFill xmlns:a="http://schemas.openxmlformats.org/drawingml/2006/main">
            <a:srgbClr val="DCE8EB"/>
          </a:solidFill>
          <a:ln xmlns:a="http://schemas.openxmlformats.org/drawingml/2006/main" w="0">
            <a:noFill/>
          </a:ln>
        </p:spPr>
      </p:sp>
      <p:sp>
        <p:nvSpPr>
          <p:cNvPr id="93" name="rect-2-92">
            <a:extLst xmlns:a="http://schemas.openxmlformats.org/drawingml/2006/main">
              <a:ext uri="{FF2B5EF4-FFF2-40B4-BE49-F238E27FC236}">
                <a16:creationId xmlns:a16="http://schemas.microsoft.com/office/drawing/2014/main" id="{1448FEE2-AE52-426B-882B-D1AEFA9376AA}"/>
              </a:ext>
            </a:extLst>
          </p:cNvPr>
          <p:cNvSpPr>
            <a:spLocks xmlns:a="http://schemas.openxmlformats.org/drawingml/2006/main" noGrp="1"/>
          </p:cNvSpPr>
          <p:nvPr/>
        </p:nvSpPr>
        <p:spPr>
          <a:xfrm xmlns:a="http://schemas.openxmlformats.org/drawingml/2006/main">
            <a:off x="1247775" y="291084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94" name="rect-2-93">
            <a:extLst xmlns:a="http://schemas.openxmlformats.org/drawingml/2006/main">
              <a:ext uri="{FF2B5EF4-FFF2-40B4-BE49-F238E27FC236}">
                <a16:creationId xmlns:a16="http://schemas.microsoft.com/office/drawing/2014/main" id="{9F6B2424-9CFE-4ED6-AB75-E7A44C4633C4}"/>
              </a:ext>
            </a:extLst>
          </p:cNvPr>
          <p:cNvSpPr>
            <a:spLocks xmlns:a="http://schemas.openxmlformats.org/drawingml/2006/main" noGrp="1"/>
          </p:cNvSpPr>
          <p:nvPr/>
        </p:nvSpPr>
        <p:spPr>
          <a:xfrm xmlns:a="http://schemas.openxmlformats.org/drawingml/2006/main">
            <a:off x="1289685" y="2910840"/>
            <a:ext cx="42053" cy="42053"/>
          </a:xfrm>
          <a:prstGeom xmlns:a="http://schemas.openxmlformats.org/drawingml/2006/main" prst="rect">
            <a:avLst/>
          </a:prstGeom>
          <a:solidFill xmlns:a="http://schemas.openxmlformats.org/drawingml/2006/main">
            <a:srgbClr val="E3ECEE"/>
          </a:solidFill>
          <a:ln xmlns:a="http://schemas.openxmlformats.org/drawingml/2006/main" w="0">
            <a:noFill/>
          </a:ln>
        </p:spPr>
      </p:sp>
      <p:sp>
        <p:nvSpPr>
          <p:cNvPr id="95" name="rect-2-94">
            <a:extLst xmlns:a="http://schemas.openxmlformats.org/drawingml/2006/main">
              <a:ext uri="{FF2B5EF4-FFF2-40B4-BE49-F238E27FC236}">
                <a16:creationId xmlns:a16="http://schemas.microsoft.com/office/drawing/2014/main" id="{E52DC55A-6C94-40E7-AE08-CACFF32399A0}"/>
              </a:ext>
            </a:extLst>
          </p:cNvPr>
          <p:cNvSpPr>
            <a:spLocks xmlns:a="http://schemas.openxmlformats.org/drawingml/2006/main" noGrp="1"/>
          </p:cNvSpPr>
          <p:nvPr/>
        </p:nvSpPr>
        <p:spPr>
          <a:xfrm xmlns:a="http://schemas.openxmlformats.org/drawingml/2006/main">
            <a:off x="1331595" y="291084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96" name="rect-2-95">
            <a:extLst xmlns:a="http://schemas.openxmlformats.org/drawingml/2006/main">
              <a:ext uri="{FF2B5EF4-FFF2-40B4-BE49-F238E27FC236}">
                <a16:creationId xmlns:a16="http://schemas.microsoft.com/office/drawing/2014/main" id="{2823D769-73DF-4A71-B80B-2F4C898BEF61}"/>
              </a:ext>
            </a:extLst>
          </p:cNvPr>
          <p:cNvSpPr>
            <a:spLocks xmlns:a="http://schemas.openxmlformats.org/drawingml/2006/main" noGrp="1"/>
          </p:cNvSpPr>
          <p:nvPr/>
        </p:nvSpPr>
        <p:spPr>
          <a:xfrm xmlns:a="http://schemas.openxmlformats.org/drawingml/2006/main">
            <a:off x="1373505" y="2910840"/>
            <a:ext cx="42053" cy="42053"/>
          </a:xfrm>
          <a:prstGeom xmlns:a="http://schemas.openxmlformats.org/drawingml/2006/main" prst="rect">
            <a:avLst/>
          </a:prstGeom>
          <a:solidFill xmlns:a="http://schemas.openxmlformats.org/drawingml/2006/main">
            <a:srgbClr val="DCE8EA"/>
          </a:solidFill>
          <a:ln xmlns:a="http://schemas.openxmlformats.org/drawingml/2006/main" w="0">
            <a:noFill/>
          </a:ln>
        </p:spPr>
      </p:sp>
      <p:sp>
        <p:nvSpPr>
          <p:cNvPr id="97" name="rect-2-96">
            <a:extLst xmlns:a="http://schemas.openxmlformats.org/drawingml/2006/main">
              <a:ext uri="{FF2B5EF4-FFF2-40B4-BE49-F238E27FC236}">
                <a16:creationId xmlns:a16="http://schemas.microsoft.com/office/drawing/2014/main" id="{6746AD6C-EC7B-430E-9336-B029EFF04D10}"/>
              </a:ext>
            </a:extLst>
          </p:cNvPr>
          <p:cNvSpPr>
            <a:spLocks xmlns:a="http://schemas.openxmlformats.org/drawingml/2006/main" noGrp="1"/>
          </p:cNvSpPr>
          <p:nvPr/>
        </p:nvSpPr>
        <p:spPr>
          <a:xfrm xmlns:a="http://schemas.openxmlformats.org/drawingml/2006/main">
            <a:off x="1415415" y="2910840"/>
            <a:ext cx="42053" cy="42053"/>
          </a:xfrm>
          <a:prstGeom xmlns:a="http://schemas.openxmlformats.org/drawingml/2006/main" prst="rect">
            <a:avLst/>
          </a:prstGeom>
          <a:solidFill xmlns:a="http://schemas.openxmlformats.org/drawingml/2006/main">
            <a:srgbClr val="BBD5D8"/>
          </a:solidFill>
          <a:ln xmlns:a="http://schemas.openxmlformats.org/drawingml/2006/main" w="0">
            <a:noFill/>
          </a:ln>
        </p:spPr>
      </p:sp>
      <p:sp>
        <p:nvSpPr>
          <p:cNvPr id="98" name="rect-2-97">
            <a:extLst xmlns:a="http://schemas.openxmlformats.org/drawingml/2006/main">
              <a:ext uri="{FF2B5EF4-FFF2-40B4-BE49-F238E27FC236}">
                <a16:creationId xmlns:a16="http://schemas.microsoft.com/office/drawing/2014/main" id="{71C42334-C7B5-47FE-B9D5-000362E04045}"/>
              </a:ext>
            </a:extLst>
          </p:cNvPr>
          <p:cNvSpPr>
            <a:spLocks xmlns:a="http://schemas.openxmlformats.org/drawingml/2006/main" noGrp="1"/>
          </p:cNvSpPr>
          <p:nvPr/>
        </p:nvSpPr>
        <p:spPr>
          <a:xfrm xmlns:a="http://schemas.openxmlformats.org/drawingml/2006/main">
            <a:off x="1457325" y="2910840"/>
            <a:ext cx="42053" cy="42053"/>
          </a:xfrm>
          <a:prstGeom xmlns:a="http://schemas.openxmlformats.org/drawingml/2006/main" prst="rect">
            <a:avLst/>
          </a:prstGeom>
          <a:solidFill xmlns:a="http://schemas.openxmlformats.org/drawingml/2006/main">
            <a:srgbClr val="BDD6DA"/>
          </a:solidFill>
          <a:ln xmlns:a="http://schemas.openxmlformats.org/drawingml/2006/main" w="0">
            <a:noFill/>
          </a:ln>
        </p:spPr>
      </p:sp>
      <p:sp>
        <p:nvSpPr>
          <p:cNvPr id="99" name="rect-2-98">
            <a:extLst xmlns:a="http://schemas.openxmlformats.org/drawingml/2006/main">
              <a:ext uri="{FF2B5EF4-FFF2-40B4-BE49-F238E27FC236}">
                <a16:creationId xmlns:a16="http://schemas.microsoft.com/office/drawing/2014/main" id="{D4F04FD5-05F7-4B6D-BBD1-E550B205B48C}"/>
              </a:ext>
            </a:extLst>
          </p:cNvPr>
          <p:cNvSpPr>
            <a:spLocks xmlns:a="http://schemas.openxmlformats.org/drawingml/2006/main" noGrp="1"/>
          </p:cNvSpPr>
          <p:nvPr/>
        </p:nvSpPr>
        <p:spPr>
          <a:xfrm xmlns:a="http://schemas.openxmlformats.org/drawingml/2006/main">
            <a:off x="1499235" y="2910840"/>
            <a:ext cx="42053" cy="42053"/>
          </a:xfrm>
          <a:prstGeom xmlns:a="http://schemas.openxmlformats.org/drawingml/2006/main" prst="rect">
            <a:avLst/>
          </a:prstGeom>
          <a:solidFill xmlns:a="http://schemas.openxmlformats.org/drawingml/2006/main">
            <a:srgbClr val="C8DCE0"/>
          </a:solidFill>
          <a:ln xmlns:a="http://schemas.openxmlformats.org/drawingml/2006/main" w="0">
            <a:noFill/>
          </a:ln>
        </p:spPr>
      </p:sp>
      <p:sp>
        <p:nvSpPr>
          <p:cNvPr id="100" name="rect-2-99">
            <a:extLst xmlns:a="http://schemas.openxmlformats.org/drawingml/2006/main">
              <a:ext uri="{FF2B5EF4-FFF2-40B4-BE49-F238E27FC236}">
                <a16:creationId xmlns:a16="http://schemas.microsoft.com/office/drawing/2014/main" id="{D28F9D2C-6BFB-46DC-94D5-66D86EB5703E}"/>
              </a:ext>
            </a:extLst>
          </p:cNvPr>
          <p:cNvSpPr>
            <a:spLocks xmlns:a="http://schemas.openxmlformats.org/drawingml/2006/main" noGrp="1"/>
          </p:cNvSpPr>
          <p:nvPr/>
        </p:nvSpPr>
        <p:spPr>
          <a:xfrm xmlns:a="http://schemas.openxmlformats.org/drawingml/2006/main">
            <a:off x="1541145" y="2910840"/>
            <a:ext cx="42053" cy="42053"/>
          </a:xfrm>
          <a:prstGeom xmlns:a="http://schemas.openxmlformats.org/drawingml/2006/main" prst="rect">
            <a:avLst/>
          </a:prstGeom>
          <a:solidFill xmlns:a="http://schemas.openxmlformats.org/drawingml/2006/main">
            <a:srgbClr val="E0EAEC"/>
          </a:solidFill>
          <a:ln xmlns:a="http://schemas.openxmlformats.org/drawingml/2006/main" w="0">
            <a:noFill/>
          </a:ln>
        </p:spPr>
      </p:sp>
      <p:sp>
        <p:nvSpPr>
          <p:cNvPr id="101" name="rect-2-100">
            <a:extLst xmlns:a="http://schemas.openxmlformats.org/drawingml/2006/main">
              <a:ext uri="{FF2B5EF4-FFF2-40B4-BE49-F238E27FC236}">
                <a16:creationId xmlns:a16="http://schemas.microsoft.com/office/drawing/2014/main" id="{08CF451D-2A33-439B-9E32-555B3F8910D2}"/>
              </a:ext>
            </a:extLst>
          </p:cNvPr>
          <p:cNvSpPr>
            <a:spLocks xmlns:a="http://schemas.openxmlformats.org/drawingml/2006/main" noGrp="1"/>
          </p:cNvSpPr>
          <p:nvPr/>
        </p:nvSpPr>
        <p:spPr>
          <a:xfrm xmlns:a="http://schemas.openxmlformats.org/drawingml/2006/main">
            <a:off x="1583055" y="2910840"/>
            <a:ext cx="42053" cy="42053"/>
          </a:xfrm>
          <a:prstGeom xmlns:a="http://schemas.openxmlformats.org/drawingml/2006/main" prst="rect">
            <a:avLst/>
          </a:prstGeom>
          <a:solidFill xmlns:a="http://schemas.openxmlformats.org/drawingml/2006/main">
            <a:srgbClr val="E6EDF0"/>
          </a:solidFill>
          <a:ln xmlns:a="http://schemas.openxmlformats.org/drawingml/2006/main" w="0">
            <a:noFill/>
          </a:ln>
        </p:spPr>
      </p:sp>
      <p:sp>
        <p:nvSpPr>
          <p:cNvPr id="102" name="rect-2-101">
            <a:extLst xmlns:a="http://schemas.openxmlformats.org/drawingml/2006/main">
              <a:ext uri="{FF2B5EF4-FFF2-40B4-BE49-F238E27FC236}">
                <a16:creationId xmlns:a16="http://schemas.microsoft.com/office/drawing/2014/main" id="{6C4416A5-2CF9-4711-BC66-DF9C4C52688C}"/>
              </a:ext>
            </a:extLst>
          </p:cNvPr>
          <p:cNvSpPr>
            <a:spLocks xmlns:a="http://schemas.openxmlformats.org/drawingml/2006/main" noGrp="1"/>
          </p:cNvSpPr>
          <p:nvPr/>
        </p:nvSpPr>
        <p:spPr>
          <a:xfrm xmlns:a="http://schemas.openxmlformats.org/drawingml/2006/main">
            <a:off x="1624965" y="291084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103" name="rect-2-102">
            <a:extLst xmlns:a="http://schemas.openxmlformats.org/drawingml/2006/main">
              <a:ext uri="{FF2B5EF4-FFF2-40B4-BE49-F238E27FC236}">
                <a16:creationId xmlns:a16="http://schemas.microsoft.com/office/drawing/2014/main" id="{F8A5D0AF-066E-4FEF-9B07-3FD152E75BA6}"/>
              </a:ext>
            </a:extLst>
          </p:cNvPr>
          <p:cNvSpPr>
            <a:spLocks xmlns:a="http://schemas.openxmlformats.org/drawingml/2006/main" noGrp="1"/>
          </p:cNvSpPr>
          <p:nvPr/>
        </p:nvSpPr>
        <p:spPr>
          <a:xfrm xmlns:a="http://schemas.openxmlformats.org/drawingml/2006/main">
            <a:off x="1666875" y="2910840"/>
            <a:ext cx="42053" cy="42053"/>
          </a:xfrm>
          <a:prstGeom xmlns:a="http://schemas.openxmlformats.org/drawingml/2006/main" prst="rect">
            <a:avLst/>
          </a:prstGeom>
          <a:solidFill xmlns:a="http://schemas.openxmlformats.org/drawingml/2006/main">
            <a:srgbClr val="E9EFF1"/>
          </a:solidFill>
          <a:ln xmlns:a="http://schemas.openxmlformats.org/drawingml/2006/main" w="0">
            <a:noFill/>
          </a:ln>
        </p:spPr>
      </p:sp>
      <p:sp>
        <p:nvSpPr>
          <p:cNvPr id="104" name="rect-2-103">
            <a:extLst xmlns:a="http://schemas.openxmlformats.org/drawingml/2006/main">
              <a:ext uri="{FF2B5EF4-FFF2-40B4-BE49-F238E27FC236}">
                <a16:creationId xmlns:a16="http://schemas.microsoft.com/office/drawing/2014/main" id="{4AD5F76E-EECB-4946-9EBC-65689DF6DB89}"/>
              </a:ext>
            </a:extLst>
          </p:cNvPr>
          <p:cNvSpPr>
            <a:spLocks xmlns:a="http://schemas.openxmlformats.org/drawingml/2006/main" noGrp="1"/>
          </p:cNvSpPr>
          <p:nvPr/>
        </p:nvSpPr>
        <p:spPr>
          <a:xfrm xmlns:a="http://schemas.openxmlformats.org/drawingml/2006/main">
            <a:off x="1205865" y="2952750"/>
            <a:ext cx="42053" cy="42053"/>
          </a:xfrm>
          <a:prstGeom xmlns:a="http://schemas.openxmlformats.org/drawingml/2006/main" prst="rect">
            <a:avLst/>
          </a:prstGeom>
          <a:solidFill xmlns:a="http://schemas.openxmlformats.org/drawingml/2006/main">
            <a:srgbClr val="B6D2D6"/>
          </a:solidFill>
          <a:ln xmlns:a="http://schemas.openxmlformats.org/drawingml/2006/main" w="0">
            <a:noFill/>
          </a:ln>
        </p:spPr>
      </p:sp>
      <p:sp>
        <p:nvSpPr>
          <p:cNvPr id="105" name="rect-2-104">
            <a:extLst xmlns:a="http://schemas.openxmlformats.org/drawingml/2006/main">
              <a:ext uri="{FF2B5EF4-FFF2-40B4-BE49-F238E27FC236}">
                <a16:creationId xmlns:a16="http://schemas.microsoft.com/office/drawing/2014/main" id="{A687D398-716C-4AB2-8305-94D5C4A36B11}"/>
              </a:ext>
            </a:extLst>
          </p:cNvPr>
          <p:cNvSpPr>
            <a:spLocks xmlns:a="http://schemas.openxmlformats.org/drawingml/2006/main" noGrp="1"/>
          </p:cNvSpPr>
          <p:nvPr/>
        </p:nvSpPr>
        <p:spPr>
          <a:xfrm xmlns:a="http://schemas.openxmlformats.org/drawingml/2006/main">
            <a:off x="1247775" y="2952750"/>
            <a:ext cx="42053" cy="42053"/>
          </a:xfrm>
          <a:prstGeom xmlns:a="http://schemas.openxmlformats.org/drawingml/2006/main" prst="rect">
            <a:avLst/>
          </a:prstGeom>
          <a:solidFill xmlns:a="http://schemas.openxmlformats.org/drawingml/2006/main">
            <a:srgbClr val="92BDC2"/>
          </a:solidFill>
          <a:ln xmlns:a="http://schemas.openxmlformats.org/drawingml/2006/main" w="0">
            <a:noFill/>
          </a:ln>
        </p:spPr>
      </p:sp>
      <p:sp>
        <p:nvSpPr>
          <p:cNvPr id="106" name="rect-2-105">
            <a:extLst xmlns:a="http://schemas.openxmlformats.org/drawingml/2006/main">
              <a:ext uri="{FF2B5EF4-FFF2-40B4-BE49-F238E27FC236}">
                <a16:creationId xmlns:a16="http://schemas.microsoft.com/office/drawing/2014/main" id="{6C9DF441-B531-4233-9737-193AD3006212}"/>
              </a:ext>
            </a:extLst>
          </p:cNvPr>
          <p:cNvSpPr>
            <a:spLocks xmlns:a="http://schemas.openxmlformats.org/drawingml/2006/main" noGrp="1"/>
          </p:cNvSpPr>
          <p:nvPr/>
        </p:nvSpPr>
        <p:spPr>
          <a:xfrm xmlns:a="http://schemas.openxmlformats.org/drawingml/2006/main">
            <a:off x="1289685" y="2952750"/>
            <a:ext cx="42053" cy="42053"/>
          </a:xfrm>
          <a:prstGeom xmlns:a="http://schemas.openxmlformats.org/drawingml/2006/main" prst="rect">
            <a:avLst/>
          </a:prstGeom>
          <a:solidFill xmlns:a="http://schemas.openxmlformats.org/drawingml/2006/main">
            <a:srgbClr val="C3D9DD"/>
          </a:solidFill>
          <a:ln xmlns:a="http://schemas.openxmlformats.org/drawingml/2006/main" w="0">
            <a:noFill/>
          </a:ln>
        </p:spPr>
      </p:sp>
      <p:sp>
        <p:nvSpPr>
          <p:cNvPr id="107" name="rect-2-106">
            <a:extLst xmlns:a="http://schemas.openxmlformats.org/drawingml/2006/main">
              <a:ext uri="{FF2B5EF4-FFF2-40B4-BE49-F238E27FC236}">
                <a16:creationId xmlns:a16="http://schemas.microsoft.com/office/drawing/2014/main" id="{6F988588-A1F1-436D-A588-EB58E98A9C85}"/>
              </a:ext>
            </a:extLst>
          </p:cNvPr>
          <p:cNvSpPr>
            <a:spLocks xmlns:a="http://schemas.openxmlformats.org/drawingml/2006/main" noGrp="1"/>
          </p:cNvSpPr>
          <p:nvPr/>
        </p:nvSpPr>
        <p:spPr>
          <a:xfrm xmlns:a="http://schemas.openxmlformats.org/drawingml/2006/main">
            <a:off x="1331595" y="2952750"/>
            <a:ext cx="42053" cy="42053"/>
          </a:xfrm>
          <a:prstGeom xmlns:a="http://schemas.openxmlformats.org/drawingml/2006/main" prst="rect">
            <a:avLst/>
          </a:prstGeom>
          <a:solidFill xmlns:a="http://schemas.openxmlformats.org/drawingml/2006/main">
            <a:srgbClr val="CDDFE2"/>
          </a:solidFill>
          <a:ln xmlns:a="http://schemas.openxmlformats.org/drawingml/2006/main" w="0">
            <a:noFill/>
          </a:ln>
        </p:spPr>
      </p:sp>
      <p:sp>
        <p:nvSpPr>
          <p:cNvPr id="108" name="rect-2-107">
            <a:extLst xmlns:a="http://schemas.openxmlformats.org/drawingml/2006/main">
              <a:ext uri="{FF2B5EF4-FFF2-40B4-BE49-F238E27FC236}">
                <a16:creationId xmlns:a16="http://schemas.microsoft.com/office/drawing/2014/main" id="{55BB6085-CDE6-4F2D-94ED-85A4B76E3081}"/>
              </a:ext>
            </a:extLst>
          </p:cNvPr>
          <p:cNvSpPr>
            <a:spLocks xmlns:a="http://schemas.openxmlformats.org/drawingml/2006/main" noGrp="1"/>
          </p:cNvSpPr>
          <p:nvPr/>
        </p:nvSpPr>
        <p:spPr>
          <a:xfrm xmlns:a="http://schemas.openxmlformats.org/drawingml/2006/main">
            <a:off x="1373505" y="2952750"/>
            <a:ext cx="42053" cy="42053"/>
          </a:xfrm>
          <a:prstGeom xmlns:a="http://schemas.openxmlformats.org/drawingml/2006/main" prst="rect">
            <a:avLst/>
          </a:prstGeom>
          <a:solidFill xmlns:a="http://schemas.openxmlformats.org/drawingml/2006/main">
            <a:srgbClr val="3A8A93"/>
          </a:solidFill>
          <a:ln xmlns:a="http://schemas.openxmlformats.org/drawingml/2006/main" w="0">
            <a:noFill/>
          </a:ln>
        </p:spPr>
      </p:sp>
      <p:sp>
        <p:nvSpPr>
          <p:cNvPr id="109" name="rect-2-108">
            <a:extLst xmlns:a="http://schemas.openxmlformats.org/drawingml/2006/main">
              <a:ext uri="{FF2B5EF4-FFF2-40B4-BE49-F238E27FC236}">
                <a16:creationId xmlns:a16="http://schemas.microsoft.com/office/drawing/2014/main" id="{E452AF84-2B26-43CE-BD23-7CDC753E92CA}"/>
              </a:ext>
            </a:extLst>
          </p:cNvPr>
          <p:cNvSpPr>
            <a:spLocks xmlns:a="http://schemas.openxmlformats.org/drawingml/2006/main" noGrp="1"/>
          </p:cNvSpPr>
          <p:nvPr/>
        </p:nvSpPr>
        <p:spPr>
          <a:xfrm xmlns:a="http://schemas.openxmlformats.org/drawingml/2006/main">
            <a:off x="1415415" y="2952750"/>
            <a:ext cx="42053" cy="42053"/>
          </a:xfrm>
          <a:prstGeom xmlns:a="http://schemas.openxmlformats.org/drawingml/2006/main" prst="rect">
            <a:avLst/>
          </a:prstGeom>
          <a:solidFill xmlns:a="http://schemas.openxmlformats.org/drawingml/2006/main">
            <a:srgbClr val="0B6E79"/>
          </a:solidFill>
          <a:ln xmlns:a="http://schemas.openxmlformats.org/drawingml/2006/main" w="0">
            <a:noFill/>
          </a:ln>
        </p:spPr>
      </p:sp>
      <p:sp>
        <p:nvSpPr>
          <p:cNvPr id="110" name="rect-2-109">
            <a:extLst xmlns:a="http://schemas.openxmlformats.org/drawingml/2006/main">
              <a:ext uri="{FF2B5EF4-FFF2-40B4-BE49-F238E27FC236}">
                <a16:creationId xmlns:a16="http://schemas.microsoft.com/office/drawing/2014/main" id="{61BB5712-015F-4326-B45E-D6DB1E24E52C}"/>
              </a:ext>
            </a:extLst>
          </p:cNvPr>
          <p:cNvSpPr>
            <a:spLocks xmlns:a="http://schemas.openxmlformats.org/drawingml/2006/main" noGrp="1"/>
          </p:cNvSpPr>
          <p:nvPr/>
        </p:nvSpPr>
        <p:spPr>
          <a:xfrm xmlns:a="http://schemas.openxmlformats.org/drawingml/2006/main">
            <a:off x="1457325" y="2952750"/>
            <a:ext cx="42053" cy="42053"/>
          </a:xfrm>
          <a:prstGeom xmlns:a="http://schemas.openxmlformats.org/drawingml/2006/main" prst="rect">
            <a:avLst/>
          </a:prstGeom>
          <a:solidFill xmlns:a="http://schemas.openxmlformats.org/drawingml/2006/main">
            <a:srgbClr val="247E87"/>
          </a:solidFill>
          <a:ln xmlns:a="http://schemas.openxmlformats.org/drawingml/2006/main" w="0">
            <a:noFill/>
          </a:ln>
        </p:spPr>
      </p:sp>
      <p:sp>
        <p:nvSpPr>
          <p:cNvPr id="111" name="rect-2-110">
            <a:extLst xmlns:a="http://schemas.openxmlformats.org/drawingml/2006/main">
              <a:ext uri="{FF2B5EF4-FFF2-40B4-BE49-F238E27FC236}">
                <a16:creationId xmlns:a16="http://schemas.microsoft.com/office/drawing/2014/main" id="{A4A60297-7A6D-4A39-B59A-BFE196E94AF5}"/>
              </a:ext>
            </a:extLst>
          </p:cNvPr>
          <p:cNvSpPr>
            <a:spLocks xmlns:a="http://schemas.openxmlformats.org/drawingml/2006/main" noGrp="1"/>
          </p:cNvSpPr>
          <p:nvPr/>
        </p:nvSpPr>
        <p:spPr>
          <a:xfrm xmlns:a="http://schemas.openxmlformats.org/drawingml/2006/main">
            <a:off x="1499235" y="2952750"/>
            <a:ext cx="42053" cy="42053"/>
          </a:xfrm>
          <a:prstGeom xmlns:a="http://schemas.openxmlformats.org/drawingml/2006/main" prst="rect">
            <a:avLst/>
          </a:prstGeom>
          <a:solidFill xmlns:a="http://schemas.openxmlformats.org/drawingml/2006/main">
            <a:srgbClr val="6AA6AC"/>
          </a:solidFill>
          <a:ln xmlns:a="http://schemas.openxmlformats.org/drawingml/2006/main" w="0">
            <a:noFill/>
          </a:ln>
        </p:spPr>
      </p:sp>
      <p:sp>
        <p:nvSpPr>
          <p:cNvPr id="112" name="rect-2-111">
            <a:extLst xmlns:a="http://schemas.openxmlformats.org/drawingml/2006/main">
              <a:ext uri="{FF2B5EF4-FFF2-40B4-BE49-F238E27FC236}">
                <a16:creationId xmlns:a16="http://schemas.microsoft.com/office/drawing/2014/main" id="{A9B4C703-5E6E-4A07-A991-D17D6EC4F4B4}"/>
              </a:ext>
            </a:extLst>
          </p:cNvPr>
          <p:cNvSpPr>
            <a:spLocks xmlns:a="http://schemas.openxmlformats.org/drawingml/2006/main" noGrp="1"/>
          </p:cNvSpPr>
          <p:nvPr/>
        </p:nvSpPr>
        <p:spPr>
          <a:xfrm xmlns:a="http://schemas.openxmlformats.org/drawingml/2006/main">
            <a:off x="1541145" y="2952750"/>
            <a:ext cx="42053" cy="42053"/>
          </a:xfrm>
          <a:prstGeom xmlns:a="http://schemas.openxmlformats.org/drawingml/2006/main" prst="rect">
            <a:avLst/>
          </a:prstGeom>
          <a:solidFill xmlns:a="http://schemas.openxmlformats.org/drawingml/2006/main">
            <a:srgbClr val="B8D3D7"/>
          </a:solidFill>
          <a:ln xmlns:a="http://schemas.openxmlformats.org/drawingml/2006/main" w="0">
            <a:noFill/>
          </a:ln>
        </p:spPr>
      </p:sp>
      <p:sp>
        <p:nvSpPr>
          <p:cNvPr id="113" name="rect-2-112">
            <a:extLst xmlns:a="http://schemas.openxmlformats.org/drawingml/2006/main">
              <a:ext uri="{FF2B5EF4-FFF2-40B4-BE49-F238E27FC236}">
                <a16:creationId xmlns:a16="http://schemas.microsoft.com/office/drawing/2014/main" id="{AB68B20E-6A64-4E82-B5E8-04A56003AFA0}"/>
              </a:ext>
            </a:extLst>
          </p:cNvPr>
          <p:cNvSpPr>
            <a:spLocks xmlns:a="http://schemas.openxmlformats.org/drawingml/2006/main" noGrp="1"/>
          </p:cNvSpPr>
          <p:nvPr/>
        </p:nvSpPr>
        <p:spPr>
          <a:xfrm xmlns:a="http://schemas.openxmlformats.org/drawingml/2006/main">
            <a:off x="1583055" y="2952750"/>
            <a:ext cx="42053" cy="42053"/>
          </a:xfrm>
          <a:prstGeom xmlns:a="http://schemas.openxmlformats.org/drawingml/2006/main" prst="rect">
            <a:avLst/>
          </a:prstGeom>
          <a:solidFill xmlns:a="http://schemas.openxmlformats.org/drawingml/2006/main">
            <a:srgbClr val="B8D3D7"/>
          </a:solidFill>
          <a:ln xmlns:a="http://schemas.openxmlformats.org/drawingml/2006/main" w="0">
            <a:noFill/>
          </a:ln>
        </p:spPr>
      </p:sp>
      <p:sp>
        <p:nvSpPr>
          <p:cNvPr id="114" name="rect-2-113">
            <a:extLst xmlns:a="http://schemas.openxmlformats.org/drawingml/2006/main">
              <a:ext uri="{FF2B5EF4-FFF2-40B4-BE49-F238E27FC236}">
                <a16:creationId xmlns:a16="http://schemas.microsoft.com/office/drawing/2014/main" id="{F77062BF-16E5-4A88-9614-F89493EE6F11}"/>
              </a:ext>
            </a:extLst>
          </p:cNvPr>
          <p:cNvSpPr>
            <a:spLocks xmlns:a="http://schemas.openxmlformats.org/drawingml/2006/main" noGrp="1"/>
          </p:cNvSpPr>
          <p:nvPr/>
        </p:nvSpPr>
        <p:spPr>
          <a:xfrm xmlns:a="http://schemas.openxmlformats.org/drawingml/2006/main">
            <a:off x="1624965" y="2952750"/>
            <a:ext cx="42053" cy="42053"/>
          </a:xfrm>
          <a:prstGeom xmlns:a="http://schemas.openxmlformats.org/drawingml/2006/main" prst="rect">
            <a:avLst/>
          </a:prstGeom>
          <a:solidFill xmlns:a="http://schemas.openxmlformats.org/drawingml/2006/main">
            <a:srgbClr val="D5E4E7"/>
          </a:solidFill>
          <a:ln xmlns:a="http://schemas.openxmlformats.org/drawingml/2006/main" w="0">
            <a:noFill/>
          </a:ln>
        </p:spPr>
      </p:sp>
      <p:sp>
        <p:nvSpPr>
          <p:cNvPr id="115" name="rect-2-114">
            <a:extLst xmlns:a="http://schemas.openxmlformats.org/drawingml/2006/main">
              <a:ext uri="{FF2B5EF4-FFF2-40B4-BE49-F238E27FC236}">
                <a16:creationId xmlns:a16="http://schemas.microsoft.com/office/drawing/2014/main" id="{ACB8E22C-43FC-43BE-B77E-BB60F7D8784F}"/>
              </a:ext>
            </a:extLst>
          </p:cNvPr>
          <p:cNvSpPr>
            <a:spLocks xmlns:a="http://schemas.openxmlformats.org/drawingml/2006/main" noGrp="1"/>
          </p:cNvSpPr>
          <p:nvPr/>
        </p:nvSpPr>
        <p:spPr>
          <a:xfrm xmlns:a="http://schemas.openxmlformats.org/drawingml/2006/main">
            <a:off x="1666875" y="2952750"/>
            <a:ext cx="42053" cy="42053"/>
          </a:xfrm>
          <a:prstGeom xmlns:a="http://schemas.openxmlformats.org/drawingml/2006/main" prst="rect">
            <a:avLst/>
          </a:prstGeom>
          <a:solidFill xmlns:a="http://schemas.openxmlformats.org/drawingml/2006/main">
            <a:srgbClr val="E9EFF2"/>
          </a:solidFill>
          <a:ln xmlns:a="http://schemas.openxmlformats.org/drawingml/2006/main" w="0">
            <a:noFill/>
          </a:ln>
        </p:spPr>
      </p:sp>
      <p:sp>
        <p:nvSpPr>
          <p:cNvPr id="116" name="rect-2-115">
            <a:extLst xmlns:a="http://schemas.openxmlformats.org/drawingml/2006/main">
              <a:ext uri="{FF2B5EF4-FFF2-40B4-BE49-F238E27FC236}">
                <a16:creationId xmlns:a16="http://schemas.microsoft.com/office/drawing/2014/main" id="{519A1D35-D318-4CAD-BB70-F39465B05E7B}"/>
              </a:ext>
            </a:extLst>
          </p:cNvPr>
          <p:cNvSpPr>
            <a:spLocks xmlns:a="http://schemas.openxmlformats.org/drawingml/2006/main" noGrp="1"/>
          </p:cNvSpPr>
          <p:nvPr/>
        </p:nvSpPr>
        <p:spPr>
          <a:xfrm xmlns:a="http://schemas.openxmlformats.org/drawingml/2006/main">
            <a:off x="1122045" y="299466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117" name="rect-2-116">
            <a:extLst xmlns:a="http://schemas.openxmlformats.org/drawingml/2006/main">
              <a:ext uri="{FF2B5EF4-FFF2-40B4-BE49-F238E27FC236}">
                <a16:creationId xmlns:a16="http://schemas.microsoft.com/office/drawing/2014/main" id="{038A4201-105A-4E2A-8F25-787ECC86A762}"/>
              </a:ext>
            </a:extLst>
          </p:cNvPr>
          <p:cNvSpPr>
            <a:spLocks xmlns:a="http://schemas.openxmlformats.org/drawingml/2006/main" noGrp="1"/>
          </p:cNvSpPr>
          <p:nvPr/>
        </p:nvSpPr>
        <p:spPr>
          <a:xfrm xmlns:a="http://schemas.openxmlformats.org/drawingml/2006/main">
            <a:off x="1163955" y="2994660"/>
            <a:ext cx="42053" cy="42053"/>
          </a:xfrm>
          <a:prstGeom xmlns:a="http://schemas.openxmlformats.org/drawingml/2006/main" prst="rect">
            <a:avLst/>
          </a:prstGeom>
          <a:solidFill xmlns:a="http://schemas.openxmlformats.org/drawingml/2006/main">
            <a:srgbClr val="C9DDE0"/>
          </a:solidFill>
          <a:ln xmlns:a="http://schemas.openxmlformats.org/drawingml/2006/main" w="0">
            <a:noFill/>
          </a:ln>
        </p:spPr>
      </p:sp>
      <p:sp>
        <p:nvSpPr>
          <p:cNvPr id="118" name="rect-2-117">
            <a:extLst xmlns:a="http://schemas.openxmlformats.org/drawingml/2006/main">
              <a:ext uri="{FF2B5EF4-FFF2-40B4-BE49-F238E27FC236}">
                <a16:creationId xmlns:a16="http://schemas.microsoft.com/office/drawing/2014/main" id="{8FEE2FC5-25A1-4D03-A44D-E916EE842CF1}"/>
              </a:ext>
            </a:extLst>
          </p:cNvPr>
          <p:cNvSpPr>
            <a:spLocks xmlns:a="http://schemas.openxmlformats.org/drawingml/2006/main" noGrp="1"/>
          </p:cNvSpPr>
          <p:nvPr/>
        </p:nvSpPr>
        <p:spPr>
          <a:xfrm xmlns:a="http://schemas.openxmlformats.org/drawingml/2006/main">
            <a:off x="1205865" y="2994660"/>
            <a:ext cx="42053" cy="42053"/>
          </a:xfrm>
          <a:prstGeom xmlns:a="http://schemas.openxmlformats.org/drawingml/2006/main" prst="rect">
            <a:avLst/>
          </a:prstGeom>
          <a:solidFill xmlns:a="http://schemas.openxmlformats.org/drawingml/2006/main">
            <a:srgbClr val="6BA7AD"/>
          </a:solidFill>
          <a:ln xmlns:a="http://schemas.openxmlformats.org/drawingml/2006/main" w="0">
            <a:noFill/>
          </a:ln>
        </p:spPr>
      </p:sp>
      <p:sp>
        <p:nvSpPr>
          <p:cNvPr id="119" name="rect-2-118">
            <a:extLst xmlns:a="http://schemas.openxmlformats.org/drawingml/2006/main">
              <a:ext uri="{FF2B5EF4-FFF2-40B4-BE49-F238E27FC236}">
                <a16:creationId xmlns:a16="http://schemas.microsoft.com/office/drawing/2014/main" id="{6CA245D9-58F3-4A8B-ACDD-31E902ACA379}"/>
              </a:ext>
            </a:extLst>
          </p:cNvPr>
          <p:cNvSpPr>
            <a:spLocks xmlns:a="http://schemas.openxmlformats.org/drawingml/2006/main" noGrp="1"/>
          </p:cNvSpPr>
          <p:nvPr/>
        </p:nvSpPr>
        <p:spPr>
          <a:xfrm xmlns:a="http://schemas.openxmlformats.org/drawingml/2006/main">
            <a:off x="1247775" y="2994660"/>
            <a:ext cx="42053" cy="42053"/>
          </a:xfrm>
          <a:prstGeom xmlns:a="http://schemas.openxmlformats.org/drawingml/2006/main" prst="rect">
            <a:avLst/>
          </a:prstGeom>
          <a:solidFill xmlns:a="http://schemas.openxmlformats.org/drawingml/2006/main">
            <a:srgbClr val="63A2A9"/>
          </a:solidFill>
          <a:ln xmlns:a="http://schemas.openxmlformats.org/drawingml/2006/main" w="0">
            <a:noFill/>
          </a:ln>
        </p:spPr>
      </p:sp>
      <p:sp>
        <p:nvSpPr>
          <p:cNvPr id="120" name="rect-2-119">
            <a:extLst xmlns:a="http://schemas.openxmlformats.org/drawingml/2006/main">
              <a:ext uri="{FF2B5EF4-FFF2-40B4-BE49-F238E27FC236}">
                <a16:creationId xmlns:a16="http://schemas.microsoft.com/office/drawing/2014/main" id="{2940D001-4F7C-4CEA-B754-5289D2286A06}"/>
              </a:ext>
            </a:extLst>
          </p:cNvPr>
          <p:cNvSpPr>
            <a:spLocks xmlns:a="http://schemas.openxmlformats.org/drawingml/2006/main" noGrp="1"/>
          </p:cNvSpPr>
          <p:nvPr/>
        </p:nvSpPr>
        <p:spPr>
          <a:xfrm xmlns:a="http://schemas.openxmlformats.org/drawingml/2006/main">
            <a:off x="1289685" y="2994660"/>
            <a:ext cx="42053" cy="42053"/>
          </a:xfrm>
          <a:prstGeom xmlns:a="http://schemas.openxmlformats.org/drawingml/2006/main" prst="rect">
            <a:avLst/>
          </a:prstGeom>
          <a:solidFill xmlns:a="http://schemas.openxmlformats.org/drawingml/2006/main">
            <a:srgbClr val="64A3A9"/>
          </a:solidFill>
          <a:ln xmlns:a="http://schemas.openxmlformats.org/drawingml/2006/main" w="0">
            <a:noFill/>
          </a:ln>
        </p:spPr>
      </p:sp>
      <p:sp>
        <p:nvSpPr>
          <p:cNvPr id="121" name="rect-2-120">
            <a:extLst xmlns:a="http://schemas.openxmlformats.org/drawingml/2006/main">
              <a:ext uri="{FF2B5EF4-FFF2-40B4-BE49-F238E27FC236}">
                <a16:creationId xmlns:a16="http://schemas.microsoft.com/office/drawing/2014/main" id="{CA023A24-F16D-412A-9C83-6795E37886A9}"/>
              </a:ext>
            </a:extLst>
          </p:cNvPr>
          <p:cNvSpPr>
            <a:spLocks xmlns:a="http://schemas.openxmlformats.org/drawingml/2006/main" noGrp="1"/>
          </p:cNvSpPr>
          <p:nvPr/>
        </p:nvSpPr>
        <p:spPr>
          <a:xfrm xmlns:a="http://schemas.openxmlformats.org/drawingml/2006/main">
            <a:off x="1331595" y="2994660"/>
            <a:ext cx="42053" cy="42053"/>
          </a:xfrm>
          <a:prstGeom xmlns:a="http://schemas.openxmlformats.org/drawingml/2006/main" prst="rect">
            <a:avLst/>
          </a:prstGeom>
          <a:solidFill xmlns:a="http://schemas.openxmlformats.org/drawingml/2006/main">
            <a:srgbClr val="5A9DA4"/>
          </a:solidFill>
          <a:ln xmlns:a="http://schemas.openxmlformats.org/drawingml/2006/main" w="0">
            <a:noFill/>
          </a:ln>
        </p:spPr>
      </p:sp>
      <p:sp>
        <p:nvSpPr>
          <p:cNvPr id="122" name="rect-2-121">
            <a:extLst xmlns:a="http://schemas.openxmlformats.org/drawingml/2006/main">
              <a:ext uri="{FF2B5EF4-FFF2-40B4-BE49-F238E27FC236}">
                <a16:creationId xmlns:a16="http://schemas.microsoft.com/office/drawing/2014/main" id="{1D35682E-0D28-4F62-83E8-2C5FE4F78BDA}"/>
              </a:ext>
            </a:extLst>
          </p:cNvPr>
          <p:cNvSpPr>
            <a:spLocks xmlns:a="http://schemas.openxmlformats.org/drawingml/2006/main" noGrp="1"/>
          </p:cNvSpPr>
          <p:nvPr/>
        </p:nvSpPr>
        <p:spPr>
          <a:xfrm xmlns:a="http://schemas.openxmlformats.org/drawingml/2006/main">
            <a:off x="1373505" y="2994660"/>
            <a:ext cx="42053" cy="42053"/>
          </a:xfrm>
          <a:prstGeom xmlns:a="http://schemas.openxmlformats.org/drawingml/2006/main" prst="rect">
            <a:avLst/>
          </a:prstGeom>
          <a:solidFill xmlns:a="http://schemas.openxmlformats.org/drawingml/2006/main">
            <a:srgbClr val="3A8A93"/>
          </a:solidFill>
          <a:ln xmlns:a="http://schemas.openxmlformats.org/drawingml/2006/main" w="0">
            <a:noFill/>
          </a:ln>
        </p:spPr>
      </p:sp>
      <p:sp>
        <p:nvSpPr>
          <p:cNvPr id="123" name="rect-2-122">
            <a:extLst xmlns:a="http://schemas.openxmlformats.org/drawingml/2006/main">
              <a:ext uri="{FF2B5EF4-FFF2-40B4-BE49-F238E27FC236}">
                <a16:creationId xmlns:a16="http://schemas.microsoft.com/office/drawing/2014/main" id="{562BC4C2-F841-4F4E-94A2-C15DF5A3E70E}"/>
              </a:ext>
            </a:extLst>
          </p:cNvPr>
          <p:cNvSpPr>
            <a:spLocks xmlns:a="http://schemas.openxmlformats.org/drawingml/2006/main" noGrp="1"/>
          </p:cNvSpPr>
          <p:nvPr/>
        </p:nvSpPr>
        <p:spPr>
          <a:xfrm xmlns:a="http://schemas.openxmlformats.org/drawingml/2006/main">
            <a:off x="1415415" y="2994660"/>
            <a:ext cx="42053" cy="42053"/>
          </a:xfrm>
          <a:prstGeom xmlns:a="http://schemas.openxmlformats.org/drawingml/2006/main" prst="rect">
            <a:avLst/>
          </a:prstGeom>
          <a:solidFill xmlns:a="http://schemas.openxmlformats.org/drawingml/2006/main">
            <a:srgbClr val="0C6A75"/>
          </a:solidFill>
          <a:ln xmlns:a="http://schemas.openxmlformats.org/drawingml/2006/main" w="0">
            <a:noFill/>
          </a:ln>
        </p:spPr>
      </p:sp>
      <p:sp>
        <p:nvSpPr>
          <p:cNvPr id="124" name="rect-2-123">
            <a:extLst xmlns:a="http://schemas.openxmlformats.org/drawingml/2006/main">
              <a:ext uri="{FF2B5EF4-FFF2-40B4-BE49-F238E27FC236}">
                <a16:creationId xmlns:a16="http://schemas.microsoft.com/office/drawing/2014/main" id="{95B3F440-7ADB-4222-A7D5-0DE901D38824}"/>
              </a:ext>
            </a:extLst>
          </p:cNvPr>
          <p:cNvSpPr>
            <a:spLocks xmlns:a="http://schemas.openxmlformats.org/drawingml/2006/main" noGrp="1"/>
          </p:cNvSpPr>
          <p:nvPr/>
        </p:nvSpPr>
        <p:spPr>
          <a:xfrm xmlns:a="http://schemas.openxmlformats.org/drawingml/2006/main">
            <a:off x="1457325" y="2994660"/>
            <a:ext cx="42053" cy="42053"/>
          </a:xfrm>
          <a:prstGeom xmlns:a="http://schemas.openxmlformats.org/drawingml/2006/main" prst="rect">
            <a:avLst/>
          </a:prstGeom>
          <a:solidFill xmlns:a="http://schemas.openxmlformats.org/drawingml/2006/main">
            <a:srgbClr val="0D616E"/>
          </a:solidFill>
          <a:ln xmlns:a="http://schemas.openxmlformats.org/drawingml/2006/main" w="0">
            <a:noFill/>
          </a:ln>
        </p:spPr>
      </p:sp>
      <p:sp>
        <p:nvSpPr>
          <p:cNvPr id="125" name="rect-2-124">
            <a:extLst xmlns:a="http://schemas.openxmlformats.org/drawingml/2006/main">
              <a:ext uri="{FF2B5EF4-FFF2-40B4-BE49-F238E27FC236}">
                <a16:creationId xmlns:a16="http://schemas.microsoft.com/office/drawing/2014/main" id="{6D2531AA-1495-4221-B1D8-7BF345CE08AA}"/>
              </a:ext>
            </a:extLst>
          </p:cNvPr>
          <p:cNvSpPr>
            <a:spLocks xmlns:a="http://schemas.openxmlformats.org/drawingml/2006/main" noGrp="1"/>
          </p:cNvSpPr>
          <p:nvPr/>
        </p:nvSpPr>
        <p:spPr>
          <a:xfrm xmlns:a="http://schemas.openxmlformats.org/drawingml/2006/main">
            <a:off x="1499235" y="2994660"/>
            <a:ext cx="42053" cy="42053"/>
          </a:xfrm>
          <a:prstGeom xmlns:a="http://schemas.openxmlformats.org/drawingml/2006/main" prst="rect">
            <a:avLst/>
          </a:prstGeom>
          <a:solidFill xmlns:a="http://schemas.openxmlformats.org/drawingml/2006/main">
            <a:srgbClr val="34868F"/>
          </a:solidFill>
          <a:ln xmlns:a="http://schemas.openxmlformats.org/drawingml/2006/main" w="0">
            <a:noFill/>
          </a:ln>
        </p:spPr>
      </p:sp>
      <p:sp>
        <p:nvSpPr>
          <p:cNvPr id="126" name="rect-2-125">
            <a:extLst xmlns:a="http://schemas.openxmlformats.org/drawingml/2006/main">
              <a:ext uri="{FF2B5EF4-FFF2-40B4-BE49-F238E27FC236}">
                <a16:creationId xmlns:a16="http://schemas.microsoft.com/office/drawing/2014/main" id="{4001B44A-3042-4501-95E0-31EE334C0ABD}"/>
              </a:ext>
            </a:extLst>
          </p:cNvPr>
          <p:cNvSpPr>
            <a:spLocks xmlns:a="http://schemas.openxmlformats.org/drawingml/2006/main" noGrp="1"/>
          </p:cNvSpPr>
          <p:nvPr/>
        </p:nvSpPr>
        <p:spPr>
          <a:xfrm xmlns:a="http://schemas.openxmlformats.org/drawingml/2006/main">
            <a:off x="1541145" y="2994660"/>
            <a:ext cx="42053" cy="42053"/>
          </a:xfrm>
          <a:prstGeom xmlns:a="http://schemas.openxmlformats.org/drawingml/2006/main" prst="rect">
            <a:avLst/>
          </a:prstGeom>
          <a:solidFill xmlns:a="http://schemas.openxmlformats.org/drawingml/2006/main">
            <a:srgbClr val="86B6BC"/>
          </a:solidFill>
          <a:ln xmlns:a="http://schemas.openxmlformats.org/drawingml/2006/main" w="0">
            <a:noFill/>
          </a:ln>
        </p:spPr>
      </p:sp>
      <p:sp>
        <p:nvSpPr>
          <p:cNvPr id="127" name="rect-2-126">
            <a:extLst xmlns:a="http://schemas.openxmlformats.org/drawingml/2006/main">
              <a:ext uri="{FF2B5EF4-FFF2-40B4-BE49-F238E27FC236}">
                <a16:creationId xmlns:a16="http://schemas.microsoft.com/office/drawing/2014/main" id="{D4A182CC-E298-4E82-9415-447CBAE677CE}"/>
              </a:ext>
            </a:extLst>
          </p:cNvPr>
          <p:cNvSpPr>
            <a:spLocks xmlns:a="http://schemas.openxmlformats.org/drawingml/2006/main" noGrp="1"/>
          </p:cNvSpPr>
          <p:nvPr/>
        </p:nvSpPr>
        <p:spPr>
          <a:xfrm xmlns:a="http://schemas.openxmlformats.org/drawingml/2006/main">
            <a:off x="1583055" y="2994660"/>
            <a:ext cx="42053" cy="42053"/>
          </a:xfrm>
          <a:prstGeom xmlns:a="http://schemas.openxmlformats.org/drawingml/2006/main" prst="rect">
            <a:avLst/>
          </a:prstGeom>
          <a:solidFill xmlns:a="http://schemas.openxmlformats.org/drawingml/2006/main">
            <a:srgbClr val="7CB0B6"/>
          </a:solidFill>
          <a:ln xmlns:a="http://schemas.openxmlformats.org/drawingml/2006/main" w="0">
            <a:noFill/>
          </a:ln>
        </p:spPr>
      </p:sp>
      <p:sp>
        <p:nvSpPr>
          <p:cNvPr id="128" name="rect-2-127">
            <a:extLst xmlns:a="http://schemas.openxmlformats.org/drawingml/2006/main">
              <a:ext uri="{FF2B5EF4-FFF2-40B4-BE49-F238E27FC236}">
                <a16:creationId xmlns:a16="http://schemas.microsoft.com/office/drawing/2014/main" id="{9CF518F2-D7E0-4333-87F8-4DDCCFE28733}"/>
              </a:ext>
            </a:extLst>
          </p:cNvPr>
          <p:cNvSpPr>
            <a:spLocks xmlns:a="http://schemas.openxmlformats.org/drawingml/2006/main" noGrp="1"/>
          </p:cNvSpPr>
          <p:nvPr/>
        </p:nvSpPr>
        <p:spPr>
          <a:xfrm xmlns:a="http://schemas.openxmlformats.org/drawingml/2006/main">
            <a:off x="1624965" y="2994660"/>
            <a:ext cx="42053" cy="42053"/>
          </a:xfrm>
          <a:prstGeom xmlns:a="http://schemas.openxmlformats.org/drawingml/2006/main" prst="rect">
            <a:avLst/>
          </a:prstGeom>
          <a:solidFill xmlns:a="http://schemas.openxmlformats.org/drawingml/2006/main">
            <a:srgbClr val="C7DCDF"/>
          </a:solidFill>
          <a:ln xmlns:a="http://schemas.openxmlformats.org/drawingml/2006/main" w="0">
            <a:noFill/>
          </a:ln>
        </p:spPr>
      </p:sp>
      <p:sp>
        <p:nvSpPr>
          <p:cNvPr id="129" name="rect-2-128">
            <a:extLst xmlns:a="http://schemas.openxmlformats.org/drawingml/2006/main">
              <a:ext uri="{FF2B5EF4-FFF2-40B4-BE49-F238E27FC236}">
                <a16:creationId xmlns:a16="http://schemas.microsoft.com/office/drawing/2014/main" id="{8587364E-FC47-43E0-8501-77521D5CB2E8}"/>
              </a:ext>
            </a:extLst>
          </p:cNvPr>
          <p:cNvSpPr>
            <a:spLocks xmlns:a="http://schemas.openxmlformats.org/drawingml/2006/main" noGrp="1"/>
          </p:cNvSpPr>
          <p:nvPr/>
        </p:nvSpPr>
        <p:spPr>
          <a:xfrm xmlns:a="http://schemas.openxmlformats.org/drawingml/2006/main">
            <a:off x="1666875" y="2994660"/>
            <a:ext cx="42053" cy="42053"/>
          </a:xfrm>
          <a:prstGeom xmlns:a="http://schemas.openxmlformats.org/drawingml/2006/main" prst="rect">
            <a:avLst/>
          </a:prstGeom>
          <a:solidFill xmlns:a="http://schemas.openxmlformats.org/drawingml/2006/main">
            <a:srgbClr val="E7EEF0"/>
          </a:solidFill>
          <a:ln xmlns:a="http://schemas.openxmlformats.org/drawingml/2006/main" w="0">
            <a:noFill/>
          </a:ln>
        </p:spPr>
      </p:sp>
      <p:sp>
        <p:nvSpPr>
          <p:cNvPr id="130" name="rect-2-129">
            <a:extLst xmlns:a="http://schemas.openxmlformats.org/drawingml/2006/main">
              <a:ext uri="{FF2B5EF4-FFF2-40B4-BE49-F238E27FC236}">
                <a16:creationId xmlns:a16="http://schemas.microsoft.com/office/drawing/2014/main" id="{0EC4D797-1581-4E57-BC7A-611A3DF72059}"/>
              </a:ext>
            </a:extLst>
          </p:cNvPr>
          <p:cNvSpPr>
            <a:spLocks xmlns:a="http://schemas.openxmlformats.org/drawingml/2006/main" noGrp="1"/>
          </p:cNvSpPr>
          <p:nvPr/>
        </p:nvSpPr>
        <p:spPr>
          <a:xfrm xmlns:a="http://schemas.openxmlformats.org/drawingml/2006/main">
            <a:off x="1122045" y="3036570"/>
            <a:ext cx="42053" cy="42053"/>
          </a:xfrm>
          <a:prstGeom xmlns:a="http://schemas.openxmlformats.org/drawingml/2006/main" prst="rect">
            <a:avLst/>
          </a:prstGeom>
          <a:solidFill xmlns:a="http://schemas.openxmlformats.org/drawingml/2006/main">
            <a:srgbClr val="D2E2E5"/>
          </a:solidFill>
          <a:ln xmlns:a="http://schemas.openxmlformats.org/drawingml/2006/main" w="0">
            <a:noFill/>
          </a:ln>
        </p:spPr>
      </p:sp>
      <p:sp>
        <p:nvSpPr>
          <p:cNvPr id="131" name="rect-2-130">
            <a:extLst xmlns:a="http://schemas.openxmlformats.org/drawingml/2006/main">
              <a:ext uri="{FF2B5EF4-FFF2-40B4-BE49-F238E27FC236}">
                <a16:creationId xmlns:a16="http://schemas.microsoft.com/office/drawing/2014/main" id="{E76447A6-BF7E-46F6-A9C0-F5B27EFA434E}"/>
              </a:ext>
            </a:extLst>
          </p:cNvPr>
          <p:cNvSpPr>
            <a:spLocks xmlns:a="http://schemas.openxmlformats.org/drawingml/2006/main" noGrp="1"/>
          </p:cNvSpPr>
          <p:nvPr/>
        </p:nvSpPr>
        <p:spPr>
          <a:xfrm xmlns:a="http://schemas.openxmlformats.org/drawingml/2006/main">
            <a:off x="1163955" y="3036570"/>
            <a:ext cx="42053" cy="42053"/>
          </a:xfrm>
          <a:prstGeom xmlns:a="http://schemas.openxmlformats.org/drawingml/2006/main" prst="rect">
            <a:avLst/>
          </a:prstGeom>
          <a:solidFill xmlns:a="http://schemas.openxmlformats.org/drawingml/2006/main">
            <a:srgbClr val="98C0C5"/>
          </a:solidFill>
          <a:ln xmlns:a="http://schemas.openxmlformats.org/drawingml/2006/main" w="0">
            <a:noFill/>
          </a:ln>
        </p:spPr>
      </p:sp>
      <p:sp>
        <p:nvSpPr>
          <p:cNvPr id="132" name="rect-2-131">
            <a:extLst xmlns:a="http://schemas.openxmlformats.org/drawingml/2006/main">
              <a:ext uri="{FF2B5EF4-FFF2-40B4-BE49-F238E27FC236}">
                <a16:creationId xmlns:a16="http://schemas.microsoft.com/office/drawing/2014/main" id="{B7DE6766-55FA-4390-89F8-E7A02F591394}"/>
              </a:ext>
            </a:extLst>
          </p:cNvPr>
          <p:cNvSpPr>
            <a:spLocks xmlns:a="http://schemas.openxmlformats.org/drawingml/2006/main" noGrp="1"/>
          </p:cNvSpPr>
          <p:nvPr/>
        </p:nvSpPr>
        <p:spPr>
          <a:xfrm xmlns:a="http://schemas.openxmlformats.org/drawingml/2006/main">
            <a:off x="1205865" y="3036570"/>
            <a:ext cx="42053" cy="42053"/>
          </a:xfrm>
          <a:prstGeom xmlns:a="http://schemas.openxmlformats.org/drawingml/2006/main" prst="rect">
            <a:avLst/>
          </a:prstGeom>
          <a:solidFill xmlns:a="http://schemas.openxmlformats.org/drawingml/2006/main">
            <a:srgbClr val="6BA7AD"/>
          </a:solidFill>
          <a:ln xmlns:a="http://schemas.openxmlformats.org/drawingml/2006/main" w="0">
            <a:noFill/>
          </a:ln>
        </p:spPr>
      </p:sp>
      <p:sp>
        <p:nvSpPr>
          <p:cNvPr id="133" name="rect-2-132">
            <a:extLst xmlns:a="http://schemas.openxmlformats.org/drawingml/2006/main">
              <a:ext uri="{FF2B5EF4-FFF2-40B4-BE49-F238E27FC236}">
                <a16:creationId xmlns:a16="http://schemas.microsoft.com/office/drawing/2014/main" id="{AB8E91D6-4FA5-4C00-A52C-D734360F1B75}"/>
              </a:ext>
            </a:extLst>
          </p:cNvPr>
          <p:cNvSpPr>
            <a:spLocks xmlns:a="http://schemas.openxmlformats.org/drawingml/2006/main" noGrp="1"/>
          </p:cNvSpPr>
          <p:nvPr/>
        </p:nvSpPr>
        <p:spPr>
          <a:xfrm xmlns:a="http://schemas.openxmlformats.org/drawingml/2006/main">
            <a:off x="1247775" y="3036570"/>
            <a:ext cx="42053" cy="42053"/>
          </a:xfrm>
          <a:prstGeom xmlns:a="http://schemas.openxmlformats.org/drawingml/2006/main" prst="rect">
            <a:avLst/>
          </a:prstGeom>
          <a:solidFill xmlns:a="http://schemas.openxmlformats.org/drawingml/2006/main">
            <a:srgbClr val="469199"/>
          </a:solidFill>
          <a:ln xmlns:a="http://schemas.openxmlformats.org/drawingml/2006/main" w="0">
            <a:noFill/>
          </a:ln>
        </p:spPr>
      </p:sp>
      <p:sp>
        <p:nvSpPr>
          <p:cNvPr id="134" name="rect-2-133">
            <a:extLst xmlns:a="http://schemas.openxmlformats.org/drawingml/2006/main">
              <a:ext uri="{FF2B5EF4-FFF2-40B4-BE49-F238E27FC236}">
                <a16:creationId xmlns:a16="http://schemas.microsoft.com/office/drawing/2014/main" id="{FC80818C-427D-411C-8A22-073AF378AB4A}"/>
              </a:ext>
            </a:extLst>
          </p:cNvPr>
          <p:cNvSpPr>
            <a:spLocks xmlns:a="http://schemas.openxmlformats.org/drawingml/2006/main" noGrp="1"/>
          </p:cNvSpPr>
          <p:nvPr/>
        </p:nvSpPr>
        <p:spPr>
          <a:xfrm xmlns:a="http://schemas.openxmlformats.org/drawingml/2006/main">
            <a:off x="1289685" y="3036570"/>
            <a:ext cx="42053" cy="42053"/>
          </a:xfrm>
          <a:prstGeom xmlns:a="http://schemas.openxmlformats.org/drawingml/2006/main" prst="rect">
            <a:avLst/>
          </a:prstGeom>
          <a:solidFill xmlns:a="http://schemas.openxmlformats.org/drawingml/2006/main">
            <a:srgbClr val="3E8D95"/>
          </a:solidFill>
          <a:ln xmlns:a="http://schemas.openxmlformats.org/drawingml/2006/main" w="0">
            <a:noFill/>
          </a:ln>
        </p:spPr>
      </p:sp>
      <p:sp>
        <p:nvSpPr>
          <p:cNvPr id="135" name="rect-2-134">
            <a:extLst xmlns:a="http://schemas.openxmlformats.org/drawingml/2006/main">
              <a:ext uri="{FF2B5EF4-FFF2-40B4-BE49-F238E27FC236}">
                <a16:creationId xmlns:a16="http://schemas.microsoft.com/office/drawing/2014/main" id="{B036FBC8-82DE-4D3F-B3AC-2EFE9148DE58}"/>
              </a:ext>
            </a:extLst>
          </p:cNvPr>
          <p:cNvSpPr>
            <a:spLocks xmlns:a="http://schemas.openxmlformats.org/drawingml/2006/main" noGrp="1"/>
          </p:cNvSpPr>
          <p:nvPr/>
        </p:nvSpPr>
        <p:spPr>
          <a:xfrm xmlns:a="http://schemas.openxmlformats.org/drawingml/2006/main">
            <a:off x="1331595" y="3036570"/>
            <a:ext cx="42053" cy="42053"/>
          </a:xfrm>
          <a:prstGeom xmlns:a="http://schemas.openxmlformats.org/drawingml/2006/main" prst="rect">
            <a:avLst/>
          </a:prstGeom>
          <a:solidFill xmlns:a="http://schemas.openxmlformats.org/drawingml/2006/main">
            <a:srgbClr val="0C6B76"/>
          </a:solidFill>
          <a:ln xmlns:a="http://schemas.openxmlformats.org/drawingml/2006/main" w="0">
            <a:noFill/>
          </a:ln>
        </p:spPr>
      </p:sp>
      <p:sp>
        <p:nvSpPr>
          <p:cNvPr id="136" name="rect-2-135">
            <a:extLst xmlns:a="http://schemas.openxmlformats.org/drawingml/2006/main">
              <a:ext uri="{FF2B5EF4-FFF2-40B4-BE49-F238E27FC236}">
                <a16:creationId xmlns:a16="http://schemas.microsoft.com/office/drawing/2014/main" id="{65B31064-5AD9-4C9A-91D2-2D01D0C3FD2C}"/>
              </a:ext>
            </a:extLst>
          </p:cNvPr>
          <p:cNvSpPr>
            <a:spLocks xmlns:a="http://schemas.openxmlformats.org/drawingml/2006/main" noGrp="1"/>
          </p:cNvSpPr>
          <p:nvPr/>
        </p:nvSpPr>
        <p:spPr>
          <a:xfrm xmlns:a="http://schemas.openxmlformats.org/drawingml/2006/main">
            <a:off x="1373505" y="3036570"/>
            <a:ext cx="42053" cy="42053"/>
          </a:xfrm>
          <a:prstGeom xmlns:a="http://schemas.openxmlformats.org/drawingml/2006/main" prst="rect">
            <a:avLst/>
          </a:prstGeom>
          <a:solidFill xmlns:a="http://schemas.openxmlformats.org/drawingml/2006/main">
            <a:srgbClr val="0F5666"/>
          </a:solidFill>
          <a:ln xmlns:a="http://schemas.openxmlformats.org/drawingml/2006/main" w="0">
            <a:noFill/>
          </a:ln>
        </p:spPr>
      </p:sp>
      <p:sp>
        <p:nvSpPr>
          <p:cNvPr id="137" name="rect-2-136">
            <a:extLst xmlns:a="http://schemas.openxmlformats.org/drawingml/2006/main">
              <a:ext uri="{FF2B5EF4-FFF2-40B4-BE49-F238E27FC236}">
                <a16:creationId xmlns:a16="http://schemas.microsoft.com/office/drawing/2014/main" id="{9F1A37A3-A1BD-4278-8E1E-5F42CDCCBACC}"/>
              </a:ext>
            </a:extLst>
          </p:cNvPr>
          <p:cNvSpPr>
            <a:spLocks xmlns:a="http://schemas.openxmlformats.org/drawingml/2006/main" noGrp="1"/>
          </p:cNvSpPr>
          <p:nvPr/>
        </p:nvSpPr>
        <p:spPr>
          <a:xfrm xmlns:a="http://schemas.openxmlformats.org/drawingml/2006/main">
            <a:off x="1415415" y="3036570"/>
            <a:ext cx="42053" cy="42053"/>
          </a:xfrm>
          <a:prstGeom xmlns:a="http://schemas.openxmlformats.org/drawingml/2006/main" prst="rect">
            <a:avLst/>
          </a:prstGeom>
          <a:solidFill xmlns:a="http://schemas.openxmlformats.org/drawingml/2006/main">
            <a:srgbClr val="0F5062"/>
          </a:solidFill>
          <a:ln xmlns:a="http://schemas.openxmlformats.org/drawingml/2006/main" w="0">
            <a:noFill/>
          </a:ln>
        </p:spPr>
      </p:sp>
      <p:sp>
        <p:nvSpPr>
          <p:cNvPr id="138" name="rect-2-137">
            <a:extLst xmlns:a="http://schemas.openxmlformats.org/drawingml/2006/main">
              <a:ext uri="{FF2B5EF4-FFF2-40B4-BE49-F238E27FC236}">
                <a16:creationId xmlns:a16="http://schemas.microsoft.com/office/drawing/2014/main" id="{351322F5-F563-4ED9-8564-8F9EB03C9A42}"/>
              </a:ext>
            </a:extLst>
          </p:cNvPr>
          <p:cNvSpPr>
            <a:spLocks xmlns:a="http://schemas.openxmlformats.org/drawingml/2006/main" noGrp="1"/>
          </p:cNvSpPr>
          <p:nvPr/>
        </p:nvSpPr>
        <p:spPr>
          <a:xfrm xmlns:a="http://schemas.openxmlformats.org/drawingml/2006/main">
            <a:off x="1457325" y="3036570"/>
            <a:ext cx="42053" cy="42053"/>
          </a:xfrm>
          <a:prstGeom xmlns:a="http://schemas.openxmlformats.org/drawingml/2006/main" prst="rect">
            <a:avLst/>
          </a:prstGeom>
          <a:solidFill xmlns:a="http://schemas.openxmlformats.org/drawingml/2006/main">
            <a:srgbClr val="0C6773"/>
          </a:solidFill>
          <a:ln xmlns:a="http://schemas.openxmlformats.org/drawingml/2006/main" w="0">
            <a:noFill/>
          </a:ln>
        </p:spPr>
      </p:sp>
      <p:sp>
        <p:nvSpPr>
          <p:cNvPr id="139" name="rect-2-138">
            <a:extLst xmlns:a="http://schemas.openxmlformats.org/drawingml/2006/main">
              <a:ext uri="{FF2B5EF4-FFF2-40B4-BE49-F238E27FC236}">
                <a16:creationId xmlns:a16="http://schemas.microsoft.com/office/drawing/2014/main" id="{1AC5CEE9-7C49-4803-B278-5E6B997BCD0E}"/>
              </a:ext>
            </a:extLst>
          </p:cNvPr>
          <p:cNvSpPr>
            <a:spLocks xmlns:a="http://schemas.openxmlformats.org/drawingml/2006/main" noGrp="1"/>
          </p:cNvSpPr>
          <p:nvPr/>
        </p:nvSpPr>
        <p:spPr>
          <a:xfrm xmlns:a="http://schemas.openxmlformats.org/drawingml/2006/main">
            <a:off x="1499235" y="3036570"/>
            <a:ext cx="42053" cy="42053"/>
          </a:xfrm>
          <a:prstGeom xmlns:a="http://schemas.openxmlformats.org/drawingml/2006/main" prst="rect">
            <a:avLst/>
          </a:prstGeom>
          <a:solidFill xmlns:a="http://schemas.openxmlformats.org/drawingml/2006/main">
            <a:srgbClr val="0C6B76"/>
          </a:solidFill>
          <a:ln xmlns:a="http://schemas.openxmlformats.org/drawingml/2006/main" w="0">
            <a:noFill/>
          </a:ln>
        </p:spPr>
      </p:sp>
      <p:sp>
        <p:nvSpPr>
          <p:cNvPr id="140" name="rect-2-139">
            <a:extLst xmlns:a="http://schemas.openxmlformats.org/drawingml/2006/main">
              <a:ext uri="{FF2B5EF4-FFF2-40B4-BE49-F238E27FC236}">
                <a16:creationId xmlns:a16="http://schemas.microsoft.com/office/drawing/2014/main" id="{F4BE309B-108D-4DDD-A537-599C4C048B57}"/>
              </a:ext>
            </a:extLst>
          </p:cNvPr>
          <p:cNvSpPr>
            <a:spLocks xmlns:a="http://schemas.openxmlformats.org/drawingml/2006/main" noGrp="1"/>
          </p:cNvSpPr>
          <p:nvPr/>
        </p:nvSpPr>
        <p:spPr>
          <a:xfrm xmlns:a="http://schemas.openxmlformats.org/drawingml/2006/main">
            <a:off x="1541145" y="3036570"/>
            <a:ext cx="42053" cy="42053"/>
          </a:xfrm>
          <a:prstGeom xmlns:a="http://schemas.openxmlformats.org/drawingml/2006/main" prst="rect">
            <a:avLst/>
          </a:prstGeom>
          <a:solidFill xmlns:a="http://schemas.openxmlformats.org/drawingml/2006/main">
            <a:srgbClr val="0C6B76"/>
          </a:solidFill>
          <a:ln xmlns:a="http://schemas.openxmlformats.org/drawingml/2006/main" w="0">
            <a:noFill/>
          </a:ln>
        </p:spPr>
      </p:sp>
      <p:sp>
        <p:nvSpPr>
          <p:cNvPr id="141" name="rect-2-140">
            <a:extLst xmlns:a="http://schemas.openxmlformats.org/drawingml/2006/main">
              <a:ext uri="{FF2B5EF4-FFF2-40B4-BE49-F238E27FC236}">
                <a16:creationId xmlns:a16="http://schemas.microsoft.com/office/drawing/2014/main" id="{6659F86E-D4B6-4608-8558-01D3D806F1F2}"/>
              </a:ext>
            </a:extLst>
          </p:cNvPr>
          <p:cNvSpPr>
            <a:spLocks xmlns:a="http://schemas.openxmlformats.org/drawingml/2006/main" noGrp="1"/>
          </p:cNvSpPr>
          <p:nvPr/>
        </p:nvSpPr>
        <p:spPr>
          <a:xfrm xmlns:a="http://schemas.openxmlformats.org/drawingml/2006/main">
            <a:off x="1583055" y="3036570"/>
            <a:ext cx="42053" cy="42053"/>
          </a:xfrm>
          <a:prstGeom xmlns:a="http://schemas.openxmlformats.org/drawingml/2006/main" prst="rect">
            <a:avLst/>
          </a:prstGeom>
          <a:solidFill xmlns:a="http://schemas.openxmlformats.org/drawingml/2006/main">
            <a:srgbClr val="16767F"/>
          </a:solidFill>
          <a:ln xmlns:a="http://schemas.openxmlformats.org/drawingml/2006/main" w="0">
            <a:noFill/>
          </a:ln>
        </p:spPr>
      </p:sp>
      <p:sp>
        <p:nvSpPr>
          <p:cNvPr id="142" name="rect-2-141">
            <a:extLst xmlns:a="http://schemas.openxmlformats.org/drawingml/2006/main">
              <a:ext uri="{FF2B5EF4-FFF2-40B4-BE49-F238E27FC236}">
                <a16:creationId xmlns:a16="http://schemas.microsoft.com/office/drawing/2014/main" id="{71EEC97D-6F7C-4E67-9650-727D8BFE5BF1}"/>
              </a:ext>
            </a:extLst>
          </p:cNvPr>
          <p:cNvSpPr>
            <a:spLocks xmlns:a="http://schemas.openxmlformats.org/drawingml/2006/main" noGrp="1"/>
          </p:cNvSpPr>
          <p:nvPr/>
        </p:nvSpPr>
        <p:spPr>
          <a:xfrm xmlns:a="http://schemas.openxmlformats.org/drawingml/2006/main">
            <a:off x="1624965" y="3036570"/>
            <a:ext cx="42053" cy="42053"/>
          </a:xfrm>
          <a:prstGeom xmlns:a="http://schemas.openxmlformats.org/drawingml/2006/main" prst="rect">
            <a:avLst/>
          </a:prstGeom>
          <a:solidFill xmlns:a="http://schemas.openxmlformats.org/drawingml/2006/main">
            <a:srgbClr val="3E8D95"/>
          </a:solidFill>
          <a:ln xmlns:a="http://schemas.openxmlformats.org/drawingml/2006/main" w="0">
            <a:noFill/>
          </a:ln>
        </p:spPr>
      </p:sp>
      <p:sp>
        <p:nvSpPr>
          <p:cNvPr id="143" name="rect-2-142">
            <a:extLst xmlns:a="http://schemas.openxmlformats.org/drawingml/2006/main">
              <a:ext uri="{FF2B5EF4-FFF2-40B4-BE49-F238E27FC236}">
                <a16:creationId xmlns:a16="http://schemas.microsoft.com/office/drawing/2014/main" id="{882671FD-8B01-4F11-8FC1-FAFD7527FFE4}"/>
              </a:ext>
            </a:extLst>
          </p:cNvPr>
          <p:cNvSpPr>
            <a:spLocks xmlns:a="http://schemas.openxmlformats.org/drawingml/2006/main" noGrp="1"/>
          </p:cNvSpPr>
          <p:nvPr/>
        </p:nvSpPr>
        <p:spPr>
          <a:xfrm xmlns:a="http://schemas.openxmlformats.org/drawingml/2006/main">
            <a:off x="1666875" y="3036570"/>
            <a:ext cx="42053" cy="42053"/>
          </a:xfrm>
          <a:prstGeom xmlns:a="http://schemas.openxmlformats.org/drawingml/2006/main" prst="rect">
            <a:avLst/>
          </a:prstGeom>
          <a:solidFill xmlns:a="http://schemas.openxmlformats.org/drawingml/2006/main">
            <a:srgbClr val="C1D8DB"/>
          </a:solidFill>
          <a:ln xmlns:a="http://schemas.openxmlformats.org/drawingml/2006/main" w="0">
            <a:noFill/>
          </a:ln>
        </p:spPr>
      </p:sp>
      <p:sp>
        <p:nvSpPr>
          <p:cNvPr id="144" name="rect-2-143">
            <a:extLst xmlns:a="http://schemas.openxmlformats.org/drawingml/2006/main">
              <a:ext uri="{FF2B5EF4-FFF2-40B4-BE49-F238E27FC236}">
                <a16:creationId xmlns:a16="http://schemas.microsoft.com/office/drawing/2014/main" id="{36F5F93A-E78F-4500-8B85-ECF356EEF09B}"/>
              </a:ext>
            </a:extLst>
          </p:cNvPr>
          <p:cNvSpPr>
            <a:spLocks xmlns:a="http://schemas.openxmlformats.org/drawingml/2006/main" noGrp="1"/>
          </p:cNvSpPr>
          <p:nvPr/>
        </p:nvSpPr>
        <p:spPr>
          <a:xfrm xmlns:a="http://schemas.openxmlformats.org/drawingml/2006/main">
            <a:off x="1708785" y="3036570"/>
            <a:ext cx="42053" cy="42053"/>
          </a:xfrm>
          <a:prstGeom xmlns:a="http://schemas.openxmlformats.org/drawingml/2006/main" prst="rect">
            <a:avLst/>
          </a:prstGeom>
          <a:solidFill xmlns:a="http://schemas.openxmlformats.org/drawingml/2006/main">
            <a:srgbClr val="E9F0F2"/>
          </a:solidFill>
          <a:ln xmlns:a="http://schemas.openxmlformats.org/drawingml/2006/main" w="0">
            <a:noFill/>
          </a:ln>
        </p:spPr>
      </p:sp>
      <p:sp>
        <p:nvSpPr>
          <p:cNvPr id="145" name="rect-2-144">
            <a:extLst xmlns:a="http://schemas.openxmlformats.org/drawingml/2006/main">
              <a:ext uri="{FF2B5EF4-FFF2-40B4-BE49-F238E27FC236}">
                <a16:creationId xmlns:a16="http://schemas.microsoft.com/office/drawing/2014/main" id="{4E1E269E-7BDB-4A21-9091-390D44B8EB6D}"/>
              </a:ext>
            </a:extLst>
          </p:cNvPr>
          <p:cNvSpPr>
            <a:spLocks xmlns:a="http://schemas.openxmlformats.org/drawingml/2006/main" noGrp="1"/>
          </p:cNvSpPr>
          <p:nvPr/>
        </p:nvSpPr>
        <p:spPr>
          <a:xfrm xmlns:a="http://schemas.openxmlformats.org/drawingml/2006/main">
            <a:off x="1080135" y="3078480"/>
            <a:ext cx="42053" cy="42053"/>
          </a:xfrm>
          <a:prstGeom xmlns:a="http://schemas.openxmlformats.org/drawingml/2006/main" prst="rect">
            <a:avLst/>
          </a:prstGeom>
          <a:solidFill xmlns:a="http://schemas.openxmlformats.org/drawingml/2006/main">
            <a:srgbClr val="DCE8EB"/>
          </a:solidFill>
          <a:ln xmlns:a="http://schemas.openxmlformats.org/drawingml/2006/main" w="0">
            <a:noFill/>
          </a:ln>
        </p:spPr>
      </p:sp>
      <p:sp>
        <p:nvSpPr>
          <p:cNvPr id="146" name="rect-2-145">
            <a:extLst xmlns:a="http://schemas.openxmlformats.org/drawingml/2006/main">
              <a:ext uri="{FF2B5EF4-FFF2-40B4-BE49-F238E27FC236}">
                <a16:creationId xmlns:a16="http://schemas.microsoft.com/office/drawing/2014/main" id="{980E7388-2938-4DB0-A614-ECF05EFFEDD4}"/>
              </a:ext>
            </a:extLst>
          </p:cNvPr>
          <p:cNvSpPr>
            <a:spLocks xmlns:a="http://schemas.openxmlformats.org/drawingml/2006/main" noGrp="1"/>
          </p:cNvSpPr>
          <p:nvPr/>
        </p:nvSpPr>
        <p:spPr>
          <a:xfrm xmlns:a="http://schemas.openxmlformats.org/drawingml/2006/main">
            <a:off x="1122045" y="3078480"/>
            <a:ext cx="42053" cy="42053"/>
          </a:xfrm>
          <a:prstGeom xmlns:a="http://schemas.openxmlformats.org/drawingml/2006/main" prst="rect">
            <a:avLst/>
          </a:prstGeom>
          <a:solidFill xmlns:a="http://schemas.openxmlformats.org/drawingml/2006/main">
            <a:srgbClr val="AACBCF"/>
          </a:solidFill>
          <a:ln xmlns:a="http://schemas.openxmlformats.org/drawingml/2006/main" w="0">
            <a:noFill/>
          </a:ln>
        </p:spPr>
      </p:sp>
      <p:sp>
        <p:nvSpPr>
          <p:cNvPr id="147" name="rect-2-146">
            <a:extLst xmlns:a="http://schemas.openxmlformats.org/drawingml/2006/main">
              <a:ext uri="{FF2B5EF4-FFF2-40B4-BE49-F238E27FC236}">
                <a16:creationId xmlns:a16="http://schemas.microsoft.com/office/drawing/2014/main" id="{8DC92FF7-483F-4E62-8D52-D242932F1EF0}"/>
              </a:ext>
            </a:extLst>
          </p:cNvPr>
          <p:cNvSpPr>
            <a:spLocks xmlns:a="http://schemas.openxmlformats.org/drawingml/2006/main" noGrp="1"/>
          </p:cNvSpPr>
          <p:nvPr/>
        </p:nvSpPr>
        <p:spPr>
          <a:xfrm xmlns:a="http://schemas.openxmlformats.org/drawingml/2006/main">
            <a:off x="1163955" y="3078480"/>
            <a:ext cx="42053" cy="42053"/>
          </a:xfrm>
          <a:prstGeom xmlns:a="http://schemas.openxmlformats.org/drawingml/2006/main" prst="rect">
            <a:avLst/>
          </a:prstGeom>
          <a:solidFill xmlns:a="http://schemas.openxmlformats.org/drawingml/2006/main">
            <a:srgbClr val="75ACB3"/>
          </a:solidFill>
          <a:ln xmlns:a="http://schemas.openxmlformats.org/drawingml/2006/main" w="0">
            <a:noFill/>
          </a:ln>
        </p:spPr>
      </p:sp>
      <p:sp>
        <p:nvSpPr>
          <p:cNvPr id="148" name="rect-2-147">
            <a:extLst xmlns:a="http://schemas.openxmlformats.org/drawingml/2006/main">
              <a:ext uri="{FF2B5EF4-FFF2-40B4-BE49-F238E27FC236}">
                <a16:creationId xmlns:a16="http://schemas.microsoft.com/office/drawing/2014/main" id="{95AED7DD-CD93-4F9C-9C56-C610D891209D}"/>
              </a:ext>
            </a:extLst>
          </p:cNvPr>
          <p:cNvSpPr>
            <a:spLocks xmlns:a="http://schemas.openxmlformats.org/drawingml/2006/main" noGrp="1"/>
          </p:cNvSpPr>
          <p:nvPr/>
        </p:nvSpPr>
        <p:spPr>
          <a:xfrm xmlns:a="http://schemas.openxmlformats.org/drawingml/2006/main">
            <a:off x="1205865" y="3078480"/>
            <a:ext cx="42053" cy="42053"/>
          </a:xfrm>
          <a:prstGeom xmlns:a="http://schemas.openxmlformats.org/drawingml/2006/main" prst="rect">
            <a:avLst/>
          </a:prstGeom>
          <a:solidFill xmlns:a="http://schemas.openxmlformats.org/drawingml/2006/main">
            <a:srgbClr val="75ACB3"/>
          </a:solidFill>
          <a:ln xmlns:a="http://schemas.openxmlformats.org/drawingml/2006/main" w="0">
            <a:noFill/>
          </a:ln>
        </p:spPr>
      </p:sp>
      <p:sp>
        <p:nvSpPr>
          <p:cNvPr id="149" name="rect-2-148">
            <a:extLst xmlns:a="http://schemas.openxmlformats.org/drawingml/2006/main">
              <a:ext uri="{FF2B5EF4-FFF2-40B4-BE49-F238E27FC236}">
                <a16:creationId xmlns:a16="http://schemas.microsoft.com/office/drawing/2014/main" id="{64F187F1-7E05-4F69-A438-59E2F625759C}"/>
              </a:ext>
            </a:extLst>
          </p:cNvPr>
          <p:cNvSpPr>
            <a:spLocks xmlns:a="http://schemas.openxmlformats.org/drawingml/2006/main" noGrp="1"/>
          </p:cNvSpPr>
          <p:nvPr/>
        </p:nvSpPr>
        <p:spPr>
          <a:xfrm xmlns:a="http://schemas.openxmlformats.org/drawingml/2006/main">
            <a:off x="1247775" y="3078480"/>
            <a:ext cx="42053" cy="42053"/>
          </a:xfrm>
          <a:prstGeom xmlns:a="http://schemas.openxmlformats.org/drawingml/2006/main" prst="rect">
            <a:avLst/>
          </a:prstGeom>
          <a:solidFill xmlns:a="http://schemas.openxmlformats.org/drawingml/2006/main">
            <a:srgbClr val="257E87"/>
          </a:solidFill>
          <a:ln xmlns:a="http://schemas.openxmlformats.org/drawingml/2006/main" w="0">
            <a:noFill/>
          </a:ln>
        </p:spPr>
      </p:sp>
      <p:sp>
        <p:nvSpPr>
          <p:cNvPr id="150" name="rect-2-149">
            <a:extLst xmlns:a="http://schemas.openxmlformats.org/drawingml/2006/main">
              <a:ext uri="{FF2B5EF4-FFF2-40B4-BE49-F238E27FC236}">
                <a16:creationId xmlns:a16="http://schemas.microsoft.com/office/drawing/2014/main" id="{AE31893B-C35A-4943-907B-DE983ABB6DAD}"/>
              </a:ext>
            </a:extLst>
          </p:cNvPr>
          <p:cNvSpPr>
            <a:spLocks xmlns:a="http://schemas.openxmlformats.org/drawingml/2006/main" noGrp="1"/>
          </p:cNvSpPr>
          <p:nvPr/>
        </p:nvSpPr>
        <p:spPr>
          <a:xfrm xmlns:a="http://schemas.openxmlformats.org/drawingml/2006/main">
            <a:off x="1289685" y="3078480"/>
            <a:ext cx="42053" cy="42053"/>
          </a:xfrm>
          <a:prstGeom xmlns:a="http://schemas.openxmlformats.org/drawingml/2006/main" prst="rect">
            <a:avLst/>
          </a:prstGeom>
          <a:solidFill xmlns:a="http://schemas.openxmlformats.org/drawingml/2006/main">
            <a:srgbClr val="438F97"/>
          </a:solidFill>
          <a:ln xmlns:a="http://schemas.openxmlformats.org/drawingml/2006/main" w="0">
            <a:noFill/>
          </a:ln>
        </p:spPr>
      </p:sp>
      <p:sp>
        <p:nvSpPr>
          <p:cNvPr id="151" name="rect-2-150">
            <a:extLst xmlns:a="http://schemas.openxmlformats.org/drawingml/2006/main">
              <a:ext uri="{FF2B5EF4-FFF2-40B4-BE49-F238E27FC236}">
                <a16:creationId xmlns:a16="http://schemas.microsoft.com/office/drawing/2014/main" id="{109D8587-BC85-479B-B6A8-89DA34BC6827}"/>
              </a:ext>
            </a:extLst>
          </p:cNvPr>
          <p:cNvSpPr>
            <a:spLocks xmlns:a="http://schemas.openxmlformats.org/drawingml/2006/main" noGrp="1"/>
          </p:cNvSpPr>
          <p:nvPr/>
        </p:nvSpPr>
        <p:spPr>
          <a:xfrm xmlns:a="http://schemas.openxmlformats.org/drawingml/2006/main">
            <a:off x="1331595" y="3078480"/>
            <a:ext cx="42053" cy="42053"/>
          </a:xfrm>
          <a:prstGeom xmlns:a="http://schemas.openxmlformats.org/drawingml/2006/main" prst="rect">
            <a:avLst/>
          </a:prstGeom>
          <a:solidFill xmlns:a="http://schemas.openxmlformats.org/drawingml/2006/main">
            <a:srgbClr val="1F7B84"/>
          </a:solidFill>
          <a:ln xmlns:a="http://schemas.openxmlformats.org/drawingml/2006/main" w="0">
            <a:noFill/>
          </a:ln>
        </p:spPr>
      </p:sp>
      <p:sp>
        <p:nvSpPr>
          <p:cNvPr id="152" name="rect-2-151">
            <a:extLst xmlns:a="http://schemas.openxmlformats.org/drawingml/2006/main">
              <a:ext uri="{FF2B5EF4-FFF2-40B4-BE49-F238E27FC236}">
                <a16:creationId xmlns:a16="http://schemas.microsoft.com/office/drawing/2014/main" id="{E53631A7-3C9F-414D-B2BD-339C20487AAE}"/>
              </a:ext>
            </a:extLst>
          </p:cNvPr>
          <p:cNvSpPr>
            <a:spLocks xmlns:a="http://schemas.openxmlformats.org/drawingml/2006/main" noGrp="1"/>
          </p:cNvSpPr>
          <p:nvPr/>
        </p:nvSpPr>
        <p:spPr>
          <a:xfrm xmlns:a="http://schemas.openxmlformats.org/drawingml/2006/main">
            <a:off x="1373505" y="3078480"/>
            <a:ext cx="42053" cy="42053"/>
          </a:xfrm>
          <a:prstGeom xmlns:a="http://schemas.openxmlformats.org/drawingml/2006/main" prst="rect">
            <a:avLst/>
          </a:prstGeom>
          <a:solidFill xmlns:a="http://schemas.openxmlformats.org/drawingml/2006/main">
            <a:srgbClr val="267E87"/>
          </a:solidFill>
          <a:ln xmlns:a="http://schemas.openxmlformats.org/drawingml/2006/main" w="0">
            <a:noFill/>
          </a:ln>
        </p:spPr>
      </p:sp>
      <p:sp>
        <p:nvSpPr>
          <p:cNvPr id="153" name="rect-2-152">
            <a:extLst xmlns:a="http://schemas.openxmlformats.org/drawingml/2006/main">
              <a:ext uri="{FF2B5EF4-FFF2-40B4-BE49-F238E27FC236}">
                <a16:creationId xmlns:a16="http://schemas.microsoft.com/office/drawing/2014/main" id="{1A4A0CE1-82B2-4B21-980D-64858C878EAD}"/>
              </a:ext>
            </a:extLst>
          </p:cNvPr>
          <p:cNvSpPr>
            <a:spLocks xmlns:a="http://schemas.openxmlformats.org/drawingml/2006/main" noGrp="1"/>
          </p:cNvSpPr>
          <p:nvPr/>
        </p:nvSpPr>
        <p:spPr>
          <a:xfrm xmlns:a="http://schemas.openxmlformats.org/drawingml/2006/main">
            <a:off x="1415415" y="3078480"/>
            <a:ext cx="42053" cy="42053"/>
          </a:xfrm>
          <a:prstGeom xmlns:a="http://schemas.openxmlformats.org/drawingml/2006/main" prst="rect">
            <a:avLst/>
          </a:prstGeom>
          <a:solidFill xmlns:a="http://schemas.openxmlformats.org/drawingml/2006/main">
            <a:srgbClr val="11495C"/>
          </a:solidFill>
          <a:ln xmlns:a="http://schemas.openxmlformats.org/drawingml/2006/main" w="0">
            <a:noFill/>
          </a:ln>
        </p:spPr>
      </p:sp>
      <p:sp>
        <p:nvSpPr>
          <p:cNvPr id="154" name="rect-2-153">
            <a:extLst xmlns:a="http://schemas.openxmlformats.org/drawingml/2006/main">
              <a:ext uri="{FF2B5EF4-FFF2-40B4-BE49-F238E27FC236}">
                <a16:creationId xmlns:a16="http://schemas.microsoft.com/office/drawing/2014/main" id="{C076787F-4216-43DA-8A3D-41067CCAC442}"/>
              </a:ext>
            </a:extLst>
          </p:cNvPr>
          <p:cNvSpPr>
            <a:spLocks xmlns:a="http://schemas.openxmlformats.org/drawingml/2006/main" noGrp="1"/>
          </p:cNvSpPr>
          <p:nvPr/>
        </p:nvSpPr>
        <p:spPr>
          <a:xfrm xmlns:a="http://schemas.openxmlformats.org/drawingml/2006/main">
            <a:off x="1457325" y="3078480"/>
            <a:ext cx="42053" cy="42053"/>
          </a:xfrm>
          <a:prstGeom xmlns:a="http://schemas.openxmlformats.org/drawingml/2006/main" prst="rect">
            <a:avLst/>
          </a:prstGeom>
          <a:solidFill xmlns:a="http://schemas.openxmlformats.org/drawingml/2006/main">
            <a:srgbClr val="0F5465"/>
          </a:solidFill>
          <a:ln xmlns:a="http://schemas.openxmlformats.org/drawingml/2006/main" w="0">
            <a:noFill/>
          </a:ln>
        </p:spPr>
      </p:sp>
      <p:sp>
        <p:nvSpPr>
          <p:cNvPr id="155" name="rect-2-154">
            <a:extLst xmlns:a="http://schemas.openxmlformats.org/drawingml/2006/main">
              <a:ext uri="{FF2B5EF4-FFF2-40B4-BE49-F238E27FC236}">
                <a16:creationId xmlns:a16="http://schemas.microsoft.com/office/drawing/2014/main" id="{5C7A53A2-1020-43F4-9F07-5238D9A9D14F}"/>
              </a:ext>
            </a:extLst>
          </p:cNvPr>
          <p:cNvSpPr>
            <a:spLocks xmlns:a="http://schemas.openxmlformats.org/drawingml/2006/main" noGrp="1"/>
          </p:cNvSpPr>
          <p:nvPr/>
        </p:nvSpPr>
        <p:spPr>
          <a:xfrm xmlns:a="http://schemas.openxmlformats.org/drawingml/2006/main">
            <a:off x="1499235" y="3078480"/>
            <a:ext cx="42053" cy="42053"/>
          </a:xfrm>
          <a:prstGeom xmlns:a="http://schemas.openxmlformats.org/drawingml/2006/main" prst="rect">
            <a:avLst/>
          </a:prstGeom>
          <a:solidFill xmlns:a="http://schemas.openxmlformats.org/drawingml/2006/main">
            <a:srgbClr val="105062"/>
          </a:solidFill>
          <a:ln xmlns:a="http://schemas.openxmlformats.org/drawingml/2006/main" w="0">
            <a:noFill/>
          </a:ln>
        </p:spPr>
      </p:sp>
      <p:sp>
        <p:nvSpPr>
          <p:cNvPr id="156" name="rect-2-155">
            <a:extLst xmlns:a="http://schemas.openxmlformats.org/drawingml/2006/main">
              <a:ext uri="{FF2B5EF4-FFF2-40B4-BE49-F238E27FC236}">
                <a16:creationId xmlns:a16="http://schemas.microsoft.com/office/drawing/2014/main" id="{CCE5143C-FE70-45C9-AF58-C1A0D2A0623A}"/>
              </a:ext>
            </a:extLst>
          </p:cNvPr>
          <p:cNvSpPr>
            <a:spLocks xmlns:a="http://schemas.openxmlformats.org/drawingml/2006/main" noGrp="1"/>
          </p:cNvSpPr>
          <p:nvPr/>
        </p:nvSpPr>
        <p:spPr>
          <a:xfrm xmlns:a="http://schemas.openxmlformats.org/drawingml/2006/main">
            <a:off x="1541145" y="3078480"/>
            <a:ext cx="42053" cy="42053"/>
          </a:xfrm>
          <a:prstGeom xmlns:a="http://schemas.openxmlformats.org/drawingml/2006/main" prst="rect">
            <a:avLst/>
          </a:prstGeom>
          <a:solidFill xmlns:a="http://schemas.openxmlformats.org/drawingml/2006/main">
            <a:srgbClr val="0F5263"/>
          </a:solidFill>
          <a:ln xmlns:a="http://schemas.openxmlformats.org/drawingml/2006/main" w="0">
            <a:noFill/>
          </a:ln>
        </p:spPr>
      </p:sp>
      <p:sp>
        <p:nvSpPr>
          <p:cNvPr id="157" name="rect-2-156">
            <a:extLst xmlns:a="http://schemas.openxmlformats.org/drawingml/2006/main">
              <a:ext uri="{FF2B5EF4-FFF2-40B4-BE49-F238E27FC236}">
                <a16:creationId xmlns:a16="http://schemas.microsoft.com/office/drawing/2014/main" id="{A324CE54-2088-4CF4-8F7B-58B4E41F13CF}"/>
              </a:ext>
            </a:extLst>
          </p:cNvPr>
          <p:cNvSpPr>
            <a:spLocks xmlns:a="http://schemas.openxmlformats.org/drawingml/2006/main" noGrp="1"/>
          </p:cNvSpPr>
          <p:nvPr/>
        </p:nvSpPr>
        <p:spPr>
          <a:xfrm xmlns:a="http://schemas.openxmlformats.org/drawingml/2006/main">
            <a:off x="1583055" y="3078480"/>
            <a:ext cx="42053" cy="42053"/>
          </a:xfrm>
          <a:prstGeom xmlns:a="http://schemas.openxmlformats.org/drawingml/2006/main" prst="rect">
            <a:avLst/>
          </a:prstGeom>
          <a:solidFill xmlns:a="http://schemas.openxmlformats.org/drawingml/2006/main">
            <a:srgbClr val="0E5969"/>
          </a:solidFill>
          <a:ln xmlns:a="http://schemas.openxmlformats.org/drawingml/2006/main" w="0">
            <a:noFill/>
          </a:ln>
        </p:spPr>
      </p:sp>
      <p:sp>
        <p:nvSpPr>
          <p:cNvPr id="158" name="rect-2-157">
            <a:extLst xmlns:a="http://schemas.openxmlformats.org/drawingml/2006/main">
              <a:ext uri="{FF2B5EF4-FFF2-40B4-BE49-F238E27FC236}">
                <a16:creationId xmlns:a16="http://schemas.microsoft.com/office/drawing/2014/main" id="{65E6B3D6-1D5F-439E-8A07-D1D2E8402EA5}"/>
              </a:ext>
            </a:extLst>
          </p:cNvPr>
          <p:cNvSpPr>
            <a:spLocks xmlns:a="http://schemas.openxmlformats.org/drawingml/2006/main" noGrp="1"/>
          </p:cNvSpPr>
          <p:nvPr/>
        </p:nvSpPr>
        <p:spPr>
          <a:xfrm xmlns:a="http://schemas.openxmlformats.org/drawingml/2006/main">
            <a:off x="1624965" y="3078480"/>
            <a:ext cx="42053" cy="42053"/>
          </a:xfrm>
          <a:prstGeom xmlns:a="http://schemas.openxmlformats.org/drawingml/2006/main" prst="rect">
            <a:avLst/>
          </a:prstGeom>
          <a:solidFill xmlns:a="http://schemas.openxmlformats.org/drawingml/2006/main">
            <a:srgbClr val="30848D"/>
          </a:solidFill>
          <a:ln xmlns:a="http://schemas.openxmlformats.org/drawingml/2006/main" w="0">
            <a:noFill/>
          </a:ln>
        </p:spPr>
      </p:sp>
      <p:sp>
        <p:nvSpPr>
          <p:cNvPr id="159" name="rect-2-158">
            <a:extLst xmlns:a="http://schemas.openxmlformats.org/drawingml/2006/main">
              <a:ext uri="{FF2B5EF4-FFF2-40B4-BE49-F238E27FC236}">
                <a16:creationId xmlns:a16="http://schemas.microsoft.com/office/drawing/2014/main" id="{C1CFB177-F49B-4B94-AA69-EB2C593FE3F4}"/>
              </a:ext>
            </a:extLst>
          </p:cNvPr>
          <p:cNvSpPr>
            <a:spLocks xmlns:a="http://schemas.openxmlformats.org/drawingml/2006/main" noGrp="1"/>
          </p:cNvSpPr>
          <p:nvPr/>
        </p:nvSpPr>
        <p:spPr>
          <a:xfrm xmlns:a="http://schemas.openxmlformats.org/drawingml/2006/main">
            <a:off x="1666875" y="3078480"/>
            <a:ext cx="42053" cy="42053"/>
          </a:xfrm>
          <a:prstGeom xmlns:a="http://schemas.openxmlformats.org/drawingml/2006/main" prst="rect">
            <a:avLst/>
          </a:prstGeom>
          <a:solidFill xmlns:a="http://schemas.openxmlformats.org/drawingml/2006/main">
            <a:srgbClr val="B4D1D5"/>
          </a:solidFill>
          <a:ln xmlns:a="http://schemas.openxmlformats.org/drawingml/2006/main" w="0">
            <a:noFill/>
          </a:ln>
        </p:spPr>
      </p:sp>
      <p:sp>
        <p:nvSpPr>
          <p:cNvPr id="160" name="rect-2-159">
            <a:extLst xmlns:a="http://schemas.openxmlformats.org/drawingml/2006/main">
              <a:ext uri="{FF2B5EF4-FFF2-40B4-BE49-F238E27FC236}">
                <a16:creationId xmlns:a16="http://schemas.microsoft.com/office/drawing/2014/main" id="{9C98CB35-0DE5-43A0-B772-7E3D6491A5D6}"/>
              </a:ext>
            </a:extLst>
          </p:cNvPr>
          <p:cNvSpPr>
            <a:spLocks xmlns:a="http://schemas.openxmlformats.org/drawingml/2006/main" noGrp="1"/>
          </p:cNvSpPr>
          <p:nvPr/>
        </p:nvSpPr>
        <p:spPr>
          <a:xfrm xmlns:a="http://schemas.openxmlformats.org/drawingml/2006/main">
            <a:off x="1708785" y="3078480"/>
            <a:ext cx="42053" cy="42053"/>
          </a:xfrm>
          <a:prstGeom xmlns:a="http://schemas.openxmlformats.org/drawingml/2006/main" prst="rect">
            <a:avLst/>
          </a:prstGeom>
          <a:solidFill xmlns:a="http://schemas.openxmlformats.org/drawingml/2006/main">
            <a:srgbClr val="DFEAEC"/>
          </a:solidFill>
          <a:ln xmlns:a="http://schemas.openxmlformats.org/drawingml/2006/main" w="0">
            <a:noFill/>
          </a:ln>
        </p:spPr>
      </p:sp>
      <p:sp>
        <p:nvSpPr>
          <p:cNvPr id="161" name="rect-2-160">
            <a:extLst xmlns:a="http://schemas.openxmlformats.org/drawingml/2006/main">
              <a:ext uri="{FF2B5EF4-FFF2-40B4-BE49-F238E27FC236}">
                <a16:creationId xmlns:a16="http://schemas.microsoft.com/office/drawing/2014/main" id="{A338A8C8-5E1C-4717-8618-47E90FF79CA0}"/>
              </a:ext>
            </a:extLst>
          </p:cNvPr>
          <p:cNvSpPr>
            <a:spLocks xmlns:a="http://schemas.openxmlformats.org/drawingml/2006/main" noGrp="1"/>
          </p:cNvSpPr>
          <p:nvPr/>
        </p:nvSpPr>
        <p:spPr>
          <a:xfrm xmlns:a="http://schemas.openxmlformats.org/drawingml/2006/main">
            <a:off x="1750695" y="307848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162" name="rect-2-161">
            <a:extLst xmlns:a="http://schemas.openxmlformats.org/drawingml/2006/main">
              <a:ext uri="{FF2B5EF4-FFF2-40B4-BE49-F238E27FC236}">
                <a16:creationId xmlns:a16="http://schemas.microsoft.com/office/drawing/2014/main" id="{0083BF27-4D88-4E7B-B14A-7DB3BA8600A6}"/>
              </a:ext>
            </a:extLst>
          </p:cNvPr>
          <p:cNvSpPr>
            <a:spLocks xmlns:a="http://schemas.openxmlformats.org/drawingml/2006/main" noGrp="1"/>
          </p:cNvSpPr>
          <p:nvPr/>
        </p:nvSpPr>
        <p:spPr>
          <a:xfrm xmlns:a="http://schemas.openxmlformats.org/drawingml/2006/main">
            <a:off x="1122045" y="3120390"/>
            <a:ext cx="42053" cy="42053"/>
          </a:xfrm>
          <a:prstGeom xmlns:a="http://schemas.openxmlformats.org/drawingml/2006/main" prst="rect">
            <a:avLst/>
          </a:prstGeom>
          <a:solidFill xmlns:a="http://schemas.openxmlformats.org/drawingml/2006/main">
            <a:srgbClr val="C8DCDF"/>
          </a:solidFill>
          <a:ln xmlns:a="http://schemas.openxmlformats.org/drawingml/2006/main" w="0">
            <a:noFill/>
          </a:ln>
        </p:spPr>
      </p:sp>
      <p:sp>
        <p:nvSpPr>
          <p:cNvPr id="163" name="rect-2-162">
            <a:extLst xmlns:a="http://schemas.openxmlformats.org/drawingml/2006/main">
              <a:ext uri="{FF2B5EF4-FFF2-40B4-BE49-F238E27FC236}">
                <a16:creationId xmlns:a16="http://schemas.microsoft.com/office/drawing/2014/main" id="{322749A7-6944-45DF-A79F-6F32B49B5DE9}"/>
              </a:ext>
            </a:extLst>
          </p:cNvPr>
          <p:cNvSpPr>
            <a:spLocks xmlns:a="http://schemas.openxmlformats.org/drawingml/2006/main" noGrp="1"/>
          </p:cNvSpPr>
          <p:nvPr/>
        </p:nvSpPr>
        <p:spPr>
          <a:xfrm xmlns:a="http://schemas.openxmlformats.org/drawingml/2006/main">
            <a:off x="1163955" y="3120390"/>
            <a:ext cx="42053" cy="42053"/>
          </a:xfrm>
          <a:prstGeom xmlns:a="http://schemas.openxmlformats.org/drawingml/2006/main" prst="rect">
            <a:avLst/>
          </a:prstGeom>
          <a:solidFill xmlns:a="http://schemas.openxmlformats.org/drawingml/2006/main">
            <a:srgbClr val="A4C8CC"/>
          </a:solidFill>
          <a:ln xmlns:a="http://schemas.openxmlformats.org/drawingml/2006/main" w="0">
            <a:noFill/>
          </a:ln>
        </p:spPr>
      </p:sp>
      <p:sp>
        <p:nvSpPr>
          <p:cNvPr id="164" name="rect-2-163">
            <a:extLst xmlns:a="http://schemas.openxmlformats.org/drawingml/2006/main">
              <a:ext uri="{FF2B5EF4-FFF2-40B4-BE49-F238E27FC236}">
                <a16:creationId xmlns:a16="http://schemas.microsoft.com/office/drawing/2014/main" id="{75E15FF8-7A64-48E0-9BCE-35325C889153}"/>
              </a:ext>
            </a:extLst>
          </p:cNvPr>
          <p:cNvSpPr>
            <a:spLocks xmlns:a="http://schemas.openxmlformats.org/drawingml/2006/main" noGrp="1"/>
          </p:cNvSpPr>
          <p:nvPr/>
        </p:nvSpPr>
        <p:spPr>
          <a:xfrm xmlns:a="http://schemas.openxmlformats.org/drawingml/2006/main">
            <a:off x="1205865" y="3120390"/>
            <a:ext cx="42053" cy="42053"/>
          </a:xfrm>
          <a:prstGeom xmlns:a="http://schemas.openxmlformats.org/drawingml/2006/main" prst="rect">
            <a:avLst/>
          </a:prstGeom>
          <a:solidFill xmlns:a="http://schemas.openxmlformats.org/drawingml/2006/main">
            <a:srgbClr val="277F88"/>
          </a:solidFill>
          <a:ln xmlns:a="http://schemas.openxmlformats.org/drawingml/2006/main" w="0">
            <a:noFill/>
          </a:ln>
        </p:spPr>
      </p:sp>
      <p:sp>
        <p:nvSpPr>
          <p:cNvPr id="165" name="rect-2-164">
            <a:extLst xmlns:a="http://schemas.openxmlformats.org/drawingml/2006/main">
              <a:ext uri="{FF2B5EF4-FFF2-40B4-BE49-F238E27FC236}">
                <a16:creationId xmlns:a16="http://schemas.microsoft.com/office/drawing/2014/main" id="{25014767-E130-4F06-8562-C9C22BBF7315}"/>
              </a:ext>
            </a:extLst>
          </p:cNvPr>
          <p:cNvSpPr>
            <a:spLocks xmlns:a="http://schemas.openxmlformats.org/drawingml/2006/main" noGrp="1"/>
          </p:cNvSpPr>
          <p:nvPr/>
        </p:nvSpPr>
        <p:spPr>
          <a:xfrm xmlns:a="http://schemas.openxmlformats.org/drawingml/2006/main">
            <a:off x="1247775" y="3120390"/>
            <a:ext cx="42053" cy="42053"/>
          </a:xfrm>
          <a:prstGeom xmlns:a="http://schemas.openxmlformats.org/drawingml/2006/main" prst="rect">
            <a:avLst/>
          </a:prstGeom>
          <a:solidFill xmlns:a="http://schemas.openxmlformats.org/drawingml/2006/main">
            <a:srgbClr val="32858E"/>
          </a:solidFill>
          <a:ln xmlns:a="http://schemas.openxmlformats.org/drawingml/2006/main" w="0">
            <a:noFill/>
          </a:ln>
        </p:spPr>
      </p:sp>
      <p:sp>
        <p:nvSpPr>
          <p:cNvPr id="166" name="rect-2-165">
            <a:extLst xmlns:a="http://schemas.openxmlformats.org/drawingml/2006/main">
              <a:ext uri="{FF2B5EF4-FFF2-40B4-BE49-F238E27FC236}">
                <a16:creationId xmlns:a16="http://schemas.microsoft.com/office/drawing/2014/main" id="{BA9037FC-AA99-4E72-9F9F-851D20CBAB40}"/>
              </a:ext>
            </a:extLst>
          </p:cNvPr>
          <p:cNvSpPr>
            <a:spLocks xmlns:a="http://schemas.openxmlformats.org/drawingml/2006/main" noGrp="1"/>
          </p:cNvSpPr>
          <p:nvPr/>
        </p:nvSpPr>
        <p:spPr>
          <a:xfrm xmlns:a="http://schemas.openxmlformats.org/drawingml/2006/main">
            <a:off x="1289685" y="3120390"/>
            <a:ext cx="42053" cy="42053"/>
          </a:xfrm>
          <a:prstGeom xmlns:a="http://schemas.openxmlformats.org/drawingml/2006/main" prst="rect">
            <a:avLst/>
          </a:prstGeom>
          <a:solidFill xmlns:a="http://schemas.openxmlformats.org/drawingml/2006/main">
            <a:srgbClr val="5FA0A7"/>
          </a:solidFill>
          <a:ln xmlns:a="http://schemas.openxmlformats.org/drawingml/2006/main" w="0">
            <a:noFill/>
          </a:ln>
        </p:spPr>
      </p:sp>
      <p:sp>
        <p:nvSpPr>
          <p:cNvPr id="167" name="rect-2-166">
            <a:extLst xmlns:a="http://schemas.openxmlformats.org/drawingml/2006/main">
              <a:ext uri="{FF2B5EF4-FFF2-40B4-BE49-F238E27FC236}">
                <a16:creationId xmlns:a16="http://schemas.microsoft.com/office/drawing/2014/main" id="{AD0AE773-3AB9-41F7-8927-91A091809E2D}"/>
              </a:ext>
            </a:extLst>
          </p:cNvPr>
          <p:cNvSpPr>
            <a:spLocks xmlns:a="http://schemas.openxmlformats.org/drawingml/2006/main" noGrp="1"/>
          </p:cNvSpPr>
          <p:nvPr/>
        </p:nvSpPr>
        <p:spPr>
          <a:xfrm xmlns:a="http://schemas.openxmlformats.org/drawingml/2006/main">
            <a:off x="1331595" y="3120390"/>
            <a:ext cx="42053" cy="42053"/>
          </a:xfrm>
          <a:prstGeom xmlns:a="http://schemas.openxmlformats.org/drawingml/2006/main" prst="rect">
            <a:avLst/>
          </a:prstGeom>
          <a:solidFill xmlns:a="http://schemas.openxmlformats.org/drawingml/2006/main">
            <a:srgbClr val="3E8D95"/>
          </a:solidFill>
          <a:ln xmlns:a="http://schemas.openxmlformats.org/drawingml/2006/main" w="0">
            <a:noFill/>
          </a:ln>
        </p:spPr>
      </p:sp>
      <p:sp>
        <p:nvSpPr>
          <p:cNvPr id="168" name="rect-2-167">
            <a:extLst xmlns:a="http://schemas.openxmlformats.org/drawingml/2006/main">
              <a:ext uri="{FF2B5EF4-FFF2-40B4-BE49-F238E27FC236}">
                <a16:creationId xmlns:a16="http://schemas.microsoft.com/office/drawing/2014/main" id="{8533AFE5-6564-4E1E-8491-5FEC8E5EEB91}"/>
              </a:ext>
            </a:extLst>
          </p:cNvPr>
          <p:cNvSpPr>
            <a:spLocks xmlns:a="http://schemas.openxmlformats.org/drawingml/2006/main" noGrp="1"/>
          </p:cNvSpPr>
          <p:nvPr/>
        </p:nvSpPr>
        <p:spPr>
          <a:xfrm xmlns:a="http://schemas.openxmlformats.org/drawingml/2006/main">
            <a:off x="1373505" y="3120390"/>
            <a:ext cx="42053" cy="42053"/>
          </a:xfrm>
          <a:prstGeom xmlns:a="http://schemas.openxmlformats.org/drawingml/2006/main" prst="rect">
            <a:avLst/>
          </a:prstGeom>
          <a:solidFill xmlns:a="http://schemas.openxmlformats.org/drawingml/2006/main">
            <a:srgbClr val="0E5969"/>
          </a:solidFill>
          <a:ln xmlns:a="http://schemas.openxmlformats.org/drawingml/2006/main" w="0">
            <a:noFill/>
          </a:ln>
        </p:spPr>
      </p:sp>
      <p:sp>
        <p:nvSpPr>
          <p:cNvPr id="169" name="rect-2-168">
            <a:extLst xmlns:a="http://schemas.openxmlformats.org/drawingml/2006/main">
              <a:ext uri="{FF2B5EF4-FFF2-40B4-BE49-F238E27FC236}">
                <a16:creationId xmlns:a16="http://schemas.microsoft.com/office/drawing/2014/main" id="{14CF9143-3410-4AA7-9710-DF35905536B2}"/>
              </a:ext>
            </a:extLst>
          </p:cNvPr>
          <p:cNvSpPr>
            <a:spLocks xmlns:a="http://schemas.openxmlformats.org/drawingml/2006/main" noGrp="1"/>
          </p:cNvSpPr>
          <p:nvPr/>
        </p:nvSpPr>
        <p:spPr>
          <a:xfrm xmlns:a="http://schemas.openxmlformats.org/drawingml/2006/main">
            <a:off x="1415415" y="3120390"/>
            <a:ext cx="42053" cy="42053"/>
          </a:xfrm>
          <a:prstGeom xmlns:a="http://schemas.openxmlformats.org/drawingml/2006/main" prst="rect">
            <a:avLst/>
          </a:prstGeom>
          <a:solidFill xmlns:a="http://schemas.openxmlformats.org/drawingml/2006/main">
            <a:srgbClr val="104B5E"/>
          </a:solidFill>
          <a:ln xmlns:a="http://schemas.openxmlformats.org/drawingml/2006/main" w="0">
            <a:noFill/>
          </a:ln>
        </p:spPr>
      </p:sp>
      <p:sp>
        <p:nvSpPr>
          <p:cNvPr id="170" name="rect-2-169">
            <a:extLst xmlns:a="http://schemas.openxmlformats.org/drawingml/2006/main">
              <a:ext uri="{FF2B5EF4-FFF2-40B4-BE49-F238E27FC236}">
                <a16:creationId xmlns:a16="http://schemas.microsoft.com/office/drawing/2014/main" id="{4F4E4FC6-B562-49AA-B7FF-9F2B378ECBEB}"/>
              </a:ext>
            </a:extLst>
          </p:cNvPr>
          <p:cNvSpPr>
            <a:spLocks xmlns:a="http://schemas.openxmlformats.org/drawingml/2006/main" noGrp="1"/>
          </p:cNvSpPr>
          <p:nvPr/>
        </p:nvSpPr>
        <p:spPr>
          <a:xfrm xmlns:a="http://schemas.openxmlformats.org/drawingml/2006/main">
            <a:off x="1457325" y="3120390"/>
            <a:ext cx="42053" cy="42053"/>
          </a:xfrm>
          <a:prstGeom xmlns:a="http://schemas.openxmlformats.org/drawingml/2006/main" prst="rect">
            <a:avLst/>
          </a:prstGeom>
          <a:solidFill xmlns:a="http://schemas.openxmlformats.org/drawingml/2006/main">
            <a:srgbClr val="104E60"/>
          </a:solidFill>
          <a:ln xmlns:a="http://schemas.openxmlformats.org/drawingml/2006/main" w="0">
            <a:noFill/>
          </a:ln>
        </p:spPr>
      </p:sp>
      <p:sp>
        <p:nvSpPr>
          <p:cNvPr id="171" name="rect-2-170">
            <a:extLst xmlns:a="http://schemas.openxmlformats.org/drawingml/2006/main">
              <a:ext uri="{FF2B5EF4-FFF2-40B4-BE49-F238E27FC236}">
                <a16:creationId xmlns:a16="http://schemas.microsoft.com/office/drawing/2014/main" id="{ADAA1D12-41FC-4436-AD1A-F7E262789A76}"/>
              </a:ext>
            </a:extLst>
          </p:cNvPr>
          <p:cNvSpPr>
            <a:spLocks xmlns:a="http://schemas.openxmlformats.org/drawingml/2006/main" noGrp="1"/>
          </p:cNvSpPr>
          <p:nvPr/>
        </p:nvSpPr>
        <p:spPr>
          <a:xfrm xmlns:a="http://schemas.openxmlformats.org/drawingml/2006/main">
            <a:off x="1499235" y="3120390"/>
            <a:ext cx="42053" cy="42053"/>
          </a:xfrm>
          <a:prstGeom xmlns:a="http://schemas.openxmlformats.org/drawingml/2006/main" prst="rect">
            <a:avLst/>
          </a:prstGeom>
          <a:solidFill xmlns:a="http://schemas.openxmlformats.org/drawingml/2006/main">
            <a:srgbClr val="104B5E"/>
          </a:solidFill>
          <a:ln xmlns:a="http://schemas.openxmlformats.org/drawingml/2006/main" w="0">
            <a:noFill/>
          </a:ln>
        </p:spPr>
      </p:sp>
      <p:sp>
        <p:nvSpPr>
          <p:cNvPr id="172" name="rect-2-171">
            <a:extLst xmlns:a="http://schemas.openxmlformats.org/drawingml/2006/main">
              <a:ext uri="{FF2B5EF4-FFF2-40B4-BE49-F238E27FC236}">
                <a16:creationId xmlns:a16="http://schemas.microsoft.com/office/drawing/2014/main" id="{FC2D5E48-9ED7-45FC-A2D7-62D6D09289F7}"/>
              </a:ext>
            </a:extLst>
          </p:cNvPr>
          <p:cNvSpPr>
            <a:spLocks xmlns:a="http://schemas.openxmlformats.org/drawingml/2006/main" noGrp="1"/>
          </p:cNvSpPr>
          <p:nvPr/>
        </p:nvSpPr>
        <p:spPr>
          <a:xfrm xmlns:a="http://schemas.openxmlformats.org/drawingml/2006/main">
            <a:off x="1541145" y="3120390"/>
            <a:ext cx="42053" cy="42053"/>
          </a:xfrm>
          <a:prstGeom xmlns:a="http://schemas.openxmlformats.org/drawingml/2006/main" prst="rect">
            <a:avLst/>
          </a:prstGeom>
          <a:solidFill xmlns:a="http://schemas.openxmlformats.org/drawingml/2006/main">
            <a:srgbClr val="0D6270"/>
          </a:solidFill>
          <a:ln xmlns:a="http://schemas.openxmlformats.org/drawingml/2006/main" w="0">
            <a:noFill/>
          </a:ln>
        </p:spPr>
      </p:sp>
      <p:sp>
        <p:nvSpPr>
          <p:cNvPr id="173" name="rect-2-172">
            <a:extLst xmlns:a="http://schemas.openxmlformats.org/drawingml/2006/main">
              <a:ext uri="{FF2B5EF4-FFF2-40B4-BE49-F238E27FC236}">
                <a16:creationId xmlns:a16="http://schemas.microsoft.com/office/drawing/2014/main" id="{67C019EF-4678-4E63-97E1-048396C33FD8}"/>
              </a:ext>
            </a:extLst>
          </p:cNvPr>
          <p:cNvSpPr>
            <a:spLocks xmlns:a="http://schemas.openxmlformats.org/drawingml/2006/main" noGrp="1"/>
          </p:cNvSpPr>
          <p:nvPr/>
        </p:nvSpPr>
        <p:spPr>
          <a:xfrm xmlns:a="http://schemas.openxmlformats.org/drawingml/2006/main">
            <a:off x="1583055" y="3120390"/>
            <a:ext cx="42053" cy="42053"/>
          </a:xfrm>
          <a:prstGeom xmlns:a="http://schemas.openxmlformats.org/drawingml/2006/main" prst="rect">
            <a:avLst/>
          </a:prstGeom>
          <a:solidFill xmlns:a="http://schemas.openxmlformats.org/drawingml/2006/main">
            <a:srgbClr val="0D606E"/>
          </a:solidFill>
          <a:ln xmlns:a="http://schemas.openxmlformats.org/drawingml/2006/main" w="0">
            <a:noFill/>
          </a:ln>
        </p:spPr>
      </p:sp>
      <p:sp>
        <p:nvSpPr>
          <p:cNvPr id="174" name="rect-2-173">
            <a:extLst xmlns:a="http://schemas.openxmlformats.org/drawingml/2006/main">
              <a:ext uri="{FF2B5EF4-FFF2-40B4-BE49-F238E27FC236}">
                <a16:creationId xmlns:a16="http://schemas.microsoft.com/office/drawing/2014/main" id="{BB826C4C-EC12-4CDF-B0AF-79111C04A854}"/>
              </a:ext>
            </a:extLst>
          </p:cNvPr>
          <p:cNvSpPr>
            <a:spLocks xmlns:a="http://schemas.openxmlformats.org/drawingml/2006/main" noGrp="1"/>
          </p:cNvSpPr>
          <p:nvPr/>
        </p:nvSpPr>
        <p:spPr>
          <a:xfrm xmlns:a="http://schemas.openxmlformats.org/drawingml/2006/main">
            <a:off x="1624965" y="3120390"/>
            <a:ext cx="42053" cy="42053"/>
          </a:xfrm>
          <a:prstGeom xmlns:a="http://schemas.openxmlformats.org/drawingml/2006/main" prst="rect">
            <a:avLst/>
          </a:prstGeom>
          <a:solidFill xmlns:a="http://schemas.openxmlformats.org/drawingml/2006/main">
            <a:srgbClr val="0B6F79"/>
          </a:solidFill>
          <a:ln xmlns:a="http://schemas.openxmlformats.org/drawingml/2006/main" w="0">
            <a:noFill/>
          </a:ln>
        </p:spPr>
      </p:sp>
      <p:sp>
        <p:nvSpPr>
          <p:cNvPr id="175" name="rect-2-174">
            <a:extLst xmlns:a="http://schemas.openxmlformats.org/drawingml/2006/main">
              <a:ext uri="{FF2B5EF4-FFF2-40B4-BE49-F238E27FC236}">
                <a16:creationId xmlns:a16="http://schemas.microsoft.com/office/drawing/2014/main" id="{85EC2F75-F828-4F33-835D-C77E4C704BBC}"/>
              </a:ext>
            </a:extLst>
          </p:cNvPr>
          <p:cNvSpPr>
            <a:spLocks xmlns:a="http://schemas.openxmlformats.org/drawingml/2006/main" noGrp="1"/>
          </p:cNvSpPr>
          <p:nvPr/>
        </p:nvSpPr>
        <p:spPr>
          <a:xfrm xmlns:a="http://schemas.openxmlformats.org/drawingml/2006/main">
            <a:off x="1666875" y="3120390"/>
            <a:ext cx="42053" cy="42053"/>
          </a:xfrm>
          <a:prstGeom xmlns:a="http://schemas.openxmlformats.org/drawingml/2006/main" prst="rect">
            <a:avLst/>
          </a:prstGeom>
          <a:solidFill xmlns:a="http://schemas.openxmlformats.org/drawingml/2006/main">
            <a:srgbClr val="7CB0B6"/>
          </a:solidFill>
          <a:ln xmlns:a="http://schemas.openxmlformats.org/drawingml/2006/main" w="0">
            <a:noFill/>
          </a:ln>
        </p:spPr>
      </p:sp>
      <p:sp>
        <p:nvSpPr>
          <p:cNvPr id="176" name="rect-2-175">
            <a:extLst xmlns:a="http://schemas.openxmlformats.org/drawingml/2006/main">
              <a:ext uri="{FF2B5EF4-FFF2-40B4-BE49-F238E27FC236}">
                <a16:creationId xmlns:a16="http://schemas.microsoft.com/office/drawing/2014/main" id="{71C096EE-AC97-41C0-AC5B-7C9BA91B236F}"/>
              </a:ext>
            </a:extLst>
          </p:cNvPr>
          <p:cNvSpPr>
            <a:spLocks xmlns:a="http://schemas.openxmlformats.org/drawingml/2006/main" noGrp="1"/>
          </p:cNvSpPr>
          <p:nvPr/>
        </p:nvSpPr>
        <p:spPr>
          <a:xfrm xmlns:a="http://schemas.openxmlformats.org/drawingml/2006/main">
            <a:off x="1708785" y="3120390"/>
            <a:ext cx="42053" cy="42053"/>
          </a:xfrm>
          <a:prstGeom xmlns:a="http://schemas.openxmlformats.org/drawingml/2006/main" prst="rect">
            <a:avLst/>
          </a:prstGeom>
          <a:solidFill xmlns:a="http://schemas.openxmlformats.org/drawingml/2006/main">
            <a:srgbClr val="CADDE0"/>
          </a:solidFill>
          <a:ln xmlns:a="http://schemas.openxmlformats.org/drawingml/2006/main" w="0">
            <a:noFill/>
          </a:ln>
        </p:spPr>
      </p:sp>
      <p:sp>
        <p:nvSpPr>
          <p:cNvPr id="177" name="rect-2-176">
            <a:extLst xmlns:a="http://schemas.openxmlformats.org/drawingml/2006/main">
              <a:ext uri="{FF2B5EF4-FFF2-40B4-BE49-F238E27FC236}">
                <a16:creationId xmlns:a16="http://schemas.microsoft.com/office/drawing/2014/main" id="{037F48FA-D7AA-4EEE-8AC9-997E42DC7A28}"/>
              </a:ext>
            </a:extLst>
          </p:cNvPr>
          <p:cNvSpPr>
            <a:spLocks xmlns:a="http://schemas.openxmlformats.org/drawingml/2006/main" noGrp="1"/>
          </p:cNvSpPr>
          <p:nvPr/>
        </p:nvSpPr>
        <p:spPr>
          <a:xfrm xmlns:a="http://schemas.openxmlformats.org/drawingml/2006/main">
            <a:off x="1750695" y="3120390"/>
            <a:ext cx="42053" cy="42053"/>
          </a:xfrm>
          <a:prstGeom xmlns:a="http://schemas.openxmlformats.org/drawingml/2006/main" prst="rect">
            <a:avLst/>
          </a:prstGeom>
          <a:solidFill xmlns:a="http://schemas.openxmlformats.org/drawingml/2006/main">
            <a:srgbClr val="DBE7EA"/>
          </a:solidFill>
          <a:ln xmlns:a="http://schemas.openxmlformats.org/drawingml/2006/main" w="0">
            <a:noFill/>
          </a:ln>
        </p:spPr>
      </p:sp>
      <p:sp>
        <p:nvSpPr>
          <p:cNvPr id="178" name="rect-2-177">
            <a:extLst xmlns:a="http://schemas.openxmlformats.org/drawingml/2006/main">
              <a:ext uri="{FF2B5EF4-FFF2-40B4-BE49-F238E27FC236}">
                <a16:creationId xmlns:a16="http://schemas.microsoft.com/office/drawing/2014/main" id="{1BE24C1B-4632-4BBD-8302-F6A7956A36DF}"/>
              </a:ext>
            </a:extLst>
          </p:cNvPr>
          <p:cNvSpPr>
            <a:spLocks xmlns:a="http://schemas.openxmlformats.org/drawingml/2006/main" noGrp="1"/>
          </p:cNvSpPr>
          <p:nvPr/>
        </p:nvSpPr>
        <p:spPr>
          <a:xfrm xmlns:a="http://schemas.openxmlformats.org/drawingml/2006/main">
            <a:off x="1080135" y="316230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179" name="rect-2-178">
            <a:extLst xmlns:a="http://schemas.openxmlformats.org/drawingml/2006/main">
              <a:ext uri="{FF2B5EF4-FFF2-40B4-BE49-F238E27FC236}">
                <a16:creationId xmlns:a16="http://schemas.microsoft.com/office/drawing/2014/main" id="{8904DEC1-DEC6-488F-825A-FFCC999C28AA}"/>
              </a:ext>
            </a:extLst>
          </p:cNvPr>
          <p:cNvSpPr>
            <a:spLocks xmlns:a="http://schemas.openxmlformats.org/drawingml/2006/main" noGrp="1"/>
          </p:cNvSpPr>
          <p:nvPr/>
        </p:nvSpPr>
        <p:spPr>
          <a:xfrm xmlns:a="http://schemas.openxmlformats.org/drawingml/2006/main">
            <a:off x="1122045" y="3162300"/>
            <a:ext cx="42053" cy="42053"/>
          </a:xfrm>
          <a:prstGeom xmlns:a="http://schemas.openxmlformats.org/drawingml/2006/main" prst="rect">
            <a:avLst/>
          </a:prstGeom>
          <a:solidFill xmlns:a="http://schemas.openxmlformats.org/drawingml/2006/main">
            <a:srgbClr val="C5DBDE"/>
          </a:solidFill>
          <a:ln xmlns:a="http://schemas.openxmlformats.org/drawingml/2006/main" w="0">
            <a:noFill/>
          </a:ln>
        </p:spPr>
      </p:sp>
      <p:sp>
        <p:nvSpPr>
          <p:cNvPr id="180" name="rect-2-179">
            <a:extLst xmlns:a="http://schemas.openxmlformats.org/drawingml/2006/main">
              <a:ext uri="{FF2B5EF4-FFF2-40B4-BE49-F238E27FC236}">
                <a16:creationId xmlns:a16="http://schemas.microsoft.com/office/drawing/2014/main" id="{7FCBBB2D-AECE-4FD3-BCC0-952A4963A84B}"/>
              </a:ext>
            </a:extLst>
          </p:cNvPr>
          <p:cNvSpPr>
            <a:spLocks xmlns:a="http://schemas.openxmlformats.org/drawingml/2006/main" noGrp="1"/>
          </p:cNvSpPr>
          <p:nvPr/>
        </p:nvSpPr>
        <p:spPr>
          <a:xfrm xmlns:a="http://schemas.openxmlformats.org/drawingml/2006/main">
            <a:off x="1163955" y="3162300"/>
            <a:ext cx="42053" cy="42053"/>
          </a:xfrm>
          <a:prstGeom xmlns:a="http://schemas.openxmlformats.org/drawingml/2006/main" prst="rect">
            <a:avLst/>
          </a:prstGeom>
          <a:solidFill xmlns:a="http://schemas.openxmlformats.org/drawingml/2006/main">
            <a:srgbClr val="8AB8BE"/>
          </a:solidFill>
          <a:ln xmlns:a="http://schemas.openxmlformats.org/drawingml/2006/main" w="0">
            <a:noFill/>
          </a:ln>
        </p:spPr>
      </p:sp>
      <p:sp>
        <p:nvSpPr>
          <p:cNvPr id="181" name="rect-2-180">
            <a:extLst xmlns:a="http://schemas.openxmlformats.org/drawingml/2006/main">
              <a:ext uri="{FF2B5EF4-FFF2-40B4-BE49-F238E27FC236}">
                <a16:creationId xmlns:a16="http://schemas.microsoft.com/office/drawing/2014/main" id="{15DAECB3-F475-4CBE-847E-C85993093075}"/>
              </a:ext>
            </a:extLst>
          </p:cNvPr>
          <p:cNvSpPr>
            <a:spLocks xmlns:a="http://schemas.openxmlformats.org/drawingml/2006/main" noGrp="1"/>
          </p:cNvSpPr>
          <p:nvPr/>
        </p:nvSpPr>
        <p:spPr>
          <a:xfrm xmlns:a="http://schemas.openxmlformats.org/drawingml/2006/main">
            <a:off x="1205865" y="3162300"/>
            <a:ext cx="42053" cy="42053"/>
          </a:xfrm>
          <a:prstGeom xmlns:a="http://schemas.openxmlformats.org/drawingml/2006/main" prst="rect">
            <a:avLst/>
          </a:prstGeom>
          <a:solidFill xmlns:a="http://schemas.openxmlformats.org/drawingml/2006/main">
            <a:srgbClr val="5D9EA5"/>
          </a:solidFill>
          <a:ln xmlns:a="http://schemas.openxmlformats.org/drawingml/2006/main" w="0">
            <a:noFill/>
          </a:ln>
        </p:spPr>
      </p:sp>
      <p:sp>
        <p:nvSpPr>
          <p:cNvPr id="182" name="rect-2-181">
            <a:extLst xmlns:a="http://schemas.openxmlformats.org/drawingml/2006/main">
              <a:ext uri="{FF2B5EF4-FFF2-40B4-BE49-F238E27FC236}">
                <a16:creationId xmlns:a16="http://schemas.microsoft.com/office/drawing/2014/main" id="{F51477C6-3218-4974-BAF8-535C332D5857}"/>
              </a:ext>
            </a:extLst>
          </p:cNvPr>
          <p:cNvSpPr>
            <a:spLocks xmlns:a="http://schemas.openxmlformats.org/drawingml/2006/main" noGrp="1"/>
          </p:cNvSpPr>
          <p:nvPr/>
        </p:nvSpPr>
        <p:spPr>
          <a:xfrm xmlns:a="http://schemas.openxmlformats.org/drawingml/2006/main">
            <a:off x="1247775" y="3162300"/>
            <a:ext cx="42053" cy="42053"/>
          </a:xfrm>
          <a:prstGeom xmlns:a="http://schemas.openxmlformats.org/drawingml/2006/main" prst="rect">
            <a:avLst/>
          </a:prstGeom>
          <a:solidFill xmlns:a="http://schemas.openxmlformats.org/drawingml/2006/main">
            <a:srgbClr val="61A1A8"/>
          </a:solidFill>
          <a:ln xmlns:a="http://schemas.openxmlformats.org/drawingml/2006/main" w="0">
            <a:noFill/>
          </a:ln>
        </p:spPr>
      </p:sp>
      <p:sp>
        <p:nvSpPr>
          <p:cNvPr id="183" name="rect-2-182">
            <a:extLst xmlns:a="http://schemas.openxmlformats.org/drawingml/2006/main">
              <a:ext uri="{FF2B5EF4-FFF2-40B4-BE49-F238E27FC236}">
                <a16:creationId xmlns:a16="http://schemas.microsoft.com/office/drawing/2014/main" id="{8707306E-F1AD-49BB-80CF-025D056FD6F5}"/>
              </a:ext>
            </a:extLst>
          </p:cNvPr>
          <p:cNvSpPr>
            <a:spLocks xmlns:a="http://schemas.openxmlformats.org/drawingml/2006/main" noGrp="1"/>
          </p:cNvSpPr>
          <p:nvPr/>
        </p:nvSpPr>
        <p:spPr>
          <a:xfrm xmlns:a="http://schemas.openxmlformats.org/drawingml/2006/main">
            <a:off x="1289685" y="3162300"/>
            <a:ext cx="42053" cy="42053"/>
          </a:xfrm>
          <a:prstGeom xmlns:a="http://schemas.openxmlformats.org/drawingml/2006/main" prst="rect">
            <a:avLst/>
          </a:prstGeom>
          <a:solidFill xmlns:a="http://schemas.openxmlformats.org/drawingml/2006/main">
            <a:srgbClr val="187780"/>
          </a:solidFill>
          <a:ln xmlns:a="http://schemas.openxmlformats.org/drawingml/2006/main" w="0">
            <a:noFill/>
          </a:ln>
        </p:spPr>
      </p:sp>
      <p:sp>
        <p:nvSpPr>
          <p:cNvPr id="184" name="rect-2-183">
            <a:extLst xmlns:a="http://schemas.openxmlformats.org/drawingml/2006/main">
              <a:ext uri="{FF2B5EF4-FFF2-40B4-BE49-F238E27FC236}">
                <a16:creationId xmlns:a16="http://schemas.microsoft.com/office/drawing/2014/main" id="{7A97C8F4-0FAD-4874-A753-B04245868958}"/>
              </a:ext>
            </a:extLst>
          </p:cNvPr>
          <p:cNvSpPr>
            <a:spLocks xmlns:a="http://schemas.openxmlformats.org/drawingml/2006/main" noGrp="1"/>
          </p:cNvSpPr>
          <p:nvPr/>
        </p:nvSpPr>
        <p:spPr>
          <a:xfrm xmlns:a="http://schemas.openxmlformats.org/drawingml/2006/main">
            <a:off x="1331595" y="3162300"/>
            <a:ext cx="42053" cy="42053"/>
          </a:xfrm>
          <a:prstGeom xmlns:a="http://schemas.openxmlformats.org/drawingml/2006/main" prst="rect">
            <a:avLst/>
          </a:prstGeom>
          <a:solidFill xmlns:a="http://schemas.openxmlformats.org/drawingml/2006/main">
            <a:srgbClr val="0F717B"/>
          </a:solidFill>
          <a:ln xmlns:a="http://schemas.openxmlformats.org/drawingml/2006/main" w="0">
            <a:noFill/>
          </a:ln>
        </p:spPr>
      </p:sp>
      <p:sp>
        <p:nvSpPr>
          <p:cNvPr id="185" name="rect-2-184">
            <a:extLst xmlns:a="http://schemas.openxmlformats.org/drawingml/2006/main">
              <a:ext uri="{FF2B5EF4-FFF2-40B4-BE49-F238E27FC236}">
                <a16:creationId xmlns:a16="http://schemas.microsoft.com/office/drawing/2014/main" id="{AF60B621-C821-4684-9AAE-264ACABF5E98}"/>
              </a:ext>
            </a:extLst>
          </p:cNvPr>
          <p:cNvSpPr>
            <a:spLocks xmlns:a="http://schemas.openxmlformats.org/drawingml/2006/main" noGrp="1"/>
          </p:cNvSpPr>
          <p:nvPr/>
        </p:nvSpPr>
        <p:spPr>
          <a:xfrm xmlns:a="http://schemas.openxmlformats.org/drawingml/2006/main">
            <a:off x="1373505" y="3162300"/>
            <a:ext cx="42053" cy="42053"/>
          </a:xfrm>
          <a:prstGeom xmlns:a="http://schemas.openxmlformats.org/drawingml/2006/main" prst="rect">
            <a:avLst/>
          </a:prstGeom>
          <a:solidFill xmlns:a="http://schemas.openxmlformats.org/drawingml/2006/main">
            <a:srgbClr val="0E5B6A"/>
          </a:solidFill>
          <a:ln xmlns:a="http://schemas.openxmlformats.org/drawingml/2006/main" w="0">
            <a:noFill/>
          </a:ln>
        </p:spPr>
      </p:sp>
      <p:sp>
        <p:nvSpPr>
          <p:cNvPr id="186" name="rect-2-185">
            <a:extLst xmlns:a="http://schemas.openxmlformats.org/drawingml/2006/main">
              <a:ext uri="{FF2B5EF4-FFF2-40B4-BE49-F238E27FC236}">
                <a16:creationId xmlns:a16="http://schemas.microsoft.com/office/drawing/2014/main" id="{CE7F0A25-430B-436C-B1BC-999929D1C90F}"/>
              </a:ext>
            </a:extLst>
          </p:cNvPr>
          <p:cNvSpPr>
            <a:spLocks xmlns:a="http://schemas.openxmlformats.org/drawingml/2006/main" noGrp="1"/>
          </p:cNvSpPr>
          <p:nvPr/>
        </p:nvSpPr>
        <p:spPr>
          <a:xfrm xmlns:a="http://schemas.openxmlformats.org/drawingml/2006/main">
            <a:off x="1415415" y="3162300"/>
            <a:ext cx="42053" cy="42053"/>
          </a:xfrm>
          <a:prstGeom xmlns:a="http://schemas.openxmlformats.org/drawingml/2006/main" prst="rect">
            <a:avLst/>
          </a:prstGeom>
          <a:solidFill xmlns:a="http://schemas.openxmlformats.org/drawingml/2006/main">
            <a:srgbClr val="0F5465"/>
          </a:solidFill>
          <a:ln xmlns:a="http://schemas.openxmlformats.org/drawingml/2006/main" w="0">
            <a:noFill/>
          </a:ln>
        </p:spPr>
      </p:sp>
      <p:sp>
        <p:nvSpPr>
          <p:cNvPr id="187" name="rect-2-186">
            <a:extLst xmlns:a="http://schemas.openxmlformats.org/drawingml/2006/main">
              <a:ext uri="{FF2B5EF4-FFF2-40B4-BE49-F238E27FC236}">
                <a16:creationId xmlns:a16="http://schemas.microsoft.com/office/drawing/2014/main" id="{878EE2E2-13E1-4A90-BC6E-C738606955D1}"/>
              </a:ext>
            </a:extLst>
          </p:cNvPr>
          <p:cNvSpPr>
            <a:spLocks xmlns:a="http://schemas.openxmlformats.org/drawingml/2006/main" noGrp="1"/>
          </p:cNvSpPr>
          <p:nvPr/>
        </p:nvSpPr>
        <p:spPr>
          <a:xfrm xmlns:a="http://schemas.openxmlformats.org/drawingml/2006/main">
            <a:off x="1457325" y="3162300"/>
            <a:ext cx="42053" cy="42053"/>
          </a:xfrm>
          <a:prstGeom xmlns:a="http://schemas.openxmlformats.org/drawingml/2006/main" prst="rect">
            <a:avLst/>
          </a:prstGeom>
          <a:solidFill xmlns:a="http://schemas.openxmlformats.org/drawingml/2006/main">
            <a:srgbClr val="13354E"/>
          </a:solidFill>
          <a:ln xmlns:a="http://schemas.openxmlformats.org/drawingml/2006/main" w="0">
            <a:noFill/>
          </a:ln>
        </p:spPr>
      </p:sp>
      <p:sp>
        <p:nvSpPr>
          <p:cNvPr id="188" name="rect-2-187">
            <a:extLst xmlns:a="http://schemas.openxmlformats.org/drawingml/2006/main">
              <a:ext uri="{FF2B5EF4-FFF2-40B4-BE49-F238E27FC236}">
                <a16:creationId xmlns:a16="http://schemas.microsoft.com/office/drawing/2014/main" id="{6D07990F-7FF5-4BDB-9B54-C04F0EE5EA59}"/>
              </a:ext>
            </a:extLst>
          </p:cNvPr>
          <p:cNvSpPr>
            <a:spLocks xmlns:a="http://schemas.openxmlformats.org/drawingml/2006/main" noGrp="1"/>
          </p:cNvSpPr>
          <p:nvPr/>
        </p:nvSpPr>
        <p:spPr>
          <a:xfrm xmlns:a="http://schemas.openxmlformats.org/drawingml/2006/main">
            <a:off x="1499235" y="3162300"/>
            <a:ext cx="42053" cy="42053"/>
          </a:xfrm>
          <a:prstGeom xmlns:a="http://schemas.openxmlformats.org/drawingml/2006/main" prst="rect">
            <a:avLst/>
          </a:prstGeom>
          <a:solidFill xmlns:a="http://schemas.openxmlformats.org/drawingml/2006/main">
            <a:srgbClr val="104D60"/>
          </a:solidFill>
          <a:ln xmlns:a="http://schemas.openxmlformats.org/drawingml/2006/main" w="0">
            <a:noFill/>
          </a:ln>
        </p:spPr>
      </p:sp>
      <p:sp>
        <p:nvSpPr>
          <p:cNvPr id="189" name="rect-2-188">
            <a:extLst xmlns:a="http://schemas.openxmlformats.org/drawingml/2006/main">
              <a:ext uri="{FF2B5EF4-FFF2-40B4-BE49-F238E27FC236}">
                <a16:creationId xmlns:a16="http://schemas.microsoft.com/office/drawing/2014/main" id="{3A71528B-6EC9-4DC3-9969-39ECEFBD5A23}"/>
              </a:ext>
            </a:extLst>
          </p:cNvPr>
          <p:cNvSpPr>
            <a:spLocks xmlns:a="http://schemas.openxmlformats.org/drawingml/2006/main" noGrp="1"/>
          </p:cNvSpPr>
          <p:nvPr/>
        </p:nvSpPr>
        <p:spPr>
          <a:xfrm xmlns:a="http://schemas.openxmlformats.org/drawingml/2006/main">
            <a:off x="1541145" y="3162300"/>
            <a:ext cx="42053" cy="42053"/>
          </a:xfrm>
          <a:prstGeom xmlns:a="http://schemas.openxmlformats.org/drawingml/2006/main" prst="rect">
            <a:avLst/>
          </a:prstGeom>
          <a:solidFill xmlns:a="http://schemas.openxmlformats.org/drawingml/2006/main">
            <a:srgbClr val="0F5364"/>
          </a:solidFill>
          <a:ln xmlns:a="http://schemas.openxmlformats.org/drawingml/2006/main" w="0">
            <a:noFill/>
          </a:ln>
        </p:spPr>
      </p:sp>
      <p:sp>
        <p:nvSpPr>
          <p:cNvPr id="190" name="rect-2-189">
            <a:extLst xmlns:a="http://schemas.openxmlformats.org/drawingml/2006/main">
              <a:ext uri="{FF2B5EF4-FFF2-40B4-BE49-F238E27FC236}">
                <a16:creationId xmlns:a16="http://schemas.microsoft.com/office/drawing/2014/main" id="{66F02626-9487-4E4C-9FFF-AF95D4FD9816}"/>
              </a:ext>
            </a:extLst>
          </p:cNvPr>
          <p:cNvSpPr>
            <a:spLocks xmlns:a="http://schemas.openxmlformats.org/drawingml/2006/main" noGrp="1"/>
          </p:cNvSpPr>
          <p:nvPr/>
        </p:nvSpPr>
        <p:spPr>
          <a:xfrm xmlns:a="http://schemas.openxmlformats.org/drawingml/2006/main">
            <a:off x="1583055" y="3162300"/>
            <a:ext cx="42053" cy="42053"/>
          </a:xfrm>
          <a:prstGeom xmlns:a="http://schemas.openxmlformats.org/drawingml/2006/main" prst="rect">
            <a:avLst/>
          </a:prstGeom>
          <a:solidFill xmlns:a="http://schemas.openxmlformats.org/drawingml/2006/main">
            <a:srgbClr val="0D6471"/>
          </a:solidFill>
          <a:ln xmlns:a="http://schemas.openxmlformats.org/drawingml/2006/main" w="0">
            <a:noFill/>
          </a:ln>
        </p:spPr>
      </p:sp>
      <p:sp>
        <p:nvSpPr>
          <p:cNvPr id="191" name="rect-2-190">
            <a:extLst xmlns:a="http://schemas.openxmlformats.org/drawingml/2006/main">
              <a:ext uri="{FF2B5EF4-FFF2-40B4-BE49-F238E27FC236}">
                <a16:creationId xmlns:a16="http://schemas.microsoft.com/office/drawing/2014/main" id="{0B31D665-8D4A-4DE7-BCA2-C8248AEFB365}"/>
              </a:ext>
            </a:extLst>
          </p:cNvPr>
          <p:cNvSpPr>
            <a:spLocks xmlns:a="http://schemas.openxmlformats.org/drawingml/2006/main" noGrp="1"/>
          </p:cNvSpPr>
          <p:nvPr/>
        </p:nvSpPr>
        <p:spPr>
          <a:xfrm xmlns:a="http://schemas.openxmlformats.org/drawingml/2006/main">
            <a:off x="1624965" y="3162300"/>
            <a:ext cx="42053" cy="42053"/>
          </a:xfrm>
          <a:prstGeom xmlns:a="http://schemas.openxmlformats.org/drawingml/2006/main" prst="rect">
            <a:avLst/>
          </a:prstGeom>
          <a:solidFill xmlns:a="http://schemas.openxmlformats.org/drawingml/2006/main">
            <a:srgbClr val="11737C"/>
          </a:solidFill>
          <a:ln xmlns:a="http://schemas.openxmlformats.org/drawingml/2006/main" w="0">
            <a:noFill/>
          </a:ln>
        </p:spPr>
      </p:sp>
      <p:sp>
        <p:nvSpPr>
          <p:cNvPr id="192" name="rect-2-191">
            <a:extLst xmlns:a="http://schemas.openxmlformats.org/drawingml/2006/main">
              <a:ext uri="{FF2B5EF4-FFF2-40B4-BE49-F238E27FC236}">
                <a16:creationId xmlns:a16="http://schemas.microsoft.com/office/drawing/2014/main" id="{824E55AC-9AB1-4C81-8282-07B66771CC66}"/>
              </a:ext>
            </a:extLst>
          </p:cNvPr>
          <p:cNvSpPr>
            <a:spLocks xmlns:a="http://schemas.openxmlformats.org/drawingml/2006/main" noGrp="1"/>
          </p:cNvSpPr>
          <p:nvPr/>
        </p:nvSpPr>
        <p:spPr>
          <a:xfrm xmlns:a="http://schemas.openxmlformats.org/drawingml/2006/main">
            <a:off x="1666875" y="3162300"/>
            <a:ext cx="42053" cy="42053"/>
          </a:xfrm>
          <a:prstGeom xmlns:a="http://schemas.openxmlformats.org/drawingml/2006/main" prst="rect">
            <a:avLst/>
          </a:prstGeom>
          <a:solidFill xmlns:a="http://schemas.openxmlformats.org/drawingml/2006/main">
            <a:srgbClr val="5298A0"/>
          </a:solidFill>
          <a:ln xmlns:a="http://schemas.openxmlformats.org/drawingml/2006/main" w="0">
            <a:noFill/>
          </a:ln>
        </p:spPr>
      </p:sp>
      <p:sp>
        <p:nvSpPr>
          <p:cNvPr id="193" name="rect-2-192">
            <a:extLst xmlns:a="http://schemas.openxmlformats.org/drawingml/2006/main">
              <a:ext uri="{FF2B5EF4-FFF2-40B4-BE49-F238E27FC236}">
                <a16:creationId xmlns:a16="http://schemas.microsoft.com/office/drawing/2014/main" id="{912DF50E-FEB3-44EA-83DB-2832715389F5}"/>
              </a:ext>
            </a:extLst>
          </p:cNvPr>
          <p:cNvSpPr>
            <a:spLocks xmlns:a="http://schemas.openxmlformats.org/drawingml/2006/main" noGrp="1"/>
          </p:cNvSpPr>
          <p:nvPr/>
        </p:nvSpPr>
        <p:spPr>
          <a:xfrm xmlns:a="http://schemas.openxmlformats.org/drawingml/2006/main">
            <a:off x="1708785" y="3162300"/>
            <a:ext cx="42053" cy="42053"/>
          </a:xfrm>
          <a:prstGeom xmlns:a="http://schemas.openxmlformats.org/drawingml/2006/main" prst="rect">
            <a:avLst/>
          </a:prstGeom>
          <a:solidFill xmlns:a="http://schemas.openxmlformats.org/drawingml/2006/main">
            <a:srgbClr val="B9D4D7"/>
          </a:solidFill>
          <a:ln xmlns:a="http://schemas.openxmlformats.org/drawingml/2006/main" w="0">
            <a:noFill/>
          </a:ln>
        </p:spPr>
      </p:sp>
      <p:sp>
        <p:nvSpPr>
          <p:cNvPr id="194" name="rect-2-193">
            <a:extLst xmlns:a="http://schemas.openxmlformats.org/drawingml/2006/main">
              <a:ext uri="{FF2B5EF4-FFF2-40B4-BE49-F238E27FC236}">
                <a16:creationId xmlns:a16="http://schemas.microsoft.com/office/drawing/2014/main" id="{EE60BFA6-D8A9-422C-95F1-296389FE11BA}"/>
              </a:ext>
            </a:extLst>
          </p:cNvPr>
          <p:cNvSpPr>
            <a:spLocks xmlns:a="http://schemas.openxmlformats.org/drawingml/2006/main" noGrp="1"/>
          </p:cNvSpPr>
          <p:nvPr/>
        </p:nvSpPr>
        <p:spPr>
          <a:xfrm xmlns:a="http://schemas.openxmlformats.org/drawingml/2006/main">
            <a:off x="1750695" y="3162300"/>
            <a:ext cx="42053" cy="42053"/>
          </a:xfrm>
          <a:prstGeom xmlns:a="http://schemas.openxmlformats.org/drawingml/2006/main" prst="rect">
            <a:avLst/>
          </a:prstGeom>
          <a:solidFill xmlns:a="http://schemas.openxmlformats.org/drawingml/2006/main">
            <a:srgbClr val="DFEAEC"/>
          </a:solidFill>
          <a:ln xmlns:a="http://schemas.openxmlformats.org/drawingml/2006/main" w="0">
            <a:noFill/>
          </a:ln>
        </p:spPr>
      </p:sp>
      <p:sp>
        <p:nvSpPr>
          <p:cNvPr id="195" name="rect-2-194">
            <a:extLst xmlns:a="http://schemas.openxmlformats.org/drawingml/2006/main">
              <a:ext uri="{FF2B5EF4-FFF2-40B4-BE49-F238E27FC236}">
                <a16:creationId xmlns:a16="http://schemas.microsoft.com/office/drawing/2014/main" id="{DC2F56E9-DE4A-436C-8B88-1EADD0299678}"/>
              </a:ext>
            </a:extLst>
          </p:cNvPr>
          <p:cNvSpPr>
            <a:spLocks xmlns:a="http://schemas.openxmlformats.org/drawingml/2006/main" noGrp="1"/>
          </p:cNvSpPr>
          <p:nvPr/>
        </p:nvSpPr>
        <p:spPr>
          <a:xfrm xmlns:a="http://schemas.openxmlformats.org/drawingml/2006/main">
            <a:off x="1080135" y="3204210"/>
            <a:ext cx="42053" cy="42053"/>
          </a:xfrm>
          <a:prstGeom xmlns:a="http://schemas.openxmlformats.org/drawingml/2006/main" prst="rect">
            <a:avLst/>
          </a:prstGeom>
          <a:solidFill xmlns:a="http://schemas.openxmlformats.org/drawingml/2006/main">
            <a:srgbClr val="E9F0F2"/>
          </a:solidFill>
          <a:ln xmlns:a="http://schemas.openxmlformats.org/drawingml/2006/main" w="0">
            <a:noFill/>
          </a:ln>
        </p:spPr>
      </p:sp>
      <p:sp>
        <p:nvSpPr>
          <p:cNvPr id="196" name="rect-2-195">
            <a:extLst xmlns:a="http://schemas.openxmlformats.org/drawingml/2006/main">
              <a:ext uri="{FF2B5EF4-FFF2-40B4-BE49-F238E27FC236}">
                <a16:creationId xmlns:a16="http://schemas.microsoft.com/office/drawing/2014/main" id="{3F75ED28-D11C-46BD-9024-F1164DA590CC}"/>
              </a:ext>
            </a:extLst>
          </p:cNvPr>
          <p:cNvSpPr>
            <a:spLocks xmlns:a="http://schemas.openxmlformats.org/drawingml/2006/main" noGrp="1"/>
          </p:cNvSpPr>
          <p:nvPr/>
        </p:nvSpPr>
        <p:spPr>
          <a:xfrm xmlns:a="http://schemas.openxmlformats.org/drawingml/2006/main">
            <a:off x="1122045" y="3204210"/>
            <a:ext cx="42053" cy="42053"/>
          </a:xfrm>
          <a:prstGeom xmlns:a="http://schemas.openxmlformats.org/drawingml/2006/main" prst="rect">
            <a:avLst/>
          </a:prstGeom>
          <a:solidFill xmlns:a="http://schemas.openxmlformats.org/drawingml/2006/main">
            <a:srgbClr val="DBE8EA"/>
          </a:solidFill>
          <a:ln xmlns:a="http://schemas.openxmlformats.org/drawingml/2006/main" w="0">
            <a:noFill/>
          </a:ln>
        </p:spPr>
      </p:sp>
      <p:sp>
        <p:nvSpPr>
          <p:cNvPr id="197" name="rect-2-196">
            <a:extLst xmlns:a="http://schemas.openxmlformats.org/drawingml/2006/main">
              <a:ext uri="{FF2B5EF4-FFF2-40B4-BE49-F238E27FC236}">
                <a16:creationId xmlns:a16="http://schemas.microsoft.com/office/drawing/2014/main" id="{BFD75C14-26B4-4919-BDC5-DD16978DFE83}"/>
              </a:ext>
            </a:extLst>
          </p:cNvPr>
          <p:cNvSpPr>
            <a:spLocks xmlns:a="http://schemas.openxmlformats.org/drawingml/2006/main" noGrp="1"/>
          </p:cNvSpPr>
          <p:nvPr/>
        </p:nvSpPr>
        <p:spPr>
          <a:xfrm xmlns:a="http://schemas.openxmlformats.org/drawingml/2006/main">
            <a:off x="1163955" y="3204210"/>
            <a:ext cx="42053" cy="42053"/>
          </a:xfrm>
          <a:prstGeom xmlns:a="http://schemas.openxmlformats.org/drawingml/2006/main" prst="rect">
            <a:avLst/>
          </a:prstGeom>
          <a:solidFill xmlns:a="http://schemas.openxmlformats.org/drawingml/2006/main">
            <a:srgbClr val="92BDC2"/>
          </a:solidFill>
          <a:ln xmlns:a="http://schemas.openxmlformats.org/drawingml/2006/main" w="0">
            <a:noFill/>
          </a:ln>
        </p:spPr>
      </p:sp>
      <p:sp>
        <p:nvSpPr>
          <p:cNvPr id="198" name="rect-2-197">
            <a:extLst xmlns:a="http://schemas.openxmlformats.org/drawingml/2006/main">
              <a:ext uri="{FF2B5EF4-FFF2-40B4-BE49-F238E27FC236}">
                <a16:creationId xmlns:a16="http://schemas.microsoft.com/office/drawing/2014/main" id="{22BF0859-FC8D-4090-A1C1-74C30BBA5980}"/>
              </a:ext>
            </a:extLst>
          </p:cNvPr>
          <p:cNvSpPr>
            <a:spLocks xmlns:a="http://schemas.openxmlformats.org/drawingml/2006/main" noGrp="1"/>
          </p:cNvSpPr>
          <p:nvPr/>
        </p:nvSpPr>
        <p:spPr>
          <a:xfrm xmlns:a="http://schemas.openxmlformats.org/drawingml/2006/main">
            <a:off x="1205865" y="3204210"/>
            <a:ext cx="42053" cy="42053"/>
          </a:xfrm>
          <a:prstGeom xmlns:a="http://schemas.openxmlformats.org/drawingml/2006/main" prst="rect">
            <a:avLst/>
          </a:prstGeom>
          <a:solidFill xmlns:a="http://schemas.openxmlformats.org/drawingml/2006/main">
            <a:srgbClr val="5499A1"/>
          </a:solidFill>
          <a:ln xmlns:a="http://schemas.openxmlformats.org/drawingml/2006/main" w="0">
            <a:noFill/>
          </a:ln>
        </p:spPr>
      </p:sp>
      <p:sp>
        <p:nvSpPr>
          <p:cNvPr id="199" name="rect-2-198">
            <a:extLst xmlns:a="http://schemas.openxmlformats.org/drawingml/2006/main">
              <a:ext uri="{FF2B5EF4-FFF2-40B4-BE49-F238E27FC236}">
                <a16:creationId xmlns:a16="http://schemas.microsoft.com/office/drawing/2014/main" id="{F87B6EF4-70D6-47E4-B907-3D5063D9DE84}"/>
              </a:ext>
            </a:extLst>
          </p:cNvPr>
          <p:cNvSpPr>
            <a:spLocks xmlns:a="http://schemas.openxmlformats.org/drawingml/2006/main" noGrp="1"/>
          </p:cNvSpPr>
          <p:nvPr/>
        </p:nvSpPr>
        <p:spPr>
          <a:xfrm xmlns:a="http://schemas.openxmlformats.org/drawingml/2006/main">
            <a:off x="1247775" y="3204210"/>
            <a:ext cx="42053" cy="42053"/>
          </a:xfrm>
          <a:prstGeom xmlns:a="http://schemas.openxmlformats.org/drawingml/2006/main" prst="rect">
            <a:avLst/>
          </a:prstGeom>
          <a:solidFill xmlns:a="http://schemas.openxmlformats.org/drawingml/2006/main">
            <a:srgbClr val="2A818A"/>
          </a:solidFill>
          <a:ln xmlns:a="http://schemas.openxmlformats.org/drawingml/2006/main" w="0">
            <a:noFill/>
          </a:ln>
        </p:spPr>
      </p:sp>
      <p:sp>
        <p:nvSpPr>
          <p:cNvPr id="200" name="rect-2-199">
            <a:extLst xmlns:a="http://schemas.openxmlformats.org/drawingml/2006/main">
              <a:ext uri="{FF2B5EF4-FFF2-40B4-BE49-F238E27FC236}">
                <a16:creationId xmlns:a16="http://schemas.microsoft.com/office/drawing/2014/main" id="{8A0BD756-7AD2-48C0-B198-AE5D3939A46F}"/>
              </a:ext>
            </a:extLst>
          </p:cNvPr>
          <p:cNvSpPr>
            <a:spLocks xmlns:a="http://schemas.openxmlformats.org/drawingml/2006/main" noGrp="1"/>
          </p:cNvSpPr>
          <p:nvPr/>
        </p:nvSpPr>
        <p:spPr>
          <a:xfrm xmlns:a="http://schemas.openxmlformats.org/drawingml/2006/main">
            <a:off x="1289685" y="3204210"/>
            <a:ext cx="42053" cy="42053"/>
          </a:xfrm>
          <a:prstGeom xmlns:a="http://schemas.openxmlformats.org/drawingml/2006/main" prst="rect">
            <a:avLst/>
          </a:prstGeom>
          <a:solidFill xmlns:a="http://schemas.openxmlformats.org/drawingml/2006/main">
            <a:srgbClr val="599CA3"/>
          </a:solidFill>
          <a:ln xmlns:a="http://schemas.openxmlformats.org/drawingml/2006/main" w="0">
            <a:noFill/>
          </a:ln>
        </p:spPr>
      </p:sp>
      <p:sp>
        <p:nvSpPr>
          <p:cNvPr id="201" name="rect-2-200">
            <a:extLst xmlns:a="http://schemas.openxmlformats.org/drawingml/2006/main">
              <a:ext uri="{FF2B5EF4-FFF2-40B4-BE49-F238E27FC236}">
                <a16:creationId xmlns:a16="http://schemas.microsoft.com/office/drawing/2014/main" id="{D105DE93-531D-47AA-8DA1-48E14065929C}"/>
              </a:ext>
            </a:extLst>
          </p:cNvPr>
          <p:cNvSpPr>
            <a:spLocks xmlns:a="http://schemas.openxmlformats.org/drawingml/2006/main" noGrp="1"/>
          </p:cNvSpPr>
          <p:nvPr/>
        </p:nvSpPr>
        <p:spPr>
          <a:xfrm xmlns:a="http://schemas.openxmlformats.org/drawingml/2006/main">
            <a:off x="1331595" y="3204210"/>
            <a:ext cx="42053" cy="42053"/>
          </a:xfrm>
          <a:prstGeom xmlns:a="http://schemas.openxmlformats.org/drawingml/2006/main" prst="rect">
            <a:avLst/>
          </a:prstGeom>
          <a:solidFill xmlns:a="http://schemas.openxmlformats.org/drawingml/2006/main">
            <a:srgbClr val="0E717B"/>
          </a:solidFill>
          <a:ln xmlns:a="http://schemas.openxmlformats.org/drawingml/2006/main" w="0">
            <a:noFill/>
          </a:ln>
        </p:spPr>
      </p:sp>
      <p:sp>
        <p:nvSpPr>
          <p:cNvPr id="202" name="rect-2-201">
            <a:extLst xmlns:a="http://schemas.openxmlformats.org/drawingml/2006/main">
              <a:ext uri="{FF2B5EF4-FFF2-40B4-BE49-F238E27FC236}">
                <a16:creationId xmlns:a16="http://schemas.microsoft.com/office/drawing/2014/main" id="{D306B984-A627-4EDC-9AC9-4C5B9DBB8442}"/>
              </a:ext>
            </a:extLst>
          </p:cNvPr>
          <p:cNvSpPr>
            <a:spLocks xmlns:a="http://schemas.openxmlformats.org/drawingml/2006/main" noGrp="1"/>
          </p:cNvSpPr>
          <p:nvPr/>
        </p:nvSpPr>
        <p:spPr>
          <a:xfrm xmlns:a="http://schemas.openxmlformats.org/drawingml/2006/main">
            <a:off x="1373505" y="3204210"/>
            <a:ext cx="42053" cy="42053"/>
          </a:xfrm>
          <a:prstGeom xmlns:a="http://schemas.openxmlformats.org/drawingml/2006/main" prst="rect">
            <a:avLst/>
          </a:prstGeom>
          <a:solidFill xmlns:a="http://schemas.openxmlformats.org/drawingml/2006/main">
            <a:srgbClr val="0D6471"/>
          </a:solidFill>
          <a:ln xmlns:a="http://schemas.openxmlformats.org/drawingml/2006/main" w="0">
            <a:noFill/>
          </a:ln>
        </p:spPr>
      </p:sp>
      <p:sp>
        <p:nvSpPr>
          <p:cNvPr id="203" name="rect-2-202">
            <a:extLst xmlns:a="http://schemas.openxmlformats.org/drawingml/2006/main">
              <a:ext uri="{FF2B5EF4-FFF2-40B4-BE49-F238E27FC236}">
                <a16:creationId xmlns:a16="http://schemas.microsoft.com/office/drawing/2014/main" id="{A3C41A06-CECB-47B2-ABCA-A1A07FE3170A}"/>
              </a:ext>
            </a:extLst>
          </p:cNvPr>
          <p:cNvSpPr>
            <a:spLocks xmlns:a="http://schemas.openxmlformats.org/drawingml/2006/main" noGrp="1"/>
          </p:cNvSpPr>
          <p:nvPr/>
        </p:nvSpPr>
        <p:spPr>
          <a:xfrm xmlns:a="http://schemas.openxmlformats.org/drawingml/2006/main">
            <a:off x="1415415" y="3204210"/>
            <a:ext cx="42053" cy="42053"/>
          </a:xfrm>
          <a:prstGeom xmlns:a="http://schemas.openxmlformats.org/drawingml/2006/main" prst="rect">
            <a:avLst/>
          </a:prstGeom>
          <a:solidFill xmlns:a="http://schemas.openxmlformats.org/drawingml/2006/main">
            <a:srgbClr val="0D616E"/>
          </a:solidFill>
          <a:ln xmlns:a="http://schemas.openxmlformats.org/drawingml/2006/main" w="0">
            <a:noFill/>
          </a:ln>
        </p:spPr>
      </p:sp>
      <p:sp>
        <p:nvSpPr>
          <p:cNvPr id="204" name="rect-2-203">
            <a:extLst xmlns:a="http://schemas.openxmlformats.org/drawingml/2006/main">
              <a:ext uri="{FF2B5EF4-FFF2-40B4-BE49-F238E27FC236}">
                <a16:creationId xmlns:a16="http://schemas.microsoft.com/office/drawing/2014/main" id="{A4DDDBBF-1900-4824-8644-3FDCADDA5A24}"/>
              </a:ext>
            </a:extLst>
          </p:cNvPr>
          <p:cNvSpPr>
            <a:spLocks xmlns:a="http://schemas.openxmlformats.org/drawingml/2006/main" noGrp="1"/>
          </p:cNvSpPr>
          <p:nvPr/>
        </p:nvSpPr>
        <p:spPr>
          <a:xfrm xmlns:a="http://schemas.openxmlformats.org/drawingml/2006/main">
            <a:off x="1457325" y="3204210"/>
            <a:ext cx="42053" cy="42053"/>
          </a:xfrm>
          <a:prstGeom xmlns:a="http://schemas.openxmlformats.org/drawingml/2006/main" prst="rect">
            <a:avLst/>
          </a:prstGeom>
          <a:solidFill xmlns:a="http://schemas.openxmlformats.org/drawingml/2006/main">
            <a:srgbClr val="0F5666"/>
          </a:solidFill>
          <a:ln xmlns:a="http://schemas.openxmlformats.org/drawingml/2006/main" w="0">
            <a:noFill/>
          </a:ln>
        </p:spPr>
      </p:sp>
      <p:sp>
        <p:nvSpPr>
          <p:cNvPr id="205" name="rect-2-204">
            <a:extLst xmlns:a="http://schemas.openxmlformats.org/drawingml/2006/main">
              <a:ext uri="{FF2B5EF4-FFF2-40B4-BE49-F238E27FC236}">
                <a16:creationId xmlns:a16="http://schemas.microsoft.com/office/drawing/2014/main" id="{DE430B98-078C-4361-8E87-BE4F7838E032}"/>
              </a:ext>
            </a:extLst>
          </p:cNvPr>
          <p:cNvSpPr>
            <a:spLocks xmlns:a="http://schemas.openxmlformats.org/drawingml/2006/main" noGrp="1"/>
          </p:cNvSpPr>
          <p:nvPr/>
        </p:nvSpPr>
        <p:spPr>
          <a:xfrm xmlns:a="http://schemas.openxmlformats.org/drawingml/2006/main">
            <a:off x="1499235" y="3204210"/>
            <a:ext cx="42053" cy="42053"/>
          </a:xfrm>
          <a:prstGeom xmlns:a="http://schemas.openxmlformats.org/drawingml/2006/main" prst="rect">
            <a:avLst/>
          </a:prstGeom>
          <a:solidFill xmlns:a="http://schemas.openxmlformats.org/drawingml/2006/main">
            <a:srgbClr val="14314B"/>
          </a:solidFill>
          <a:ln xmlns:a="http://schemas.openxmlformats.org/drawingml/2006/main" w="0">
            <a:noFill/>
          </a:ln>
        </p:spPr>
      </p:sp>
      <p:sp>
        <p:nvSpPr>
          <p:cNvPr id="206" name="rect-2-205">
            <a:extLst xmlns:a="http://schemas.openxmlformats.org/drawingml/2006/main">
              <a:ext uri="{FF2B5EF4-FFF2-40B4-BE49-F238E27FC236}">
                <a16:creationId xmlns:a16="http://schemas.microsoft.com/office/drawing/2014/main" id="{35819E31-4B14-4D09-A973-599D14BC769A}"/>
              </a:ext>
            </a:extLst>
          </p:cNvPr>
          <p:cNvSpPr>
            <a:spLocks xmlns:a="http://schemas.openxmlformats.org/drawingml/2006/main" noGrp="1"/>
          </p:cNvSpPr>
          <p:nvPr/>
        </p:nvSpPr>
        <p:spPr>
          <a:xfrm xmlns:a="http://schemas.openxmlformats.org/drawingml/2006/main">
            <a:off x="1541145" y="3204210"/>
            <a:ext cx="42053" cy="42053"/>
          </a:xfrm>
          <a:prstGeom xmlns:a="http://schemas.openxmlformats.org/drawingml/2006/main" prst="rect">
            <a:avLst/>
          </a:prstGeom>
          <a:solidFill xmlns:a="http://schemas.openxmlformats.org/drawingml/2006/main">
            <a:srgbClr val="0E5969"/>
          </a:solidFill>
          <a:ln xmlns:a="http://schemas.openxmlformats.org/drawingml/2006/main" w="0">
            <a:noFill/>
          </a:ln>
        </p:spPr>
      </p:sp>
      <p:sp>
        <p:nvSpPr>
          <p:cNvPr id="207" name="rect-2-206">
            <a:extLst xmlns:a="http://schemas.openxmlformats.org/drawingml/2006/main">
              <a:ext uri="{FF2B5EF4-FFF2-40B4-BE49-F238E27FC236}">
                <a16:creationId xmlns:a16="http://schemas.microsoft.com/office/drawing/2014/main" id="{74A6F01D-3E61-45EB-9E67-B4604203E281}"/>
              </a:ext>
            </a:extLst>
          </p:cNvPr>
          <p:cNvSpPr>
            <a:spLocks xmlns:a="http://schemas.openxmlformats.org/drawingml/2006/main" noGrp="1"/>
          </p:cNvSpPr>
          <p:nvPr/>
        </p:nvSpPr>
        <p:spPr>
          <a:xfrm xmlns:a="http://schemas.openxmlformats.org/drawingml/2006/main">
            <a:off x="1583055" y="3204210"/>
            <a:ext cx="42053" cy="42053"/>
          </a:xfrm>
          <a:prstGeom xmlns:a="http://schemas.openxmlformats.org/drawingml/2006/main" prst="rect">
            <a:avLst/>
          </a:prstGeom>
          <a:solidFill xmlns:a="http://schemas.openxmlformats.org/drawingml/2006/main">
            <a:srgbClr val="0C6773"/>
          </a:solidFill>
          <a:ln xmlns:a="http://schemas.openxmlformats.org/drawingml/2006/main" w="0">
            <a:noFill/>
          </a:ln>
        </p:spPr>
      </p:sp>
      <p:sp>
        <p:nvSpPr>
          <p:cNvPr id="208" name="rect-2-207">
            <a:extLst xmlns:a="http://schemas.openxmlformats.org/drawingml/2006/main">
              <a:ext uri="{FF2B5EF4-FFF2-40B4-BE49-F238E27FC236}">
                <a16:creationId xmlns:a16="http://schemas.microsoft.com/office/drawing/2014/main" id="{EC5609AF-CF8F-4AEF-A9D2-1D7DD3C414E8}"/>
              </a:ext>
            </a:extLst>
          </p:cNvPr>
          <p:cNvSpPr>
            <a:spLocks xmlns:a="http://schemas.openxmlformats.org/drawingml/2006/main" noGrp="1"/>
          </p:cNvSpPr>
          <p:nvPr/>
        </p:nvSpPr>
        <p:spPr>
          <a:xfrm xmlns:a="http://schemas.openxmlformats.org/drawingml/2006/main">
            <a:off x="1624965" y="3204210"/>
            <a:ext cx="42053" cy="42053"/>
          </a:xfrm>
          <a:prstGeom xmlns:a="http://schemas.openxmlformats.org/drawingml/2006/main" prst="rect">
            <a:avLst/>
          </a:prstGeom>
          <a:solidFill xmlns:a="http://schemas.openxmlformats.org/drawingml/2006/main">
            <a:srgbClr val="0C6773"/>
          </a:solidFill>
          <a:ln xmlns:a="http://schemas.openxmlformats.org/drawingml/2006/main" w="0">
            <a:noFill/>
          </a:ln>
        </p:spPr>
      </p:sp>
      <p:sp>
        <p:nvSpPr>
          <p:cNvPr id="209" name="rect-2-208">
            <a:extLst xmlns:a="http://schemas.openxmlformats.org/drawingml/2006/main">
              <a:ext uri="{FF2B5EF4-FFF2-40B4-BE49-F238E27FC236}">
                <a16:creationId xmlns:a16="http://schemas.microsoft.com/office/drawing/2014/main" id="{FFFE08FB-6C3A-4B05-9F6B-32CF45EF5F86}"/>
              </a:ext>
            </a:extLst>
          </p:cNvPr>
          <p:cNvSpPr>
            <a:spLocks xmlns:a="http://schemas.openxmlformats.org/drawingml/2006/main" noGrp="1"/>
          </p:cNvSpPr>
          <p:nvPr/>
        </p:nvSpPr>
        <p:spPr>
          <a:xfrm xmlns:a="http://schemas.openxmlformats.org/drawingml/2006/main">
            <a:off x="1666875" y="3204210"/>
            <a:ext cx="42053" cy="42053"/>
          </a:xfrm>
          <a:prstGeom xmlns:a="http://schemas.openxmlformats.org/drawingml/2006/main" prst="rect">
            <a:avLst/>
          </a:prstGeom>
          <a:solidFill xmlns:a="http://schemas.openxmlformats.org/drawingml/2006/main">
            <a:srgbClr val="3F8D95"/>
          </a:solidFill>
          <a:ln xmlns:a="http://schemas.openxmlformats.org/drawingml/2006/main" w="0">
            <a:noFill/>
          </a:ln>
        </p:spPr>
      </p:sp>
      <p:sp>
        <p:nvSpPr>
          <p:cNvPr id="210" name="rect-2-209">
            <a:extLst xmlns:a="http://schemas.openxmlformats.org/drawingml/2006/main">
              <a:ext uri="{FF2B5EF4-FFF2-40B4-BE49-F238E27FC236}">
                <a16:creationId xmlns:a16="http://schemas.microsoft.com/office/drawing/2014/main" id="{211B17DC-AA40-4784-AC04-DE7E49D3C20B}"/>
              </a:ext>
            </a:extLst>
          </p:cNvPr>
          <p:cNvSpPr>
            <a:spLocks xmlns:a="http://schemas.openxmlformats.org/drawingml/2006/main" noGrp="1"/>
          </p:cNvSpPr>
          <p:nvPr/>
        </p:nvSpPr>
        <p:spPr>
          <a:xfrm xmlns:a="http://schemas.openxmlformats.org/drawingml/2006/main">
            <a:off x="1708785" y="3204210"/>
            <a:ext cx="42053" cy="42053"/>
          </a:xfrm>
          <a:prstGeom xmlns:a="http://schemas.openxmlformats.org/drawingml/2006/main" prst="rect">
            <a:avLst/>
          </a:prstGeom>
          <a:solidFill xmlns:a="http://schemas.openxmlformats.org/drawingml/2006/main">
            <a:srgbClr val="5A9DA4"/>
          </a:solidFill>
          <a:ln xmlns:a="http://schemas.openxmlformats.org/drawingml/2006/main" w="0">
            <a:noFill/>
          </a:ln>
        </p:spPr>
      </p:sp>
      <p:sp>
        <p:nvSpPr>
          <p:cNvPr id="211" name="rect-2-210">
            <a:extLst xmlns:a="http://schemas.openxmlformats.org/drawingml/2006/main">
              <a:ext uri="{FF2B5EF4-FFF2-40B4-BE49-F238E27FC236}">
                <a16:creationId xmlns:a16="http://schemas.microsoft.com/office/drawing/2014/main" id="{4FFBB1E9-B6E1-4F31-8D94-28CEB7AD52AC}"/>
              </a:ext>
            </a:extLst>
          </p:cNvPr>
          <p:cNvSpPr>
            <a:spLocks xmlns:a="http://schemas.openxmlformats.org/drawingml/2006/main" noGrp="1"/>
          </p:cNvSpPr>
          <p:nvPr/>
        </p:nvSpPr>
        <p:spPr>
          <a:xfrm xmlns:a="http://schemas.openxmlformats.org/drawingml/2006/main">
            <a:off x="1750695" y="3204210"/>
            <a:ext cx="42053" cy="42053"/>
          </a:xfrm>
          <a:prstGeom xmlns:a="http://schemas.openxmlformats.org/drawingml/2006/main" prst="rect">
            <a:avLst/>
          </a:prstGeom>
          <a:solidFill xmlns:a="http://schemas.openxmlformats.org/drawingml/2006/main">
            <a:srgbClr val="97C0C5"/>
          </a:solidFill>
          <a:ln xmlns:a="http://schemas.openxmlformats.org/drawingml/2006/main" w="0">
            <a:noFill/>
          </a:ln>
        </p:spPr>
      </p:sp>
      <p:sp>
        <p:nvSpPr>
          <p:cNvPr id="212" name="rect-2-211">
            <a:extLst xmlns:a="http://schemas.openxmlformats.org/drawingml/2006/main">
              <a:ext uri="{FF2B5EF4-FFF2-40B4-BE49-F238E27FC236}">
                <a16:creationId xmlns:a16="http://schemas.microsoft.com/office/drawing/2014/main" id="{80F775D5-D620-43E5-923E-A0AC60D35950}"/>
              </a:ext>
            </a:extLst>
          </p:cNvPr>
          <p:cNvSpPr>
            <a:spLocks xmlns:a="http://schemas.openxmlformats.org/drawingml/2006/main" noGrp="1"/>
          </p:cNvSpPr>
          <p:nvPr/>
        </p:nvSpPr>
        <p:spPr>
          <a:xfrm xmlns:a="http://schemas.openxmlformats.org/drawingml/2006/main">
            <a:off x="1792605" y="3204210"/>
            <a:ext cx="42053" cy="42053"/>
          </a:xfrm>
          <a:prstGeom xmlns:a="http://schemas.openxmlformats.org/drawingml/2006/main" prst="rect">
            <a:avLst/>
          </a:prstGeom>
          <a:solidFill xmlns:a="http://schemas.openxmlformats.org/drawingml/2006/main">
            <a:srgbClr val="AFCED2"/>
          </a:solidFill>
          <a:ln xmlns:a="http://schemas.openxmlformats.org/drawingml/2006/main" w="0">
            <a:noFill/>
          </a:ln>
        </p:spPr>
      </p:sp>
      <p:sp>
        <p:nvSpPr>
          <p:cNvPr id="213" name="rect-2-212">
            <a:extLst xmlns:a="http://schemas.openxmlformats.org/drawingml/2006/main">
              <a:ext uri="{FF2B5EF4-FFF2-40B4-BE49-F238E27FC236}">
                <a16:creationId xmlns:a16="http://schemas.microsoft.com/office/drawing/2014/main" id="{CA31C0E6-66AE-4EAE-977F-F49778A4C8B9}"/>
              </a:ext>
            </a:extLst>
          </p:cNvPr>
          <p:cNvSpPr>
            <a:spLocks xmlns:a="http://schemas.openxmlformats.org/drawingml/2006/main" noGrp="1"/>
          </p:cNvSpPr>
          <p:nvPr/>
        </p:nvSpPr>
        <p:spPr>
          <a:xfrm xmlns:a="http://schemas.openxmlformats.org/drawingml/2006/main">
            <a:off x="1834515" y="3204210"/>
            <a:ext cx="42053" cy="42053"/>
          </a:xfrm>
          <a:prstGeom xmlns:a="http://schemas.openxmlformats.org/drawingml/2006/main" prst="rect">
            <a:avLst/>
          </a:prstGeom>
          <a:solidFill xmlns:a="http://schemas.openxmlformats.org/drawingml/2006/main">
            <a:srgbClr val="E7EEF0"/>
          </a:solidFill>
          <a:ln xmlns:a="http://schemas.openxmlformats.org/drawingml/2006/main" w="0">
            <a:noFill/>
          </a:ln>
        </p:spPr>
      </p:sp>
      <p:sp>
        <p:nvSpPr>
          <p:cNvPr id="214" name="rect-2-213">
            <a:extLst xmlns:a="http://schemas.openxmlformats.org/drawingml/2006/main">
              <a:ext uri="{FF2B5EF4-FFF2-40B4-BE49-F238E27FC236}">
                <a16:creationId xmlns:a16="http://schemas.microsoft.com/office/drawing/2014/main" id="{473B395E-E0B3-44A5-AA9B-786D3C26C6D9}"/>
              </a:ext>
            </a:extLst>
          </p:cNvPr>
          <p:cNvSpPr>
            <a:spLocks xmlns:a="http://schemas.openxmlformats.org/drawingml/2006/main" noGrp="1"/>
          </p:cNvSpPr>
          <p:nvPr/>
        </p:nvSpPr>
        <p:spPr>
          <a:xfrm xmlns:a="http://schemas.openxmlformats.org/drawingml/2006/main">
            <a:off x="1122045" y="3246120"/>
            <a:ext cx="42053" cy="42053"/>
          </a:xfrm>
          <a:prstGeom xmlns:a="http://schemas.openxmlformats.org/drawingml/2006/main" prst="rect">
            <a:avLst/>
          </a:prstGeom>
          <a:solidFill xmlns:a="http://schemas.openxmlformats.org/drawingml/2006/main">
            <a:srgbClr val="E7EEF0"/>
          </a:solidFill>
          <a:ln xmlns:a="http://schemas.openxmlformats.org/drawingml/2006/main" w="0">
            <a:noFill/>
          </a:ln>
        </p:spPr>
      </p:sp>
      <p:sp>
        <p:nvSpPr>
          <p:cNvPr id="215" name="rect-2-214">
            <a:extLst xmlns:a="http://schemas.openxmlformats.org/drawingml/2006/main">
              <a:ext uri="{FF2B5EF4-FFF2-40B4-BE49-F238E27FC236}">
                <a16:creationId xmlns:a16="http://schemas.microsoft.com/office/drawing/2014/main" id="{B02C04C6-59E8-47D8-AFD4-EAFD970D9A03}"/>
              </a:ext>
            </a:extLst>
          </p:cNvPr>
          <p:cNvSpPr>
            <a:spLocks xmlns:a="http://schemas.openxmlformats.org/drawingml/2006/main" noGrp="1"/>
          </p:cNvSpPr>
          <p:nvPr/>
        </p:nvSpPr>
        <p:spPr>
          <a:xfrm xmlns:a="http://schemas.openxmlformats.org/drawingml/2006/main">
            <a:off x="1163955" y="3246120"/>
            <a:ext cx="42053" cy="42053"/>
          </a:xfrm>
          <a:prstGeom xmlns:a="http://schemas.openxmlformats.org/drawingml/2006/main" prst="rect">
            <a:avLst/>
          </a:prstGeom>
          <a:solidFill xmlns:a="http://schemas.openxmlformats.org/drawingml/2006/main">
            <a:srgbClr val="C0D8DB"/>
          </a:solidFill>
          <a:ln xmlns:a="http://schemas.openxmlformats.org/drawingml/2006/main" w="0">
            <a:noFill/>
          </a:ln>
        </p:spPr>
      </p:sp>
      <p:sp>
        <p:nvSpPr>
          <p:cNvPr id="216" name="rect-2-215">
            <a:extLst xmlns:a="http://schemas.openxmlformats.org/drawingml/2006/main">
              <a:ext uri="{FF2B5EF4-FFF2-40B4-BE49-F238E27FC236}">
                <a16:creationId xmlns:a16="http://schemas.microsoft.com/office/drawing/2014/main" id="{38028E55-31C3-49E0-BD19-32ED5A4F8EF4}"/>
              </a:ext>
            </a:extLst>
          </p:cNvPr>
          <p:cNvSpPr>
            <a:spLocks xmlns:a="http://schemas.openxmlformats.org/drawingml/2006/main" noGrp="1"/>
          </p:cNvSpPr>
          <p:nvPr/>
        </p:nvSpPr>
        <p:spPr>
          <a:xfrm xmlns:a="http://schemas.openxmlformats.org/drawingml/2006/main">
            <a:off x="1205865" y="3246120"/>
            <a:ext cx="42053" cy="42053"/>
          </a:xfrm>
          <a:prstGeom xmlns:a="http://schemas.openxmlformats.org/drawingml/2006/main" prst="rect">
            <a:avLst/>
          </a:prstGeom>
          <a:solidFill xmlns:a="http://schemas.openxmlformats.org/drawingml/2006/main">
            <a:srgbClr val="77AEB4"/>
          </a:solidFill>
          <a:ln xmlns:a="http://schemas.openxmlformats.org/drawingml/2006/main" w="0">
            <a:noFill/>
          </a:ln>
        </p:spPr>
      </p:sp>
      <p:sp>
        <p:nvSpPr>
          <p:cNvPr id="217" name="rect-2-216">
            <a:extLst xmlns:a="http://schemas.openxmlformats.org/drawingml/2006/main">
              <a:ext uri="{FF2B5EF4-FFF2-40B4-BE49-F238E27FC236}">
                <a16:creationId xmlns:a16="http://schemas.microsoft.com/office/drawing/2014/main" id="{21DEFD39-C7ED-4D87-9B28-9807B6DCB6E7}"/>
              </a:ext>
            </a:extLst>
          </p:cNvPr>
          <p:cNvSpPr>
            <a:spLocks xmlns:a="http://schemas.openxmlformats.org/drawingml/2006/main" noGrp="1"/>
          </p:cNvSpPr>
          <p:nvPr/>
        </p:nvSpPr>
        <p:spPr>
          <a:xfrm xmlns:a="http://schemas.openxmlformats.org/drawingml/2006/main">
            <a:off x="1247775" y="3246120"/>
            <a:ext cx="42053" cy="42053"/>
          </a:xfrm>
          <a:prstGeom xmlns:a="http://schemas.openxmlformats.org/drawingml/2006/main" prst="rect">
            <a:avLst/>
          </a:prstGeom>
          <a:solidFill xmlns:a="http://schemas.openxmlformats.org/drawingml/2006/main">
            <a:srgbClr val="96BFC4"/>
          </a:solidFill>
          <a:ln xmlns:a="http://schemas.openxmlformats.org/drawingml/2006/main" w="0">
            <a:noFill/>
          </a:ln>
        </p:spPr>
      </p:sp>
      <p:sp>
        <p:nvSpPr>
          <p:cNvPr id="218" name="rect-2-217">
            <a:extLst xmlns:a="http://schemas.openxmlformats.org/drawingml/2006/main">
              <a:ext uri="{FF2B5EF4-FFF2-40B4-BE49-F238E27FC236}">
                <a16:creationId xmlns:a16="http://schemas.microsoft.com/office/drawing/2014/main" id="{DC340B39-ECE3-47BE-B52B-51F0587D9087}"/>
              </a:ext>
            </a:extLst>
          </p:cNvPr>
          <p:cNvSpPr>
            <a:spLocks xmlns:a="http://schemas.openxmlformats.org/drawingml/2006/main" noGrp="1"/>
          </p:cNvSpPr>
          <p:nvPr/>
        </p:nvSpPr>
        <p:spPr>
          <a:xfrm xmlns:a="http://schemas.openxmlformats.org/drawingml/2006/main">
            <a:off x="1289685" y="3246120"/>
            <a:ext cx="42053" cy="42053"/>
          </a:xfrm>
          <a:prstGeom xmlns:a="http://schemas.openxmlformats.org/drawingml/2006/main" prst="rect">
            <a:avLst/>
          </a:prstGeom>
          <a:solidFill xmlns:a="http://schemas.openxmlformats.org/drawingml/2006/main">
            <a:srgbClr val="6EA8AF"/>
          </a:solidFill>
          <a:ln xmlns:a="http://schemas.openxmlformats.org/drawingml/2006/main" w="0">
            <a:noFill/>
          </a:ln>
        </p:spPr>
      </p:sp>
      <p:sp>
        <p:nvSpPr>
          <p:cNvPr id="219" name="rect-2-218">
            <a:extLst xmlns:a="http://schemas.openxmlformats.org/drawingml/2006/main">
              <a:ext uri="{FF2B5EF4-FFF2-40B4-BE49-F238E27FC236}">
                <a16:creationId xmlns:a16="http://schemas.microsoft.com/office/drawing/2014/main" id="{8E9F8E60-F973-4C21-8A48-36779904BBA6}"/>
              </a:ext>
            </a:extLst>
          </p:cNvPr>
          <p:cNvSpPr>
            <a:spLocks xmlns:a="http://schemas.openxmlformats.org/drawingml/2006/main" noGrp="1"/>
          </p:cNvSpPr>
          <p:nvPr/>
        </p:nvSpPr>
        <p:spPr>
          <a:xfrm xmlns:a="http://schemas.openxmlformats.org/drawingml/2006/main">
            <a:off x="1331595" y="3246120"/>
            <a:ext cx="42053" cy="42053"/>
          </a:xfrm>
          <a:prstGeom xmlns:a="http://schemas.openxmlformats.org/drawingml/2006/main" prst="rect">
            <a:avLst/>
          </a:prstGeom>
          <a:solidFill xmlns:a="http://schemas.openxmlformats.org/drawingml/2006/main">
            <a:srgbClr val="6BA6AD"/>
          </a:solidFill>
          <a:ln xmlns:a="http://schemas.openxmlformats.org/drawingml/2006/main" w="0">
            <a:noFill/>
          </a:ln>
        </p:spPr>
      </p:sp>
      <p:sp>
        <p:nvSpPr>
          <p:cNvPr id="220" name="rect-2-219">
            <a:extLst xmlns:a="http://schemas.openxmlformats.org/drawingml/2006/main">
              <a:ext uri="{FF2B5EF4-FFF2-40B4-BE49-F238E27FC236}">
                <a16:creationId xmlns:a16="http://schemas.microsoft.com/office/drawing/2014/main" id="{6559F850-4D54-41E5-B8E8-E33586101BBC}"/>
              </a:ext>
            </a:extLst>
          </p:cNvPr>
          <p:cNvSpPr>
            <a:spLocks xmlns:a="http://schemas.openxmlformats.org/drawingml/2006/main" noGrp="1"/>
          </p:cNvSpPr>
          <p:nvPr/>
        </p:nvSpPr>
        <p:spPr>
          <a:xfrm xmlns:a="http://schemas.openxmlformats.org/drawingml/2006/main">
            <a:off x="1373505" y="3246120"/>
            <a:ext cx="42053" cy="42053"/>
          </a:xfrm>
          <a:prstGeom xmlns:a="http://schemas.openxmlformats.org/drawingml/2006/main" prst="rect">
            <a:avLst/>
          </a:prstGeom>
          <a:solidFill xmlns:a="http://schemas.openxmlformats.org/drawingml/2006/main">
            <a:srgbClr val="4E969D"/>
          </a:solidFill>
          <a:ln xmlns:a="http://schemas.openxmlformats.org/drawingml/2006/main" w="0">
            <a:noFill/>
          </a:ln>
        </p:spPr>
      </p:sp>
      <p:sp>
        <p:nvSpPr>
          <p:cNvPr id="221" name="rect-2-220">
            <a:extLst xmlns:a="http://schemas.openxmlformats.org/drawingml/2006/main">
              <a:ext uri="{FF2B5EF4-FFF2-40B4-BE49-F238E27FC236}">
                <a16:creationId xmlns:a16="http://schemas.microsoft.com/office/drawing/2014/main" id="{678F0170-A9A4-4175-BE7E-42AE376EBC16}"/>
              </a:ext>
            </a:extLst>
          </p:cNvPr>
          <p:cNvSpPr>
            <a:spLocks xmlns:a="http://schemas.openxmlformats.org/drawingml/2006/main" noGrp="1"/>
          </p:cNvSpPr>
          <p:nvPr/>
        </p:nvSpPr>
        <p:spPr>
          <a:xfrm xmlns:a="http://schemas.openxmlformats.org/drawingml/2006/main">
            <a:off x="1415415" y="3246120"/>
            <a:ext cx="42053" cy="42053"/>
          </a:xfrm>
          <a:prstGeom xmlns:a="http://schemas.openxmlformats.org/drawingml/2006/main" prst="rect">
            <a:avLst/>
          </a:prstGeom>
          <a:solidFill xmlns:a="http://schemas.openxmlformats.org/drawingml/2006/main">
            <a:srgbClr val="4D959D"/>
          </a:solidFill>
          <a:ln xmlns:a="http://schemas.openxmlformats.org/drawingml/2006/main" w="0">
            <a:noFill/>
          </a:ln>
        </p:spPr>
      </p:sp>
      <p:sp>
        <p:nvSpPr>
          <p:cNvPr id="222" name="rect-2-221">
            <a:extLst xmlns:a="http://schemas.openxmlformats.org/drawingml/2006/main">
              <a:ext uri="{FF2B5EF4-FFF2-40B4-BE49-F238E27FC236}">
                <a16:creationId xmlns:a16="http://schemas.microsoft.com/office/drawing/2014/main" id="{DBFD7136-FD7E-41D0-8F29-EB3FA650C117}"/>
              </a:ext>
            </a:extLst>
          </p:cNvPr>
          <p:cNvSpPr>
            <a:spLocks xmlns:a="http://schemas.openxmlformats.org/drawingml/2006/main" noGrp="1"/>
          </p:cNvSpPr>
          <p:nvPr/>
        </p:nvSpPr>
        <p:spPr>
          <a:xfrm xmlns:a="http://schemas.openxmlformats.org/drawingml/2006/main">
            <a:off x="1457325" y="3246120"/>
            <a:ext cx="42053" cy="42053"/>
          </a:xfrm>
          <a:prstGeom xmlns:a="http://schemas.openxmlformats.org/drawingml/2006/main" prst="rect">
            <a:avLst/>
          </a:prstGeom>
          <a:solidFill xmlns:a="http://schemas.openxmlformats.org/drawingml/2006/main">
            <a:srgbClr val="30848D"/>
          </a:solidFill>
          <a:ln xmlns:a="http://schemas.openxmlformats.org/drawingml/2006/main" w="0">
            <a:noFill/>
          </a:ln>
        </p:spPr>
      </p:sp>
      <p:sp>
        <p:nvSpPr>
          <p:cNvPr id="223" name="rect-2-222">
            <a:extLst xmlns:a="http://schemas.openxmlformats.org/drawingml/2006/main">
              <a:ext uri="{FF2B5EF4-FFF2-40B4-BE49-F238E27FC236}">
                <a16:creationId xmlns:a16="http://schemas.microsoft.com/office/drawing/2014/main" id="{E05774EA-49AC-47D0-8010-D1672F78FE59}"/>
              </a:ext>
            </a:extLst>
          </p:cNvPr>
          <p:cNvSpPr>
            <a:spLocks xmlns:a="http://schemas.openxmlformats.org/drawingml/2006/main" noGrp="1"/>
          </p:cNvSpPr>
          <p:nvPr/>
        </p:nvSpPr>
        <p:spPr>
          <a:xfrm xmlns:a="http://schemas.openxmlformats.org/drawingml/2006/main">
            <a:off x="1499235" y="3246120"/>
            <a:ext cx="42053" cy="42053"/>
          </a:xfrm>
          <a:prstGeom xmlns:a="http://schemas.openxmlformats.org/drawingml/2006/main" prst="rect">
            <a:avLst/>
          </a:prstGeom>
          <a:solidFill xmlns:a="http://schemas.openxmlformats.org/drawingml/2006/main">
            <a:srgbClr val="0D606E"/>
          </a:solidFill>
          <a:ln xmlns:a="http://schemas.openxmlformats.org/drawingml/2006/main" w="0">
            <a:noFill/>
          </a:ln>
        </p:spPr>
      </p:sp>
      <p:sp>
        <p:nvSpPr>
          <p:cNvPr id="224" name="rect-2-223">
            <a:extLst xmlns:a="http://schemas.openxmlformats.org/drawingml/2006/main">
              <a:ext uri="{FF2B5EF4-FFF2-40B4-BE49-F238E27FC236}">
                <a16:creationId xmlns:a16="http://schemas.microsoft.com/office/drawing/2014/main" id="{D06A657B-EC28-4A12-93F8-4E1413B40EA3}"/>
              </a:ext>
            </a:extLst>
          </p:cNvPr>
          <p:cNvSpPr>
            <a:spLocks xmlns:a="http://schemas.openxmlformats.org/drawingml/2006/main" noGrp="1"/>
          </p:cNvSpPr>
          <p:nvPr/>
        </p:nvSpPr>
        <p:spPr>
          <a:xfrm xmlns:a="http://schemas.openxmlformats.org/drawingml/2006/main">
            <a:off x="1541145" y="3246120"/>
            <a:ext cx="42053" cy="42053"/>
          </a:xfrm>
          <a:prstGeom xmlns:a="http://schemas.openxmlformats.org/drawingml/2006/main" prst="rect">
            <a:avLst/>
          </a:prstGeom>
          <a:solidFill xmlns:a="http://schemas.openxmlformats.org/drawingml/2006/main">
            <a:srgbClr val="104E61"/>
          </a:solidFill>
          <a:ln xmlns:a="http://schemas.openxmlformats.org/drawingml/2006/main" w="0">
            <a:noFill/>
          </a:ln>
        </p:spPr>
      </p:sp>
      <p:sp>
        <p:nvSpPr>
          <p:cNvPr id="225" name="rect-2-224">
            <a:extLst xmlns:a="http://schemas.openxmlformats.org/drawingml/2006/main">
              <a:ext uri="{FF2B5EF4-FFF2-40B4-BE49-F238E27FC236}">
                <a16:creationId xmlns:a16="http://schemas.microsoft.com/office/drawing/2014/main" id="{CDEA3330-FED8-44AD-AA9F-6E9BF3AF75D1}"/>
              </a:ext>
            </a:extLst>
          </p:cNvPr>
          <p:cNvSpPr>
            <a:spLocks xmlns:a="http://schemas.openxmlformats.org/drawingml/2006/main" noGrp="1"/>
          </p:cNvSpPr>
          <p:nvPr/>
        </p:nvSpPr>
        <p:spPr>
          <a:xfrm xmlns:a="http://schemas.openxmlformats.org/drawingml/2006/main">
            <a:off x="1583055" y="3246120"/>
            <a:ext cx="42053" cy="42053"/>
          </a:xfrm>
          <a:prstGeom xmlns:a="http://schemas.openxmlformats.org/drawingml/2006/main" prst="rect">
            <a:avLst/>
          </a:prstGeom>
          <a:solidFill xmlns:a="http://schemas.openxmlformats.org/drawingml/2006/main">
            <a:srgbClr val="0E5D6C"/>
          </a:solidFill>
          <a:ln xmlns:a="http://schemas.openxmlformats.org/drawingml/2006/main" w="0">
            <a:noFill/>
          </a:ln>
        </p:spPr>
      </p:sp>
      <p:sp>
        <p:nvSpPr>
          <p:cNvPr id="226" name="rect-2-225">
            <a:extLst xmlns:a="http://schemas.openxmlformats.org/drawingml/2006/main">
              <a:ext uri="{FF2B5EF4-FFF2-40B4-BE49-F238E27FC236}">
                <a16:creationId xmlns:a16="http://schemas.microsoft.com/office/drawing/2014/main" id="{9AC8B364-C6EA-486B-9A07-D7CD626A2270}"/>
              </a:ext>
            </a:extLst>
          </p:cNvPr>
          <p:cNvSpPr>
            <a:spLocks xmlns:a="http://schemas.openxmlformats.org/drawingml/2006/main" noGrp="1"/>
          </p:cNvSpPr>
          <p:nvPr/>
        </p:nvSpPr>
        <p:spPr>
          <a:xfrm xmlns:a="http://schemas.openxmlformats.org/drawingml/2006/main">
            <a:off x="1624965" y="3246120"/>
            <a:ext cx="42053" cy="42053"/>
          </a:xfrm>
          <a:prstGeom xmlns:a="http://schemas.openxmlformats.org/drawingml/2006/main" prst="rect">
            <a:avLst/>
          </a:prstGeom>
          <a:solidFill xmlns:a="http://schemas.openxmlformats.org/drawingml/2006/main">
            <a:srgbClr val="0D6571"/>
          </a:solidFill>
          <a:ln xmlns:a="http://schemas.openxmlformats.org/drawingml/2006/main" w="0">
            <a:noFill/>
          </a:ln>
        </p:spPr>
      </p:sp>
      <p:sp>
        <p:nvSpPr>
          <p:cNvPr id="227" name="rect-2-226">
            <a:extLst xmlns:a="http://schemas.openxmlformats.org/drawingml/2006/main">
              <a:ext uri="{FF2B5EF4-FFF2-40B4-BE49-F238E27FC236}">
                <a16:creationId xmlns:a16="http://schemas.microsoft.com/office/drawing/2014/main" id="{4BEA03B6-175F-4E26-827C-CEF8C56C13F5}"/>
              </a:ext>
            </a:extLst>
          </p:cNvPr>
          <p:cNvSpPr>
            <a:spLocks xmlns:a="http://schemas.openxmlformats.org/drawingml/2006/main" noGrp="1"/>
          </p:cNvSpPr>
          <p:nvPr/>
        </p:nvSpPr>
        <p:spPr>
          <a:xfrm xmlns:a="http://schemas.openxmlformats.org/drawingml/2006/main">
            <a:off x="1666875" y="3246120"/>
            <a:ext cx="42053" cy="42053"/>
          </a:xfrm>
          <a:prstGeom xmlns:a="http://schemas.openxmlformats.org/drawingml/2006/main" prst="rect">
            <a:avLst/>
          </a:prstGeom>
          <a:solidFill xmlns:a="http://schemas.openxmlformats.org/drawingml/2006/main">
            <a:srgbClr val="277F88"/>
          </a:solidFill>
          <a:ln xmlns:a="http://schemas.openxmlformats.org/drawingml/2006/main" w="0">
            <a:noFill/>
          </a:ln>
        </p:spPr>
      </p:sp>
      <p:sp>
        <p:nvSpPr>
          <p:cNvPr id="228" name="rect-2-227">
            <a:extLst xmlns:a="http://schemas.openxmlformats.org/drawingml/2006/main">
              <a:ext uri="{FF2B5EF4-FFF2-40B4-BE49-F238E27FC236}">
                <a16:creationId xmlns:a16="http://schemas.microsoft.com/office/drawing/2014/main" id="{2396022E-A85F-4555-A405-F941B468A4C5}"/>
              </a:ext>
            </a:extLst>
          </p:cNvPr>
          <p:cNvSpPr>
            <a:spLocks xmlns:a="http://schemas.openxmlformats.org/drawingml/2006/main" noGrp="1"/>
          </p:cNvSpPr>
          <p:nvPr/>
        </p:nvSpPr>
        <p:spPr>
          <a:xfrm xmlns:a="http://schemas.openxmlformats.org/drawingml/2006/main">
            <a:off x="1708785" y="3246120"/>
            <a:ext cx="42053" cy="42053"/>
          </a:xfrm>
          <a:prstGeom xmlns:a="http://schemas.openxmlformats.org/drawingml/2006/main" prst="rect">
            <a:avLst/>
          </a:prstGeom>
          <a:solidFill xmlns:a="http://schemas.openxmlformats.org/drawingml/2006/main">
            <a:srgbClr val="3E8D95"/>
          </a:solidFill>
          <a:ln xmlns:a="http://schemas.openxmlformats.org/drawingml/2006/main" w="0">
            <a:noFill/>
          </a:ln>
        </p:spPr>
      </p:sp>
      <p:sp>
        <p:nvSpPr>
          <p:cNvPr id="229" name="rect-2-228">
            <a:extLst xmlns:a="http://schemas.openxmlformats.org/drawingml/2006/main">
              <a:ext uri="{FF2B5EF4-FFF2-40B4-BE49-F238E27FC236}">
                <a16:creationId xmlns:a16="http://schemas.microsoft.com/office/drawing/2014/main" id="{733DF97B-E66D-45D3-9726-FBF6EB8DFA7C}"/>
              </a:ext>
            </a:extLst>
          </p:cNvPr>
          <p:cNvSpPr>
            <a:spLocks xmlns:a="http://schemas.openxmlformats.org/drawingml/2006/main" noGrp="1"/>
          </p:cNvSpPr>
          <p:nvPr/>
        </p:nvSpPr>
        <p:spPr>
          <a:xfrm xmlns:a="http://schemas.openxmlformats.org/drawingml/2006/main">
            <a:off x="1750695" y="3246120"/>
            <a:ext cx="42053" cy="42053"/>
          </a:xfrm>
          <a:prstGeom xmlns:a="http://schemas.openxmlformats.org/drawingml/2006/main" prst="rect">
            <a:avLst/>
          </a:prstGeom>
          <a:solidFill xmlns:a="http://schemas.openxmlformats.org/drawingml/2006/main">
            <a:srgbClr val="72ABB1"/>
          </a:solidFill>
          <a:ln xmlns:a="http://schemas.openxmlformats.org/drawingml/2006/main" w="0">
            <a:noFill/>
          </a:ln>
        </p:spPr>
      </p:sp>
      <p:sp>
        <p:nvSpPr>
          <p:cNvPr id="230" name="rect-2-229">
            <a:extLst xmlns:a="http://schemas.openxmlformats.org/drawingml/2006/main">
              <a:ext uri="{FF2B5EF4-FFF2-40B4-BE49-F238E27FC236}">
                <a16:creationId xmlns:a16="http://schemas.microsoft.com/office/drawing/2014/main" id="{B64B1434-D797-4234-830B-33F7DB1161C7}"/>
              </a:ext>
            </a:extLst>
          </p:cNvPr>
          <p:cNvSpPr>
            <a:spLocks xmlns:a="http://schemas.openxmlformats.org/drawingml/2006/main" noGrp="1"/>
          </p:cNvSpPr>
          <p:nvPr/>
        </p:nvSpPr>
        <p:spPr>
          <a:xfrm xmlns:a="http://schemas.openxmlformats.org/drawingml/2006/main">
            <a:off x="1792605" y="3246120"/>
            <a:ext cx="42053" cy="42053"/>
          </a:xfrm>
          <a:prstGeom xmlns:a="http://schemas.openxmlformats.org/drawingml/2006/main" prst="rect">
            <a:avLst/>
          </a:prstGeom>
          <a:solidFill xmlns:a="http://schemas.openxmlformats.org/drawingml/2006/main">
            <a:srgbClr val="C0D7DB"/>
          </a:solidFill>
          <a:ln xmlns:a="http://schemas.openxmlformats.org/drawingml/2006/main" w="0">
            <a:noFill/>
          </a:ln>
        </p:spPr>
      </p:sp>
      <p:sp>
        <p:nvSpPr>
          <p:cNvPr id="231" name="rect-2-230">
            <a:extLst xmlns:a="http://schemas.openxmlformats.org/drawingml/2006/main">
              <a:ext uri="{FF2B5EF4-FFF2-40B4-BE49-F238E27FC236}">
                <a16:creationId xmlns:a16="http://schemas.microsoft.com/office/drawing/2014/main" id="{E861D7ED-9995-404B-BB8F-B16CF9C64E42}"/>
              </a:ext>
            </a:extLst>
          </p:cNvPr>
          <p:cNvSpPr>
            <a:spLocks xmlns:a="http://schemas.openxmlformats.org/drawingml/2006/main" noGrp="1"/>
          </p:cNvSpPr>
          <p:nvPr/>
        </p:nvSpPr>
        <p:spPr>
          <a:xfrm xmlns:a="http://schemas.openxmlformats.org/drawingml/2006/main">
            <a:off x="1834515" y="324612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232" name="rect-2-231">
            <a:extLst xmlns:a="http://schemas.openxmlformats.org/drawingml/2006/main">
              <a:ext uri="{FF2B5EF4-FFF2-40B4-BE49-F238E27FC236}">
                <a16:creationId xmlns:a16="http://schemas.microsoft.com/office/drawing/2014/main" id="{C3042CD5-AE23-42D0-BBBC-028C5CCAA619}"/>
              </a:ext>
            </a:extLst>
          </p:cNvPr>
          <p:cNvSpPr>
            <a:spLocks xmlns:a="http://schemas.openxmlformats.org/drawingml/2006/main" noGrp="1"/>
          </p:cNvSpPr>
          <p:nvPr/>
        </p:nvSpPr>
        <p:spPr>
          <a:xfrm xmlns:a="http://schemas.openxmlformats.org/drawingml/2006/main">
            <a:off x="1163955" y="328803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233" name="rect-2-232">
            <a:extLst xmlns:a="http://schemas.openxmlformats.org/drawingml/2006/main">
              <a:ext uri="{FF2B5EF4-FFF2-40B4-BE49-F238E27FC236}">
                <a16:creationId xmlns:a16="http://schemas.microsoft.com/office/drawing/2014/main" id="{86A36A75-5FC5-4BB2-ACAE-2AB1EC80787B}"/>
              </a:ext>
            </a:extLst>
          </p:cNvPr>
          <p:cNvSpPr>
            <a:spLocks xmlns:a="http://schemas.openxmlformats.org/drawingml/2006/main" noGrp="1"/>
          </p:cNvSpPr>
          <p:nvPr/>
        </p:nvSpPr>
        <p:spPr>
          <a:xfrm xmlns:a="http://schemas.openxmlformats.org/drawingml/2006/main">
            <a:off x="1205865" y="3288030"/>
            <a:ext cx="42053" cy="42053"/>
          </a:xfrm>
          <a:prstGeom xmlns:a="http://schemas.openxmlformats.org/drawingml/2006/main" prst="rect">
            <a:avLst/>
          </a:prstGeom>
          <a:solidFill xmlns:a="http://schemas.openxmlformats.org/drawingml/2006/main">
            <a:srgbClr val="D4E3E6"/>
          </a:solidFill>
          <a:ln xmlns:a="http://schemas.openxmlformats.org/drawingml/2006/main" w="0">
            <a:noFill/>
          </a:ln>
        </p:spPr>
      </p:sp>
      <p:sp>
        <p:nvSpPr>
          <p:cNvPr id="234" name="rect-2-233">
            <a:extLst xmlns:a="http://schemas.openxmlformats.org/drawingml/2006/main">
              <a:ext uri="{FF2B5EF4-FFF2-40B4-BE49-F238E27FC236}">
                <a16:creationId xmlns:a16="http://schemas.microsoft.com/office/drawing/2014/main" id="{92B79B88-1777-4E61-A4F1-129C092009A8}"/>
              </a:ext>
            </a:extLst>
          </p:cNvPr>
          <p:cNvSpPr>
            <a:spLocks xmlns:a="http://schemas.openxmlformats.org/drawingml/2006/main" noGrp="1"/>
          </p:cNvSpPr>
          <p:nvPr/>
        </p:nvSpPr>
        <p:spPr>
          <a:xfrm xmlns:a="http://schemas.openxmlformats.org/drawingml/2006/main">
            <a:off x="1247775" y="3288030"/>
            <a:ext cx="42053" cy="42053"/>
          </a:xfrm>
          <a:prstGeom xmlns:a="http://schemas.openxmlformats.org/drawingml/2006/main" prst="rect">
            <a:avLst/>
          </a:prstGeom>
          <a:solidFill xmlns:a="http://schemas.openxmlformats.org/drawingml/2006/main">
            <a:srgbClr val="B7D3D6"/>
          </a:solidFill>
          <a:ln xmlns:a="http://schemas.openxmlformats.org/drawingml/2006/main" w="0">
            <a:noFill/>
          </a:ln>
        </p:spPr>
      </p:sp>
      <p:sp>
        <p:nvSpPr>
          <p:cNvPr id="235" name="rect-2-234">
            <a:extLst xmlns:a="http://schemas.openxmlformats.org/drawingml/2006/main">
              <a:ext uri="{FF2B5EF4-FFF2-40B4-BE49-F238E27FC236}">
                <a16:creationId xmlns:a16="http://schemas.microsoft.com/office/drawing/2014/main" id="{0F5B9F1F-F894-4FA6-BBAC-EFC57C9035E1}"/>
              </a:ext>
            </a:extLst>
          </p:cNvPr>
          <p:cNvSpPr>
            <a:spLocks xmlns:a="http://schemas.openxmlformats.org/drawingml/2006/main" noGrp="1"/>
          </p:cNvSpPr>
          <p:nvPr/>
        </p:nvSpPr>
        <p:spPr>
          <a:xfrm xmlns:a="http://schemas.openxmlformats.org/drawingml/2006/main">
            <a:off x="1289685" y="3288030"/>
            <a:ext cx="42053" cy="42053"/>
          </a:xfrm>
          <a:prstGeom xmlns:a="http://schemas.openxmlformats.org/drawingml/2006/main" prst="rect">
            <a:avLst/>
          </a:prstGeom>
          <a:solidFill xmlns:a="http://schemas.openxmlformats.org/drawingml/2006/main">
            <a:srgbClr val="9CC3C8"/>
          </a:solidFill>
          <a:ln xmlns:a="http://schemas.openxmlformats.org/drawingml/2006/main" w="0">
            <a:noFill/>
          </a:ln>
        </p:spPr>
      </p:sp>
      <p:sp>
        <p:nvSpPr>
          <p:cNvPr id="236" name="rect-2-235">
            <a:extLst xmlns:a="http://schemas.openxmlformats.org/drawingml/2006/main">
              <a:ext uri="{FF2B5EF4-FFF2-40B4-BE49-F238E27FC236}">
                <a16:creationId xmlns:a16="http://schemas.microsoft.com/office/drawing/2014/main" id="{C80E8227-1627-46E3-9033-EF13A1207BFA}"/>
              </a:ext>
            </a:extLst>
          </p:cNvPr>
          <p:cNvSpPr>
            <a:spLocks xmlns:a="http://schemas.openxmlformats.org/drawingml/2006/main" noGrp="1"/>
          </p:cNvSpPr>
          <p:nvPr/>
        </p:nvSpPr>
        <p:spPr>
          <a:xfrm xmlns:a="http://schemas.openxmlformats.org/drawingml/2006/main">
            <a:off x="1331595" y="3288030"/>
            <a:ext cx="42053" cy="42053"/>
          </a:xfrm>
          <a:prstGeom xmlns:a="http://schemas.openxmlformats.org/drawingml/2006/main" prst="rect">
            <a:avLst/>
          </a:prstGeom>
          <a:solidFill xmlns:a="http://schemas.openxmlformats.org/drawingml/2006/main">
            <a:srgbClr val="98C0C5"/>
          </a:solidFill>
          <a:ln xmlns:a="http://schemas.openxmlformats.org/drawingml/2006/main" w="0">
            <a:noFill/>
          </a:ln>
        </p:spPr>
      </p:sp>
      <p:sp>
        <p:nvSpPr>
          <p:cNvPr id="237" name="rect-2-236">
            <a:extLst xmlns:a="http://schemas.openxmlformats.org/drawingml/2006/main">
              <a:ext uri="{FF2B5EF4-FFF2-40B4-BE49-F238E27FC236}">
                <a16:creationId xmlns:a16="http://schemas.microsoft.com/office/drawing/2014/main" id="{90D848BD-7629-4AC1-AC53-510B840677F7}"/>
              </a:ext>
            </a:extLst>
          </p:cNvPr>
          <p:cNvSpPr>
            <a:spLocks xmlns:a="http://schemas.openxmlformats.org/drawingml/2006/main" noGrp="1"/>
          </p:cNvSpPr>
          <p:nvPr/>
        </p:nvSpPr>
        <p:spPr>
          <a:xfrm xmlns:a="http://schemas.openxmlformats.org/drawingml/2006/main">
            <a:off x="1373505" y="3288030"/>
            <a:ext cx="42053" cy="42053"/>
          </a:xfrm>
          <a:prstGeom xmlns:a="http://schemas.openxmlformats.org/drawingml/2006/main" prst="rect">
            <a:avLst/>
          </a:prstGeom>
          <a:solidFill xmlns:a="http://schemas.openxmlformats.org/drawingml/2006/main">
            <a:srgbClr val="85B6BB"/>
          </a:solidFill>
          <a:ln xmlns:a="http://schemas.openxmlformats.org/drawingml/2006/main" w="0">
            <a:noFill/>
          </a:ln>
        </p:spPr>
      </p:sp>
      <p:sp>
        <p:nvSpPr>
          <p:cNvPr id="238" name="rect-2-237">
            <a:extLst xmlns:a="http://schemas.openxmlformats.org/drawingml/2006/main">
              <a:ext uri="{FF2B5EF4-FFF2-40B4-BE49-F238E27FC236}">
                <a16:creationId xmlns:a16="http://schemas.microsoft.com/office/drawing/2014/main" id="{5BCA8E0A-93E2-4761-8773-C2946E7AE853}"/>
              </a:ext>
            </a:extLst>
          </p:cNvPr>
          <p:cNvSpPr>
            <a:spLocks xmlns:a="http://schemas.openxmlformats.org/drawingml/2006/main" noGrp="1"/>
          </p:cNvSpPr>
          <p:nvPr/>
        </p:nvSpPr>
        <p:spPr>
          <a:xfrm xmlns:a="http://schemas.openxmlformats.org/drawingml/2006/main">
            <a:off x="1415415" y="3288030"/>
            <a:ext cx="42053" cy="42053"/>
          </a:xfrm>
          <a:prstGeom xmlns:a="http://schemas.openxmlformats.org/drawingml/2006/main" prst="rect">
            <a:avLst/>
          </a:prstGeom>
          <a:solidFill xmlns:a="http://schemas.openxmlformats.org/drawingml/2006/main">
            <a:srgbClr val="99C1C6"/>
          </a:solidFill>
          <a:ln xmlns:a="http://schemas.openxmlformats.org/drawingml/2006/main" w="0">
            <a:noFill/>
          </a:ln>
        </p:spPr>
      </p:sp>
      <p:sp>
        <p:nvSpPr>
          <p:cNvPr id="239" name="rect-2-238">
            <a:extLst xmlns:a="http://schemas.openxmlformats.org/drawingml/2006/main">
              <a:ext uri="{FF2B5EF4-FFF2-40B4-BE49-F238E27FC236}">
                <a16:creationId xmlns:a16="http://schemas.microsoft.com/office/drawing/2014/main" id="{BC9E000D-367B-47DD-A523-9BF916EC7403}"/>
              </a:ext>
            </a:extLst>
          </p:cNvPr>
          <p:cNvSpPr>
            <a:spLocks xmlns:a="http://schemas.openxmlformats.org/drawingml/2006/main" noGrp="1"/>
          </p:cNvSpPr>
          <p:nvPr/>
        </p:nvSpPr>
        <p:spPr>
          <a:xfrm xmlns:a="http://schemas.openxmlformats.org/drawingml/2006/main">
            <a:off x="1457325" y="3288030"/>
            <a:ext cx="42053" cy="42053"/>
          </a:xfrm>
          <a:prstGeom xmlns:a="http://schemas.openxmlformats.org/drawingml/2006/main" prst="rect">
            <a:avLst/>
          </a:prstGeom>
          <a:solidFill xmlns:a="http://schemas.openxmlformats.org/drawingml/2006/main">
            <a:srgbClr val="4B949C"/>
          </a:solidFill>
          <a:ln xmlns:a="http://schemas.openxmlformats.org/drawingml/2006/main" w="0">
            <a:noFill/>
          </a:ln>
        </p:spPr>
      </p:sp>
      <p:sp>
        <p:nvSpPr>
          <p:cNvPr id="240" name="rect-2-239">
            <a:extLst xmlns:a="http://schemas.openxmlformats.org/drawingml/2006/main">
              <a:ext uri="{FF2B5EF4-FFF2-40B4-BE49-F238E27FC236}">
                <a16:creationId xmlns:a16="http://schemas.microsoft.com/office/drawing/2014/main" id="{AD6370C4-1851-43C4-9ED7-C61EF2618FE3}"/>
              </a:ext>
            </a:extLst>
          </p:cNvPr>
          <p:cNvSpPr>
            <a:spLocks xmlns:a="http://schemas.openxmlformats.org/drawingml/2006/main" noGrp="1"/>
          </p:cNvSpPr>
          <p:nvPr/>
        </p:nvSpPr>
        <p:spPr>
          <a:xfrm xmlns:a="http://schemas.openxmlformats.org/drawingml/2006/main">
            <a:off x="1499235" y="3288030"/>
            <a:ext cx="42053" cy="42053"/>
          </a:xfrm>
          <a:prstGeom xmlns:a="http://schemas.openxmlformats.org/drawingml/2006/main" prst="rect">
            <a:avLst/>
          </a:prstGeom>
          <a:solidFill xmlns:a="http://schemas.openxmlformats.org/drawingml/2006/main">
            <a:srgbClr val="237D86"/>
          </a:solidFill>
          <a:ln xmlns:a="http://schemas.openxmlformats.org/drawingml/2006/main" w="0">
            <a:noFill/>
          </a:ln>
        </p:spPr>
      </p:sp>
      <p:sp>
        <p:nvSpPr>
          <p:cNvPr id="241" name="rect-2-240">
            <a:extLst xmlns:a="http://schemas.openxmlformats.org/drawingml/2006/main">
              <a:ext uri="{FF2B5EF4-FFF2-40B4-BE49-F238E27FC236}">
                <a16:creationId xmlns:a16="http://schemas.microsoft.com/office/drawing/2014/main" id="{D44D33FC-9CF4-4298-AE53-2057EBFB02E6}"/>
              </a:ext>
            </a:extLst>
          </p:cNvPr>
          <p:cNvSpPr>
            <a:spLocks xmlns:a="http://schemas.openxmlformats.org/drawingml/2006/main" noGrp="1"/>
          </p:cNvSpPr>
          <p:nvPr/>
        </p:nvSpPr>
        <p:spPr>
          <a:xfrm xmlns:a="http://schemas.openxmlformats.org/drawingml/2006/main">
            <a:off x="1541145" y="3288030"/>
            <a:ext cx="42053" cy="42053"/>
          </a:xfrm>
          <a:prstGeom xmlns:a="http://schemas.openxmlformats.org/drawingml/2006/main" prst="rect">
            <a:avLst/>
          </a:prstGeom>
          <a:solidFill xmlns:a="http://schemas.openxmlformats.org/drawingml/2006/main">
            <a:srgbClr val="288089"/>
          </a:solidFill>
          <a:ln xmlns:a="http://schemas.openxmlformats.org/drawingml/2006/main" w="0">
            <a:noFill/>
          </a:ln>
        </p:spPr>
      </p:sp>
      <p:sp>
        <p:nvSpPr>
          <p:cNvPr id="242" name="rect-2-241">
            <a:extLst xmlns:a="http://schemas.openxmlformats.org/drawingml/2006/main">
              <a:ext uri="{FF2B5EF4-FFF2-40B4-BE49-F238E27FC236}">
                <a16:creationId xmlns:a16="http://schemas.microsoft.com/office/drawing/2014/main" id="{64C706D7-4844-46B3-8786-6B5C0C1A36D2}"/>
              </a:ext>
            </a:extLst>
          </p:cNvPr>
          <p:cNvSpPr>
            <a:spLocks xmlns:a="http://schemas.openxmlformats.org/drawingml/2006/main" noGrp="1"/>
          </p:cNvSpPr>
          <p:nvPr/>
        </p:nvSpPr>
        <p:spPr>
          <a:xfrm xmlns:a="http://schemas.openxmlformats.org/drawingml/2006/main">
            <a:off x="1583055" y="3288030"/>
            <a:ext cx="42053" cy="42053"/>
          </a:xfrm>
          <a:prstGeom xmlns:a="http://schemas.openxmlformats.org/drawingml/2006/main" prst="rect">
            <a:avLst/>
          </a:prstGeom>
          <a:solidFill xmlns:a="http://schemas.openxmlformats.org/drawingml/2006/main">
            <a:srgbClr val="0E717B"/>
          </a:solidFill>
          <a:ln xmlns:a="http://schemas.openxmlformats.org/drawingml/2006/main" w="0">
            <a:noFill/>
          </a:ln>
        </p:spPr>
      </p:sp>
      <p:sp>
        <p:nvSpPr>
          <p:cNvPr id="243" name="rect-2-242">
            <a:extLst xmlns:a="http://schemas.openxmlformats.org/drawingml/2006/main">
              <a:ext uri="{FF2B5EF4-FFF2-40B4-BE49-F238E27FC236}">
                <a16:creationId xmlns:a16="http://schemas.microsoft.com/office/drawing/2014/main" id="{0C0D1D56-8D10-4D25-8D7E-C9330CC89E3C}"/>
              </a:ext>
            </a:extLst>
          </p:cNvPr>
          <p:cNvSpPr>
            <a:spLocks xmlns:a="http://schemas.openxmlformats.org/drawingml/2006/main" noGrp="1"/>
          </p:cNvSpPr>
          <p:nvPr/>
        </p:nvSpPr>
        <p:spPr>
          <a:xfrm xmlns:a="http://schemas.openxmlformats.org/drawingml/2006/main">
            <a:off x="1624965" y="3288030"/>
            <a:ext cx="42053" cy="42053"/>
          </a:xfrm>
          <a:prstGeom xmlns:a="http://schemas.openxmlformats.org/drawingml/2006/main" prst="rect">
            <a:avLst/>
          </a:prstGeom>
          <a:solidFill xmlns:a="http://schemas.openxmlformats.org/drawingml/2006/main">
            <a:srgbClr val="16767F"/>
          </a:solidFill>
          <a:ln xmlns:a="http://schemas.openxmlformats.org/drawingml/2006/main" w="0">
            <a:noFill/>
          </a:ln>
        </p:spPr>
      </p:sp>
      <p:sp>
        <p:nvSpPr>
          <p:cNvPr id="244" name="rect-2-243">
            <a:extLst xmlns:a="http://schemas.openxmlformats.org/drawingml/2006/main">
              <a:ext uri="{FF2B5EF4-FFF2-40B4-BE49-F238E27FC236}">
                <a16:creationId xmlns:a16="http://schemas.microsoft.com/office/drawing/2014/main" id="{60E791F2-AC56-4862-8008-D5C2BD861C19}"/>
              </a:ext>
            </a:extLst>
          </p:cNvPr>
          <p:cNvSpPr>
            <a:spLocks xmlns:a="http://schemas.openxmlformats.org/drawingml/2006/main" noGrp="1"/>
          </p:cNvSpPr>
          <p:nvPr/>
        </p:nvSpPr>
        <p:spPr>
          <a:xfrm xmlns:a="http://schemas.openxmlformats.org/drawingml/2006/main">
            <a:off x="1666875" y="3288030"/>
            <a:ext cx="42053" cy="42053"/>
          </a:xfrm>
          <a:prstGeom xmlns:a="http://schemas.openxmlformats.org/drawingml/2006/main" prst="rect">
            <a:avLst/>
          </a:prstGeom>
          <a:solidFill xmlns:a="http://schemas.openxmlformats.org/drawingml/2006/main">
            <a:srgbClr val="6BA7AD"/>
          </a:solidFill>
          <a:ln xmlns:a="http://schemas.openxmlformats.org/drawingml/2006/main" w="0">
            <a:noFill/>
          </a:ln>
        </p:spPr>
      </p:sp>
      <p:sp>
        <p:nvSpPr>
          <p:cNvPr id="245" name="rect-2-244">
            <a:extLst xmlns:a="http://schemas.openxmlformats.org/drawingml/2006/main">
              <a:ext uri="{FF2B5EF4-FFF2-40B4-BE49-F238E27FC236}">
                <a16:creationId xmlns:a16="http://schemas.microsoft.com/office/drawing/2014/main" id="{CD7B427A-5278-45FB-ABFA-53DFAB0AF7A6}"/>
              </a:ext>
            </a:extLst>
          </p:cNvPr>
          <p:cNvSpPr>
            <a:spLocks xmlns:a="http://schemas.openxmlformats.org/drawingml/2006/main" noGrp="1"/>
          </p:cNvSpPr>
          <p:nvPr/>
        </p:nvSpPr>
        <p:spPr>
          <a:xfrm xmlns:a="http://schemas.openxmlformats.org/drawingml/2006/main">
            <a:off x="1708785" y="3288030"/>
            <a:ext cx="42053" cy="42053"/>
          </a:xfrm>
          <a:prstGeom xmlns:a="http://schemas.openxmlformats.org/drawingml/2006/main" prst="rect">
            <a:avLst/>
          </a:prstGeom>
          <a:solidFill xmlns:a="http://schemas.openxmlformats.org/drawingml/2006/main">
            <a:srgbClr val="579BA2"/>
          </a:solidFill>
          <a:ln xmlns:a="http://schemas.openxmlformats.org/drawingml/2006/main" w="0">
            <a:noFill/>
          </a:ln>
        </p:spPr>
      </p:sp>
      <p:sp>
        <p:nvSpPr>
          <p:cNvPr id="246" name="rect-2-245">
            <a:extLst xmlns:a="http://schemas.openxmlformats.org/drawingml/2006/main">
              <a:ext uri="{FF2B5EF4-FFF2-40B4-BE49-F238E27FC236}">
                <a16:creationId xmlns:a16="http://schemas.microsoft.com/office/drawing/2014/main" id="{5A62F4CE-9417-4E20-8E77-269489EECA6F}"/>
              </a:ext>
            </a:extLst>
          </p:cNvPr>
          <p:cNvSpPr>
            <a:spLocks xmlns:a="http://schemas.openxmlformats.org/drawingml/2006/main" noGrp="1"/>
          </p:cNvSpPr>
          <p:nvPr/>
        </p:nvSpPr>
        <p:spPr>
          <a:xfrm xmlns:a="http://schemas.openxmlformats.org/drawingml/2006/main">
            <a:off x="1750695" y="3288030"/>
            <a:ext cx="42053" cy="42053"/>
          </a:xfrm>
          <a:prstGeom xmlns:a="http://schemas.openxmlformats.org/drawingml/2006/main" prst="rect">
            <a:avLst/>
          </a:prstGeom>
          <a:solidFill xmlns:a="http://schemas.openxmlformats.org/drawingml/2006/main">
            <a:srgbClr val="4E969E"/>
          </a:solidFill>
          <a:ln xmlns:a="http://schemas.openxmlformats.org/drawingml/2006/main" w="0">
            <a:noFill/>
          </a:ln>
        </p:spPr>
      </p:sp>
      <p:sp>
        <p:nvSpPr>
          <p:cNvPr id="247" name="rect-2-246">
            <a:extLst xmlns:a="http://schemas.openxmlformats.org/drawingml/2006/main">
              <a:ext uri="{FF2B5EF4-FFF2-40B4-BE49-F238E27FC236}">
                <a16:creationId xmlns:a16="http://schemas.microsoft.com/office/drawing/2014/main" id="{09CF7AF1-5F9F-4459-BFEF-3EE0C5FE909E}"/>
              </a:ext>
            </a:extLst>
          </p:cNvPr>
          <p:cNvSpPr>
            <a:spLocks xmlns:a="http://schemas.openxmlformats.org/drawingml/2006/main" noGrp="1"/>
          </p:cNvSpPr>
          <p:nvPr/>
        </p:nvSpPr>
        <p:spPr>
          <a:xfrm xmlns:a="http://schemas.openxmlformats.org/drawingml/2006/main">
            <a:off x="1792605" y="3288030"/>
            <a:ext cx="42053" cy="42053"/>
          </a:xfrm>
          <a:prstGeom xmlns:a="http://schemas.openxmlformats.org/drawingml/2006/main" prst="rect">
            <a:avLst/>
          </a:prstGeom>
          <a:solidFill xmlns:a="http://schemas.openxmlformats.org/drawingml/2006/main">
            <a:srgbClr val="8FBBC0"/>
          </a:solidFill>
          <a:ln xmlns:a="http://schemas.openxmlformats.org/drawingml/2006/main" w="0">
            <a:noFill/>
          </a:ln>
        </p:spPr>
      </p:sp>
      <p:sp>
        <p:nvSpPr>
          <p:cNvPr id="248" name="rect-2-247">
            <a:extLst xmlns:a="http://schemas.openxmlformats.org/drawingml/2006/main">
              <a:ext uri="{FF2B5EF4-FFF2-40B4-BE49-F238E27FC236}">
                <a16:creationId xmlns:a16="http://schemas.microsoft.com/office/drawing/2014/main" id="{B7D4B8DC-AF8C-47E1-8868-1B1884474700}"/>
              </a:ext>
            </a:extLst>
          </p:cNvPr>
          <p:cNvSpPr>
            <a:spLocks xmlns:a="http://schemas.openxmlformats.org/drawingml/2006/main" noGrp="1"/>
          </p:cNvSpPr>
          <p:nvPr/>
        </p:nvSpPr>
        <p:spPr>
          <a:xfrm xmlns:a="http://schemas.openxmlformats.org/drawingml/2006/main">
            <a:off x="1834515" y="3288030"/>
            <a:ext cx="42053" cy="42053"/>
          </a:xfrm>
          <a:prstGeom xmlns:a="http://schemas.openxmlformats.org/drawingml/2006/main" prst="rect">
            <a:avLst/>
          </a:prstGeom>
          <a:solidFill xmlns:a="http://schemas.openxmlformats.org/drawingml/2006/main">
            <a:srgbClr val="E2EBEE"/>
          </a:solidFill>
          <a:ln xmlns:a="http://schemas.openxmlformats.org/drawingml/2006/main" w="0">
            <a:noFill/>
          </a:ln>
        </p:spPr>
      </p:sp>
      <p:sp>
        <p:nvSpPr>
          <p:cNvPr id="249" name="rect-2-248">
            <a:extLst xmlns:a="http://schemas.openxmlformats.org/drawingml/2006/main">
              <a:ext uri="{FF2B5EF4-FFF2-40B4-BE49-F238E27FC236}">
                <a16:creationId xmlns:a16="http://schemas.microsoft.com/office/drawing/2014/main" id="{EB964C27-4DE9-4EEF-B282-A46FB81D3523}"/>
              </a:ext>
            </a:extLst>
          </p:cNvPr>
          <p:cNvSpPr>
            <a:spLocks xmlns:a="http://schemas.openxmlformats.org/drawingml/2006/main" noGrp="1"/>
          </p:cNvSpPr>
          <p:nvPr/>
        </p:nvSpPr>
        <p:spPr>
          <a:xfrm xmlns:a="http://schemas.openxmlformats.org/drawingml/2006/main">
            <a:off x="1163955" y="3329940"/>
            <a:ext cx="42053" cy="42053"/>
          </a:xfrm>
          <a:prstGeom xmlns:a="http://schemas.openxmlformats.org/drawingml/2006/main" prst="rect">
            <a:avLst/>
          </a:prstGeom>
          <a:solidFill xmlns:a="http://schemas.openxmlformats.org/drawingml/2006/main">
            <a:srgbClr val="E5EDEF"/>
          </a:solidFill>
          <a:ln xmlns:a="http://schemas.openxmlformats.org/drawingml/2006/main" w="0">
            <a:noFill/>
          </a:ln>
        </p:spPr>
      </p:sp>
      <p:sp>
        <p:nvSpPr>
          <p:cNvPr id="250" name="rect-2-249">
            <a:extLst xmlns:a="http://schemas.openxmlformats.org/drawingml/2006/main">
              <a:ext uri="{FF2B5EF4-FFF2-40B4-BE49-F238E27FC236}">
                <a16:creationId xmlns:a16="http://schemas.microsoft.com/office/drawing/2014/main" id="{FB7113B5-9708-49A3-A145-FF1402C4C97B}"/>
              </a:ext>
            </a:extLst>
          </p:cNvPr>
          <p:cNvSpPr>
            <a:spLocks xmlns:a="http://schemas.openxmlformats.org/drawingml/2006/main" noGrp="1"/>
          </p:cNvSpPr>
          <p:nvPr/>
        </p:nvSpPr>
        <p:spPr>
          <a:xfrm xmlns:a="http://schemas.openxmlformats.org/drawingml/2006/main">
            <a:off x="1205865" y="3329940"/>
            <a:ext cx="42053" cy="42053"/>
          </a:xfrm>
          <a:prstGeom xmlns:a="http://schemas.openxmlformats.org/drawingml/2006/main" prst="rect">
            <a:avLst/>
          </a:prstGeom>
          <a:solidFill xmlns:a="http://schemas.openxmlformats.org/drawingml/2006/main">
            <a:srgbClr val="D6E5E7"/>
          </a:solidFill>
          <a:ln xmlns:a="http://schemas.openxmlformats.org/drawingml/2006/main" w="0">
            <a:noFill/>
          </a:ln>
        </p:spPr>
      </p:sp>
      <p:sp>
        <p:nvSpPr>
          <p:cNvPr id="251" name="rect-2-250">
            <a:extLst xmlns:a="http://schemas.openxmlformats.org/drawingml/2006/main">
              <a:ext uri="{FF2B5EF4-FFF2-40B4-BE49-F238E27FC236}">
                <a16:creationId xmlns:a16="http://schemas.microsoft.com/office/drawing/2014/main" id="{9428580E-3FAD-4BD4-B712-388DC561439B}"/>
              </a:ext>
            </a:extLst>
          </p:cNvPr>
          <p:cNvSpPr>
            <a:spLocks xmlns:a="http://schemas.openxmlformats.org/drawingml/2006/main" noGrp="1"/>
          </p:cNvSpPr>
          <p:nvPr/>
        </p:nvSpPr>
        <p:spPr>
          <a:xfrm xmlns:a="http://schemas.openxmlformats.org/drawingml/2006/main">
            <a:off x="1247775" y="3329940"/>
            <a:ext cx="42053" cy="42053"/>
          </a:xfrm>
          <a:prstGeom xmlns:a="http://schemas.openxmlformats.org/drawingml/2006/main" prst="rect">
            <a:avLst/>
          </a:prstGeom>
          <a:solidFill xmlns:a="http://schemas.openxmlformats.org/drawingml/2006/main">
            <a:srgbClr val="C6DBDE"/>
          </a:solidFill>
          <a:ln xmlns:a="http://schemas.openxmlformats.org/drawingml/2006/main" w="0">
            <a:noFill/>
          </a:ln>
        </p:spPr>
      </p:sp>
      <p:sp>
        <p:nvSpPr>
          <p:cNvPr id="252" name="rect-2-251">
            <a:extLst xmlns:a="http://schemas.openxmlformats.org/drawingml/2006/main">
              <a:ext uri="{FF2B5EF4-FFF2-40B4-BE49-F238E27FC236}">
                <a16:creationId xmlns:a16="http://schemas.microsoft.com/office/drawing/2014/main" id="{33FB591A-D53D-4557-8434-4E5E0B26D6F5}"/>
              </a:ext>
            </a:extLst>
          </p:cNvPr>
          <p:cNvSpPr>
            <a:spLocks xmlns:a="http://schemas.openxmlformats.org/drawingml/2006/main" noGrp="1"/>
          </p:cNvSpPr>
          <p:nvPr/>
        </p:nvSpPr>
        <p:spPr>
          <a:xfrm xmlns:a="http://schemas.openxmlformats.org/drawingml/2006/main">
            <a:off x="1289685" y="3329940"/>
            <a:ext cx="42053" cy="42053"/>
          </a:xfrm>
          <a:prstGeom xmlns:a="http://schemas.openxmlformats.org/drawingml/2006/main" prst="rect">
            <a:avLst/>
          </a:prstGeom>
          <a:solidFill xmlns:a="http://schemas.openxmlformats.org/drawingml/2006/main">
            <a:srgbClr val="A4C8CC"/>
          </a:solidFill>
          <a:ln xmlns:a="http://schemas.openxmlformats.org/drawingml/2006/main" w="0">
            <a:noFill/>
          </a:ln>
        </p:spPr>
      </p:sp>
      <p:sp>
        <p:nvSpPr>
          <p:cNvPr id="253" name="rect-2-252">
            <a:extLst xmlns:a="http://schemas.openxmlformats.org/drawingml/2006/main">
              <a:ext uri="{FF2B5EF4-FFF2-40B4-BE49-F238E27FC236}">
                <a16:creationId xmlns:a16="http://schemas.microsoft.com/office/drawing/2014/main" id="{8CF7F74D-CC3A-445A-839A-22871FB61BB0}"/>
              </a:ext>
            </a:extLst>
          </p:cNvPr>
          <p:cNvSpPr>
            <a:spLocks xmlns:a="http://schemas.openxmlformats.org/drawingml/2006/main" noGrp="1"/>
          </p:cNvSpPr>
          <p:nvPr/>
        </p:nvSpPr>
        <p:spPr>
          <a:xfrm xmlns:a="http://schemas.openxmlformats.org/drawingml/2006/main">
            <a:off x="1331595" y="3329940"/>
            <a:ext cx="42053" cy="42053"/>
          </a:xfrm>
          <a:prstGeom xmlns:a="http://schemas.openxmlformats.org/drawingml/2006/main" prst="rect">
            <a:avLst/>
          </a:prstGeom>
          <a:solidFill xmlns:a="http://schemas.openxmlformats.org/drawingml/2006/main">
            <a:srgbClr val="B0CED2"/>
          </a:solidFill>
          <a:ln xmlns:a="http://schemas.openxmlformats.org/drawingml/2006/main" w="0">
            <a:noFill/>
          </a:ln>
        </p:spPr>
      </p:sp>
      <p:sp>
        <p:nvSpPr>
          <p:cNvPr id="254" name="rect-2-253">
            <a:extLst xmlns:a="http://schemas.openxmlformats.org/drawingml/2006/main">
              <a:ext uri="{FF2B5EF4-FFF2-40B4-BE49-F238E27FC236}">
                <a16:creationId xmlns:a16="http://schemas.microsoft.com/office/drawing/2014/main" id="{348D6BC6-12FE-4A7C-AFE1-D784FDB929A0}"/>
              </a:ext>
            </a:extLst>
          </p:cNvPr>
          <p:cNvSpPr>
            <a:spLocks xmlns:a="http://schemas.openxmlformats.org/drawingml/2006/main" noGrp="1"/>
          </p:cNvSpPr>
          <p:nvPr/>
        </p:nvSpPr>
        <p:spPr>
          <a:xfrm xmlns:a="http://schemas.openxmlformats.org/drawingml/2006/main">
            <a:off x="1373505" y="3329940"/>
            <a:ext cx="42053" cy="42053"/>
          </a:xfrm>
          <a:prstGeom xmlns:a="http://schemas.openxmlformats.org/drawingml/2006/main" prst="rect">
            <a:avLst/>
          </a:prstGeom>
          <a:solidFill xmlns:a="http://schemas.openxmlformats.org/drawingml/2006/main">
            <a:srgbClr val="B3D0D4"/>
          </a:solidFill>
          <a:ln xmlns:a="http://schemas.openxmlformats.org/drawingml/2006/main" w="0">
            <a:noFill/>
          </a:ln>
        </p:spPr>
      </p:sp>
      <p:sp>
        <p:nvSpPr>
          <p:cNvPr id="255" name="rect-2-254">
            <a:extLst xmlns:a="http://schemas.openxmlformats.org/drawingml/2006/main">
              <a:ext uri="{FF2B5EF4-FFF2-40B4-BE49-F238E27FC236}">
                <a16:creationId xmlns:a16="http://schemas.microsoft.com/office/drawing/2014/main" id="{D557383C-A0FB-41FA-ACD1-651FC781AC8D}"/>
              </a:ext>
            </a:extLst>
          </p:cNvPr>
          <p:cNvSpPr>
            <a:spLocks xmlns:a="http://schemas.openxmlformats.org/drawingml/2006/main" noGrp="1"/>
          </p:cNvSpPr>
          <p:nvPr/>
        </p:nvSpPr>
        <p:spPr>
          <a:xfrm xmlns:a="http://schemas.openxmlformats.org/drawingml/2006/main">
            <a:off x="1415415" y="3329940"/>
            <a:ext cx="42053" cy="42053"/>
          </a:xfrm>
          <a:prstGeom xmlns:a="http://schemas.openxmlformats.org/drawingml/2006/main" prst="rect">
            <a:avLst/>
          </a:prstGeom>
          <a:solidFill xmlns:a="http://schemas.openxmlformats.org/drawingml/2006/main">
            <a:srgbClr val="99C1C6"/>
          </a:solidFill>
          <a:ln xmlns:a="http://schemas.openxmlformats.org/drawingml/2006/main" w="0">
            <a:noFill/>
          </a:ln>
        </p:spPr>
      </p:sp>
      <p:sp>
        <p:nvSpPr>
          <p:cNvPr id="256" name="rect-2-255">
            <a:extLst xmlns:a="http://schemas.openxmlformats.org/drawingml/2006/main">
              <a:ext uri="{FF2B5EF4-FFF2-40B4-BE49-F238E27FC236}">
                <a16:creationId xmlns:a16="http://schemas.microsoft.com/office/drawing/2014/main" id="{3B543D63-0EF3-4188-A605-5F7A9E3E8114}"/>
              </a:ext>
            </a:extLst>
          </p:cNvPr>
          <p:cNvSpPr>
            <a:spLocks xmlns:a="http://schemas.openxmlformats.org/drawingml/2006/main" noGrp="1"/>
          </p:cNvSpPr>
          <p:nvPr/>
        </p:nvSpPr>
        <p:spPr>
          <a:xfrm xmlns:a="http://schemas.openxmlformats.org/drawingml/2006/main">
            <a:off x="1457325" y="3329940"/>
            <a:ext cx="42053" cy="42053"/>
          </a:xfrm>
          <a:prstGeom xmlns:a="http://schemas.openxmlformats.org/drawingml/2006/main" prst="rect">
            <a:avLst/>
          </a:prstGeom>
          <a:solidFill xmlns:a="http://schemas.openxmlformats.org/drawingml/2006/main">
            <a:srgbClr val="A1C6CB"/>
          </a:solidFill>
          <a:ln xmlns:a="http://schemas.openxmlformats.org/drawingml/2006/main" w="0">
            <a:noFill/>
          </a:ln>
        </p:spPr>
      </p:sp>
      <p:sp>
        <p:nvSpPr>
          <p:cNvPr id="257" name="rect-2-256">
            <a:extLst xmlns:a="http://schemas.openxmlformats.org/drawingml/2006/main">
              <a:ext uri="{FF2B5EF4-FFF2-40B4-BE49-F238E27FC236}">
                <a16:creationId xmlns:a16="http://schemas.microsoft.com/office/drawing/2014/main" id="{0CA721D9-F45F-4EC8-BC48-7251F14901FD}"/>
              </a:ext>
            </a:extLst>
          </p:cNvPr>
          <p:cNvSpPr>
            <a:spLocks xmlns:a="http://schemas.openxmlformats.org/drawingml/2006/main" noGrp="1"/>
          </p:cNvSpPr>
          <p:nvPr/>
        </p:nvSpPr>
        <p:spPr>
          <a:xfrm xmlns:a="http://schemas.openxmlformats.org/drawingml/2006/main">
            <a:off x="1499235" y="3329940"/>
            <a:ext cx="42053" cy="42053"/>
          </a:xfrm>
          <a:prstGeom xmlns:a="http://schemas.openxmlformats.org/drawingml/2006/main" prst="rect">
            <a:avLst/>
          </a:prstGeom>
          <a:solidFill xmlns:a="http://schemas.openxmlformats.org/drawingml/2006/main">
            <a:srgbClr val="6BA7AD"/>
          </a:solidFill>
          <a:ln xmlns:a="http://schemas.openxmlformats.org/drawingml/2006/main" w="0">
            <a:noFill/>
          </a:ln>
        </p:spPr>
      </p:sp>
      <p:sp>
        <p:nvSpPr>
          <p:cNvPr id="258" name="rect-2-257">
            <a:extLst xmlns:a="http://schemas.openxmlformats.org/drawingml/2006/main">
              <a:ext uri="{FF2B5EF4-FFF2-40B4-BE49-F238E27FC236}">
                <a16:creationId xmlns:a16="http://schemas.microsoft.com/office/drawing/2014/main" id="{D3CB45A8-0E54-4852-A036-9B6A9D364124}"/>
              </a:ext>
            </a:extLst>
          </p:cNvPr>
          <p:cNvSpPr>
            <a:spLocks xmlns:a="http://schemas.openxmlformats.org/drawingml/2006/main" noGrp="1"/>
          </p:cNvSpPr>
          <p:nvPr/>
        </p:nvSpPr>
        <p:spPr>
          <a:xfrm xmlns:a="http://schemas.openxmlformats.org/drawingml/2006/main">
            <a:off x="1541145" y="3329940"/>
            <a:ext cx="42053" cy="42053"/>
          </a:xfrm>
          <a:prstGeom xmlns:a="http://schemas.openxmlformats.org/drawingml/2006/main" prst="rect">
            <a:avLst/>
          </a:prstGeom>
          <a:solidFill xmlns:a="http://schemas.openxmlformats.org/drawingml/2006/main">
            <a:srgbClr val="49939A"/>
          </a:solidFill>
          <a:ln xmlns:a="http://schemas.openxmlformats.org/drawingml/2006/main" w="0">
            <a:noFill/>
          </a:ln>
        </p:spPr>
      </p:sp>
      <p:sp>
        <p:nvSpPr>
          <p:cNvPr id="259" name="rect-2-258">
            <a:extLst xmlns:a="http://schemas.openxmlformats.org/drawingml/2006/main">
              <a:ext uri="{FF2B5EF4-FFF2-40B4-BE49-F238E27FC236}">
                <a16:creationId xmlns:a16="http://schemas.microsoft.com/office/drawing/2014/main" id="{326F5C2E-C00F-4231-B033-AF93F38E4082}"/>
              </a:ext>
            </a:extLst>
          </p:cNvPr>
          <p:cNvSpPr>
            <a:spLocks xmlns:a="http://schemas.openxmlformats.org/drawingml/2006/main" noGrp="1"/>
          </p:cNvSpPr>
          <p:nvPr/>
        </p:nvSpPr>
        <p:spPr>
          <a:xfrm xmlns:a="http://schemas.openxmlformats.org/drawingml/2006/main">
            <a:off x="1583055" y="3329940"/>
            <a:ext cx="42053" cy="42053"/>
          </a:xfrm>
          <a:prstGeom xmlns:a="http://schemas.openxmlformats.org/drawingml/2006/main" prst="rect">
            <a:avLst/>
          </a:prstGeom>
          <a:solidFill xmlns:a="http://schemas.openxmlformats.org/drawingml/2006/main">
            <a:srgbClr val="7EB1B7"/>
          </a:solidFill>
          <a:ln xmlns:a="http://schemas.openxmlformats.org/drawingml/2006/main" w="0">
            <a:noFill/>
          </a:ln>
        </p:spPr>
      </p:sp>
      <p:sp>
        <p:nvSpPr>
          <p:cNvPr id="260" name="rect-2-259">
            <a:extLst xmlns:a="http://schemas.openxmlformats.org/drawingml/2006/main">
              <a:ext uri="{FF2B5EF4-FFF2-40B4-BE49-F238E27FC236}">
                <a16:creationId xmlns:a16="http://schemas.microsoft.com/office/drawing/2014/main" id="{9C66BEBD-1805-46A4-9ECA-EDA949039E35}"/>
              </a:ext>
            </a:extLst>
          </p:cNvPr>
          <p:cNvSpPr>
            <a:spLocks xmlns:a="http://schemas.openxmlformats.org/drawingml/2006/main" noGrp="1"/>
          </p:cNvSpPr>
          <p:nvPr/>
        </p:nvSpPr>
        <p:spPr>
          <a:xfrm xmlns:a="http://schemas.openxmlformats.org/drawingml/2006/main">
            <a:off x="1624965" y="3329940"/>
            <a:ext cx="42053" cy="42053"/>
          </a:xfrm>
          <a:prstGeom xmlns:a="http://schemas.openxmlformats.org/drawingml/2006/main" prst="rect">
            <a:avLst/>
          </a:prstGeom>
          <a:solidFill xmlns:a="http://schemas.openxmlformats.org/drawingml/2006/main">
            <a:srgbClr val="408E96"/>
          </a:solidFill>
          <a:ln xmlns:a="http://schemas.openxmlformats.org/drawingml/2006/main" w="0">
            <a:noFill/>
          </a:ln>
        </p:spPr>
      </p:sp>
      <p:sp>
        <p:nvSpPr>
          <p:cNvPr id="261" name="rect-2-260">
            <a:extLst xmlns:a="http://schemas.openxmlformats.org/drawingml/2006/main">
              <a:ext uri="{FF2B5EF4-FFF2-40B4-BE49-F238E27FC236}">
                <a16:creationId xmlns:a16="http://schemas.microsoft.com/office/drawing/2014/main" id="{4515C2F6-ADDB-4329-87F7-09FC7E28D44E}"/>
              </a:ext>
            </a:extLst>
          </p:cNvPr>
          <p:cNvSpPr>
            <a:spLocks xmlns:a="http://schemas.openxmlformats.org/drawingml/2006/main" noGrp="1"/>
          </p:cNvSpPr>
          <p:nvPr/>
        </p:nvSpPr>
        <p:spPr>
          <a:xfrm xmlns:a="http://schemas.openxmlformats.org/drawingml/2006/main">
            <a:off x="1666875" y="3329940"/>
            <a:ext cx="42053" cy="42053"/>
          </a:xfrm>
          <a:prstGeom xmlns:a="http://schemas.openxmlformats.org/drawingml/2006/main" prst="rect">
            <a:avLst/>
          </a:prstGeom>
          <a:solidFill xmlns:a="http://schemas.openxmlformats.org/drawingml/2006/main">
            <a:srgbClr val="388991"/>
          </a:solidFill>
          <a:ln xmlns:a="http://schemas.openxmlformats.org/drawingml/2006/main" w="0">
            <a:noFill/>
          </a:ln>
        </p:spPr>
      </p:sp>
      <p:sp>
        <p:nvSpPr>
          <p:cNvPr id="262" name="rect-2-261">
            <a:extLst xmlns:a="http://schemas.openxmlformats.org/drawingml/2006/main">
              <a:ext uri="{FF2B5EF4-FFF2-40B4-BE49-F238E27FC236}">
                <a16:creationId xmlns:a16="http://schemas.microsoft.com/office/drawing/2014/main" id="{CF3594EE-36D5-4B1A-A0CA-C4CF6BC7767F}"/>
              </a:ext>
            </a:extLst>
          </p:cNvPr>
          <p:cNvSpPr>
            <a:spLocks xmlns:a="http://schemas.openxmlformats.org/drawingml/2006/main" noGrp="1"/>
          </p:cNvSpPr>
          <p:nvPr/>
        </p:nvSpPr>
        <p:spPr>
          <a:xfrm xmlns:a="http://schemas.openxmlformats.org/drawingml/2006/main">
            <a:off x="1708785" y="3329940"/>
            <a:ext cx="42053" cy="42053"/>
          </a:xfrm>
          <a:prstGeom xmlns:a="http://schemas.openxmlformats.org/drawingml/2006/main" prst="rect">
            <a:avLst/>
          </a:prstGeom>
          <a:solidFill xmlns:a="http://schemas.openxmlformats.org/drawingml/2006/main">
            <a:srgbClr val="0B6D78"/>
          </a:solidFill>
          <a:ln xmlns:a="http://schemas.openxmlformats.org/drawingml/2006/main" w="0">
            <a:noFill/>
          </a:ln>
        </p:spPr>
      </p:sp>
      <p:sp>
        <p:nvSpPr>
          <p:cNvPr id="263" name="rect-2-262">
            <a:extLst xmlns:a="http://schemas.openxmlformats.org/drawingml/2006/main">
              <a:ext uri="{FF2B5EF4-FFF2-40B4-BE49-F238E27FC236}">
                <a16:creationId xmlns:a16="http://schemas.microsoft.com/office/drawing/2014/main" id="{D9894EC9-D4C9-4242-A368-8EA49EA4B1F8}"/>
              </a:ext>
            </a:extLst>
          </p:cNvPr>
          <p:cNvSpPr>
            <a:spLocks xmlns:a="http://schemas.openxmlformats.org/drawingml/2006/main" noGrp="1"/>
          </p:cNvSpPr>
          <p:nvPr/>
        </p:nvSpPr>
        <p:spPr>
          <a:xfrm xmlns:a="http://schemas.openxmlformats.org/drawingml/2006/main">
            <a:off x="1750695" y="3329940"/>
            <a:ext cx="42053" cy="42053"/>
          </a:xfrm>
          <a:prstGeom xmlns:a="http://schemas.openxmlformats.org/drawingml/2006/main" prst="rect">
            <a:avLst/>
          </a:prstGeom>
          <a:solidFill xmlns:a="http://schemas.openxmlformats.org/drawingml/2006/main">
            <a:srgbClr val="2E838C"/>
          </a:solidFill>
          <a:ln xmlns:a="http://schemas.openxmlformats.org/drawingml/2006/main" w="0">
            <a:noFill/>
          </a:ln>
        </p:spPr>
      </p:sp>
      <p:sp>
        <p:nvSpPr>
          <p:cNvPr id="264" name="rect-2-263">
            <a:extLst xmlns:a="http://schemas.openxmlformats.org/drawingml/2006/main">
              <a:ext uri="{FF2B5EF4-FFF2-40B4-BE49-F238E27FC236}">
                <a16:creationId xmlns:a16="http://schemas.microsoft.com/office/drawing/2014/main" id="{5C4BD685-2E4C-4971-A9D9-044990CE340A}"/>
              </a:ext>
            </a:extLst>
          </p:cNvPr>
          <p:cNvSpPr>
            <a:spLocks xmlns:a="http://schemas.openxmlformats.org/drawingml/2006/main" noGrp="1"/>
          </p:cNvSpPr>
          <p:nvPr/>
        </p:nvSpPr>
        <p:spPr>
          <a:xfrm xmlns:a="http://schemas.openxmlformats.org/drawingml/2006/main">
            <a:off x="1792605" y="3329940"/>
            <a:ext cx="42053" cy="42053"/>
          </a:xfrm>
          <a:prstGeom xmlns:a="http://schemas.openxmlformats.org/drawingml/2006/main" prst="rect">
            <a:avLst/>
          </a:prstGeom>
          <a:solidFill xmlns:a="http://schemas.openxmlformats.org/drawingml/2006/main">
            <a:srgbClr val="6AA6AC"/>
          </a:solidFill>
          <a:ln xmlns:a="http://schemas.openxmlformats.org/drawingml/2006/main" w="0">
            <a:noFill/>
          </a:ln>
        </p:spPr>
      </p:sp>
      <p:sp>
        <p:nvSpPr>
          <p:cNvPr id="265" name="rect-2-264">
            <a:extLst xmlns:a="http://schemas.openxmlformats.org/drawingml/2006/main">
              <a:ext uri="{FF2B5EF4-FFF2-40B4-BE49-F238E27FC236}">
                <a16:creationId xmlns:a16="http://schemas.microsoft.com/office/drawing/2014/main" id="{4D8BD746-12E6-4CE5-81A5-D62F046753FC}"/>
              </a:ext>
            </a:extLst>
          </p:cNvPr>
          <p:cNvSpPr>
            <a:spLocks xmlns:a="http://schemas.openxmlformats.org/drawingml/2006/main" noGrp="1"/>
          </p:cNvSpPr>
          <p:nvPr/>
        </p:nvSpPr>
        <p:spPr>
          <a:xfrm xmlns:a="http://schemas.openxmlformats.org/drawingml/2006/main">
            <a:off x="1834515" y="3329940"/>
            <a:ext cx="42053" cy="42053"/>
          </a:xfrm>
          <a:prstGeom xmlns:a="http://schemas.openxmlformats.org/drawingml/2006/main" prst="rect">
            <a:avLst/>
          </a:prstGeom>
          <a:solidFill xmlns:a="http://schemas.openxmlformats.org/drawingml/2006/main">
            <a:srgbClr val="DDE9EB"/>
          </a:solidFill>
          <a:ln xmlns:a="http://schemas.openxmlformats.org/drawingml/2006/main" w="0">
            <a:noFill/>
          </a:ln>
        </p:spPr>
      </p:sp>
      <p:sp>
        <p:nvSpPr>
          <p:cNvPr id="266" name="rect-2-265">
            <a:extLst xmlns:a="http://schemas.openxmlformats.org/drawingml/2006/main">
              <a:ext uri="{FF2B5EF4-FFF2-40B4-BE49-F238E27FC236}">
                <a16:creationId xmlns:a16="http://schemas.microsoft.com/office/drawing/2014/main" id="{91B70661-D4C4-4E7B-923C-444CD76E4784}"/>
              </a:ext>
            </a:extLst>
          </p:cNvPr>
          <p:cNvSpPr>
            <a:spLocks xmlns:a="http://schemas.openxmlformats.org/drawingml/2006/main" noGrp="1"/>
          </p:cNvSpPr>
          <p:nvPr/>
        </p:nvSpPr>
        <p:spPr>
          <a:xfrm xmlns:a="http://schemas.openxmlformats.org/drawingml/2006/main">
            <a:off x="1163955" y="3371850"/>
            <a:ext cx="42053" cy="42053"/>
          </a:xfrm>
          <a:prstGeom xmlns:a="http://schemas.openxmlformats.org/drawingml/2006/main" prst="rect">
            <a:avLst/>
          </a:prstGeom>
          <a:solidFill xmlns:a="http://schemas.openxmlformats.org/drawingml/2006/main">
            <a:srgbClr val="E9EFF1"/>
          </a:solidFill>
          <a:ln xmlns:a="http://schemas.openxmlformats.org/drawingml/2006/main" w="0">
            <a:noFill/>
          </a:ln>
        </p:spPr>
      </p:sp>
      <p:sp>
        <p:nvSpPr>
          <p:cNvPr id="267" name="rect-2-266">
            <a:extLst xmlns:a="http://schemas.openxmlformats.org/drawingml/2006/main">
              <a:ext uri="{FF2B5EF4-FFF2-40B4-BE49-F238E27FC236}">
                <a16:creationId xmlns:a16="http://schemas.microsoft.com/office/drawing/2014/main" id="{4E4B7308-BDBD-4889-9AAF-D01023808A16}"/>
              </a:ext>
            </a:extLst>
          </p:cNvPr>
          <p:cNvSpPr>
            <a:spLocks xmlns:a="http://schemas.openxmlformats.org/drawingml/2006/main" noGrp="1"/>
          </p:cNvSpPr>
          <p:nvPr/>
        </p:nvSpPr>
        <p:spPr>
          <a:xfrm xmlns:a="http://schemas.openxmlformats.org/drawingml/2006/main">
            <a:off x="1205865" y="3371850"/>
            <a:ext cx="42053" cy="42053"/>
          </a:xfrm>
          <a:prstGeom xmlns:a="http://schemas.openxmlformats.org/drawingml/2006/main" prst="rect">
            <a:avLst/>
          </a:prstGeom>
          <a:solidFill xmlns:a="http://schemas.openxmlformats.org/drawingml/2006/main">
            <a:srgbClr val="E4EDEF"/>
          </a:solidFill>
          <a:ln xmlns:a="http://schemas.openxmlformats.org/drawingml/2006/main" w="0">
            <a:noFill/>
          </a:ln>
        </p:spPr>
      </p:sp>
      <p:sp>
        <p:nvSpPr>
          <p:cNvPr id="268" name="rect-2-267">
            <a:extLst xmlns:a="http://schemas.openxmlformats.org/drawingml/2006/main">
              <a:ext uri="{FF2B5EF4-FFF2-40B4-BE49-F238E27FC236}">
                <a16:creationId xmlns:a16="http://schemas.microsoft.com/office/drawing/2014/main" id="{00FCBCCE-DDE8-4FC9-B81B-D7610F7F3CC2}"/>
              </a:ext>
            </a:extLst>
          </p:cNvPr>
          <p:cNvSpPr>
            <a:spLocks xmlns:a="http://schemas.openxmlformats.org/drawingml/2006/main" noGrp="1"/>
          </p:cNvSpPr>
          <p:nvPr/>
        </p:nvSpPr>
        <p:spPr>
          <a:xfrm xmlns:a="http://schemas.openxmlformats.org/drawingml/2006/main">
            <a:off x="1247775" y="3371850"/>
            <a:ext cx="42053" cy="42053"/>
          </a:xfrm>
          <a:prstGeom xmlns:a="http://schemas.openxmlformats.org/drawingml/2006/main" prst="rect">
            <a:avLst/>
          </a:prstGeom>
          <a:solidFill xmlns:a="http://schemas.openxmlformats.org/drawingml/2006/main">
            <a:srgbClr val="C6DBDE"/>
          </a:solidFill>
          <a:ln xmlns:a="http://schemas.openxmlformats.org/drawingml/2006/main" w="0">
            <a:noFill/>
          </a:ln>
        </p:spPr>
      </p:sp>
      <p:sp>
        <p:nvSpPr>
          <p:cNvPr id="269" name="rect-2-268">
            <a:extLst xmlns:a="http://schemas.openxmlformats.org/drawingml/2006/main">
              <a:ext uri="{FF2B5EF4-FFF2-40B4-BE49-F238E27FC236}">
                <a16:creationId xmlns:a16="http://schemas.microsoft.com/office/drawing/2014/main" id="{32916E41-C8BE-4D63-8D1C-772A731DC28D}"/>
              </a:ext>
            </a:extLst>
          </p:cNvPr>
          <p:cNvSpPr>
            <a:spLocks xmlns:a="http://schemas.openxmlformats.org/drawingml/2006/main" noGrp="1"/>
          </p:cNvSpPr>
          <p:nvPr/>
        </p:nvSpPr>
        <p:spPr>
          <a:xfrm xmlns:a="http://schemas.openxmlformats.org/drawingml/2006/main">
            <a:off x="1289685" y="3371850"/>
            <a:ext cx="42053" cy="42053"/>
          </a:xfrm>
          <a:prstGeom xmlns:a="http://schemas.openxmlformats.org/drawingml/2006/main" prst="rect">
            <a:avLst/>
          </a:prstGeom>
          <a:solidFill xmlns:a="http://schemas.openxmlformats.org/drawingml/2006/main">
            <a:srgbClr val="DDE9EB"/>
          </a:solidFill>
          <a:ln xmlns:a="http://schemas.openxmlformats.org/drawingml/2006/main" w="0">
            <a:noFill/>
          </a:ln>
        </p:spPr>
      </p:sp>
      <p:sp>
        <p:nvSpPr>
          <p:cNvPr id="270" name="rect-2-269">
            <a:extLst xmlns:a="http://schemas.openxmlformats.org/drawingml/2006/main">
              <a:ext uri="{FF2B5EF4-FFF2-40B4-BE49-F238E27FC236}">
                <a16:creationId xmlns:a16="http://schemas.microsoft.com/office/drawing/2014/main" id="{4CD28877-805B-4189-BA31-161742F420CC}"/>
              </a:ext>
            </a:extLst>
          </p:cNvPr>
          <p:cNvSpPr>
            <a:spLocks xmlns:a="http://schemas.openxmlformats.org/drawingml/2006/main" noGrp="1"/>
          </p:cNvSpPr>
          <p:nvPr/>
        </p:nvSpPr>
        <p:spPr>
          <a:xfrm xmlns:a="http://schemas.openxmlformats.org/drawingml/2006/main">
            <a:off x="1331595" y="337185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271" name="rect-2-270">
            <a:extLst xmlns:a="http://schemas.openxmlformats.org/drawingml/2006/main">
              <a:ext uri="{FF2B5EF4-FFF2-40B4-BE49-F238E27FC236}">
                <a16:creationId xmlns:a16="http://schemas.microsoft.com/office/drawing/2014/main" id="{6CABA872-E54C-49AB-AFF0-29FAC7D1D86D}"/>
              </a:ext>
            </a:extLst>
          </p:cNvPr>
          <p:cNvSpPr>
            <a:spLocks xmlns:a="http://schemas.openxmlformats.org/drawingml/2006/main" noGrp="1"/>
          </p:cNvSpPr>
          <p:nvPr/>
        </p:nvSpPr>
        <p:spPr>
          <a:xfrm xmlns:a="http://schemas.openxmlformats.org/drawingml/2006/main">
            <a:off x="1373505" y="3371850"/>
            <a:ext cx="42053" cy="42053"/>
          </a:xfrm>
          <a:prstGeom xmlns:a="http://schemas.openxmlformats.org/drawingml/2006/main" prst="rect">
            <a:avLst/>
          </a:prstGeom>
          <a:solidFill xmlns:a="http://schemas.openxmlformats.org/drawingml/2006/main">
            <a:srgbClr val="D5E4E6"/>
          </a:solidFill>
          <a:ln xmlns:a="http://schemas.openxmlformats.org/drawingml/2006/main" w="0">
            <a:noFill/>
          </a:ln>
        </p:spPr>
      </p:sp>
      <p:sp>
        <p:nvSpPr>
          <p:cNvPr id="272" name="rect-2-271">
            <a:extLst xmlns:a="http://schemas.openxmlformats.org/drawingml/2006/main">
              <a:ext uri="{FF2B5EF4-FFF2-40B4-BE49-F238E27FC236}">
                <a16:creationId xmlns:a16="http://schemas.microsoft.com/office/drawing/2014/main" id="{42AFD71F-9D72-4859-8548-3D91DC7525A3}"/>
              </a:ext>
            </a:extLst>
          </p:cNvPr>
          <p:cNvSpPr>
            <a:spLocks xmlns:a="http://schemas.openxmlformats.org/drawingml/2006/main" noGrp="1"/>
          </p:cNvSpPr>
          <p:nvPr/>
        </p:nvSpPr>
        <p:spPr>
          <a:xfrm xmlns:a="http://schemas.openxmlformats.org/drawingml/2006/main">
            <a:off x="1415415" y="3371850"/>
            <a:ext cx="42053" cy="42053"/>
          </a:xfrm>
          <a:prstGeom xmlns:a="http://schemas.openxmlformats.org/drawingml/2006/main" prst="rect">
            <a:avLst/>
          </a:prstGeom>
          <a:solidFill xmlns:a="http://schemas.openxmlformats.org/drawingml/2006/main">
            <a:srgbClr val="C1D8DC"/>
          </a:solidFill>
          <a:ln xmlns:a="http://schemas.openxmlformats.org/drawingml/2006/main" w="0">
            <a:noFill/>
          </a:ln>
        </p:spPr>
      </p:sp>
      <p:sp>
        <p:nvSpPr>
          <p:cNvPr id="273" name="rect-2-272">
            <a:extLst xmlns:a="http://schemas.openxmlformats.org/drawingml/2006/main">
              <a:ext uri="{FF2B5EF4-FFF2-40B4-BE49-F238E27FC236}">
                <a16:creationId xmlns:a16="http://schemas.microsoft.com/office/drawing/2014/main" id="{0D8AD63F-2B32-4160-81BC-AA83995C8B8F}"/>
              </a:ext>
            </a:extLst>
          </p:cNvPr>
          <p:cNvSpPr>
            <a:spLocks xmlns:a="http://schemas.openxmlformats.org/drawingml/2006/main" noGrp="1"/>
          </p:cNvSpPr>
          <p:nvPr/>
        </p:nvSpPr>
        <p:spPr>
          <a:xfrm xmlns:a="http://schemas.openxmlformats.org/drawingml/2006/main">
            <a:off x="1457325" y="3371850"/>
            <a:ext cx="42053" cy="42053"/>
          </a:xfrm>
          <a:prstGeom xmlns:a="http://schemas.openxmlformats.org/drawingml/2006/main" prst="rect">
            <a:avLst/>
          </a:prstGeom>
          <a:solidFill xmlns:a="http://schemas.openxmlformats.org/drawingml/2006/main">
            <a:srgbClr val="ADCDD1"/>
          </a:solidFill>
          <a:ln xmlns:a="http://schemas.openxmlformats.org/drawingml/2006/main" w="0">
            <a:noFill/>
          </a:ln>
        </p:spPr>
      </p:sp>
      <p:sp>
        <p:nvSpPr>
          <p:cNvPr id="274" name="rect-2-273">
            <a:extLst xmlns:a="http://schemas.openxmlformats.org/drawingml/2006/main">
              <a:ext uri="{FF2B5EF4-FFF2-40B4-BE49-F238E27FC236}">
                <a16:creationId xmlns:a16="http://schemas.microsoft.com/office/drawing/2014/main" id="{1E3A6FDC-30A7-4B27-BF86-B2AC46EAEF34}"/>
              </a:ext>
            </a:extLst>
          </p:cNvPr>
          <p:cNvSpPr>
            <a:spLocks xmlns:a="http://schemas.openxmlformats.org/drawingml/2006/main" noGrp="1"/>
          </p:cNvSpPr>
          <p:nvPr/>
        </p:nvSpPr>
        <p:spPr>
          <a:xfrm xmlns:a="http://schemas.openxmlformats.org/drawingml/2006/main">
            <a:off x="1499235" y="3371850"/>
            <a:ext cx="42053" cy="42053"/>
          </a:xfrm>
          <a:prstGeom xmlns:a="http://schemas.openxmlformats.org/drawingml/2006/main" prst="rect">
            <a:avLst/>
          </a:prstGeom>
          <a:solidFill xmlns:a="http://schemas.openxmlformats.org/drawingml/2006/main">
            <a:srgbClr val="77AEB4"/>
          </a:solidFill>
          <a:ln xmlns:a="http://schemas.openxmlformats.org/drawingml/2006/main" w="0">
            <a:noFill/>
          </a:ln>
        </p:spPr>
      </p:sp>
      <p:sp>
        <p:nvSpPr>
          <p:cNvPr id="275" name="rect-2-274">
            <a:extLst xmlns:a="http://schemas.openxmlformats.org/drawingml/2006/main">
              <a:ext uri="{FF2B5EF4-FFF2-40B4-BE49-F238E27FC236}">
                <a16:creationId xmlns:a16="http://schemas.microsoft.com/office/drawing/2014/main" id="{C96ED7FE-8807-468A-9FD9-A0D48D7C1745}"/>
              </a:ext>
            </a:extLst>
          </p:cNvPr>
          <p:cNvSpPr>
            <a:spLocks xmlns:a="http://schemas.openxmlformats.org/drawingml/2006/main" noGrp="1"/>
          </p:cNvSpPr>
          <p:nvPr/>
        </p:nvSpPr>
        <p:spPr>
          <a:xfrm xmlns:a="http://schemas.openxmlformats.org/drawingml/2006/main">
            <a:off x="1541145" y="3371850"/>
            <a:ext cx="42053" cy="42053"/>
          </a:xfrm>
          <a:prstGeom xmlns:a="http://schemas.openxmlformats.org/drawingml/2006/main" prst="rect">
            <a:avLst/>
          </a:prstGeom>
          <a:solidFill xmlns:a="http://schemas.openxmlformats.org/drawingml/2006/main">
            <a:srgbClr val="62A1A8"/>
          </a:solidFill>
          <a:ln xmlns:a="http://schemas.openxmlformats.org/drawingml/2006/main" w="0">
            <a:noFill/>
          </a:ln>
        </p:spPr>
      </p:sp>
      <p:sp>
        <p:nvSpPr>
          <p:cNvPr id="276" name="rect-2-275">
            <a:extLst xmlns:a="http://schemas.openxmlformats.org/drawingml/2006/main">
              <a:ext uri="{FF2B5EF4-FFF2-40B4-BE49-F238E27FC236}">
                <a16:creationId xmlns:a16="http://schemas.microsoft.com/office/drawing/2014/main" id="{52564E7A-52E3-4AF4-A0C6-F0EE8EE3CBBA}"/>
              </a:ext>
            </a:extLst>
          </p:cNvPr>
          <p:cNvSpPr>
            <a:spLocks xmlns:a="http://schemas.openxmlformats.org/drawingml/2006/main" noGrp="1"/>
          </p:cNvSpPr>
          <p:nvPr/>
        </p:nvSpPr>
        <p:spPr>
          <a:xfrm xmlns:a="http://schemas.openxmlformats.org/drawingml/2006/main">
            <a:off x="1583055" y="3371850"/>
            <a:ext cx="42053" cy="42053"/>
          </a:xfrm>
          <a:prstGeom xmlns:a="http://schemas.openxmlformats.org/drawingml/2006/main" prst="rect">
            <a:avLst/>
          </a:prstGeom>
          <a:solidFill xmlns:a="http://schemas.openxmlformats.org/drawingml/2006/main">
            <a:srgbClr val="5A9CA4"/>
          </a:solidFill>
          <a:ln xmlns:a="http://schemas.openxmlformats.org/drawingml/2006/main" w="0">
            <a:noFill/>
          </a:ln>
        </p:spPr>
      </p:sp>
      <p:sp>
        <p:nvSpPr>
          <p:cNvPr id="277" name="rect-2-276">
            <a:extLst xmlns:a="http://schemas.openxmlformats.org/drawingml/2006/main">
              <a:ext uri="{FF2B5EF4-FFF2-40B4-BE49-F238E27FC236}">
                <a16:creationId xmlns:a16="http://schemas.microsoft.com/office/drawing/2014/main" id="{364022BE-BEEB-4788-AF19-0E48CDA42865}"/>
              </a:ext>
            </a:extLst>
          </p:cNvPr>
          <p:cNvSpPr>
            <a:spLocks xmlns:a="http://schemas.openxmlformats.org/drawingml/2006/main" noGrp="1"/>
          </p:cNvSpPr>
          <p:nvPr/>
        </p:nvSpPr>
        <p:spPr>
          <a:xfrm xmlns:a="http://schemas.openxmlformats.org/drawingml/2006/main">
            <a:off x="1624965" y="3371850"/>
            <a:ext cx="42053" cy="42053"/>
          </a:xfrm>
          <a:prstGeom xmlns:a="http://schemas.openxmlformats.org/drawingml/2006/main" prst="rect">
            <a:avLst/>
          </a:prstGeom>
          <a:solidFill xmlns:a="http://schemas.openxmlformats.org/drawingml/2006/main">
            <a:srgbClr val="70A9B0"/>
          </a:solidFill>
          <a:ln xmlns:a="http://schemas.openxmlformats.org/drawingml/2006/main" w="0">
            <a:noFill/>
          </a:ln>
        </p:spPr>
      </p:sp>
      <p:sp>
        <p:nvSpPr>
          <p:cNvPr id="278" name="rect-2-277">
            <a:extLst xmlns:a="http://schemas.openxmlformats.org/drawingml/2006/main">
              <a:ext uri="{FF2B5EF4-FFF2-40B4-BE49-F238E27FC236}">
                <a16:creationId xmlns:a16="http://schemas.microsoft.com/office/drawing/2014/main" id="{D3AB1089-377E-4CCE-BCCB-5FC3C2CB564C}"/>
              </a:ext>
            </a:extLst>
          </p:cNvPr>
          <p:cNvSpPr>
            <a:spLocks xmlns:a="http://schemas.openxmlformats.org/drawingml/2006/main" noGrp="1"/>
          </p:cNvSpPr>
          <p:nvPr/>
        </p:nvSpPr>
        <p:spPr>
          <a:xfrm xmlns:a="http://schemas.openxmlformats.org/drawingml/2006/main">
            <a:off x="1666875" y="3371850"/>
            <a:ext cx="42053" cy="42053"/>
          </a:xfrm>
          <a:prstGeom xmlns:a="http://schemas.openxmlformats.org/drawingml/2006/main" prst="rect">
            <a:avLst/>
          </a:prstGeom>
          <a:solidFill xmlns:a="http://schemas.openxmlformats.org/drawingml/2006/main">
            <a:srgbClr val="70A9B0"/>
          </a:solidFill>
          <a:ln xmlns:a="http://schemas.openxmlformats.org/drawingml/2006/main" w="0">
            <a:noFill/>
          </a:ln>
        </p:spPr>
      </p:sp>
      <p:sp>
        <p:nvSpPr>
          <p:cNvPr id="279" name="rect-2-278">
            <a:extLst xmlns:a="http://schemas.openxmlformats.org/drawingml/2006/main">
              <a:ext uri="{FF2B5EF4-FFF2-40B4-BE49-F238E27FC236}">
                <a16:creationId xmlns:a16="http://schemas.microsoft.com/office/drawing/2014/main" id="{79ECEDD6-4CF4-4ADB-9A84-9C1B6134DFEE}"/>
              </a:ext>
            </a:extLst>
          </p:cNvPr>
          <p:cNvSpPr>
            <a:spLocks xmlns:a="http://schemas.openxmlformats.org/drawingml/2006/main" noGrp="1"/>
          </p:cNvSpPr>
          <p:nvPr/>
        </p:nvSpPr>
        <p:spPr>
          <a:xfrm xmlns:a="http://schemas.openxmlformats.org/drawingml/2006/main">
            <a:off x="1708785" y="3371850"/>
            <a:ext cx="42053" cy="42053"/>
          </a:xfrm>
          <a:prstGeom xmlns:a="http://schemas.openxmlformats.org/drawingml/2006/main" prst="rect">
            <a:avLst/>
          </a:prstGeom>
          <a:solidFill xmlns:a="http://schemas.openxmlformats.org/drawingml/2006/main">
            <a:srgbClr val="428F97"/>
          </a:solidFill>
          <a:ln xmlns:a="http://schemas.openxmlformats.org/drawingml/2006/main" w="0">
            <a:noFill/>
          </a:ln>
        </p:spPr>
      </p:sp>
      <p:sp>
        <p:nvSpPr>
          <p:cNvPr id="280" name="rect-2-279">
            <a:extLst xmlns:a="http://schemas.openxmlformats.org/drawingml/2006/main">
              <a:ext uri="{FF2B5EF4-FFF2-40B4-BE49-F238E27FC236}">
                <a16:creationId xmlns:a16="http://schemas.microsoft.com/office/drawing/2014/main" id="{D20292B9-C454-4D8E-B1F4-C7D934F0F53A}"/>
              </a:ext>
            </a:extLst>
          </p:cNvPr>
          <p:cNvSpPr>
            <a:spLocks xmlns:a="http://schemas.openxmlformats.org/drawingml/2006/main" noGrp="1"/>
          </p:cNvSpPr>
          <p:nvPr/>
        </p:nvSpPr>
        <p:spPr>
          <a:xfrm xmlns:a="http://schemas.openxmlformats.org/drawingml/2006/main">
            <a:off x="1750695" y="3371850"/>
            <a:ext cx="42053" cy="42053"/>
          </a:xfrm>
          <a:prstGeom xmlns:a="http://schemas.openxmlformats.org/drawingml/2006/main" prst="rect">
            <a:avLst/>
          </a:prstGeom>
          <a:solidFill xmlns:a="http://schemas.openxmlformats.org/drawingml/2006/main">
            <a:srgbClr val="177680"/>
          </a:solidFill>
          <a:ln xmlns:a="http://schemas.openxmlformats.org/drawingml/2006/main" w="0">
            <a:noFill/>
          </a:ln>
        </p:spPr>
      </p:sp>
      <p:sp>
        <p:nvSpPr>
          <p:cNvPr id="281" name="rect-2-280">
            <a:extLst xmlns:a="http://schemas.openxmlformats.org/drawingml/2006/main">
              <a:ext uri="{FF2B5EF4-FFF2-40B4-BE49-F238E27FC236}">
                <a16:creationId xmlns:a16="http://schemas.microsoft.com/office/drawing/2014/main" id="{4ED8C17C-8394-42D2-A1B5-AE9B9DF41824}"/>
              </a:ext>
            </a:extLst>
          </p:cNvPr>
          <p:cNvSpPr>
            <a:spLocks xmlns:a="http://schemas.openxmlformats.org/drawingml/2006/main" noGrp="1"/>
          </p:cNvSpPr>
          <p:nvPr/>
        </p:nvSpPr>
        <p:spPr>
          <a:xfrm xmlns:a="http://schemas.openxmlformats.org/drawingml/2006/main">
            <a:off x="1792605" y="3371850"/>
            <a:ext cx="42053" cy="42053"/>
          </a:xfrm>
          <a:prstGeom xmlns:a="http://schemas.openxmlformats.org/drawingml/2006/main" prst="rect">
            <a:avLst/>
          </a:prstGeom>
          <a:solidFill xmlns:a="http://schemas.openxmlformats.org/drawingml/2006/main">
            <a:srgbClr val="104D60"/>
          </a:solidFill>
          <a:ln xmlns:a="http://schemas.openxmlformats.org/drawingml/2006/main" w="0">
            <a:noFill/>
          </a:ln>
        </p:spPr>
      </p:sp>
      <p:sp>
        <p:nvSpPr>
          <p:cNvPr id="282" name="rect-2-281">
            <a:extLst xmlns:a="http://schemas.openxmlformats.org/drawingml/2006/main">
              <a:ext uri="{FF2B5EF4-FFF2-40B4-BE49-F238E27FC236}">
                <a16:creationId xmlns:a16="http://schemas.microsoft.com/office/drawing/2014/main" id="{2B2FBD4E-A0C5-429A-B0C9-6DE619B2C8A5}"/>
              </a:ext>
            </a:extLst>
          </p:cNvPr>
          <p:cNvSpPr>
            <a:spLocks xmlns:a="http://schemas.openxmlformats.org/drawingml/2006/main" noGrp="1"/>
          </p:cNvSpPr>
          <p:nvPr/>
        </p:nvSpPr>
        <p:spPr>
          <a:xfrm xmlns:a="http://schemas.openxmlformats.org/drawingml/2006/main">
            <a:off x="1834515" y="3371850"/>
            <a:ext cx="42053" cy="42053"/>
          </a:xfrm>
          <a:prstGeom xmlns:a="http://schemas.openxmlformats.org/drawingml/2006/main" prst="rect">
            <a:avLst/>
          </a:prstGeom>
          <a:solidFill xmlns:a="http://schemas.openxmlformats.org/drawingml/2006/main">
            <a:srgbClr val="99C1C6"/>
          </a:solidFill>
          <a:ln xmlns:a="http://schemas.openxmlformats.org/drawingml/2006/main" w="0">
            <a:noFill/>
          </a:ln>
        </p:spPr>
      </p:sp>
      <p:sp>
        <p:nvSpPr>
          <p:cNvPr id="283" name="rect-2-282">
            <a:extLst xmlns:a="http://schemas.openxmlformats.org/drawingml/2006/main">
              <a:ext uri="{FF2B5EF4-FFF2-40B4-BE49-F238E27FC236}">
                <a16:creationId xmlns:a16="http://schemas.microsoft.com/office/drawing/2014/main" id="{075136AC-4443-45C5-B7B9-CB51E2992B29}"/>
              </a:ext>
            </a:extLst>
          </p:cNvPr>
          <p:cNvSpPr>
            <a:spLocks xmlns:a="http://schemas.openxmlformats.org/drawingml/2006/main" noGrp="1"/>
          </p:cNvSpPr>
          <p:nvPr/>
        </p:nvSpPr>
        <p:spPr>
          <a:xfrm xmlns:a="http://schemas.openxmlformats.org/drawingml/2006/main">
            <a:off x="1876425" y="3371850"/>
            <a:ext cx="42053" cy="42053"/>
          </a:xfrm>
          <a:prstGeom xmlns:a="http://schemas.openxmlformats.org/drawingml/2006/main" prst="rect">
            <a:avLst/>
          </a:prstGeom>
          <a:solidFill xmlns:a="http://schemas.openxmlformats.org/drawingml/2006/main">
            <a:srgbClr val="DDE8EB"/>
          </a:solidFill>
          <a:ln xmlns:a="http://schemas.openxmlformats.org/drawingml/2006/main" w="0">
            <a:noFill/>
          </a:ln>
        </p:spPr>
      </p:sp>
      <p:sp>
        <p:nvSpPr>
          <p:cNvPr id="284" name="rect-2-283">
            <a:extLst xmlns:a="http://schemas.openxmlformats.org/drawingml/2006/main">
              <a:ext uri="{FF2B5EF4-FFF2-40B4-BE49-F238E27FC236}">
                <a16:creationId xmlns:a16="http://schemas.microsoft.com/office/drawing/2014/main" id="{C2D42C26-9D78-40E4-BEDD-9496E171CEDA}"/>
              </a:ext>
            </a:extLst>
          </p:cNvPr>
          <p:cNvSpPr>
            <a:spLocks xmlns:a="http://schemas.openxmlformats.org/drawingml/2006/main" noGrp="1"/>
          </p:cNvSpPr>
          <p:nvPr/>
        </p:nvSpPr>
        <p:spPr>
          <a:xfrm xmlns:a="http://schemas.openxmlformats.org/drawingml/2006/main">
            <a:off x="1205865" y="341376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285" name="rect-2-284">
            <a:extLst xmlns:a="http://schemas.openxmlformats.org/drawingml/2006/main">
              <a:ext uri="{FF2B5EF4-FFF2-40B4-BE49-F238E27FC236}">
                <a16:creationId xmlns:a16="http://schemas.microsoft.com/office/drawing/2014/main" id="{D024204A-8095-4B5A-BD64-41FB96532B01}"/>
              </a:ext>
            </a:extLst>
          </p:cNvPr>
          <p:cNvSpPr>
            <a:spLocks xmlns:a="http://schemas.openxmlformats.org/drawingml/2006/main" noGrp="1"/>
          </p:cNvSpPr>
          <p:nvPr/>
        </p:nvSpPr>
        <p:spPr>
          <a:xfrm xmlns:a="http://schemas.openxmlformats.org/drawingml/2006/main">
            <a:off x="1247775" y="3413760"/>
            <a:ext cx="42053" cy="42053"/>
          </a:xfrm>
          <a:prstGeom xmlns:a="http://schemas.openxmlformats.org/drawingml/2006/main" prst="rect">
            <a:avLst/>
          </a:prstGeom>
          <a:solidFill xmlns:a="http://schemas.openxmlformats.org/drawingml/2006/main">
            <a:srgbClr val="DEE9EB"/>
          </a:solidFill>
          <a:ln xmlns:a="http://schemas.openxmlformats.org/drawingml/2006/main" w="0">
            <a:noFill/>
          </a:ln>
        </p:spPr>
      </p:sp>
      <p:sp>
        <p:nvSpPr>
          <p:cNvPr id="286" name="rect-2-285">
            <a:extLst xmlns:a="http://schemas.openxmlformats.org/drawingml/2006/main">
              <a:ext uri="{FF2B5EF4-FFF2-40B4-BE49-F238E27FC236}">
                <a16:creationId xmlns:a16="http://schemas.microsoft.com/office/drawing/2014/main" id="{6241FEE3-7279-477D-8CBD-53A286DE99E9}"/>
              </a:ext>
            </a:extLst>
          </p:cNvPr>
          <p:cNvSpPr>
            <a:spLocks xmlns:a="http://schemas.openxmlformats.org/drawingml/2006/main" noGrp="1"/>
          </p:cNvSpPr>
          <p:nvPr/>
        </p:nvSpPr>
        <p:spPr>
          <a:xfrm xmlns:a="http://schemas.openxmlformats.org/drawingml/2006/main">
            <a:off x="1373505" y="3413760"/>
            <a:ext cx="42053" cy="42053"/>
          </a:xfrm>
          <a:prstGeom xmlns:a="http://schemas.openxmlformats.org/drawingml/2006/main" prst="rect">
            <a:avLst/>
          </a:prstGeom>
          <a:solidFill xmlns:a="http://schemas.openxmlformats.org/drawingml/2006/main">
            <a:srgbClr val="E4ECEF"/>
          </a:solidFill>
          <a:ln xmlns:a="http://schemas.openxmlformats.org/drawingml/2006/main" w="0">
            <a:noFill/>
          </a:ln>
        </p:spPr>
      </p:sp>
      <p:sp>
        <p:nvSpPr>
          <p:cNvPr id="287" name="rect-2-286">
            <a:extLst xmlns:a="http://schemas.openxmlformats.org/drawingml/2006/main">
              <a:ext uri="{FF2B5EF4-FFF2-40B4-BE49-F238E27FC236}">
                <a16:creationId xmlns:a16="http://schemas.microsoft.com/office/drawing/2014/main" id="{B2091D2A-C0D6-496E-A62A-3911325B9677}"/>
              </a:ext>
            </a:extLst>
          </p:cNvPr>
          <p:cNvSpPr>
            <a:spLocks xmlns:a="http://schemas.openxmlformats.org/drawingml/2006/main" noGrp="1"/>
          </p:cNvSpPr>
          <p:nvPr/>
        </p:nvSpPr>
        <p:spPr>
          <a:xfrm xmlns:a="http://schemas.openxmlformats.org/drawingml/2006/main">
            <a:off x="1415415" y="3413760"/>
            <a:ext cx="42053" cy="42053"/>
          </a:xfrm>
          <a:prstGeom xmlns:a="http://schemas.openxmlformats.org/drawingml/2006/main" prst="rect">
            <a:avLst/>
          </a:prstGeom>
          <a:solidFill xmlns:a="http://schemas.openxmlformats.org/drawingml/2006/main">
            <a:srgbClr val="DCE8EA"/>
          </a:solidFill>
          <a:ln xmlns:a="http://schemas.openxmlformats.org/drawingml/2006/main" w="0">
            <a:noFill/>
          </a:ln>
        </p:spPr>
      </p:sp>
      <p:sp>
        <p:nvSpPr>
          <p:cNvPr id="288" name="rect-2-287">
            <a:extLst xmlns:a="http://schemas.openxmlformats.org/drawingml/2006/main">
              <a:ext uri="{FF2B5EF4-FFF2-40B4-BE49-F238E27FC236}">
                <a16:creationId xmlns:a16="http://schemas.microsoft.com/office/drawing/2014/main" id="{F9834E1B-E537-44E7-81EA-9B6FDC793F50}"/>
              </a:ext>
            </a:extLst>
          </p:cNvPr>
          <p:cNvSpPr>
            <a:spLocks xmlns:a="http://schemas.openxmlformats.org/drawingml/2006/main" noGrp="1"/>
          </p:cNvSpPr>
          <p:nvPr/>
        </p:nvSpPr>
        <p:spPr>
          <a:xfrm xmlns:a="http://schemas.openxmlformats.org/drawingml/2006/main">
            <a:off x="1457325" y="3413760"/>
            <a:ext cx="42053" cy="42053"/>
          </a:xfrm>
          <a:prstGeom xmlns:a="http://schemas.openxmlformats.org/drawingml/2006/main" prst="rect">
            <a:avLst/>
          </a:prstGeom>
          <a:solidFill xmlns:a="http://schemas.openxmlformats.org/drawingml/2006/main">
            <a:srgbClr val="CCDFE2"/>
          </a:solidFill>
          <a:ln xmlns:a="http://schemas.openxmlformats.org/drawingml/2006/main" w="0">
            <a:noFill/>
          </a:ln>
        </p:spPr>
      </p:sp>
      <p:sp>
        <p:nvSpPr>
          <p:cNvPr id="289" name="rect-2-288">
            <a:extLst xmlns:a="http://schemas.openxmlformats.org/drawingml/2006/main">
              <a:ext uri="{FF2B5EF4-FFF2-40B4-BE49-F238E27FC236}">
                <a16:creationId xmlns:a16="http://schemas.microsoft.com/office/drawing/2014/main" id="{25DF0545-862F-4B10-A972-E82DADAA1650}"/>
              </a:ext>
            </a:extLst>
          </p:cNvPr>
          <p:cNvSpPr>
            <a:spLocks xmlns:a="http://schemas.openxmlformats.org/drawingml/2006/main" noGrp="1"/>
          </p:cNvSpPr>
          <p:nvPr/>
        </p:nvSpPr>
        <p:spPr>
          <a:xfrm xmlns:a="http://schemas.openxmlformats.org/drawingml/2006/main">
            <a:off x="1499235" y="3413760"/>
            <a:ext cx="42053" cy="42053"/>
          </a:xfrm>
          <a:prstGeom xmlns:a="http://schemas.openxmlformats.org/drawingml/2006/main" prst="rect">
            <a:avLst/>
          </a:prstGeom>
          <a:solidFill xmlns:a="http://schemas.openxmlformats.org/drawingml/2006/main">
            <a:srgbClr val="C9DDE0"/>
          </a:solidFill>
          <a:ln xmlns:a="http://schemas.openxmlformats.org/drawingml/2006/main" w="0">
            <a:noFill/>
          </a:ln>
        </p:spPr>
      </p:sp>
      <p:sp>
        <p:nvSpPr>
          <p:cNvPr id="290" name="rect-2-289">
            <a:extLst xmlns:a="http://schemas.openxmlformats.org/drawingml/2006/main">
              <a:ext uri="{FF2B5EF4-FFF2-40B4-BE49-F238E27FC236}">
                <a16:creationId xmlns:a16="http://schemas.microsoft.com/office/drawing/2014/main" id="{E8541646-676E-47A8-ACA0-F71C35A7715A}"/>
              </a:ext>
            </a:extLst>
          </p:cNvPr>
          <p:cNvSpPr>
            <a:spLocks xmlns:a="http://schemas.openxmlformats.org/drawingml/2006/main" noGrp="1"/>
          </p:cNvSpPr>
          <p:nvPr/>
        </p:nvSpPr>
        <p:spPr>
          <a:xfrm xmlns:a="http://schemas.openxmlformats.org/drawingml/2006/main">
            <a:off x="1541145" y="3413760"/>
            <a:ext cx="42053" cy="42053"/>
          </a:xfrm>
          <a:prstGeom xmlns:a="http://schemas.openxmlformats.org/drawingml/2006/main" prst="rect">
            <a:avLst/>
          </a:prstGeom>
          <a:solidFill xmlns:a="http://schemas.openxmlformats.org/drawingml/2006/main">
            <a:srgbClr val="ADCDD1"/>
          </a:solidFill>
          <a:ln xmlns:a="http://schemas.openxmlformats.org/drawingml/2006/main" w="0">
            <a:noFill/>
          </a:ln>
        </p:spPr>
      </p:sp>
      <p:sp>
        <p:nvSpPr>
          <p:cNvPr id="291" name="rect-2-290">
            <a:extLst xmlns:a="http://schemas.openxmlformats.org/drawingml/2006/main">
              <a:ext uri="{FF2B5EF4-FFF2-40B4-BE49-F238E27FC236}">
                <a16:creationId xmlns:a16="http://schemas.microsoft.com/office/drawing/2014/main" id="{4009EAC2-B20D-4494-9E09-D360F9400A97}"/>
              </a:ext>
            </a:extLst>
          </p:cNvPr>
          <p:cNvSpPr>
            <a:spLocks xmlns:a="http://schemas.openxmlformats.org/drawingml/2006/main" noGrp="1"/>
          </p:cNvSpPr>
          <p:nvPr/>
        </p:nvSpPr>
        <p:spPr>
          <a:xfrm xmlns:a="http://schemas.openxmlformats.org/drawingml/2006/main">
            <a:off x="1583055" y="3413760"/>
            <a:ext cx="42053" cy="42053"/>
          </a:xfrm>
          <a:prstGeom xmlns:a="http://schemas.openxmlformats.org/drawingml/2006/main" prst="rect">
            <a:avLst/>
          </a:prstGeom>
          <a:solidFill xmlns:a="http://schemas.openxmlformats.org/drawingml/2006/main">
            <a:srgbClr val="A0C5CA"/>
          </a:solidFill>
          <a:ln xmlns:a="http://schemas.openxmlformats.org/drawingml/2006/main" w="0">
            <a:noFill/>
          </a:ln>
        </p:spPr>
      </p:sp>
      <p:sp>
        <p:nvSpPr>
          <p:cNvPr id="292" name="rect-2-291">
            <a:extLst xmlns:a="http://schemas.openxmlformats.org/drawingml/2006/main">
              <a:ext uri="{FF2B5EF4-FFF2-40B4-BE49-F238E27FC236}">
                <a16:creationId xmlns:a16="http://schemas.microsoft.com/office/drawing/2014/main" id="{802BE7CD-ED02-460B-9C7B-BA7D0F03A497}"/>
              </a:ext>
            </a:extLst>
          </p:cNvPr>
          <p:cNvSpPr>
            <a:spLocks xmlns:a="http://schemas.openxmlformats.org/drawingml/2006/main" noGrp="1"/>
          </p:cNvSpPr>
          <p:nvPr/>
        </p:nvSpPr>
        <p:spPr>
          <a:xfrm xmlns:a="http://schemas.openxmlformats.org/drawingml/2006/main">
            <a:off x="1624965" y="3413760"/>
            <a:ext cx="42053" cy="42053"/>
          </a:xfrm>
          <a:prstGeom xmlns:a="http://schemas.openxmlformats.org/drawingml/2006/main" prst="rect">
            <a:avLst/>
          </a:prstGeom>
          <a:solidFill xmlns:a="http://schemas.openxmlformats.org/drawingml/2006/main">
            <a:srgbClr val="9DC3C8"/>
          </a:solidFill>
          <a:ln xmlns:a="http://schemas.openxmlformats.org/drawingml/2006/main" w="0">
            <a:noFill/>
          </a:ln>
        </p:spPr>
      </p:sp>
      <p:sp>
        <p:nvSpPr>
          <p:cNvPr id="293" name="rect-2-292">
            <a:extLst xmlns:a="http://schemas.openxmlformats.org/drawingml/2006/main">
              <a:ext uri="{FF2B5EF4-FFF2-40B4-BE49-F238E27FC236}">
                <a16:creationId xmlns:a16="http://schemas.microsoft.com/office/drawing/2014/main" id="{9E0C1A13-2AAE-42EA-97BE-CD4E093F0D4C}"/>
              </a:ext>
            </a:extLst>
          </p:cNvPr>
          <p:cNvSpPr>
            <a:spLocks xmlns:a="http://schemas.openxmlformats.org/drawingml/2006/main" noGrp="1"/>
          </p:cNvSpPr>
          <p:nvPr/>
        </p:nvSpPr>
        <p:spPr>
          <a:xfrm xmlns:a="http://schemas.openxmlformats.org/drawingml/2006/main">
            <a:off x="1666875" y="3413760"/>
            <a:ext cx="42053" cy="42053"/>
          </a:xfrm>
          <a:prstGeom xmlns:a="http://schemas.openxmlformats.org/drawingml/2006/main" prst="rect">
            <a:avLst/>
          </a:prstGeom>
          <a:solidFill xmlns:a="http://schemas.openxmlformats.org/drawingml/2006/main">
            <a:srgbClr val="68A5AB"/>
          </a:solidFill>
          <a:ln xmlns:a="http://schemas.openxmlformats.org/drawingml/2006/main" w="0">
            <a:noFill/>
          </a:ln>
        </p:spPr>
      </p:sp>
      <p:sp>
        <p:nvSpPr>
          <p:cNvPr id="294" name="rect-2-293">
            <a:extLst xmlns:a="http://schemas.openxmlformats.org/drawingml/2006/main">
              <a:ext uri="{FF2B5EF4-FFF2-40B4-BE49-F238E27FC236}">
                <a16:creationId xmlns:a16="http://schemas.microsoft.com/office/drawing/2014/main" id="{A6A9C879-8CF8-4A8B-B64D-083303271FDB}"/>
              </a:ext>
            </a:extLst>
          </p:cNvPr>
          <p:cNvSpPr>
            <a:spLocks xmlns:a="http://schemas.openxmlformats.org/drawingml/2006/main" noGrp="1"/>
          </p:cNvSpPr>
          <p:nvPr/>
        </p:nvSpPr>
        <p:spPr>
          <a:xfrm xmlns:a="http://schemas.openxmlformats.org/drawingml/2006/main">
            <a:off x="1708785" y="3413760"/>
            <a:ext cx="42053" cy="42053"/>
          </a:xfrm>
          <a:prstGeom xmlns:a="http://schemas.openxmlformats.org/drawingml/2006/main" prst="rect">
            <a:avLst/>
          </a:prstGeom>
          <a:solidFill xmlns:a="http://schemas.openxmlformats.org/drawingml/2006/main">
            <a:srgbClr val="288089"/>
          </a:solidFill>
          <a:ln xmlns:a="http://schemas.openxmlformats.org/drawingml/2006/main" w="0">
            <a:noFill/>
          </a:ln>
        </p:spPr>
      </p:sp>
      <p:sp>
        <p:nvSpPr>
          <p:cNvPr id="295" name="rect-2-294">
            <a:extLst xmlns:a="http://schemas.openxmlformats.org/drawingml/2006/main">
              <a:ext uri="{FF2B5EF4-FFF2-40B4-BE49-F238E27FC236}">
                <a16:creationId xmlns:a16="http://schemas.microsoft.com/office/drawing/2014/main" id="{7355EF75-05F2-4DC3-8DA7-FB3379F74539}"/>
              </a:ext>
            </a:extLst>
          </p:cNvPr>
          <p:cNvSpPr>
            <a:spLocks xmlns:a="http://schemas.openxmlformats.org/drawingml/2006/main" noGrp="1"/>
          </p:cNvSpPr>
          <p:nvPr/>
        </p:nvSpPr>
        <p:spPr>
          <a:xfrm xmlns:a="http://schemas.openxmlformats.org/drawingml/2006/main">
            <a:off x="1750695" y="3413760"/>
            <a:ext cx="42053" cy="42053"/>
          </a:xfrm>
          <a:prstGeom xmlns:a="http://schemas.openxmlformats.org/drawingml/2006/main" prst="rect">
            <a:avLst/>
          </a:prstGeom>
          <a:solidFill xmlns:a="http://schemas.openxmlformats.org/drawingml/2006/main">
            <a:srgbClr val="0C6773"/>
          </a:solidFill>
          <a:ln xmlns:a="http://schemas.openxmlformats.org/drawingml/2006/main" w="0">
            <a:noFill/>
          </a:ln>
        </p:spPr>
      </p:sp>
      <p:sp>
        <p:nvSpPr>
          <p:cNvPr id="296" name="rect-2-295">
            <a:extLst xmlns:a="http://schemas.openxmlformats.org/drawingml/2006/main">
              <a:ext uri="{FF2B5EF4-FFF2-40B4-BE49-F238E27FC236}">
                <a16:creationId xmlns:a16="http://schemas.microsoft.com/office/drawing/2014/main" id="{2734260E-6FAF-4A0A-BE9F-496984BB54CD}"/>
              </a:ext>
            </a:extLst>
          </p:cNvPr>
          <p:cNvSpPr>
            <a:spLocks xmlns:a="http://schemas.openxmlformats.org/drawingml/2006/main" noGrp="1"/>
          </p:cNvSpPr>
          <p:nvPr/>
        </p:nvSpPr>
        <p:spPr>
          <a:xfrm xmlns:a="http://schemas.openxmlformats.org/drawingml/2006/main">
            <a:off x="1792605" y="3413760"/>
            <a:ext cx="42053" cy="42053"/>
          </a:xfrm>
          <a:prstGeom xmlns:a="http://schemas.openxmlformats.org/drawingml/2006/main" prst="rect">
            <a:avLst/>
          </a:prstGeom>
          <a:solidFill xmlns:a="http://schemas.openxmlformats.org/drawingml/2006/main">
            <a:srgbClr val="30858D"/>
          </a:solidFill>
          <a:ln xmlns:a="http://schemas.openxmlformats.org/drawingml/2006/main" w="0">
            <a:noFill/>
          </a:ln>
        </p:spPr>
      </p:sp>
      <p:sp>
        <p:nvSpPr>
          <p:cNvPr id="297" name="rect-2-296">
            <a:extLst xmlns:a="http://schemas.openxmlformats.org/drawingml/2006/main">
              <a:ext uri="{FF2B5EF4-FFF2-40B4-BE49-F238E27FC236}">
                <a16:creationId xmlns:a16="http://schemas.microsoft.com/office/drawing/2014/main" id="{AC780B1E-B9B4-44C6-8B57-0BE0F2944765}"/>
              </a:ext>
            </a:extLst>
          </p:cNvPr>
          <p:cNvSpPr>
            <a:spLocks xmlns:a="http://schemas.openxmlformats.org/drawingml/2006/main" noGrp="1"/>
          </p:cNvSpPr>
          <p:nvPr/>
        </p:nvSpPr>
        <p:spPr>
          <a:xfrm xmlns:a="http://schemas.openxmlformats.org/drawingml/2006/main">
            <a:off x="1834515" y="3413760"/>
            <a:ext cx="42053" cy="42053"/>
          </a:xfrm>
          <a:prstGeom xmlns:a="http://schemas.openxmlformats.org/drawingml/2006/main" prst="rect">
            <a:avLst/>
          </a:prstGeom>
          <a:solidFill xmlns:a="http://schemas.openxmlformats.org/drawingml/2006/main">
            <a:srgbClr val="7BB0B6"/>
          </a:solidFill>
          <a:ln xmlns:a="http://schemas.openxmlformats.org/drawingml/2006/main" w="0">
            <a:noFill/>
          </a:ln>
        </p:spPr>
      </p:sp>
      <p:sp>
        <p:nvSpPr>
          <p:cNvPr id="298" name="rect-2-297">
            <a:extLst xmlns:a="http://schemas.openxmlformats.org/drawingml/2006/main">
              <a:ext uri="{FF2B5EF4-FFF2-40B4-BE49-F238E27FC236}">
                <a16:creationId xmlns:a16="http://schemas.microsoft.com/office/drawing/2014/main" id="{F6C22633-4AAE-43FA-A43C-DC3143B32314}"/>
              </a:ext>
            </a:extLst>
          </p:cNvPr>
          <p:cNvSpPr>
            <a:spLocks xmlns:a="http://schemas.openxmlformats.org/drawingml/2006/main" noGrp="1"/>
          </p:cNvSpPr>
          <p:nvPr/>
        </p:nvSpPr>
        <p:spPr>
          <a:xfrm xmlns:a="http://schemas.openxmlformats.org/drawingml/2006/main">
            <a:off x="1876425" y="3413760"/>
            <a:ext cx="42053" cy="42053"/>
          </a:xfrm>
          <a:prstGeom xmlns:a="http://schemas.openxmlformats.org/drawingml/2006/main" prst="rect">
            <a:avLst/>
          </a:prstGeom>
          <a:solidFill xmlns:a="http://schemas.openxmlformats.org/drawingml/2006/main">
            <a:srgbClr val="E7EEF0"/>
          </a:solidFill>
          <a:ln xmlns:a="http://schemas.openxmlformats.org/drawingml/2006/main" w="0">
            <a:noFill/>
          </a:ln>
        </p:spPr>
      </p:sp>
      <p:sp>
        <p:nvSpPr>
          <p:cNvPr id="299" name="rect-2-298">
            <a:extLst xmlns:a="http://schemas.openxmlformats.org/drawingml/2006/main">
              <a:ext uri="{FF2B5EF4-FFF2-40B4-BE49-F238E27FC236}">
                <a16:creationId xmlns:a16="http://schemas.microsoft.com/office/drawing/2014/main" id="{BDB2BDFE-B305-4E2F-A3DE-36A4CD60688B}"/>
              </a:ext>
            </a:extLst>
          </p:cNvPr>
          <p:cNvSpPr>
            <a:spLocks xmlns:a="http://schemas.openxmlformats.org/drawingml/2006/main" noGrp="1"/>
          </p:cNvSpPr>
          <p:nvPr/>
        </p:nvSpPr>
        <p:spPr>
          <a:xfrm xmlns:a="http://schemas.openxmlformats.org/drawingml/2006/main">
            <a:off x="1415415" y="345567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300" name="rect-2-299">
            <a:extLst xmlns:a="http://schemas.openxmlformats.org/drawingml/2006/main">
              <a:ext uri="{FF2B5EF4-FFF2-40B4-BE49-F238E27FC236}">
                <a16:creationId xmlns:a16="http://schemas.microsoft.com/office/drawing/2014/main" id="{EBF185F8-5442-4E20-9AF2-7ED48C3CADBB}"/>
              </a:ext>
            </a:extLst>
          </p:cNvPr>
          <p:cNvSpPr>
            <a:spLocks xmlns:a="http://schemas.openxmlformats.org/drawingml/2006/main" noGrp="1"/>
          </p:cNvSpPr>
          <p:nvPr/>
        </p:nvSpPr>
        <p:spPr>
          <a:xfrm xmlns:a="http://schemas.openxmlformats.org/drawingml/2006/main">
            <a:off x="1457325" y="3455670"/>
            <a:ext cx="42053" cy="42053"/>
          </a:xfrm>
          <a:prstGeom xmlns:a="http://schemas.openxmlformats.org/drawingml/2006/main" prst="rect">
            <a:avLst/>
          </a:prstGeom>
          <a:solidFill xmlns:a="http://schemas.openxmlformats.org/drawingml/2006/main">
            <a:srgbClr val="DCE8EA"/>
          </a:solidFill>
          <a:ln xmlns:a="http://schemas.openxmlformats.org/drawingml/2006/main" w="0">
            <a:noFill/>
          </a:ln>
        </p:spPr>
      </p:sp>
      <p:sp>
        <p:nvSpPr>
          <p:cNvPr id="301" name="rect-2-300">
            <a:extLst xmlns:a="http://schemas.openxmlformats.org/drawingml/2006/main">
              <a:ext uri="{FF2B5EF4-FFF2-40B4-BE49-F238E27FC236}">
                <a16:creationId xmlns:a16="http://schemas.microsoft.com/office/drawing/2014/main" id="{D65D4FDF-D3D6-447D-95BC-362FC3C37781}"/>
              </a:ext>
            </a:extLst>
          </p:cNvPr>
          <p:cNvSpPr>
            <a:spLocks xmlns:a="http://schemas.openxmlformats.org/drawingml/2006/main" noGrp="1"/>
          </p:cNvSpPr>
          <p:nvPr/>
        </p:nvSpPr>
        <p:spPr>
          <a:xfrm xmlns:a="http://schemas.openxmlformats.org/drawingml/2006/main">
            <a:off x="1499235" y="3455670"/>
            <a:ext cx="42053" cy="42053"/>
          </a:xfrm>
          <a:prstGeom xmlns:a="http://schemas.openxmlformats.org/drawingml/2006/main" prst="rect">
            <a:avLst/>
          </a:prstGeom>
          <a:solidFill xmlns:a="http://schemas.openxmlformats.org/drawingml/2006/main">
            <a:srgbClr val="CFE0E3"/>
          </a:solidFill>
          <a:ln xmlns:a="http://schemas.openxmlformats.org/drawingml/2006/main" w="0">
            <a:noFill/>
          </a:ln>
        </p:spPr>
      </p:sp>
      <p:sp>
        <p:nvSpPr>
          <p:cNvPr id="302" name="rect-2-301">
            <a:extLst xmlns:a="http://schemas.openxmlformats.org/drawingml/2006/main">
              <a:ext uri="{FF2B5EF4-FFF2-40B4-BE49-F238E27FC236}">
                <a16:creationId xmlns:a16="http://schemas.microsoft.com/office/drawing/2014/main" id="{C8F9320A-7E15-459F-8237-A992E0B2070D}"/>
              </a:ext>
            </a:extLst>
          </p:cNvPr>
          <p:cNvSpPr>
            <a:spLocks xmlns:a="http://schemas.openxmlformats.org/drawingml/2006/main" noGrp="1"/>
          </p:cNvSpPr>
          <p:nvPr/>
        </p:nvSpPr>
        <p:spPr>
          <a:xfrm xmlns:a="http://schemas.openxmlformats.org/drawingml/2006/main">
            <a:off x="1541145" y="3455670"/>
            <a:ext cx="42053" cy="42053"/>
          </a:xfrm>
          <a:prstGeom xmlns:a="http://schemas.openxmlformats.org/drawingml/2006/main" prst="rect">
            <a:avLst/>
          </a:prstGeom>
          <a:solidFill xmlns:a="http://schemas.openxmlformats.org/drawingml/2006/main">
            <a:srgbClr val="95BFC4"/>
          </a:solidFill>
          <a:ln xmlns:a="http://schemas.openxmlformats.org/drawingml/2006/main" w="0">
            <a:noFill/>
          </a:ln>
        </p:spPr>
      </p:sp>
      <p:sp>
        <p:nvSpPr>
          <p:cNvPr id="303" name="rect-2-302">
            <a:extLst xmlns:a="http://schemas.openxmlformats.org/drawingml/2006/main">
              <a:ext uri="{FF2B5EF4-FFF2-40B4-BE49-F238E27FC236}">
                <a16:creationId xmlns:a16="http://schemas.microsoft.com/office/drawing/2014/main" id="{E7BB559A-7ECB-44CA-A8BF-B118E77E69EB}"/>
              </a:ext>
            </a:extLst>
          </p:cNvPr>
          <p:cNvSpPr>
            <a:spLocks xmlns:a="http://schemas.openxmlformats.org/drawingml/2006/main" noGrp="1"/>
          </p:cNvSpPr>
          <p:nvPr/>
        </p:nvSpPr>
        <p:spPr>
          <a:xfrm xmlns:a="http://schemas.openxmlformats.org/drawingml/2006/main">
            <a:off x="1583055" y="3455670"/>
            <a:ext cx="42053" cy="42053"/>
          </a:xfrm>
          <a:prstGeom xmlns:a="http://schemas.openxmlformats.org/drawingml/2006/main" prst="rect">
            <a:avLst/>
          </a:prstGeom>
          <a:solidFill xmlns:a="http://schemas.openxmlformats.org/drawingml/2006/main">
            <a:srgbClr val="8BB9BE"/>
          </a:solidFill>
          <a:ln xmlns:a="http://schemas.openxmlformats.org/drawingml/2006/main" w="0">
            <a:noFill/>
          </a:ln>
        </p:spPr>
      </p:sp>
      <p:sp>
        <p:nvSpPr>
          <p:cNvPr id="304" name="rect-2-303">
            <a:extLst xmlns:a="http://schemas.openxmlformats.org/drawingml/2006/main">
              <a:ext uri="{FF2B5EF4-FFF2-40B4-BE49-F238E27FC236}">
                <a16:creationId xmlns:a16="http://schemas.microsoft.com/office/drawing/2014/main" id="{BFE0EBCA-AC99-4041-B689-7712AABA15E5}"/>
              </a:ext>
            </a:extLst>
          </p:cNvPr>
          <p:cNvSpPr>
            <a:spLocks xmlns:a="http://schemas.openxmlformats.org/drawingml/2006/main" noGrp="1"/>
          </p:cNvSpPr>
          <p:nvPr/>
        </p:nvSpPr>
        <p:spPr>
          <a:xfrm xmlns:a="http://schemas.openxmlformats.org/drawingml/2006/main">
            <a:off x="1624965" y="3455670"/>
            <a:ext cx="42053" cy="42053"/>
          </a:xfrm>
          <a:prstGeom xmlns:a="http://schemas.openxmlformats.org/drawingml/2006/main" prst="rect">
            <a:avLst/>
          </a:prstGeom>
          <a:solidFill xmlns:a="http://schemas.openxmlformats.org/drawingml/2006/main">
            <a:srgbClr val="C2D9DC"/>
          </a:solidFill>
          <a:ln xmlns:a="http://schemas.openxmlformats.org/drawingml/2006/main" w="0">
            <a:noFill/>
          </a:ln>
        </p:spPr>
      </p:sp>
      <p:sp>
        <p:nvSpPr>
          <p:cNvPr id="305" name="rect-2-304">
            <a:extLst xmlns:a="http://schemas.openxmlformats.org/drawingml/2006/main">
              <a:ext uri="{FF2B5EF4-FFF2-40B4-BE49-F238E27FC236}">
                <a16:creationId xmlns:a16="http://schemas.microsoft.com/office/drawing/2014/main" id="{669B0999-9A4F-43F8-89E4-0763A5A04884}"/>
              </a:ext>
            </a:extLst>
          </p:cNvPr>
          <p:cNvSpPr>
            <a:spLocks xmlns:a="http://schemas.openxmlformats.org/drawingml/2006/main" noGrp="1"/>
          </p:cNvSpPr>
          <p:nvPr/>
        </p:nvSpPr>
        <p:spPr>
          <a:xfrm xmlns:a="http://schemas.openxmlformats.org/drawingml/2006/main">
            <a:off x="1666875" y="3455670"/>
            <a:ext cx="42053" cy="42053"/>
          </a:xfrm>
          <a:prstGeom xmlns:a="http://schemas.openxmlformats.org/drawingml/2006/main" prst="rect">
            <a:avLst/>
          </a:prstGeom>
          <a:solidFill xmlns:a="http://schemas.openxmlformats.org/drawingml/2006/main">
            <a:srgbClr val="CADEE1"/>
          </a:solidFill>
          <a:ln xmlns:a="http://schemas.openxmlformats.org/drawingml/2006/main" w="0">
            <a:noFill/>
          </a:ln>
        </p:spPr>
      </p:sp>
      <p:sp>
        <p:nvSpPr>
          <p:cNvPr id="306" name="rect-2-305">
            <a:extLst xmlns:a="http://schemas.openxmlformats.org/drawingml/2006/main">
              <a:ext uri="{FF2B5EF4-FFF2-40B4-BE49-F238E27FC236}">
                <a16:creationId xmlns:a16="http://schemas.microsoft.com/office/drawing/2014/main" id="{B528CAF6-2401-48E9-A822-CEB199A09E1E}"/>
              </a:ext>
            </a:extLst>
          </p:cNvPr>
          <p:cNvSpPr>
            <a:spLocks xmlns:a="http://schemas.openxmlformats.org/drawingml/2006/main" noGrp="1"/>
          </p:cNvSpPr>
          <p:nvPr/>
        </p:nvSpPr>
        <p:spPr>
          <a:xfrm xmlns:a="http://schemas.openxmlformats.org/drawingml/2006/main">
            <a:off x="1708785" y="3455670"/>
            <a:ext cx="42053" cy="42053"/>
          </a:xfrm>
          <a:prstGeom xmlns:a="http://schemas.openxmlformats.org/drawingml/2006/main" prst="rect">
            <a:avLst/>
          </a:prstGeom>
          <a:solidFill xmlns:a="http://schemas.openxmlformats.org/drawingml/2006/main">
            <a:srgbClr val="A0C5CA"/>
          </a:solidFill>
          <a:ln xmlns:a="http://schemas.openxmlformats.org/drawingml/2006/main" w="0">
            <a:noFill/>
          </a:ln>
        </p:spPr>
      </p:sp>
      <p:sp>
        <p:nvSpPr>
          <p:cNvPr id="307" name="rect-2-306">
            <a:extLst xmlns:a="http://schemas.openxmlformats.org/drawingml/2006/main">
              <a:ext uri="{FF2B5EF4-FFF2-40B4-BE49-F238E27FC236}">
                <a16:creationId xmlns:a16="http://schemas.microsoft.com/office/drawing/2014/main" id="{95FE80AB-F80F-4082-86A7-E8AA1BE5461D}"/>
              </a:ext>
            </a:extLst>
          </p:cNvPr>
          <p:cNvSpPr>
            <a:spLocks xmlns:a="http://schemas.openxmlformats.org/drawingml/2006/main" noGrp="1"/>
          </p:cNvSpPr>
          <p:nvPr/>
        </p:nvSpPr>
        <p:spPr>
          <a:xfrm xmlns:a="http://schemas.openxmlformats.org/drawingml/2006/main">
            <a:off x="1750695" y="3455670"/>
            <a:ext cx="42053" cy="42053"/>
          </a:xfrm>
          <a:prstGeom xmlns:a="http://schemas.openxmlformats.org/drawingml/2006/main" prst="rect">
            <a:avLst/>
          </a:prstGeom>
          <a:solidFill xmlns:a="http://schemas.openxmlformats.org/drawingml/2006/main">
            <a:srgbClr val="408E96"/>
          </a:solidFill>
          <a:ln xmlns:a="http://schemas.openxmlformats.org/drawingml/2006/main" w="0">
            <a:noFill/>
          </a:ln>
        </p:spPr>
      </p:sp>
      <p:sp>
        <p:nvSpPr>
          <p:cNvPr id="308" name="rect-2-307">
            <a:extLst xmlns:a="http://schemas.openxmlformats.org/drawingml/2006/main">
              <a:ext uri="{FF2B5EF4-FFF2-40B4-BE49-F238E27FC236}">
                <a16:creationId xmlns:a16="http://schemas.microsoft.com/office/drawing/2014/main" id="{1DA9F8F6-5119-428E-A7CC-A2F1EFB9CB62}"/>
              </a:ext>
            </a:extLst>
          </p:cNvPr>
          <p:cNvSpPr>
            <a:spLocks xmlns:a="http://schemas.openxmlformats.org/drawingml/2006/main" noGrp="1"/>
          </p:cNvSpPr>
          <p:nvPr/>
        </p:nvSpPr>
        <p:spPr>
          <a:xfrm xmlns:a="http://schemas.openxmlformats.org/drawingml/2006/main">
            <a:off x="1792605" y="3455670"/>
            <a:ext cx="42053" cy="42053"/>
          </a:xfrm>
          <a:prstGeom xmlns:a="http://schemas.openxmlformats.org/drawingml/2006/main" prst="rect">
            <a:avLst/>
          </a:prstGeom>
          <a:solidFill xmlns:a="http://schemas.openxmlformats.org/drawingml/2006/main">
            <a:srgbClr val="AACBCF"/>
          </a:solidFill>
          <a:ln xmlns:a="http://schemas.openxmlformats.org/drawingml/2006/main" w="0">
            <a:noFill/>
          </a:ln>
        </p:spPr>
      </p:sp>
      <p:sp>
        <p:nvSpPr>
          <p:cNvPr id="309" name="rect-2-308">
            <a:extLst xmlns:a="http://schemas.openxmlformats.org/drawingml/2006/main">
              <a:ext uri="{FF2B5EF4-FFF2-40B4-BE49-F238E27FC236}">
                <a16:creationId xmlns:a16="http://schemas.microsoft.com/office/drawing/2014/main" id="{0F5CCA1B-B39F-4DB7-BFEE-CDE5B7A4AE36}"/>
              </a:ext>
            </a:extLst>
          </p:cNvPr>
          <p:cNvSpPr>
            <a:spLocks xmlns:a="http://schemas.openxmlformats.org/drawingml/2006/main" noGrp="1"/>
          </p:cNvSpPr>
          <p:nvPr/>
        </p:nvSpPr>
        <p:spPr>
          <a:xfrm xmlns:a="http://schemas.openxmlformats.org/drawingml/2006/main">
            <a:off x="1834515" y="3455670"/>
            <a:ext cx="42053" cy="42053"/>
          </a:xfrm>
          <a:prstGeom xmlns:a="http://schemas.openxmlformats.org/drawingml/2006/main" prst="rect">
            <a:avLst/>
          </a:prstGeom>
          <a:solidFill xmlns:a="http://schemas.openxmlformats.org/drawingml/2006/main">
            <a:srgbClr val="DAE7E9"/>
          </a:solidFill>
          <a:ln xmlns:a="http://schemas.openxmlformats.org/drawingml/2006/main" w="0">
            <a:noFill/>
          </a:ln>
        </p:spPr>
      </p:sp>
      <p:sp>
        <p:nvSpPr>
          <p:cNvPr id="310" name="rect-2-309">
            <a:extLst xmlns:a="http://schemas.openxmlformats.org/drawingml/2006/main">
              <a:ext uri="{FF2B5EF4-FFF2-40B4-BE49-F238E27FC236}">
                <a16:creationId xmlns:a16="http://schemas.microsoft.com/office/drawing/2014/main" id="{149AA9F8-CEA7-4BD9-9180-04CEF515587F}"/>
              </a:ext>
            </a:extLst>
          </p:cNvPr>
          <p:cNvSpPr>
            <a:spLocks xmlns:a="http://schemas.openxmlformats.org/drawingml/2006/main" noGrp="1"/>
          </p:cNvSpPr>
          <p:nvPr/>
        </p:nvSpPr>
        <p:spPr>
          <a:xfrm xmlns:a="http://schemas.openxmlformats.org/drawingml/2006/main">
            <a:off x="1499235" y="3497580"/>
            <a:ext cx="42053" cy="42053"/>
          </a:xfrm>
          <a:prstGeom xmlns:a="http://schemas.openxmlformats.org/drawingml/2006/main" prst="rect">
            <a:avLst/>
          </a:prstGeom>
          <a:solidFill xmlns:a="http://schemas.openxmlformats.org/drawingml/2006/main">
            <a:srgbClr val="DEE9EB"/>
          </a:solidFill>
          <a:ln xmlns:a="http://schemas.openxmlformats.org/drawingml/2006/main" w="0">
            <a:noFill/>
          </a:ln>
        </p:spPr>
      </p:sp>
      <p:sp>
        <p:nvSpPr>
          <p:cNvPr id="311" name="rect-2-310">
            <a:extLst xmlns:a="http://schemas.openxmlformats.org/drawingml/2006/main">
              <a:ext uri="{FF2B5EF4-FFF2-40B4-BE49-F238E27FC236}">
                <a16:creationId xmlns:a16="http://schemas.microsoft.com/office/drawing/2014/main" id="{CFDBFECE-84A1-408C-9668-20F0F6886C23}"/>
              </a:ext>
            </a:extLst>
          </p:cNvPr>
          <p:cNvSpPr>
            <a:spLocks xmlns:a="http://schemas.openxmlformats.org/drawingml/2006/main" noGrp="1"/>
          </p:cNvSpPr>
          <p:nvPr/>
        </p:nvSpPr>
        <p:spPr>
          <a:xfrm xmlns:a="http://schemas.openxmlformats.org/drawingml/2006/main">
            <a:off x="1541145" y="3497580"/>
            <a:ext cx="42053" cy="42053"/>
          </a:xfrm>
          <a:prstGeom xmlns:a="http://schemas.openxmlformats.org/drawingml/2006/main" prst="rect">
            <a:avLst/>
          </a:prstGeom>
          <a:solidFill xmlns:a="http://schemas.openxmlformats.org/drawingml/2006/main">
            <a:srgbClr val="CDDFE2"/>
          </a:solidFill>
          <a:ln xmlns:a="http://schemas.openxmlformats.org/drawingml/2006/main" w="0">
            <a:noFill/>
          </a:ln>
        </p:spPr>
      </p:sp>
      <p:sp>
        <p:nvSpPr>
          <p:cNvPr id="312" name="rect-2-311">
            <a:extLst xmlns:a="http://schemas.openxmlformats.org/drawingml/2006/main">
              <a:ext uri="{FF2B5EF4-FFF2-40B4-BE49-F238E27FC236}">
                <a16:creationId xmlns:a16="http://schemas.microsoft.com/office/drawing/2014/main" id="{38B69E94-D8DC-404B-A4CB-D723E8ADF7C4}"/>
              </a:ext>
            </a:extLst>
          </p:cNvPr>
          <p:cNvSpPr>
            <a:spLocks xmlns:a="http://schemas.openxmlformats.org/drawingml/2006/main" noGrp="1"/>
          </p:cNvSpPr>
          <p:nvPr/>
        </p:nvSpPr>
        <p:spPr>
          <a:xfrm xmlns:a="http://schemas.openxmlformats.org/drawingml/2006/main">
            <a:off x="1583055" y="3497580"/>
            <a:ext cx="42053" cy="42053"/>
          </a:xfrm>
          <a:prstGeom xmlns:a="http://schemas.openxmlformats.org/drawingml/2006/main" prst="rect">
            <a:avLst/>
          </a:prstGeom>
          <a:solidFill xmlns:a="http://schemas.openxmlformats.org/drawingml/2006/main">
            <a:srgbClr val="ADCDD1"/>
          </a:solidFill>
          <a:ln xmlns:a="http://schemas.openxmlformats.org/drawingml/2006/main" w="0">
            <a:noFill/>
          </a:ln>
        </p:spPr>
      </p:sp>
      <p:sp>
        <p:nvSpPr>
          <p:cNvPr id="313" name="rect-2-312">
            <a:extLst xmlns:a="http://schemas.openxmlformats.org/drawingml/2006/main">
              <a:ext uri="{FF2B5EF4-FFF2-40B4-BE49-F238E27FC236}">
                <a16:creationId xmlns:a16="http://schemas.microsoft.com/office/drawing/2014/main" id="{A5EACC3C-51BB-4DAB-865B-64A18EB14EDC}"/>
              </a:ext>
            </a:extLst>
          </p:cNvPr>
          <p:cNvSpPr>
            <a:spLocks xmlns:a="http://schemas.openxmlformats.org/drawingml/2006/main" noGrp="1"/>
          </p:cNvSpPr>
          <p:nvPr/>
        </p:nvSpPr>
        <p:spPr>
          <a:xfrm xmlns:a="http://schemas.openxmlformats.org/drawingml/2006/main">
            <a:off x="1624965" y="3497580"/>
            <a:ext cx="42053" cy="42053"/>
          </a:xfrm>
          <a:prstGeom xmlns:a="http://schemas.openxmlformats.org/drawingml/2006/main" prst="rect">
            <a:avLst/>
          </a:prstGeom>
          <a:solidFill xmlns:a="http://schemas.openxmlformats.org/drawingml/2006/main">
            <a:srgbClr val="C3D9DD"/>
          </a:solidFill>
          <a:ln xmlns:a="http://schemas.openxmlformats.org/drawingml/2006/main" w="0">
            <a:noFill/>
          </a:ln>
        </p:spPr>
      </p:sp>
      <p:sp>
        <p:nvSpPr>
          <p:cNvPr id="314" name="rect-2-313">
            <a:extLst xmlns:a="http://schemas.openxmlformats.org/drawingml/2006/main">
              <a:ext uri="{FF2B5EF4-FFF2-40B4-BE49-F238E27FC236}">
                <a16:creationId xmlns:a16="http://schemas.microsoft.com/office/drawing/2014/main" id="{D8AD33C2-1D30-4D5D-A508-6DE36D1DE4CA}"/>
              </a:ext>
            </a:extLst>
          </p:cNvPr>
          <p:cNvSpPr>
            <a:spLocks xmlns:a="http://schemas.openxmlformats.org/drawingml/2006/main" noGrp="1"/>
          </p:cNvSpPr>
          <p:nvPr/>
        </p:nvSpPr>
        <p:spPr>
          <a:xfrm xmlns:a="http://schemas.openxmlformats.org/drawingml/2006/main">
            <a:off x="1666875" y="3497580"/>
            <a:ext cx="42053" cy="42053"/>
          </a:xfrm>
          <a:prstGeom xmlns:a="http://schemas.openxmlformats.org/drawingml/2006/main" prst="rect">
            <a:avLst/>
          </a:prstGeom>
          <a:solidFill xmlns:a="http://schemas.openxmlformats.org/drawingml/2006/main">
            <a:srgbClr val="AECDD2"/>
          </a:solidFill>
          <a:ln xmlns:a="http://schemas.openxmlformats.org/drawingml/2006/main" w="0">
            <a:noFill/>
          </a:ln>
        </p:spPr>
      </p:sp>
      <p:sp>
        <p:nvSpPr>
          <p:cNvPr id="315" name="rect-2-314">
            <a:extLst xmlns:a="http://schemas.openxmlformats.org/drawingml/2006/main">
              <a:ext uri="{FF2B5EF4-FFF2-40B4-BE49-F238E27FC236}">
                <a16:creationId xmlns:a16="http://schemas.microsoft.com/office/drawing/2014/main" id="{3FF80B2D-66B6-4408-8DF8-F6B8E4E275E7}"/>
              </a:ext>
            </a:extLst>
          </p:cNvPr>
          <p:cNvSpPr>
            <a:spLocks xmlns:a="http://schemas.openxmlformats.org/drawingml/2006/main" noGrp="1"/>
          </p:cNvSpPr>
          <p:nvPr/>
        </p:nvSpPr>
        <p:spPr>
          <a:xfrm xmlns:a="http://schemas.openxmlformats.org/drawingml/2006/main">
            <a:off x="1708785" y="3497580"/>
            <a:ext cx="42053" cy="42053"/>
          </a:xfrm>
          <a:prstGeom xmlns:a="http://schemas.openxmlformats.org/drawingml/2006/main" prst="rect">
            <a:avLst/>
          </a:prstGeom>
          <a:solidFill xmlns:a="http://schemas.openxmlformats.org/drawingml/2006/main">
            <a:srgbClr val="BCD6D9"/>
          </a:solidFill>
          <a:ln xmlns:a="http://schemas.openxmlformats.org/drawingml/2006/main" w="0">
            <a:noFill/>
          </a:ln>
        </p:spPr>
      </p:sp>
      <p:sp>
        <p:nvSpPr>
          <p:cNvPr id="316" name="rect-2-315">
            <a:extLst xmlns:a="http://schemas.openxmlformats.org/drawingml/2006/main">
              <a:ext uri="{FF2B5EF4-FFF2-40B4-BE49-F238E27FC236}">
                <a16:creationId xmlns:a16="http://schemas.microsoft.com/office/drawing/2014/main" id="{3E28D262-085C-4F04-B406-D3B95EF4084A}"/>
              </a:ext>
            </a:extLst>
          </p:cNvPr>
          <p:cNvSpPr>
            <a:spLocks xmlns:a="http://schemas.openxmlformats.org/drawingml/2006/main" noGrp="1"/>
          </p:cNvSpPr>
          <p:nvPr/>
        </p:nvSpPr>
        <p:spPr>
          <a:xfrm xmlns:a="http://schemas.openxmlformats.org/drawingml/2006/main">
            <a:off x="1750695" y="3497580"/>
            <a:ext cx="42053" cy="42053"/>
          </a:xfrm>
          <a:prstGeom xmlns:a="http://schemas.openxmlformats.org/drawingml/2006/main" prst="rect">
            <a:avLst/>
          </a:prstGeom>
          <a:solidFill xmlns:a="http://schemas.openxmlformats.org/drawingml/2006/main">
            <a:srgbClr val="97C0C5"/>
          </a:solidFill>
          <a:ln xmlns:a="http://schemas.openxmlformats.org/drawingml/2006/main" w="0">
            <a:noFill/>
          </a:ln>
        </p:spPr>
      </p:sp>
      <p:sp>
        <p:nvSpPr>
          <p:cNvPr id="317" name="rect-2-316">
            <a:extLst xmlns:a="http://schemas.openxmlformats.org/drawingml/2006/main">
              <a:ext uri="{FF2B5EF4-FFF2-40B4-BE49-F238E27FC236}">
                <a16:creationId xmlns:a16="http://schemas.microsoft.com/office/drawing/2014/main" id="{DFA9D69B-E976-4A10-8F2B-A11596099ACE}"/>
              </a:ext>
            </a:extLst>
          </p:cNvPr>
          <p:cNvSpPr>
            <a:spLocks xmlns:a="http://schemas.openxmlformats.org/drawingml/2006/main" noGrp="1"/>
          </p:cNvSpPr>
          <p:nvPr/>
        </p:nvSpPr>
        <p:spPr>
          <a:xfrm xmlns:a="http://schemas.openxmlformats.org/drawingml/2006/main">
            <a:off x="1792605" y="3497580"/>
            <a:ext cx="42053" cy="42053"/>
          </a:xfrm>
          <a:prstGeom xmlns:a="http://schemas.openxmlformats.org/drawingml/2006/main" prst="rect">
            <a:avLst/>
          </a:prstGeom>
          <a:solidFill xmlns:a="http://schemas.openxmlformats.org/drawingml/2006/main">
            <a:srgbClr val="DFE9EC"/>
          </a:solidFill>
          <a:ln xmlns:a="http://schemas.openxmlformats.org/drawingml/2006/main" w="0">
            <a:noFill/>
          </a:ln>
        </p:spPr>
      </p:sp>
      <p:sp>
        <p:nvSpPr>
          <p:cNvPr id="318" name="rect-2-317">
            <a:extLst xmlns:a="http://schemas.openxmlformats.org/drawingml/2006/main">
              <a:ext uri="{FF2B5EF4-FFF2-40B4-BE49-F238E27FC236}">
                <a16:creationId xmlns:a16="http://schemas.microsoft.com/office/drawing/2014/main" id="{E9791426-EF4B-40FF-9816-502A34727FA5}"/>
              </a:ext>
            </a:extLst>
          </p:cNvPr>
          <p:cNvSpPr>
            <a:spLocks xmlns:a="http://schemas.openxmlformats.org/drawingml/2006/main" noGrp="1"/>
          </p:cNvSpPr>
          <p:nvPr/>
        </p:nvSpPr>
        <p:spPr>
          <a:xfrm xmlns:a="http://schemas.openxmlformats.org/drawingml/2006/main">
            <a:off x="1331595"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319" name="rect-2-318">
            <a:extLst xmlns:a="http://schemas.openxmlformats.org/drawingml/2006/main">
              <a:ext uri="{FF2B5EF4-FFF2-40B4-BE49-F238E27FC236}">
                <a16:creationId xmlns:a16="http://schemas.microsoft.com/office/drawing/2014/main" id="{30857384-43DE-4010-B103-359809785B99}"/>
              </a:ext>
            </a:extLst>
          </p:cNvPr>
          <p:cNvSpPr>
            <a:spLocks xmlns:a="http://schemas.openxmlformats.org/drawingml/2006/main" noGrp="1"/>
          </p:cNvSpPr>
          <p:nvPr/>
        </p:nvSpPr>
        <p:spPr>
          <a:xfrm xmlns:a="http://schemas.openxmlformats.org/drawingml/2006/main">
            <a:off x="1457325" y="3539490"/>
            <a:ext cx="42053" cy="42053"/>
          </a:xfrm>
          <a:prstGeom xmlns:a="http://schemas.openxmlformats.org/drawingml/2006/main" prst="rect">
            <a:avLst/>
          </a:prstGeom>
          <a:solidFill xmlns:a="http://schemas.openxmlformats.org/drawingml/2006/main">
            <a:srgbClr val="E9F0F2"/>
          </a:solidFill>
          <a:ln xmlns:a="http://schemas.openxmlformats.org/drawingml/2006/main" w="0">
            <a:noFill/>
          </a:ln>
        </p:spPr>
      </p:sp>
      <p:sp>
        <p:nvSpPr>
          <p:cNvPr id="320" name="rect-2-319">
            <a:extLst xmlns:a="http://schemas.openxmlformats.org/drawingml/2006/main">
              <a:ext uri="{FF2B5EF4-FFF2-40B4-BE49-F238E27FC236}">
                <a16:creationId xmlns:a16="http://schemas.microsoft.com/office/drawing/2014/main" id="{6B899DB5-41A5-4A6B-8F06-9A9766EE5CA6}"/>
              </a:ext>
            </a:extLst>
          </p:cNvPr>
          <p:cNvSpPr>
            <a:spLocks xmlns:a="http://schemas.openxmlformats.org/drawingml/2006/main" noGrp="1"/>
          </p:cNvSpPr>
          <p:nvPr/>
        </p:nvSpPr>
        <p:spPr>
          <a:xfrm xmlns:a="http://schemas.openxmlformats.org/drawingml/2006/main">
            <a:off x="1499235" y="353949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321" name="rect-2-320">
            <a:extLst xmlns:a="http://schemas.openxmlformats.org/drawingml/2006/main">
              <a:ext uri="{FF2B5EF4-FFF2-40B4-BE49-F238E27FC236}">
                <a16:creationId xmlns:a16="http://schemas.microsoft.com/office/drawing/2014/main" id="{302CC4A9-D2EB-420B-86FA-4E6C27101E01}"/>
              </a:ext>
            </a:extLst>
          </p:cNvPr>
          <p:cNvSpPr>
            <a:spLocks xmlns:a="http://schemas.openxmlformats.org/drawingml/2006/main" noGrp="1"/>
          </p:cNvSpPr>
          <p:nvPr/>
        </p:nvSpPr>
        <p:spPr>
          <a:xfrm xmlns:a="http://schemas.openxmlformats.org/drawingml/2006/main">
            <a:off x="1583055" y="3539490"/>
            <a:ext cx="42053" cy="42053"/>
          </a:xfrm>
          <a:prstGeom xmlns:a="http://schemas.openxmlformats.org/drawingml/2006/main" prst="rect">
            <a:avLst/>
          </a:prstGeom>
          <a:solidFill xmlns:a="http://schemas.openxmlformats.org/drawingml/2006/main">
            <a:srgbClr val="C5DADE"/>
          </a:solidFill>
          <a:ln xmlns:a="http://schemas.openxmlformats.org/drawingml/2006/main" w="0">
            <a:noFill/>
          </a:ln>
        </p:spPr>
      </p:sp>
      <p:sp>
        <p:nvSpPr>
          <p:cNvPr id="322" name="rect-2-321">
            <a:extLst xmlns:a="http://schemas.openxmlformats.org/drawingml/2006/main">
              <a:ext uri="{FF2B5EF4-FFF2-40B4-BE49-F238E27FC236}">
                <a16:creationId xmlns:a16="http://schemas.microsoft.com/office/drawing/2014/main" id="{DBDCF108-3E64-49A4-853A-30574C093D60}"/>
              </a:ext>
            </a:extLst>
          </p:cNvPr>
          <p:cNvSpPr>
            <a:spLocks xmlns:a="http://schemas.openxmlformats.org/drawingml/2006/main" noGrp="1"/>
          </p:cNvSpPr>
          <p:nvPr/>
        </p:nvSpPr>
        <p:spPr>
          <a:xfrm xmlns:a="http://schemas.openxmlformats.org/drawingml/2006/main">
            <a:off x="1624965" y="3539490"/>
            <a:ext cx="42053" cy="42053"/>
          </a:xfrm>
          <a:prstGeom xmlns:a="http://schemas.openxmlformats.org/drawingml/2006/main" prst="rect">
            <a:avLst/>
          </a:prstGeom>
          <a:solidFill xmlns:a="http://schemas.openxmlformats.org/drawingml/2006/main">
            <a:srgbClr val="DDE8EB"/>
          </a:solidFill>
          <a:ln xmlns:a="http://schemas.openxmlformats.org/drawingml/2006/main" w="0">
            <a:noFill/>
          </a:ln>
        </p:spPr>
      </p:sp>
      <p:sp>
        <p:nvSpPr>
          <p:cNvPr id="323" name="rect-2-322">
            <a:extLst xmlns:a="http://schemas.openxmlformats.org/drawingml/2006/main">
              <a:ext uri="{FF2B5EF4-FFF2-40B4-BE49-F238E27FC236}">
                <a16:creationId xmlns:a16="http://schemas.microsoft.com/office/drawing/2014/main" id="{2C9085C3-126D-49BD-B851-C58AF877D656}"/>
              </a:ext>
            </a:extLst>
          </p:cNvPr>
          <p:cNvSpPr>
            <a:spLocks xmlns:a="http://schemas.openxmlformats.org/drawingml/2006/main" noGrp="1"/>
          </p:cNvSpPr>
          <p:nvPr/>
        </p:nvSpPr>
        <p:spPr>
          <a:xfrm xmlns:a="http://schemas.openxmlformats.org/drawingml/2006/main">
            <a:off x="1666875" y="3539490"/>
            <a:ext cx="42053" cy="42053"/>
          </a:xfrm>
          <a:prstGeom xmlns:a="http://schemas.openxmlformats.org/drawingml/2006/main" prst="rect">
            <a:avLst/>
          </a:prstGeom>
          <a:solidFill xmlns:a="http://schemas.openxmlformats.org/drawingml/2006/main">
            <a:srgbClr val="BCD6D9"/>
          </a:solidFill>
          <a:ln xmlns:a="http://schemas.openxmlformats.org/drawingml/2006/main" w="0">
            <a:noFill/>
          </a:ln>
        </p:spPr>
      </p:sp>
      <p:sp>
        <p:nvSpPr>
          <p:cNvPr id="324" name="rect-2-323">
            <a:extLst xmlns:a="http://schemas.openxmlformats.org/drawingml/2006/main">
              <a:ext uri="{FF2B5EF4-FFF2-40B4-BE49-F238E27FC236}">
                <a16:creationId xmlns:a16="http://schemas.microsoft.com/office/drawing/2014/main" id="{F5834CFB-66E3-4CC8-90C2-07BD8B1F7088}"/>
              </a:ext>
            </a:extLst>
          </p:cNvPr>
          <p:cNvSpPr>
            <a:spLocks xmlns:a="http://schemas.openxmlformats.org/drawingml/2006/main" noGrp="1"/>
          </p:cNvSpPr>
          <p:nvPr/>
        </p:nvSpPr>
        <p:spPr>
          <a:xfrm xmlns:a="http://schemas.openxmlformats.org/drawingml/2006/main">
            <a:off x="1708785" y="3539490"/>
            <a:ext cx="42053" cy="42053"/>
          </a:xfrm>
          <a:prstGeom xmlns:a="http://schemas.openxmlformats.org/drawingml/2006/main" prst="rect">
            <a:avLst/>
          </a:prstGeom>
          <a:solidFill xmlns:a="http://schemas.openxmlformats.org/drawingml/2006/main">
            <a:srgbClr val="BCD6D9"/>
          </a:solidFill>
          <a:ln xmlns:a="http://schemas.openxmlformats.org/drawingml/2006/main" w="0">
            <a:noFill/>
          </a:ln>
        </p:spPr>
      </p:sp>
      <p:sp>
        <p:nvSpPr>
          <p:cNvPr id="325" name="rect-2-324">
            <a:extLst xmlns:a="http://schemas.openxmlformats.org/drawingml/2006/main">
              <a:ext uri="{FF2B5EF4-FFF2-40B4-BE49-F238E27FC236}">
                <a16:creationId xmlns:a16="http://schemas.microsoft.com/office/drawing/2014/main" id="{377668C9-B65D-4F56-840B-5955BB4ED9B9}"/>
              </a:ext>
            </a:extLst>
          </p:cNvPr>
          <p:cNvSpPr>
            <a:spLocks xmlns:a="http://schemas.openxmlformats.org/drawingml/2006/main" noGrp="1"/>
          </p:cNvSpPr>
          <p:nvPr/>
        </p:nvSpPr>
        <p:spPr>
          <a:xfrm xmlns:a="http://schemas.openxmlformats.org/drawingml/2006/main">
            <a:off x="1750695" y="3539490"/>
            <a:ext cx="42053" cy="42053"/>
          </a:xfrm>
          <a:prstGeom xmlns:a="http://schemas.openxmlformats.org/drawingml/2006/main" prst="rect">
            <a:avLst/>
          </a:prstGeom>
          <a:solidFill xmlns:a="http://schemas.openxmlformats.org/drawingml/2006/main">
            <a:srgbClr val="DBE7EA"/>
          </a:solidFill>
          <a:ln xmlns:a="http://schemas.openxmlformats.org/drawingml/2006/main" w="0">
            <a:noFill/>
          </a:ln>
        </p:spPr>
      </p:sp>
      <p:sp>
        <p:nvSpPr>
          <p:cNvPr id="326" name="rect-2-325">
            <a:extLst xmlns:a="http://schemas.openxmlformats.org/drawingml/2006/main">
              <a:ext uri="{FF2B5EF4-FFF2-40B4-BE49-F238E27FC236}">
                <a16:creationId xmlns:a16="http://schemas.microsoft.com/office/drawing/2014/main" id="{408D6B4B-056B-4F4D-AF08-73683923384F}"/>
              </a:ext>
            </a:extLst>
          </p:cNvPr>
          <p:cNvSpPr>
            <a:spLocks xmlns:a="http://schemas.openxmlformats.org/drawingml/2006/main" noGrp="1"/>
          </p:cNvSpPr>
          <p:nvPr/>
        </p:nvSpPr>
        <p:spPr>
          <a:xfrm xmlns:a="http://schemas.openxmlformats.org/drawingml/2006/main">
            <a:off x="1792605" y="3539490"/>
            <a:ext cx="42053" cy="42053"/>
          </a:xfrm>
          <a:prstGeom xmlns:a="http://schemas.openxmlformats.org/drawingml/2006/main" prst="rect">
            <a:avLst/>
          </a:prstGeom>
          <a:solidFill xmlns:a="http://schemas.openxmlformats.org/drawingml/2006/main">
            <a:srgbClr val="C9DDE0"/>
          </a:solidFill>
          <a:ln xmlns:a="http://schemas.openxmlformats.org/drawingml/2006/main" w="0">
            <a:noFill/>
          </a:ln>
        </p:spPr>
      </p:sp>
      <p:sp>
        <p:nvSpPr>
          <p:cNvPr id="327" name="rect-2-326">
            <a:extLst xmlns:a="http://schemas.openxmlformats.org/drawingml/2006/main">
              <a:ext uri="{FF2B5EF4-FFF2-40B4-BE49-F238E27FC236}">
                <a16:creationId xmlns:a16="http://schemas.microsoft.com/office/drawing/2014/main" id="{F255DBE7-F6B7-41B8-A61C-61A7BB05D651}"/>
              </a:ext>
            </a:extLst>
          </p:cNvPr>
          <p:cNvSpPr>
            <a:spLocks xmlns:a="http://schemas.openxmlformats.org/drawingml/2006/main" noGrp="1"/>
          </p:cNvSpPr>
          <p:nvPr/>
        </p:nvSpPr>
        <p:spPr>
          <a:xfrm xmlns:a="http://schemas.openxmlformats.org/drawingml/2006/main">
            <a:off x="1499235" y="358140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328" name="rect-2-327">
            <a:extLst xmlns:a="http://schemas.openxmlformats.org/drawingml/2006/main">
              <a:ext uri="{FF2B5EF4-FFF2-40B4-BE49-F238E27FC236}">
                <a16:creationId xmlns:a16="http://schemas.microsoft.com/office/drawing/2014/main" id="{6A80FAC6-2EEB-4D70-967A-F1BC680E302C}"/>
              </a:ext>
            </a:extLst>
          </p:cNvPr>
          <p:cNvSpPr>
            <a:spLocks xmlns:a="http://schemas.openxmlformats.org/drawingml/2006/main" noGrp="1"/>
          </p:cNvSpPr>
          <p:nvPr/>
        </p:nvSpPr>
        <p:spPr>
          <a:xfrm xmlns:a="http://schemas.openxmlformats.org/drawingml/2006/main">
            <a:off x="1541145" y="358140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329" name="rect-2-328">
            <a:extLst xmlns:a="http://schemas.openxmlformats.org/drawingml/2006/main">
              <a:ext uri="{FF2B5EF4-FFF2-40B4-BE49-F238E27FC236}">
                <a16:creationId xmlns:a16="http://schemas.microsoft.com/office/drawing/2014/main" id="{1BA1D80C-E464-412A-B44B-56AFCB5B614D}"/>
              </a:ext>
            </a:extLst>
          </p:cNvPr>
          <p:cNvSpPr>
            <a:spLocks xmlns:a="http://schemas.openxmlformats.org/drawingml/2006/main" noGrp="1"/>
          </p:cNvSpPr>
          <p:nvPr/>
        </p:nvSpPr>
        <p:spPr>
          <a:xfrm xmlns:a="http://schemas.openxmlformats.org/drawingml/2006/main">
            <a:off x="1583055" y="358140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330" name="rect-2-329">
            <a:extLst xmlns:a="http://schemas.openxmlformats.org/drawingml/2006/main">
              <a:ext uri="{FF2B5EF4-FFF2-40B4-BE49-F238E27FC236}">
                <a16:creationId xmlns:a16="http://schemas.microsoft.com/office/drawing/2014/main" id="{4F124990-2B91-47E1-941E-19CEF1AFE9FA}"/>
              </a:ext>
            </a:extLst>
          </p:cNvPr>
          <p:cNvSpPr>
            <a:spLocks xmlns:a="http://schemas.openxmlformats.org/drawingml/2006/main" noGrp="1"/>
          </p:cNvSpPr>
          <p:nvPr/>
        </p:nvSpPr>
        <p:spPr>
          <a:xfrm xmlns:a="http://schemas.openxmlformats.org/drawingml/2006/main">
            <a:off x="1624965" y="3581400"/>
            <a:ext cx="42053" cy="42053"/>
          </a:xfrm>
          <a:prstGeom xmlns:a="http://schemas.openxmlformats.org/drawingml/2006/main" prst="rect">
            <a:avLst/>
          </a:prstGeom>
          <a:solidFill xmlns:a="http://schemas.openxmlformats.org/drawingml/2006/main">
            <a:srgbClr val="D1E1E4"/>
          </a:solidFill>
          <a:ln xmlns:a="http://schemas.openxmlformats.org/drawingml/2006/main" w="0">
            <a:noFill/>
          </a:ln>
        </p:spPr>
      </p:sp>
      <p:sp>
        <p:nvSpPr>
          <p:cNvPr id="331" name="rect-2-330">
            <a:extLst xmlns:a="http://schemas.openxmlformats.org/drawingml/2006/main">
              <a:ext uri="{FF2B5EF4-FFF2-40B4-BE49-F238E27FC236}">
                <a16:creationId xmlns:a16="http://schemas.microsoft.com/office/drawing/2014/main" id="{95D33564-DB99-414D-A5B7-FF22A4222D81}"/>
              </a:ext>
            </a:extLst>
          </p:cNvPr>
          <p:cNvSpPr>
            <a:spLocks xmlns:a="http://schemas.openxmlformats.org/drawingml/2006/main" noGrp="1"/>
          </p:cNvSpPr>
          <p:nvPr/>
        </p:nvSpPr>
        <p:spPr>
          <a:xfrm xmlns:a="http://schemas.openxmlformats.org/drawingml/2006/main">
            <a:off x="1666875" y="3581400"/>
            <a:ext cx="42053" cy="42053"/>
          </a:xfrm>
          <a:prstGeom xmlns:a="http://schemas.openxmlformats.org/drawingml/2006/main" prst="rect">
            <a:avLst/>
          </a:prstGeom>
          <a:solidFill xmlns:a="http://schemas.openxmlformats.org/drawingml/2006/main">
            <a:srgbClr val="D2E2E5"/>
          </a:solidFill>
          <a:ln xmlns:a="http://schemas.openxmlformats.org/drawingml/2006/main" w="0">
            <a:noFill/>
          </a:ln>
        </p:spPr>
      </p:sp>
      <p:sp>
        <p:nvSpPr>
          <p:cNvPr id="332" name="rect-2-331">
            <a:extLst xmlns:a="http://schemas.openxmlformats.org/drawingml/2006/main">
              <a:ext uri="{FF2B5EF4-FFF2-40B4-BE49-F238E27FC236}">
                <a16:creationId xmlns:a16="http://schemas.microsoft.com/office/drawing/2014/main" id="{317C018C-E291-45CA-8A2A-EF293C538641}"/>
              </a:ext>
            </a:extLst>
          </p:cNvPr>
          <p:cNvSpPr>
            <a:spLocks xmlns:a="http://schemas.openxmlformats.org/drawingml/2006/main" noGrp="1"/>
          </p:cNvSpPr>
          <p:nvPr/>
        </p:nvSpPr>
        <p:spPr>
          <a:xfrm xmlns:a="http://schemas.openxmlformats.org/drawingml/2006/main">
            <a:off x="1708785" y="3581400"/>
            <a:ext cx="42053" cy="42053"/>
          </a:xfrm>
          <a:prstGeom xmlns:a="http://schemas.openxmlformats.org/drawingml/2006/main" prst="rect">
            <a:avLst/>
          </a:prstGeom>
          <a:solidFill xmlns:a="http://schemas.openxmlformats.org/drawingml/2006/main">
            <a:srgbClr val="C9DDE0"/>
          </a:solidFill>
          <a:ln xmlns:a="http://schemas.openxmlformats.org/drawingml/2006/main" w="0">
            <a:noFill/>
          </a:ln>
        </p:spPr>
      </p:sp>
      <p:sp>
        <p:nvSpPr>
          <p:cNvPr id="333" name="rect-2-332">
            <a:extLst xmlns:a="http://schemas.openxmlformats.org/drawingml/2006/main">
              <a:ext uri="{FF2B5EF4-FFF2-40B4-BE49-F238E27FC236}">
                <a16:creationId xmlns:a16="http://schemas.microsoft.com/office/drawing/2014/main" id="{5CEB0C24-4183-46AB-91B3-FA40F4496B5E}"/>
              </a:ext>
            </a:extLst>
          </p:cNvPr>
          <p:cNvSpPr>
            <a:spLocks xmlns:a="http://schemas.openxmlformats.org/drawingml/2006/main" noGrp="1"/>
          </p:cNvSpPr>
          <p:nvPr/>
        </p:nvSpPr>
        <p:spPr>
          <a:xfrm xmlns:a="http://schemas.openxmlformats.org/drawingml/2006/main">
            <a:off x="1750695" y="3581400"/>
            <a:ext cx="42053" cy="42053"/>
          </a:xfrm>
          <a:prstGeom xmlns:a="http://schemas.openxmlformats.org/drawingml/2006/main" prst="rect">
            <a:avLst/>
          </a:prstGeom>
          <a:solidFill xmlns:a="http://schemas.openxmlformats.org/drawingml/2006/main">
            <a:srgbClr val="DFEAEC"/>
          </a:solidFill>
          <a:ln xmlns:a="http://schemas.openxmlformats.org/drawingml/2006/main" w="0">
            <a:noFill/>
          </a:ln>
        </p:spPr>
      </p:sp>
      <p:sp>
        <p:nvSpPr>
          <p:cNvPr id="334" name="rect-2-333">
            <a:extLst xmlns:a="http://schemas.openxmlformats.org/drawingml/2006/main">
              <a:ext uri="{FF2B5EF4-FFF2-40B4-BE49-F238E27FC236}">
                <a16:creationId xmlns:a16="http://schemas.microsoft.com/office/drawing/2014/main" id="{09D2838A-E955-45BA-A294-0E89009666A1}"/>
              </a:ext>
            </a:extLst>
          </p:cNvPr>
          <p:cNvSpPr>
            <a:spLocks xmlns:a="http://schemas.openxmlformats.org/drawingml/2006/main" noGrp="1"/>
          </p:cNvSpPr>
          <p:nvPr/>
        </p:nvSpPr>
        <p:spPr>
          <a:xfrm xmlns:a="http://schemas.openxmlformats.org/drawingml/2006/main">
            <a:off x="1792605" y="3581400"/>
            <a:ext cx="42053" cy="42053"/>
          </a:xfrm>
          <a:prstGeom xmlns:a="http://schemas.openxmlformats.org/drawingml/2006/main" prst="rect">
            <a:avLst/>
          </a:prstGeom>
          <a:solidFill xmlns:a="http://schemas.openxmlformats.org/drawingml/2006/main">
            <a:srgbClr val="DFEAEC"/>
          </a:solidFill>
          <a:ln xmlns:a="http://schemas.openxmlformats.org/drawingml/2006/main" w="0">
            <a:noFill/>
          </a:ln>
        </p:spPr>
      </p:sp>
      <p:sp>
        <p:nvSpPr>
          <p:cNvPr id="335" name="rect-2-334">
            <a:extLst xmlns:a="http://schemas.openxmlformats.org/drawingml/2006/main">
              <a:ext uri="{FF2B5EF4-FFF2-40B4-BE49-F238E27FC236}">
                <a16:creationId xmlns:a16="http://schemas.microsoft.com/office/drawing/2014/main" id="{0C0D52F1-335C-49A8-92AF-227B1D1E214F}"/>
              </a:ext>
            </a:extLst>
          </p:cNvPr>
          <p:cNvSpPr>
            <a:spLocks xmlns:a="http://schemas.openxmlformats.org/drawingml/2006/main" noGrp="1"/>
          </p:cNvSpPr>
          <p:nvPr/>
        </p:nvSpPr>
        <p:spPr>
          <a:xfrm xmlns:a="http://schemas.openxmlformats.org/drawingml/2006/main">
            <a:off x="1499235" y="3623310"/>
            <a:ext cx="42053" cy="42053"/>
          </a:xfrm>
          <a:prstGeom xmlns:a="http://schemas.openxmlformats.org/drawingml/2006/main" prst="rect">
            <a:avLst/>
          </a:prstGeom>
          <a:solidFill xmlns:a="http://schemas.openxmlformats.org/drawingml/2006/main">
            <a:srgbClr val="E9F0F2"/>
          </a:solidFill>
          <a:ln xmlns:a="http://schemas.openxmlformats.org/drawingml/2006/main" w="0">
            <a:noFill/>
          </a:ln>
        </p:spPr>
      </p:sp>
      <p:sp>
        <p:nvSpPr>
          <p:cNvPr id="336" name="rect-2-335">
            <a:extLst xmlns:a="http://schemas.openxmlformats.org/drawingml/2006/main">
              <a:ext uri="{FF2B5EF4-FFF2-40B4-BE49-F238E27FC236}">
                <a16:creationId xmlns:a16="http://schemas.microsoft.com/office/drawing/2014/main" id="{BB3F244A-2179-444B-8EA2-E7E5CA3CB90D}"/>
              </a:ext>
            </a:extLst>
          </p:cNvPr>
          <p:cNvSpPr>
            <a:spLocks xmlns:a="http://schemas.openxmlformats.org/drawingml/2006/main" noGrp="1"/>
          </p:cNvSpPr>
          <p:nvPr/>
        </p:nvSpPr>
        <p:spPr>
          <a:xfrm xmlns:a="http://schemas.openxmlformats.org/drawingml/2006/main">
            <a:off x="1541145" y="3623310"/>
            <a:ext cx="42053" cy="42053"/>
          </a:xfrm>
          <a:prstGeom xmlns:a="http://schemas.openxmlformats.org/drawingml/2006/main" prst="rect">
            <a:avLst/>
          </a:prstGeom>
          <a:solidFill xmlns:a="http://schemas.openxmlformats.org/drawingml/2006/main">
            <a:srgbClr val="E3ECEE"/>
          </a:solidFill>
          <a:ln xmlns:a="http://schemas.openxmlformats.org/drawingml/2006/main" w="0">
            <a:noFill/>
          </a:ln>
        </p:spPr>
      </p:sp>
      <p:sp>
        <p:nvSpPr>
          <p:cNvPr id="337" name="rect-2-336">
            <a:extLst xmlns:a="http://schemas.openxmlformats.org/drawingml/2006/main">
              <a:ext uri="{FF2B5EF4-FFF2-40B4-BE49-F238E27FC236}">
                <a16:creationId xmlns:a16="http://schemas.microsoft.com/office/drawing/2014/main" id="{CF2D67AE-A218-4C49-80E9-714310AB84DB}"/>
              </a:ext>
            </a:extLst>
          </p:cNvPr>
          <p:cNvSpPr>
            <a:spLocks xmlns:a="http://schemas.openxmlformats.org/drawingml/2006/main" noGrp="1"/>
          </p:cNvSpPr>
          <p:nvPr/>
        </p:nvSpPr>
        <p:spPr>
          <a:xfrm xmlns:a="http://schemas.openxmlformats.org/drawingml/2006/main">
            <a:off x="1583055" y="3623310"/>
            <a:ext cx="42053" cy="42053"/>
          </a:xfrm>
          <a:prstGeom xmlns:a="http://schemas.openxmlformats.org/drawingml/2006/main" prst="rect">
            <a:avLst/>
          </a:prstGeom>
          <a:solidFill xmlns:a="http://schemas.openxmlformats.org/drawingml/2006/main">
            <a:srgbClr val="E3ECEE"/>
          </a:solidFill>
          <a:ln xmlns:a="http://schemas.openxmlformats.org/drawingml/2006/main" w="0">
            <a:noFill/>
          </a:ln>
        </p:spPr>
      </p:sp>
      <p:sp>
        <p:nvSpPr>
          <p:cNvPr id="338" name="rect-2-337">
            <a:extLst xmlns:a="http://schemas.openxmlformats.org/drawingml/2006/main">
              <a:ext uri="{FF2B5EF4-FFF2-40B4-BE49-F238E27FC236}">
                <a16:creationId xmlns:a16="http://schemas.microsoft.com/office/drawing/2014/main" id="{8ED5DAE4-878F-416C-BA39-9B6BEEFA0D17}"/>
              </a:ext>
            </a:extLst>
          </p:cNvPr>
          <p:cNvSpPr>
            <a:spLocks xmlns:a="http://schemas.openxmlformats.org/drawingml/2006/main" noGrp="1"/>
          </p:cNvSpPr>
          <p:nvPr/>
        </p:nvSpPr>
        <p:spPr>
          <a:xfrm xmlns:a="http://schemas.openxmlformats.org/drawingml/2006/main">
            <a:off x="1624965" y="3623310"/>
            <a:ext cx="42053" cy="42053"/>
          </a:xfrm>
          <a:prstGeom xmlns:a="http://schemas.openxmlformats.org/drawingml/2006/main" prst="rect">
            <a:avLst/>
          </a:prstGeom>
          <a:solidFill xmlns:a="http://schemas.openxmlformats.org/drawingml/2006/main">
            <a:srgbClr val="D1E1E4"/>
          </a:solidFill>
          <a:ln xmlns:a="http://schemas.openxmlformats.org/drawingml/2006/main" w="0">
            <a:noFill/>
          </a:ln>
        </p:spPr>
      </p:sp>
      <p:sp>
        <p:nvSpPr>
          <p:cNvPr id="339" name="rect-2-338">
            <a:extLst xmlns:a="http://schemas.openxmlformats.org/drawingml/2006/main">
              <a:ext uri="{FF2B5EF4-FFF2-40B4-BE49-F238E27FC236}">
                <a16:creationId xmlns:a16="http://schemas.microsoft.com/office/drawing/2014/main" id="{C4E03055-0CA0-4C09-8F6F-4E695AF6B977}"/>
              </a:ext>
            </a:extLst>
          </p:cNvPr>
          <p:cNvSpPr>
            <a:spLocks xmlns:a="http://schemas.openxmlformats.org/drawingml/2006/main" noGrp="1"/>
          </p:cNvSpPr>
          <p:nvPr/>
        </p:nvSpPr>
        <p:spPr>
          <a:xfrm xmlns:a="http://schemas.openxmlformats.org/drawingml/2006/main">
            <a:off x="1666875" y="3623310"/>
            <a:ext cx="42053" cy="42053"/>
          </a:xfrm>
          <a:prstGeom xmlns:a="http://schemas.openxmlformats.org/drawingml/2006/main" prst="rect">
            <a:avLst/>
          </a:prstGeom>
          <a:solidFill xmlns:a="http://schemas.openxmlformats.org/drawingml/2006/main">
            <a:srgbClr val="DEE9EB"/>
          </a:solidFill>
          <a:ln xmlns:a="http://schemas.openxmlformats.org/drawingml/2006/main" w="0">
            <a:noFill/>
          </a:ln>
        </p:spPr>
      </p:sp>
      <p:sp>
        <p:nvSpPr>
          <p:cNvPr id="340" name="rect-2-339">
            <a:extLst xmlns:a="http://schemas.openxmlformats.org/drawingml/2006/main">
              <a:ext uri="{FF2B5EF4-FFF2-40B4-BE49-F238E27FC236}">
                <a16:creationId xmlns:a16="http://schemas.microsoft.com/office/drawing/2014/main" id="{6F412907-8746-423A-B693-67733BDEFB27}"/>
              </a:ext>
            </a:extLst>
          </p:cNvPr>
          <p:cNvSpPr>
            <a:spLocks xmlns:a="http://schemas.openxmlformats.org/drawingml/2006/main" noGrp="1"/>
          </p:cNvSpPr>
          <p:nvPr/>
        </p:nvSpPr>
        <p:spPr>
          <a:xfrm xmlns:a="http://schemas.openxmlformats.org/drawingml/2006/main">
            <a:off x="1708785" y="3623310"/>
            <a:ext cx="42053" cy="42053"/>
          </a:xfrm>
          <a:prstGeom xmlns:a="http://schemas.openxmlformats.org/drawingml/2006/main" prst="rect">
            <a:avLst/>
          </a:prstGeom>
          <a:solidFill xmlns:a="http://schemas.openxmlformats.org/drawingml/2006/main">
            <a:srgbClr val="DDE9EB"/>
          </a:solidFill>
          <a:ln xmlns:a="http://schemas.openxmlformats.org/drawingml/2006/main" w="0">
            <a:noFill/>
          </a:ln>
        </p:spPr>
      </p:sp>
      <p:sp>
        <p:nvSpPr>
          <p:cNvPr id="341" name="rect-2-340">
            <a:extLst xmlns:a="http://schemas.openxmlformats.org/drawingml/2006/main">
              <a:ext uri="{FF2B5EF4-FFF2-40B4-BE49-F238E27FC236}">
                <a16:creationId xmlns:a16="http://schemas.microsoft.com/office/drawing/2014/main" id="{A084DBEE-B052-4347-B009-E35239878182}"/>
              </a:ext>
            </a:extLst>
          </p:cNvPr>
          <p:cNvSpPr>
            <a:spLocks xmlns:a="http://schemas.openxmlformats.org/drawingml/2006/main" noGrp="1"/>
          </p:cNvSpPr>
          <p:nvPr/>
        </p:nvSpPr>
        <p:spPr>
          <a:xfrm xmlns:a="http://schemas.openxmlformats.org/drawingml/2006/main">
            <a:off x="1499235" y="366522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342" name="rect-2-341">
            <a:extLst xmlns:a="http://schemas.openxmlformats.org/drawingml/2006/main">
              <a:ext uri="{FF2B5EF4-FFF2-40B4-BE49-F238E27FC236}">
                <a16:creationId xmlns:a16="http://schemas.microsoft.com/office/drawing/2014/main" id="{E1CCF255-4E63-4022-961B-5775025A45CB}"/>
              </a:ext>
            </a:extLst>
          </p:cNvPr>
          <p:cNvSpPr>
            <a:spLocks xmlns:a="http://schemas.openxmlformats.org/drawingml/2006/main" noGrp="1"/>
          </p:cNvSpPr>
          <p:nvPr/>
        </p:nvSpPr>
        <p:spPr>
          <a:xfrm xmlns:a="http://schemas.openxmlformats.org/drawingml/2006/main">
            <a:off x="1541145" y="3665220"/>
            <a:ext cx="42053" cy="42053"/>
          </a:xfrm>
          <a:prstGeom xmlns:a="http://schemas.openxmlformats.org/drawingml/2006/main" prst="rect">
            <a:avLst/>
          </a:prstGeom>
          <a:solidFill xmlns:a="http://schemas.openxmlformats.org/drawingml/2006/main">
            <a:srgbClr val="E4ECEF"/>
          </a:solidFill>
          <a:ln xmlns:a="http://schemas.openxmlformats.org/drawingml/2006/main" w="0">
            <a:noFill/>
          </a:ln>
        </p:spPr>
      </p:sp>
      <p:sp>
        <p:nvSpPr>
          <p:cNvPr id="343" name="rect-2-342">
            <a:extLst xmlns:a="http://schemas.openxmlformats.org/drawingml/2006/main">
              <a:ext uri="{FF2B5EF4-FFF2-40B4-BE49-F238E27FC236}">
                <a16:creationId xmlns:a16="http://schemas.microsoft.com/office/drawing/2014/main" id="{B42603AB-A3B1-4AE6-843A-A696B82E243B}"/>
              </a:ext>
            </a:extLst>
          </p:cNvPr>
          <p:cNvSpPr>
            <a:spLocks xmlns:a="http://schemas.openxmlformats.org/drawingml/2006/main" noGrp="1"/>
          </p:cNvSpPr>
          <p:nvPr/>
        </p:nvSpPr>
        <p:spPr>
          <a:xfrm xmlns:a="http://schemas.openxmlformats.org/drawingml/2006/main">
            <a:off x="1583055" y="3665220"/>
            <a:ext cx="42053" cy="42053"/>
          </a:xfrm>
          <a:prstGeom xmlns:a="http://schemas.openxmlformats.org/drawingml/2006/main" prst="rect">
            <a:avLst/>
          </a:prstGeom>
          <a:solidFill xmlns:a="http://schemas.openxmlformats.org/drawingml/2006/main">
            <a:srgbClr val="D7E5E8"/>
          </a:solidFill>
          <a:ln xmlns:a="http://schemas.openxmlformats.org/drawingml/2006/main" w="0">
            <a:noFill/>
          </a:ln>
        </p:spPr>
      </p:sp>
      <p:sp>
        <p:nvSpPr>
          <p:cNvPr id="344" name="rect-2-343">
            <a:extLst xmlns:a="http://schemas.openxmlformats.org/drawingml/2006/main">
              <a:ext uri="{FF2B5EF4-FFF2-40B4-BE49-F238E27FC236}">
                <a16:creationId xmlns:a16="http://schemas.microsoft.com/office/drawing/2014/main" id="{7041CA95-59FD-4E9A-A400-4099AA246F85}"/>
              </a:ext>
            </a:extLst>
          </p:cNvPr>
          <p:cNvSpPr>
            <a:spLocks xmlns:a="http://schemas.openxmlformats.org/drawingml/2006/main" noGrp="1"/>
          </p:cNvSpPr>
          <p:nvPr/>
        </p:nvSpPr>
        <p:spPr>
          <a:xfrm xmlns:a="http://schemas.openxmlformats.org/drawingml/2006/main">
            <a:off x="1624965" y="3665220"/>
            <a:ext cx="42053" cy="42053"/>
          </a:xfrm>
          <a:prstGeom xmlns:a="http://schemas.openxmlformats.org/drawingml/2006/main" prst="rect">
            <a:avLst/>
          </a:prstGeom>
          <a:solidFill xmlns:a="http://schemas.openxmlformats.org/drawingml/2006/main">
            <a:srgbClr val="C6DBDE"/>
          </a:solidFill>
          <a:ln xmlns:a="http://schemas.openxmlformats.org/drawingml/2006/main" w="0">
            <a:noFill/>
          </a:ln>
        </p:spPr>
      </p:sp>
      <p:sp>
        <p:nvSpPr>
          <p:cNvPr id="345" name="rect-2-344">
            <a:extLst xmlns:a="http://schemas.openxmlformats.org/drawingml/2006/main">
              <a:ext uri="{FF2B5EF4-FFF2-40B4-BE49-F238E27FC236}">
                <a16:creationId xmlns:a16="http://schemas.microsoft.com/office/drawing/2014/main" id="{8D0D9C51-BEE6-4175-AAFA-6F73A4C1CB74}"/>
              </a:ext>
            </a:extLst>
          </p:cNvPr>
          <p:cNvSpPr>
            <a:spLocks xmlns:a="http://schemas.openxmlformats.org/drawingml/2006/main" noGrp="1"/>
          </p:cNvSpPr>
          <p:nvPr/>
        </p:nvSpPr>
        <p:spPr>
          <a:xfrm xmlns:a="http://schemas.openxmlformats.org/drawingml/2006/main">
            <a:off x="1666875" y="3665220"/>
            <a:ext cx="42053" cy="42053"/>
          </a:xfrm>
          <a:prstGeom xmlns:a="http://schemas.openxmlformats.org/drawingml/2006/main" prst="rect">
            <a:avLst/>
          </a:prstGeom>
          <a:solidFill xmlns:a="http://schemas.openxmlformats.org/drawingml/2006/main">
            <a:srgbClr val="D8E5E8"/>
          </a:solidFill>
          <a:ln xmlns:a="http://schemas.openxmlformats.org/drawingml/2006/main" w="0">
            <a:noFill/>
          </a:ln>
        </p:spPr>
      </p:sp>
      <p:sp>
        <p:nvSpPr>
          <p:cNvPr id="346" name="rect-2-345">
            <a:extLst xmlns:a="http://schemas.openxmlformats.org/drawingml/2006/main">
              <a:ext uri="{FF2B5EF4-FFF2-40B4-BE49-F238E27FC236}">
                <a16:creationId xmlns:a16="http://schemas.microsoft.com/office/drawing/2014/main" id="{03924337-90FE-4E96-B9C0-361C88BA5985}"/>
              </a:ext>
            </a:extLst>
          </p:cNvPr>
          <p:cNvSpPr>
            <a:spLocks xmlns:a="http://schemas.openxmlformats.org/drawingml/2006/main" noGrp="1"/>
          </p:cNvSpPr>
          <p:nvPr/>
        </p:nvSpPr>
        <p:spPr>
          <a:xfrm xmlns:a="http://schemas.openxmlformats.org/drawingml/2006/main">
            <a:off x="1708785" y="366522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347" name="rect-2-346">
            <a:extLst xmlns:a="http://schemas.openxmlformats.org/drawingml/2006/main">
              <a:ext uri="{FF2B5EF4-FFF2-40B4-BE49-F238E27FC236}">
                <a16:creationId xmlns:a16="http://schemas.microsoft.com/office/drawing/2014/main" id="{991050DF-F815-4BBA-97BC-C7D525C79FD2}"/>
              </a:ext>
            </a:extLst>
          </p:cNvPr>
          <p:cNvSpPr>
            <a:spLocks xmlns:a="http://schemas.openxmlformats.org/drawingml/2006/main" noGrp="1"/>
          </p:cNvSpPr>
          <p:nvPr/>
        </p:nvSpPr>
        <p:spPr>
          <a:xfrm xmlns:a="http://schemas.openxmlformats.org/drawingml/2006/main">
            <a:off x="1499235" y="370713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348" name="rect-2-347">
            <a:extLst xmlns:a="http://schemas.openxmlformats.org/drawingml/2006/main">
              <a:ext uri="{FF2B5EF4-FFF2-40B4-BE49-F238E27FC236}">
                <a16:creationId xmlns:a16="http://schemas.microsoft.com/office/drawing/2014/main" id="{3DAC0FCA-75A9-4029-B0F4-9F391ECBA799}"/>
              </a:ext>
            </a:extLst>
          </p:cNvPr>
          <p:cNvSpPr>
            <a:spLocks xmlns:a="http://schemas.openxmlformats.org/drawingml/2006/main" noGrp="1"/>
          </p:cNvSpPr>
          <p:nvPr/>
        </p:nvSpPr>
        <p:spPr>
          <a:xfrm xmlns:a="http://schemas.openxmlformats.org/drawingml/2006/main">
            <a:off x="1541145" y="3707130"/>
            <a:ext cx="42053" cy="42053"/>
          </a:xfrm>
          <a:prstGeom xmlns:a="http://schemas.openxmlformats.org/drawingml/2006/main" prst="rect">
            <a:avLst/>
          </a:prstGeom>
          <a:solidFill xmlns:a="http://schemas.openxmlformats.org/drawingml/2006/main">
            <a:srgbClr val="E3ECEE"/>
          </a:solidFill>
          <a:ln xmlns:a="http://schemas.openxmlformats.org/drawingml/2006/main" w="0">
            <a:noFill/>
          </a:ln>
        </p:spPr>
      </p:sp>
      <p:sp>
        <p:nvSpPr>
          <p:cNvPr id="349" name="rect-2-348">
            <a:extLst xmlns:a="http://schemas.openxmlformats.org/drawingml/2006/main">
              <a:ext uri="{FF2B5EF4-FFF2-40B4-BE49-F238E27FC236}">
                <a16:creationId xmlns:a16="http://schemas.microsoft.com/office/drawing/2014/main" id="{6D9046CA-9717-4A6D-9118-15F7E4CEA76D}"/>
              </a:ext>
            </a:extLst>
          </p:cNvPr>
          <p:cNvSpPr>
            <a:spLocks xmlns:a="http://schemas.openxmlformats.org/drawingml/2006/main" noGrp="1"/>
          </p:cNvSpPr>
          <p:nvPr/>
        </p:nvSpPr>
        <p:spPr>
          <a:xfrm xmlns:a="http://schemas.openxmlformats.org/drawingml/2006/main">
            <a:off x="1583055" y="3707130"/>
            <a:ext cx="42053" cy="42053"/>
          </a:xfrm>
          <a:prstGeom xmlns:a="http://schemas.openxmlformats.org/drawingml/2006/main" prst="rect">
            <a:avLst/>
          </a:prstGeom>
          <a:solidFill xmlns:a="http://schemas.openxmlformats.org/drawingml/2006/main">
            <a:srgbClr val="DCE8EA"/>
          </a:solidFill>
          <a:ln xmlns:a="http://schemas.openxmlformats.org/drawingml/2006/main" w="0">
            <a:noFill/>
          </a:ln>
        </p:spPr>
      </p:sp>
      <p:sp>
        <p:nvSpPr>
          <p:cNvPr id="350" name="rect-2-349">
            <a:extLst xmlns:a="http://schemas.openxmlformats.org/drawingml/2006/main">
              <a:ext uri="{FF2B5EF4-FFF2-40B4-BE49-F238E27FC236}">
                <a16:creationId xmlns:a16="http://schemas.microsoft.com/office/drawing/2014/main" id="{6EF9CB32-A16C-4415-800C-8F1601497FC2}"/>
              </a:ext>
            </a:extLst>
          </p:cNvPr>
          <p:cNvSpPr>
            <a:spLocks xmlns:a="http://schemas.openxmlformats.org/drawingml/2006/main" noGrp="1"/>
          </p:cNvSpPr>
          <p:nvPr/>
        </p:nvSpPr>
        <p:spPr>
          <a:xfrm xmlns:a="http://schemas.openxmlformats.org/drawingml/2006/main">
            <a:off x="1666875" y="370713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351" name="rect-2-350">
            <a:extLst xmlns:a="http://schemas.openxmlformats.org/drawingml/2006/main">
              <a:ext uri="{FF2B5EF4-FFF2-40B4-BE49-F238E27FC236}">
                <a16:creationId xmlns:a16="http://schemas.microsoft.com/office/drawing/2014/main" id="{25AC4215-0DF4-4140-A2A6-380409DBB164}"/>
              </a:ext>
            </a:extLst>
          </p:cNvPr>
          <p:cNvSpPr>
            <a:spLocks xmlns:a="http://schemas.openxmlformats.org/drawingml/2006/main" noGrp="1"/>
          </p:cNvSpPr>
          <p:nvPr/>
        </p:nvSpPr>
        <p:spPr>
          <a:xfrm xmlns:a="http://schemas.openxmlformats.org/drawingml/2006/main">
            <a:off x="1499235" y="374904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352" name="rect-2-351">
            <a:extLst xmlns:a="http://schemas.openxmlformats.org/drawingml/2006/main">
              <a:ext uri="{FF2B5EF4-FFF2-40B4-BE49-F238E27FC236}">
                <a16:creationId xmlns:a16="http://schemas.microsoft.com/office/drawing/2014/main" id="{98B471B7-9C95-40AA-825B-C70914D6B0D1}"/>
              </a:ext>
            </a:extLst>
          </p:cNvPr>
          <p:cNvSpPr>
            <a:spLocks xmlns:a="http://schemas.openxmlformats.org/drawingml/2006/main" noGrp="1"/>
          </p:cNvSpPr>
          <p:nvPr/>
        </p:nvSpPr>
        <p:spPr>
          <a:xfrm xmlns:a="http://schemas.openxmlformats.org/drawingml/2006/main">
            <a:off x="1541145" y="3749040"/>
            <a:ext cx="42053" cy="42053"/>
          </a:xfrm>
          <a:prstGeom xmlns:a="http://schemas.openxmlformats.org/drawingml/2006/main" prst="rect">
            <a:avLst/>
          </a:prstGeom>
          <a:solidFill xmlns:a="http://schemas.openxmlformats.org/drawingml/2006/main">
            <a:srgbClr val="D0E1E4"/>
          </a:solidFill>
          <a:ln xmlns:a="http://schemas.openxmlformats.org/drawingml/2006/main" w="0">
            <a:noFill/>
          </a:ln>
        </p:spPr>
      </p:sp>
      <p:sp>
        <p:nvSpPr>
          <p:cNvPr id="353" name="rect-2-352">
            <a:extLst xmlns:a="http://schemas.openxmlformats.org/drawingml/2006/main">
              <a:ext uri="{FF2B5EF4-FFF2-40B4-BE49-F238E27FC236}">
                <a16:creationId xmlns:a16="http://schemas.microsoft.com/office/drawing/2014/main" id="{1238905D-47B3-4414-AF97-ECD7A29C393C}"/>
              </a:ext>
            </a:extLst>
          </p:cNvPr>
          <p:cNvSpPr>
            <a:spLocks xmlns:a="http://schemas.openxmlformats.org/drawingml/2006/main" noGrp="1"/>
          </p:cNvSpPr>
          <p:nvPr/>
        </p:nvSpPr>
        <p:spPr>
          <a:xfrm xmlns:a="http://schemas.openxmlformats.org/drawingml/2006/main">
            <a:off x="1624965" y="3749040"/>
            <a:ext cx="42053" cy="42053"/>
          </a:xfrm>
          <a:prstGeom xmlns:a="http://schemas.openxmlformats.org/drawingml/2006/main" prst="rect">
            <a:avLst/>
          </a:prstGeom>
          <a:solidFill xmlns:a="http://schemas.openxmlformats.org/drawingml/2006/main">
            <a:srgbClr val="E0EAEC"/>
          </a:solidFill>
          <a:ln xmlns:a="http://schemas.openxmlformats.org/drawingml/2006/main" w="0">
            <a:noFill/>
          </a:ln>
        </p:spPr>
      </p:sp>
      <p:sp>
        <p:nvSpPr>
          <p:cNvPr id="354" name="rect-2-353">
            <a:extLst xmlns:a="http://schemas.openxmlformats.org/drawingml/2006/main">
              <a:ext uri="{FF2B5EF4-FFF2-40B4-BE49-F238E27FC236}">
                <a16:creationId xmlns:a16="http://schemas.microsoft.com/office/drawing/2014/main" id="{35C28A92-F9D0-4E92-BDDF-B1A5176248D0}"/>
              </a:ext>
            </a:extLst>
          </p:cNvPr>
          <p:cNvSpPr>
            <a:spLocks xmlns:a="http://schemas.openxmlformats.org/drawingml/2006/main" noGrp="1"/>
          </p:cNvSpPr>
          <p:nvPr/>
        </p:nvSpPr>
        <p:spPr>
          <a:xfrm xmlns:a="http://schemas.openxmlformats.org/drawingml/2006/main">
            <a:off x="1666875" y="3749040"/>
            <a:ext cx="42053" cy="42053"/>
          </a:xfrm>
          <a:prstGeom xmlns:a="http://schemas.openxmlformats.org/drawingml/2006/main" prst="rect">
            <a:avLst/>
          </a:prstGeom>
          <a:solidFill xmlns:a="http://schemas.openxmlformats.org/drawingml/2006/main">
            <a:srgbClr val="E3ECEE"/>
          </a:solidFill>
          <a:ln xmlns:a="http://schemas.openxmlformats.org/drawingml/2006/main" w="0">
            <a:noFill/>
          </a:ln>
        </p:spPr>
      </p:sp>
      <p:sp>
        <p:nvSpPr>
          <p:cNvPr id="355" name="rect-2-354">
            <a:extLst xmlns:a="http://schemas.openxmlformats.org/drawingml/2006/main">
              <a:ext uri="{FF2B5EF4-FFF2-40B4-BE49-F238E27FC236}">
                <a16:creationId xmlns:a16="http://schemas.microsoft.com/office/drawing/2014/main" id="{123011EA-D0A3-468D-8029-5BE1FC58D30C}"/>
              </a:ext>
            </a:extLst>
          </p:cNvPr>
          <p:cNvSpPr>
            <a:spLocks xmlns:a="http://schemas.openxmlformats.org/drawingml/2006/main" noGrp="1"/>
          </p:cNvSpPr>
          <p:nvPr/>
        </p:nvSpPr>
        <p:spPr>
          <a:xfrm xmlns:a="http://schemas.openxmlformats.org/drawingml/2006/main">
            <a:off x="1708785" y="374904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356" name="rect-2-355">
            <a:extLst xmlns:a="http://schemas.openxmlformats.org/drawingml/2006/main">
              <a:ext uri="{FF2B5EF4-FFF2-40B4-BE49-F238E27FC236}">
                <a16:creationId xmlns:a16="http://schemas.microsoft.com/office/drawing/2014/main" id="{E78B63D3-2EFE-41D0-8604-D53F7B01722F}"/>
              </a:ext>
            </a:extLst>
          </p:cNvPr>
          <p:cNvSpPr>
            <a:spLocks xmlns:a="http://schemas.openxmlformats.org/drawingml/2006/main" noGrp="1"/>
          </p:cNvSpPr>
          <p:nvPr/>
        </p:nvSpPr>
        <p:spPr>
          <a:xfrm xmlns:a="http://schemas.openxmlformats.org/drawingml/2006/main">
            <a:off x="1499235" y="379095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357" name="rect-2-356">
            <a:extLst xmlns:a="http://schemas.openxmlformats.org/drawingml/2006/main">
              <a:ext uri="{FF2B5EF4-FFF2-40B4-BE49-F238E27FC236}">
                <a16:creationId xmlns:a16="http://schemas.microsoft.com/office/drawing/2014/main" id="{15C985E9-172E-429C-B924-7C3CEE1C8200}"/>
              </a:ext>
            </a:extLst>
          </p:cNvPr>
          <p:cNvSpPr>
            <a:spLocks xmlns:a="http://schemas.openxmlformats.org/drawingml/2006/main" noGrp="1"/>
          </p:cNvSpPr>
          <p:nvPr/>
        </p:nvSpPr>
        <p:spPr>
          <a:xfrm xmlns:a="http://schemas.openxmlformats.org/drawingml/2006/main">
            <a:off x="1541145" y="3790950"/>
            <a:ext cx="42053" cy="42053"/>
          </a:xfrm>
          <a:prstGeom xmlns:a="http://schemas.openxmlformats.org/drawingml/2006/main" prst="rect">
            <a:avLst/>
          </a:prstGeom>
          <a:solidFill xmlns:a="http://schemas.openxmlformats.org/drawingml/2006/main">
            <a:srgbClr val="D3E3E5"/>
          </a:solidFill>
          <a:ln xmlns:a="http://schemas.openxmlformats.org/drawingml/2006/main" w="0">
            <a:noFill/>
          </a:ln>
        </p:spPr>
      </p:sp>
      <p:sp>
        <p:nvSpPr>
          <p:cNvPr id="358" name="rect-2-357">
            <a:extLst xmlns:a="http://schemas.openxmlformats.org/drawingml/2006/main">
              <a:ext uri="{FF2B5EF4-FFF2-40B4-BE49-F238E27FC236}">
                <a16:creationId xmlns:a16="http://schemas.microsoft.com/office/drawing/2014/main" id="{26F0E506-BA01-48E6-BEC1-975A27C7CAD8}"/>
              </a:ext>
            </a:extLst>
          </p:cNvPr>
          <p:cNvSpPr>
            <a:spLocks xmlns:a="http://schemas.openxmlformats.org/drawingml/2006/main" noGrp="1"/>
          </p:cNvSpPr>
          <p:nvPr/>
        </p:nvSpPr>
        <p:spPr>
          <a:xfrm xmlns:a="http://schemas.openxmlformats.org/drawingml/2006/main">
            <a:off x="1583055" y="3790950"/>
            <a:ext cx="42053" cy="42053"/>
          </a:xfrm>
          <a:prstGeom xmlns:a="http://schemas.openxmlformats.org/drawingml/2006/main" prst="rect">
            <a:avLst/>
          </a:prstGeom>
          <a:solidFill xmlns:a="http://schemas.openxmlformats.org/drawingml/2006/main">
            <a:srgbClr val="B8D3D7"/>
          </a:solidFill>
          <a:ln xmlns:a="http://schemas.openxmlformats.org/drawingml/2006/main" w="0">
            <a:noFill/>
          </a:ln>
        </p:spPr>
      </p:sp>
      <p:sp>
        <p:nvSpPr>
          <p:cNvPr id="359" name="rect-2-358">
            <a:extLst xmlns:a="http://schemas.openxmlformats.org/drawingml/2006/main">
              <a:ext uri="{FF2B5EF4-FFF2-40B4-BE49-F238E27FC236}">
                <a16:creationId xmlns:a16="http://schemas.microsoft.com/office/drawing/2014/main" id="{C25C825E-F2CC-40C6-AC1D-036962A32B57}"/>
              </a:ext>
            </a:extLst>
          </p:cNvPr>
          <p:cNvSpPr>
            <a:spLocks xmlns:a="http://schemas.openxmlformats.org/drawingml/2006/main" noGrp="1"/>
          </p:cNvSpPr>
          <p:nvPr/>
        </p:nvSpPr>
        <p:spPr>
          <a:xfrm xmlns:a="http://schemas.openxmlformats.org/drawingml/2006/main">
            <a:off x="1624965" y="3790950"/>
            <a:ext cx="42053" cy="42053"/>
          </a:xfrm>
          <a:prstGeom xmlns:a="http://schemas.openxmlformats.org/drawingml/2006/main" prst="rect">
            <a:avLst/>
          </a:prstGeom>
          <a:solidFill xmlns:a="http://schemas.openxmlformats.org/drawingml/2006/main">
            <a:srgbClr val="DAE7E9"/>
          </a:solidFill>
          <a:ln xmlns:a="http://schemas.openxmlformats.org/drawingml/2006/main" w="0">
            <a:noFill/>
          </a:ln>
        </p:spPr>
      </p:sp>
      <p:sp>
        <p:nvSpPr>
          <p:cNvPr id="360" name="rect-2-359">
            <a:extLst xmlns:a="http://schemas.openxmlformats.org/drawingml/2006/main">
              <a:ext uri="{FF2B5EF4-FFF2-40B4-BE49-F238E27FC236}">
                <a16:creationId xmlns:a16="http://schemas.microsoft.com/office/drawing/2014/main" id="{85BF0D35-4EE9-4D3C-B75A-8C33470D6767}"/>
              </a:ext>
            </a:extLst>
          </p:cNvPr>
          <p:cNvSpPr>
            <a:spLocks xmlns:a="http://schemas.openxmlformats.org/drawingml/2006/main" noGrp="1"/>
          </p:cNvSpPr>
          <p:nvPr/>
        </p:nvSpPr>
        <p:spPr>
          <a:xfrm xmlns:a="http://schemas.openxmlformats.org/drawingml/2006/main">
            <a:off x="1666875" y="3790950"/>
            <a:ext cx="42053" cy="42053"/>
          </a:xfrm>
          <a:prstGeom xmlns:a="http://schemas.openxmlformats.org/drawingml/2006/main" prst="rect">
            <a:avLst/>
          </a:prstGeom>
          <a:solidFill xmlns:a="http://schemas.openxmlformats.org/drawingml/2006/main">
            <a:srgbClr val="E5EDEF"/>
          </a:solidFill>
          <a:ln xmlns:a="http://schemas.openxmlformats.org/drawingml/2006/main" w="0">
            <a:noFill/>
          </a:ln>
        </p:spPr>
      </p:sp>
      <p:sp>
        <p:nvSpPr>
          <p:cNvPr id="361" name="rect-2-360">
            <a:extLst xmlns:a="http://schemas.openxmlformats.org/drawingml/2006/main">
              <a:ext uri="{FF2B5EF4-FFF2-40B4-BE49-F238E27FC236}">
                <a16:creationId xmlns:a16="http://schemas.microsoft.com/office/drawing/2014/main" id="{EECEABEA-D88E-4B81-AFE4-FBDBFD4868BE}"/>
              </a:ext>
            </a:extLst>
          </p:cNvPr>
          <p:cNvSpPr>
            <a:spLocks xmlns:a="http://schemas.openxmlformats.org/drawingml/2006/main" noGrp="1"/>
          </p:cNvSpPr>
          <p:nvPr/>
        </p:nvSpPr>
        <p:spPr>
          <a:xfrm xmlns:a="http://schemas.openxmlformats.org/drawingml/2006/main">
            <a:off x="1708785" y="3790950"/>
            <a:ext cx="42053" cy="42053"/>
          </a:xfrm>
          <a:prstGeom xmlns:a="http://schemas.openxmlformats.org/drawingml/2006/main" prst="rect">
            <a:avLst/>
          </a:prstGeom>
          <a:solidFill xmlns:a="http://schemas.openxmlformats.org/drawingml/2006/main">
            <a:srgbClr val="E7EEF0"/>
          </a:solidFill>
          <a:ln xmlns:a="http://schemas.openxmlformats.org/drawingml/2006/main" w="0">
            <a:noFill/>
          </a:ln>
        </p:spPr>
      </p:sp>
      <p:sp>
        <p:nvSpPr>
          <p:cNvPr id="362" name="rect-2-361">
            <a:extLst xmlns:a="http://schemas.openxmlformats.org/drawingml/2006/main">
              <a:ext uri="{FF2B5EF4-FFF2-40B4-BE49-F238E27FC236}">
                <a16:creationId xmlns:a16="http://schemas.microsoft.com/office/drawing/2014/main" id="{48419640-DAD0-4545-A6E0-CE8184884C30}"/>
              </a:ext>
            </a:extLst>
          </p:cNvPr>
          <p:cNvSpPr>
            <a:spLocks xmlns:a="http://schemas.openxmlformats.org/drawingml/2006/main" noGrp="1"/>
          </p:cNvSpPr>
          <p:nvPr/>
        </p:nvSpPr>
        <p:spPr>
          <a:xfrm xmlns:a="http://schemas.openxmlformats.org/drawingml/2006/main">
            <a:off x="1499235" y="3832860"/>
            <a:ext cx="42053" cy="42053"/>
          </a:xfrm>
          <a:prstGeom xmlns:a="http://schemas.openxmlformats.org/drawingml/2006/main" prst="rect">
            <a:avLst/>
          </a:prstGeom>
          <a:solidFill xmlns:a="http://schemas.openxmlformats.org/drawingml/2006/main">
            <a:srgbClr val="D6E5E7"/>
          </a:solidFill>
          <a:ln xmlns:a="http://schemas.openxmlformats.org/drawingml/2006/main" w="0">
            <a:noFill/>
          </a:ln>
        </p:spPr>
      </p:sp>
      <p:sp>
        <p:nvSpPr>
          <p:cNvPr id="363" name="rect-2-362">
            <a:extLst xmlns:a="http://schemas.openxmlformats.org/drawingml/2006/main">
              <a:ext uri="{FF2B5EF4-FFF2-40B4-BE49-F238E27FC236}">
                <a16:creationId xmlns:a16="http://schemas.microsoft.com/office/drawing/2014/main" id="{7C16D593-7D5E-46A6-8076-EEC64F35225D}"/>
              </a:ext>
            </a:extLst>
          </p:cNvPr>
          <p:cNvSpPr>
            <a:spLocks xmlns:a="http://schemas.openxmlformats.org/drawingml/2006/main" noGrp="1"/>
          </p:cNvSpPr>
          <p:nvPr/>
        </p:nvSpPr>
        <p:spPr>
          <a:xfrm xmlns:a="http://schemas.openxmlformats.org/drawingml/2006/main">
            <a:off x="1541145" y="3832860"/>
            <a:ext cx="42053" cy="42053"/>
          </a:xfrm>
          <a:prstGeom xmlns:a="http://schemas.openxmlformats.org/drawingml/2006/main" prst="rect">
            <a:avLst/>
          </a:prstGeom>
          <a:solidFill xmlns:a="http://schemas.openxmlformats.org/drawingml/2006/main">
            <a:srgbClr val="C8DCE0"/>
          </a:solidFill>
          <a:ln xmlns:a="http://schemas.openxmlformats.org/drawingml/2006/main" w="0">
            <a:noFill/>
          </a:ln>
        </p:spPr>
      </p:sp>
      <p:sp>
        <p:nvSpPr>
          <p:cNvPr id="364" name="rect-2-363">
            <a:extLst xmlns:a="http://schemas.openxmlformats.org/drawingml/2006/main">
              <a:ext uri="{FF2B5EF4-FFF2-40B4-BE49-F238E27FC236}">
                <a16:creationId xmlns:a16="http://schemas.microsoft.com/office/drawing/2014/main" id="{88A8CD44-917D-47E3-9F30-54FF025F663A}"/>
              </a:ext>
            </a:extLst>
          </p:cNvPr>
          <p:cNvSpPr>
            <a:spLocks xmlns:a="http://schemas.openxmlformats.org/drawingml/2006/main" noGrp="1"/>
          </p:cNvSpPr>
          <p:nvPr/>
        </p:nvSpPr>
        <p:spPr>
          <a:xfrm xmlns:a="http://schemas.openxmlformats.org/drawingml/2006/main">
            <a:off x="1583055" y="3832860"/>
            <a:ext cx="42053" cy="42053"/>
          </a:xfrm>
          <a:prstGeom xmlns:a="http://schemas.openxmlformats.org/drawingml/2006/main" prst="rect">
            <a:avLst/>
          </a:prstGeom>
          <a:solidFill xmlns:a="http://schemas.openxmlformats.org/drawingml/2006/main">
            <a:srgbClr val="BBD5D9"/>
          </a:solidFill>
          <a:ln xmlns:a="http://schemas.openxmlformats.org/drawingml/2006/main" w="0">
            <a:noFill/>
          </a:ln>
        </p:spPr>
      </p:sp>
      <p:sp>
        <p:nvSpPr>
          <p:cNvPr id="365" name="rect-2-364">
            <a:extLst xmlns:a="http://schemas.openxmlformats.org/drawingml/2006/main">
              <a:ext uri="{FF2B5EF4-FFF2-40B4-BE49-F238E27FC236}">
                <a16:creationId xmlns:a16="http://schemas.microsoft.com/office/drawing/2014/main" id="{91A733F2-F558-4832-9D31-2B9D44D7C4B9}"/>
              </a:ext>
            </a:extLst>
          </p:cNvPr>
          <p:cNvSpPr>
            <a:spLocks xmlns:a="http://schemas.openxmlformats.org/drawingml/2006/main" noGrp="1"/>
          </p:cNvSpPr>
          <p:nvPr/>
        </p:nvSpPr>
        <p:spPr>
          <a:xfrm xmlns:a="http://schemas.openxmlformats.org/drawingml/2006/main">
            <a:off x="1624965" y="383286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366" name="rect-2-365">
            <a:extLst xmlns:a="http://schemas.openxmlformats.org/drawingml/2006/main">
              <a:ext uri="{FF2B5EF4-FFF2-40B4-BE49-F238E27FC236}">
                <a16:creationId xmlns:a16="http://schemas.microsoft.com/office/drawing/2014/main" id="{7F6661FC-D0A8-443B-9BFF-50EFE5E108F0}"/>
              </a:ext>
            </a:extLst>
          </p:cNvPr>
          <p:cNvSpPr>
            <a:spLocks xmlns:a="http://schemas.openxmlformats.org/drawingml/2006/main" noGrp="1"/>
          </p:cNvSpPr>
          <p:nvPr/>
        </p:nvSpPr>
        <p:spPr>
          <a:xfrm xmlns:a="http://schemas.openxmlformats.org/drawingml/2006/main">
            <a:off x="1415415" y="3874770"/>
            <a:ext cx="42053" cy="42053"/>
          </a:xfrm>
          <a:prstGeom xmlns:a="http://schemas.openxmlformats.org/drawingml/2006/main" prst="rect">
            <a:avLst/>
          </a:prstGeom>
          <a:solidFill xmlns:a="http://schemas.openxmlformats.org/drawingml/2006/main">
            <a:srgbClr val="E5EDEF"/>
          </a:solidFill>
          <a:ln xmlns:a="http://schemas.openxmlformats.org/drawingml/2006/main" w="0">
            <a:noFill/>
          </a:ln>
        </p:spPr>
      </p:sp>
      <p:sp>
        <p:nvSpPr>
          <p:cNvPr id="367" name="rect-2-366">
            <a:extLst xmlns:a="http://schemas.openxmlformats.org/drawingml/2006/main">
              <a:ext uri="{FF2B5EF4-FFF2-40B4-BE49-F238E27FC236}">
                <a16:creationId xmlns:a16="http://schemas.microsoft.com/office/drawing/2014/main" id="{6E32F013-006E-447E-A613-C2A87DA4F335}"/>
              </a:ext>
            </a:extLst>
          </p:cNvPr>
          <p:cNvSpPr>
            <a:spLocks xmlns:a="http://schemas.openxmlformats.org/drawingml/2006/main" noGrp="1"/>
          </p:cNvSpPr>
          <p:nvPr/>
        </p:nvSpPr>
        <p:spPr>
          <a:xfrm xmlns:a="http://schemas.openxmlformats.org/drawingml/2006/main">
            <a:off x="1457325" y="3874770"/>
            <a:ext cx="42053" cy="42053"/>
          </a:xfrm>
          <a:prstGeom xmlns:a="http://schemas.openxmlformats.org/drawingml/2006/main" prst="rect">
            <a:avLst/>
          </a:prstGeom>
          <a:solidFill xmlns:a="http://schemas.openxmlformats.org/drawingml/2006/main">
            <a:srgbClr val="DEE9EC"/>
          </a:solidFill>
          <a:ln xmlns:a="http://schemas.openxmlformats.org/drawingml/2006/main" w="0">
            <a:noFill/>
          </a:ln>
        </p:spPr>
      </p:sp>
      <p:sp>
        <p:nvSpPr>
          <p:cNvPr id="368" name="rect-2-367">
            <a:extLst xmlns:a="http://schemas.openxmlformats.org/drawingml/2006/main">
              <a:ext uri="{FF2B5EF4-FFF2-40B4-BE49-F238E27FC236}">
                <a16:creationId xmlns:a16="http://schemas.microsoft.com/office/drawing/2014/main" id="{28113036-F23E-4B69-B267-C16B47F08B96}"/>
              </a:ext>
            </a:extLst>
          </p:cNvPr>
          <p:cNvSpPr>
            <a:spLocks xmlns:a="http://schemas.openxmlformats.org/drawingml/2006/main" noGrp="1"/>
          </p:cNvSpPr>
          <p:nvPr/>
        </p:nvSpPr>
        <p:spPr>
          <a:xfrm xmlns:a="http://schemas.openxmlformats.org/drawingml/2006/main">
            <a:off x="1499235" y="3874770"/>
            <a:ext cx="42053" cy="42053"/>
          </a:xfrm>
          <a:prstGeom xmlns:a="http://schemas.openxmlformats.org/drawingml/2006/main" prst="rect">
            <a:avLst/>
          </a:prstGeom>
          <a:solidFill xmlns:a="http://schemas.openxmlformats.org/drawingml/2006/main">
            <a:srgbClr val="DBE7EA"/>
          </a:solidFill>
          <a:ln xmlns:a="http://schemas.openxmlformats.org/drawingml/2006/main" w="0">
            <a:noFill/>
          </a:ln>
        </p:spPr>
      </p:sp>
      <p:sp>
        <p:nvSpPr>
          <p:cNvPr id="369" name="rect-2-368">
            <a:extLst xmlns:a="http://schemas.openxmlformats.org/drawingml/2006/main">
              <a:ext uri="{FF2B5EF4-FFF2-40B4-BE49-F238E27FC236}">
                <a16:creationId xmlns:a16="http://schemas.microsoft.com/office/drawing/2014/main" id="{C3460384-105F-4674-B167-41F71AD979BB}"/>
              </a:ext>
            </a:extLst>
          </p:cNvPr>
          <p:cNvSpPr>
            <a:spLocks xmlns:a="http://schemas.openxmlformats.org/drawingml/2006/main" noGrp="1"/>
          </p:cNvSpPr>
          <p:nvPr/>
        </p:nvSpPr>
        <p:spPr>
          <a:xfrm xmlns:a="http://schemas.openxmlformats.org/drawingml/2006/main">
            <a:off x="1541145" y="3874770"/>
            <a:ext cx="42053" cy="42053"/>
          </a:xfrm>
          <a:prstGeom xmlns:a="http://schemas.openxmlformats.org/drawingml/2006/main" prst="rect">
            <a:avLst/>
          </a:prstGeom>
          <a:solidFill xmlns:a="http://schemas.openxmlformats.org/drawingml/2006/main">
            <a:srgbClr val="BFD7DB"/>
          </a:solidFill>
          <a:ln xmlns:a="http://schemas.openxmlformats.org/drawingml/2006/main" w="0">
            <a:noFill/>
          </a:ln>
        </p:spPr>
      </p:sp>
      <p:sp>
        <p:nvSpPr>
          <p:cNvPr id="370" name="rect-2-369">
            <a:extLst xmlns:a="http://schemas.openxmlformats.org/drawingml/2006/main">
              <a:ext uri="{FF2B5EF4-FFF2-40B4-BE49-F238E27FC236}">
                <a16:creationId xmlns:a16="http://schemas.microsoft.com/office/drawing/2014/main" id="{B8F58B29-3DA3-4346-A863-F66D41E10945}"/>
              </a:ext>
            </a:extLst>
          </p:cNvPr>
          <p:cNvSpPr>
            <a:spLocks xmlns:a="http://schemas.openxmlformats.org/drawingml/2006/main" noGrp="1"/>
          </p:cNvSpPr>
          <p:nvPr/>
        </p:nvSpPr>
        <p:spPr>
          <a:xfrm xmlns:a="http://schemas.openxmlformats.org/drawingml/2006/main">
            <a:off x="1583055" y="3874770"/>
            <a:ext cx="42053" cy="42053"/>
          </a:xfrm>
          <a:prstGeom xmlns:a="http://schemas.openxmlformats.org/drawingml/2006/main" prst="rect">
            <a:avLst/>
          </a:prstGeom>
          <a:solidFill xmlns:a="http://schemas.openxmlformats.org/drawingml/2006/main">
            <a:srgbClr val="BAD4D8"/>
          </a:solidFill>
          <a:ln xmlns:a="http://schemas.openxmlformats.org/drawingml/2006/main" w="0">
            <a:noFill/>
          </a:ln>
        </p:spPr>
      </p:sp>
      <p:sp>
        <p:nvSpPr>
          <p:cNvPr id="371" name="rect-2-370">
            <a:extLst xmlns:a="http://schemas.openxmlformats.org/drawingml/2006/main">
              <a:ext uri="{FF2B5EF4-FFF2-40B4-BE49-F238E27FC236}">
                <a16:creationId xmlns:a16="http://schemas.microsoft.com/office/drawing/2014/main" id="{92CE3396-1E46-47CD-B854-8694A0536CD0}"/>
              </a:ext>
            </a:extLst>
          </p:cNvPr>
          <p:cNvSpPr>
            <a:spLocks xmlns:a="http://schemas.openxmlformats.org/drawingml/2006/main" noGrp="1"/>
          </p:cNvSpPr>
          <p:nvPr/>
        </p:nvSpPr>
        <p:spPr>
          <a:xfrm xmlns:a="http://schemas.openxmlformats.org/drawingml/2006/main">
            <a:off x="1415415" y="3916680"/>
            <a:ext cx="42053" cy="42053"/>
          </a:xfrm>
          <a:prstGeom xmlns:a="http://schemas.openxmlformats.org/drawingml/2006/main" prst="rect">
            <a:avLst/>
          </a:prstGeom>
          <a:solidFill xmlns:a="http://schemas.openxmlformats.org/drawingml/2006/main">
            <a:srgbClr val="DDE9EB"/>
          </a:solidFill>
          <a:ln xmlns:a="http://schemas.openxmlformats.org/drawingml/2006/main" w="0">
            <a:noFill/>
          </a:ln>
        </p:spPr>
      </p:sp>
      <p:sp>
        <p:nvSpPr>
          <p:cNvPr id="372" name="rect-2-371">
            <a:extLst xmlns:a="http://schemas.openxmlformats.org/drawingml/2006/main">
              <a:ext uri="{FF2B5EF4-FFF2-40B4-BE49-F238E27FC236}">
                <a16:creationId xmlns:a16="http://schemas.microsoft.com/office/drawing/2014/main" id="{A1AE7FCD-AF47-49A9-9F9E-83C8E429A97F}"/>
              </a:ext>
            </a:extLst>
          </p:cNvPr>
          <p:cNvSpPr>
            <a:spLocks xmlns:a="http://schemas.openxmlformats.org/drawingml/2006/main" noGrp="1"/>
          </p:cNvSpPr>
          <p:nvPr/>
        </p:nvSpPr>
        <p:spPr>
          <a:xfrm xmlns:a="http://schemas.openxmlformats.org/drawingml/2006/main">
            <a:off x="1457325" y="3916680"/>
            <a:ext cx="42053" cy="42053"/>
          </a:xfrm>
          <a:prstGeom xmlns:a="http://schemas.openxmlformats.org/drawingml/2006/main" prst="rect">
            <a:avLst/>
          </a:prstGeom>
          <a:solidFill xmlns:a="http://schemas.openxmlformats.org/drawingml/2006/main">
            <a:srgbClr val="DDE9EB"/>
          </a:solidFill>
          <a:ln xmlns:a="http://schemas.openxmlformats.org/drawingml/2006/main" w="0">
            <a:noFill/>
          </a:ln>
        </p:spPr>
      </p:sp>
      <p:sp>
        <p:nvSpPr>
          <p:cNvPr id="373" name="rect-2-372">
            <a:extLst xmlns:a="http://schemas.openxmlformats.org/drawingml/2006/main">
              <a:ext uri="{FF2B5EF4-FFF2-40B4-BE49-F238E27FC236}">
                <a16:creationId xmlns:a16="http://schemas.microsoft.com/office/drawing/2014/main" id="{6573BDEF-6424-40FA-B4F3-486C8264B217}"/>
              </a:ext>
            </a:extLst>
          </p:cNvPr>
          <p:cNvSpPr>
            <a:spLocks xmlns:a="http://schemas.openxmlformats.org/drawingml/2006/main" noGrp="1"/>
          </p:cNvSpPr>
          <p:nvPr/>
        </p:nvSpPr>
        <p:spPr>
          <a:xfrm xmlns:a="http://schemas.openxmlformats.org/drawingml/2006/main">
            <a:off x="1499235" y="3916680"/>
            <a:ext cx="42053" cy="42053"/>
          </a:xfrm>
          <a:prstGeom xmlns:a="http://schemas.openxmlformats.org/drawingml/2006/main" prst="rect">
            <a:avLst/>
          </a:prstGeom>
          <a:solidFill xmlns:a="http://schemas.openxmlformats.org/drawingml/2006/main">
            <a:srgbClr val="C9DDE0"/>
          </a:solidFill>
          <a:ln xmlns:a="http://schemas.openxmlformats.org/drawingml/2006/main" w="0">
            <a:noFill/>
          </a:ln>
        </p:spPr>
      </p:sp>
      <p:sp>
        <p:nvSpPr>
          <p:cNvPr id="374" name="rect-2-373">
            <a:extLst xmlns:a="http://schemas.openxmlformats.org/drawingml/2006/main">
              <a:ext uri="{FF2B5EF4-FFF2-40B4-BE49-F238E27FC236}">
                <a16:creationId xmlns:a16="http://schemas.microsoft.com/office/drawing/2014/main" id="{849B967E-560D-46DE-9500-A33A72CD04B4}"/>
              </a:ext>
            </a:extLst>
          </p:cNvPr>
          <p:cNvSpPr>
            <a:spLocks xmlns:a="http://schemas.openxmlformats.org/drawingml/2006/main" noGrp="1"/>
          </p:cNvSpPr>
          <p:nvPr/>
        </p:nvSpPr>
        <p:spPr>
          <a:xfrm xmlns:a="http://schemas.openxmlformats.org/drawingml/2006/main">
            <a:off x="1541145" y="3916680"/>
            <a:ext cx="42053" cy="42053"/>
          </a:xfrm>
          <a:prstGeom xmlns:a="http://schemas.openxmlformats.org/drawingml/2006/main" prst="rect">
            <a:avLst/>
          </a:prstGeom>
          <a:solidFill xmlns:a="http://schemas.openxmlformats.org/drawingml/2006/main">
            <a:srgbClr val="DFEAEC"/>
          </a:solidFill>
          <a:ln xmlns:a="http://schemas.openxmlformats.org/drawingml/2006/main" w="0">
            <a:noFill/>
          </a:ln>
        </p:spPr>
      </p:sp>
      <p:sp>
        <p:nvSpPr>
          <p:cNvPr id="375" name="rect-2-374">
            <a:extLst xmlns:a="http://schemas.openxmlformats.org/drawingml/2006/main">
              <a:ext uri="{FF2B5EF4-FFF2-40B4-BE49-F238E27FC236}">
                <a16:creationId xmlns:a16="http://schemas.microsoft.com/office/drawing/2014/main" id="{9155E291-9140-4545-8441-03442604358C}"/>
              </a:ext>
            </a:extLst>
          </p:cNvPr>
          <p:cNvSpPr>
            <a:spLocks xmlns:a="http://schemas.openxmlformats.org/drawingml/2006/main" noGrp="1"/>
          </p:cNvSpPr>
          <p:nvPr/>
        </p:nvSpPr>
        <p:spPr>
          <a:xfrm xmlns:a="http://schemas.openxmlformats.org/drawingml/2006/main">
            <a:off x="1583055" y="3916680"/>
            <a:ext cx="42053" cy="42053"/>
          </a:xfrm>
          <a:prstGeom xmlns:a="http://schemas.openxmlformats.org/drawingml/2006/main" prst="rect">
            <a:avLst/>
          </a:prstGeom>
          <a:solidFill xmlns:a="http://schemas.openxmlformats.org/drawingml/2006/main">
            <a:srgbClr val="D3E3E6"/>
          </a:solidFill>
          <a:ln xmlns:a="http://schemas.openxmlformats.org/drawingml/2006/main" w="0">
            <a:noFill/>
          </a:ln>
        </p:spPr>
      </p:sp>
      <p:sp>
        <p:nvSpPr>
          <p:cNvPr id="376" name="rect-2-375">
            <a:extLst xmlns:a="http://schemas.openxmlformats.org/drawingml/2006/main">
              <a:ext uri="{FF2B5EF4-FFF2-40B4-BE49-F238E27FC236}">
                <a16:creationId xmlns:a16="http://schemas.microsoft.com/office/drawing/2014/main" id="{C9B104F8-9B92-4566-AA79-1CBD839E240F}"/>
              </a:ext>
            </a:extLst>
          </p:cNvPr>
          <p:cNvSpPr>
            <a:spLocks xmlns:a="http://schemas.openxmlformats.org/drawingml/2006/main" noGrp="1"/>
          </p:cNvSpPr>
          <p:nvPr/>
        </p:nvSpPr>
        <p:spPr>
          <a:xfrm xmlns:a="http://schemas.openxmlformats.org/drawingml/2006/main">
            <a:off x="1624965" y="3916680"/>
            <a:ext cx="42053" cy="42053"/>
          </a:xfrm>
          <a:prstGeom xmlns:a="http://schemas.openxmlformats.org/drawingml/2006/main" prst="rect">
            <a:avLst/>
          </a:prstGeom>
          <a:solidFill xmlns:a="http://schemas.openxmlformats.org/drawingml/2006/main">
            <a:srgbClr val="C1D9DC"/>
          </a:solidFill>
          <a:ln xmlns:a="http://schemas.openxmlformats.org/drawingml/2006/main" w="0">
            <a:noFill/>
          </a:ln>
        </p:spPr>
      </p:sp>
      <p:sp>
        <p:nvSpPr>
          <p:cNvPr id="377" name="rect-2-376">
            <a:extLst xmlns:a="http://schemas.openxmlformats.org/drawingml/2006/main">
              <a:ext uri="{FF2B5EF4-FFF2-40B4-BE49-F238E27FC236}">
                <a16:creationId xmlns:a16="http://schemas.microsoft.com/office/drawing/2014/main" id="{7E4C92B6-4BCE-4680-8429-8BD30EE288CC}"/>
              </a:ext>
            </a:extLst>
          </p:cNvPr>
          <p:cNvSpPr>
            <a:spLocks xmlns:a="http://schemas.openxmlformats.org/drawingml/2006/main" noGrp="1"/>
          </p:cNvSpPr>
          <p:nvPr/>
        </p:nvSpPr>
        <p:spPr>
          <a:xfrm xmlns:a="http://schemas.openxmlformats.org/drawingml/2006/main">
            <a:off x="1457325" y="3958590"/>
            <a:ext cx="42053" cy="42053"/>
          </a:xfrm>
          <a:prstGeom xmlns:a="http://schemas.openxmlformats.org/drawingml/2006/main" prst="rect">
            <a:avLst/>
          </a:prstGeom>
          <a:solidFill xmlns:a="http://schemas.openxmlformats.org/drawingml/2006/main">
            <a:srgbClr val="DDE9EB"/>
          </a:solidFill>
          <a:ln xmlns:a="http://schemas.openxmlformats.org/drawingml/2006/main" w="0">
            <a:noFill/>
          </a:ln>
        </p:spPr>
      </p:sp>
      <p:sp>
        <p:nvSpPr>
          <p:cNvPr id="378" name="rect-2-377">
            <a:extLst xmlns:a="http://schemas.openxmlformats.org/drawingml/2006/main">
              <a:ext uri="{FF2B5EF4-FFF2-40B4-BE49-F238E27FC236}">
                <a16:creationId xmlns:a16="http://schemas.microsoft.com/office/drawing/2014/main" id="{DAA9070A-7554-432A-B504-69F27DE51295}"/>
              </a:ext>
            </a:extLst>
          </p:cNvPr>
          <p:cNvSpPr>
            <a:spLocks xmlns:a="http://schemas.openxmlformats.org/drawingml/2006/main" noGrp="1"/>
          </p:cNvSpPr>
          <p:nvPr/>
        </p:nvSpPr>
        <p:spPr>
          <a:xfrm xmlns:a="http://schemas.openxmlformats.org/drawingml/2006/main">
            <a:off x="1499235" y="3958590"/>
            <a:ext cx="42053" cy="42053"/>
          </a:xfrm>
          <a:prstGeom xmlns:a="http://schemas.openxmlformats.org/drawingml/2006/main" prst="rect">
            <a:avLst/>
          </a:prstGeom>
          <a:solidFill xmlns:a="http://schemas.openxmlformats.org/drawingml/2006/main">
            <a:srgbClr val="DBE8EA"/>
          </a:solidFill>
          <a:ln xmlns:a="http://schemas.openxmlformats.org/drawingml/2006/main" w="0">
            <a:noFill/>
          </a:ln>
        </p:spPr>
      </p:sp>
      <p:sp>
        <p:nvSpPr>
          <p:cNvPr id="379" name="rect-2-378">
            <a:extLst xmlns:a="http://schemas.openxmlformats.org/drawingml/2006/main">
              <a:ext uri="{FF2B5EF4-FFF2-40B4-BE49-F238E27FC236}">
                <a16:creationId xmlns:a16="http://schemas.microsoft.com/office/drawing/2014/main" id="{6CE7F5CC-C8A7-4151-9013-A111B01BCAD2}"/>
              </a:ext>
            </a:extLst>
          </p:cNvPr>
          <p:cNvSpPr>
            <a:spLocks xmlns:a="http://schemas.openxmlformats.org/drawingml/2006/main" noGrp="1"/>
          </p:cNvSpPr>
          <p:nvPr/>
        </p:nvSpPr>
        <p:spPr>
          <a:xfrm xmlns:a="http://schemas.openxmlformats.org/drawingml/2006/main">
            <a:off x="1541145" y="3958590"/>
            <a:ext cx="42053" cy="42053"/>
          </a:xfrm>
          <a:prstGeom xmlns:a="http://schemas.openxmlformats.org/drawingml/2006/main" prst="rect">
            <a:avLst/>
          </a:prstGeom>
          <a:solidFill xmlns:a="http://schemas.openxmlformats.org/drawingml/2006/main">
            <a:srgbClr val="E2ECEE"/>
          </a:solidFill>
          <a:ln xmlns:a="http://schemas.openxmlformats.org/drawingml/2006/main" w="0">
            <a:noFill/>
          </a:ln>
        </p:spPr>
      </p:sp>
      <p:sp>
        <p:nvSpPr>
          <p:cNvPr id="380" name="rect-2-379">
            <a:extLst xmlns:a="http://schemas.openxmlformats.org/drawingml/2006/main">
              <a:ext uri="{FF2B5EF4-FFF2-40B4-BE49-F238E27FC236}">
                <a16:creationId xmlns:a16="http://schemas.microsoft.com/office/drawing/2014/main" id="{F2C6F4ED-EA49-403E-A00D-59E10C21A779}"/>
              </a:ext>
            </a:extLst>
          </p:cNvPr>
          <p:cNvSpPr>
            <a:spLocks xmlns:a="http://schemas.openxmlformats.org/drawingml/2006/main" noGrp="1"/>
          </p:cNvSpPr>
          <p:nvPr/>
        </p:nvSpPr>
        <p:spPr>
          <a:xfrm xmlns:a="http://schemas.openxmlformats.org/drawingml/2006/main">
            <a:off x="1583055" y="3958590"/>
            <a:ext cx="42053" cy="42053"/>
          </a:xfrm>
          <a:prstGeom xmlns:a="http://schemas.openxmlformats.org/drawingml/2006/main" prst="rect">
            <a:avLst/>
          </a:prstGeom>
          <a:solidFill xmlns:a="http://schemas.openxmlformats.org/drawingml/2006/main">
            <a:srgbClr val="DDE8EB"/>
          </a:solidFill>
          <a:ln xmlns:a="http://schemas.openxmlformats.org/drawingml/2006/main" w="0">
            <a:noFill/>
          </a:ln>
        </p:spPr>
      </p:sp>
      <p:sp>
        <p:nvSpPr>
          <p:cNvPr id="381" name="rect-2-380">
            <a:extLst xmlns:a="http://schemas.openxmlformats.org/drawingml/2006/main">
              <a:ext uri="{FF2B5EF4-FFF2-40B4-BE49-F238E27FC236}">
                <a16:creationId xmlns:a16="http://schemas.microsoft.com/office/drawing/2014/main" id="{00C66FFE-52CA-43F9-9FE9-D4FEBC74B424}"/>
              </a:ext>
            </a:extLst>
          </p:cNvPr>
          <p:cNvSpPr>
            <a:spLocks xmlns:a="http://schemas.openxmlformats.org/drawingml/2006/main" noGrp="1"/>
          </p:cNvSpPr>
          <p:nvPr/>
        </p:nvSpPr>
        <p:spPr>
          <a:xfrm xmlns:a="http://schemas.openxmlformats.org/drawingml/2006/main">
            <a:off x="1624965" y="3958590"/>
            <a:ext cx="42053" cy="42053"/>
          </a:xfrm>
          <a:prstGeom xmlns:a="http://schemas.openxmlformats.org/drawingml/2006/main" prst="rect">
            <a:avLst/>
          </a:prstGeom>
          <a:solidFill xmlns:a="http://schemas.openxmlformats.org/drawingml/2006/main">
            <a:srgbClr val="E7EEF1"/>
          </a:solidFill>
          <a:ln xmlns:a="http://schemas.openxmlformats.org/drawingml/2006/main" w="0">
            <a:noFill/>
          </a:ln>
        </p:spPr>
      </p:sp>
      <p:sp>
        <p:nvSpPr>
          <p:cNvPr id="382" name="rect-2-381">
            <a:extLst xmlns:a="http://schemas.openxmlformats.org/drawingml/2006/main">
              <a:ext uri="{FF2B5EF4-FFF2-40B4-BE49-F238E27FC236}">
                <a16:creationId xmlns:a16="http://schemas.microsoft.com/office/drawing/2014/main" id="{23AC938A-A686-4B15-8B20-2ED9BF393B2C}"/>
              </a:ext>
            </a:extLst>
          </p:cNvPr>
          <p:cNvSpPr>
            <a:spLocks xmlns:a="http://schemas.openxmlformats.org/drawingml/2006/main" noGrp="1"/>
          </p:cNvSpPr>
          <p:nvPr/>
        </p:nvSpPr>
        <p:spPr>
          <a:xfrm xmlns:a="http://schemas.openxmlformats.org/drawingml/2006/main">
            <a:off x="1457325" y="4000500"/>
            <a:ext cx="42053" cy="42053"/>
          </a:xfrm>
          <a:prstGeom xmlns:a="http://schemas.openxmlformats.org/drawingml/2006/main" prst="rect">
            <a:avLst/>
          </a:prstGeom>
          <a:solidFill xmlns:a="http://schemas.openxmlformats.org/drawingml/2006/main">
            <a:srgbClr val="E5EDEF"/>
          </a:solidFill>
          <a:ln xmlns:a="http://schemas.openxmlformats.org/drawingml/2006/main" w="0">
            <a:noFill/>
          </a:ln>
        </p:spPr>
      </p:sp>
      <p:sp>
        <p:nvSpPr>
          <p:cNvPr id="383" name="rect-2-382">
            <a:extLst xmlns:a="http://schemas.openxmlformats.org/drawingml/2006/main">
              <a:ext uri="{FF2B5EF4-FFF2-40B4-BE49-F238E27FC236}">
                <a16:creationId xmlns:a16="http://schemas.microsoft.com/office/drawing/2014/main" id="{73F1AD6C-7F60-43A7-9261-21888DD1B5BB}"/>
              </a:ext>
            </a:extLst>
          </p:cNvPr>
          <p:cNvSpPr>
            <a:spLocks xmlns:a="http://schemas.openxmlformats.org/drawingml/2006/main" noGrp="1"/>
          </p:cNvSpPr>
          <p:nvPr/>
        </p:nvSpPr>
        <p:spPr>
          <a:xfrm xmlns:a="http://schemas.openxmlformats.org/drawingml/2006/main">
            <a:off x="1499235" y="4000500"/>
            <a:ext cx="42053" cy="42053"/>
          </a:xfrm>
          <a:prstGeom xmlns:a="http://schemas.openxmlformats.org/drawingml/2006/main" prst="rect">
            <a:avLst/>
          </a:prstGeom>
          <a:solidFill xmlns:a="http://schemas.openxmlformats.org/drawingml/2006/main">
            <a:srgbClr val="DBE8EA"/>
          </a:solidFill>
          <a:ln xmlns:a="http://schemas.openxmlformats.org/drawingml/2006/main" w="0">
            <a:noFill/>
          </a:ln>
        </p:spPr>
      </p:sp>
      <p:sp>
        <p:nvSpPr>
          <p:cNvPr id="384" name="rect-2-383">
            <a:extLst xmlns:a="http://schemas.openxmlformats.org/drawingml/2006/main">
              <a:ext uri="{FF2B5EF4-FFF2-40B4-BE49-F238E27FC236}">
                <a16:creationId xmlns:a16="http://schemas.microsoft.com/office/drawing/2014/main" id="{A2715FC9-88FA-4779-81CE-7493D88B55FB}"/>
              </a:ext>
            </a:extLst>
          </p:cNvPr>
          <p:cNvSpPr>
            <a:spLocks xmlns:a="http://schemas.openxmlformats.org/drawingml/2006/main" noGrp="1"/>
          </p:cNvSpPr>
          <p:nvPr/>
        </p:nvSpPr>
        <p:spPr>
          <a:xfrm xmlns:a="http://schemas.openxmlformats.org/drawingml/2006/main">
            <a:off x="1541145" y="4000500"/>
            <a:ext cx="42053" cy="42053"/>
          </a:xfrm>
          <a:prstGeom xmlns:a="http://schemas.openxmlformats.org/drawingml/2006/main" prst="rect">
            <a:avLst/>
          </a:prstGeom>
          <a:solidFill xmlns:a="http://schemas.openxmlformats.org/drawingml/2006/main">
            <a:srgbClr val="D7E5E7"/>
          </a:solidFill>
          <a:ln xmlns:a="http://schemas.openxmlformats.org/drawingml/2006/main" w="0">
            <a:noFill/>
          </a:ln>
        </p:spPr>
      </p:sp>
      <p:sp>
        <p:nvSpPr>
          <p:cNvPr id="385" name="rect-2-384">
            <a:extLst xmlns:a="http://schemas.openxmlformats.org/drawingml/2006/main">
              <a:ext uri="{FF2B5EF4-FFF2-40B4-BE49-F238E27FC236}">
                <a16:creationId xmlns:a16="http://schemas.microsoft.com/office/drawing/2014/main" id="{806DD6A1-588C-4175-B2CB-D41FEDEED286}"/>
              </a:ext>
            </a:extLst>
          </p:cNvPr>
          <p:cNvSpPr>
            <a:spLocks xmlns:a="http://schemas.openxmlformats.org/drawingml/2006/main" noGrp="1"/>
          </p:cNvSpPr>
          <p:nvPr/>
        </p:nvSpPr>
        <p:spPr>
          <a:xfrm xmlns:a="http://schemas.openxmlformats.org/drawingml/2006/main">
            <a:off x="1583055" y="4000500"/>
            <a:ext cx="42053" cy="42053"/>
          </a:xfrm>
          <a:prstGeom xmlns:a="http://schemas.openxmlformats.org/drawingml/2006/main" prst="rect">
            <a:avLst/>
          </a:prstGeom>
          <a:solidFill xmlns:a="http://schemas.openxmlformats.org/drawingml/2006/main">
            <a:srgbClr val="DCE8EA"/>
          </a:solidFill>
          <a:ln xmlns:a="http://schemas.openxmlformats.org/drawingml/2006/main" w="0">
            <a:noFill/>
          </a:ln>
        </p:spPr>
      </p:sp>
      <p:sp>
        <p:nvSpPr>
          <p:cNvPr id="386" name="rect-2-385">
            <a:extLst xmlns:a="http://schemas.openxmlformats.org/drawingml/2006/main">
              <a:ext uri="{FF2B5EF4-FFF2-40B4-BE49-F238E27FC236}">
                <a16:creationId xmlns:a16="http://schemas.microsoft.com/office/drawing/2014/main" id="{41A76230-959E-4D03-AE8D-E657A288EF46}"/>
              </a:ext>
            </a:extLst>
          </p:cNvPr>
          <p:cNvSpPr>
            <a:spLocks xmlns:a="http://schemas.openxmlformats.org/drawingml/2006/main" noGrp="1"/>
          </p:cNvSpPr>
          <p:nvPr/>
        </p:nvSpPr>
        <p:spPr>
          <a:xfrm xmlns:a="http://schemas.openxmlformats.org/drawingml/2006/main">
            <a:off x="1457325" y="4042410"/>
            <a:ext cx="42053" cy="42053"/>
          </a:xfrm>
          <a:prstGeom xmlns:a="http://schemas.openxmlformats.org/drawingml/2006/main" prst="rect">
            <a:avLst/>
          </a:prstGeom>
          <a:solidFill xmlns:a="http://schemas.openxmlformats.org/drawingml/2006/main">
            <a:srgbClr val="DFEAEC"/>
          </a:solidFill>
          <a:ln xmlns:a="http://schemas.openxmlformats.org/drawingml/2006/main" w="0">
            <a:noFill/>
          </a:ln>
        </p:spPr>
      </p:sp>
      <p:sp>
        <p:nvSpPr>
          <p:cNvPr id="387" name="rect-2-386">
            <a:extLst xmlns:a="http://schemas.openxmlformats.org/drawingml/2006/main">
              <a:ext uri="{FF2B5EF4-FFF2-40B4-BE49-F238E27FC236}">
                <a16:creationId xmlns:a16="http://schemas.microsoft.com/office/drawing/2014/main" id="{DAD3123A-AB87-476C-B239-B8EEE62FC6CC}"/>
              </a:ext>
            </a:extLst>
          </p:cNvPr>
          <p:cNvSpPr>
            <a:spLocks xmlns:a="http://schemas.openxmlformats.org/drawingml/2006/main" noGrp="1"/>
          </p:cNvSpPr>
          <p:nvPr/>
        </p:nvSpPr>
        <p:spPr>
          <a:xfrm xmlns:a="http://schemas.openxmlformats.org/drawingml/2006/main">
            <a:off x="1499235" y="4042410"/>
            <a:ext cx="42053" cy="42053"/>
          </a:xfrm>
          <a:prstGeom xmlns:a="http://schemas.openxmlformats.org/drawingml/2006/main" prst="rect">
            <a:avLst/>
          </a:prstGeom>
          <a:solidFill xmlns:a="http://schemas.openxmlformats.org/drawingml/2006/main">
            <a:srgbClr val="D5E4E7"/>
          </a:solidFill>
          <a:ln xmlns:a="http://schemas.openxmlformats.org/drawingml/2006/main" w="0">
            <a:noFill/>
          </a:ln>
        </p:spPr>
      </p:sp>
      <p:sp>
        <p:nvSpPr>
          <p:cNvPr id="388" name="rect-2-387">
            <a:extLst xmlns:a="http://schemas.openxmlformats.org/drawingml/2006/main">
              <a:ext uri="{FF2B5EF4-FFF2-40B4-BE49-F238E27FC236}">
                <a16:creationId xmlns:a16="http://schemas.microsoft.com/office/drawing/2014/main" id="{5769D7A9-649E-424E-8654-BC45E49C42C6}"/>
              </a:ext>
            </a:extLst>
          </p:cNvPr>
          <p:cNvSpPr>
            <a:spLocks xmlns:a="http://schemas.openxmlformats.org/drawingml/2006/main" noGrp="1"/>
          </p:cNvSpPr>
          <p:nvPr/>
        </p:nvSpPr>
        <p:spPr>
          <a:xfrm xmlns:a="http://schemas.openxmlformats.org/drawingml/2006/main">
            <a:off x="1541145" y="4042410"/>
            <a:ext cx="42053" cy="42053"/>
          </a:xfrm>
          <a:prstGeom xmlns:a="http://schemas.openxmlformats.org/drawingml/2006/main" prst="rect">
            <a:avLst/>
          </a:prstGeom>
          <a:solidFill xmlns:a="http://schemas.openxmlformats.org/drawingml/2006/main">
            <a:srgbClr val="D3E3E5"/>
          </a:solidFill>
          <a:ln xmlns:a="http://schemas.openxmlformats.org/drawingml/2006/main" w="0">
            <a:noFill/>
          </a:ln>
        </p:spPr>
      </p:sp>
      <p:sp>
        <p:nvSpPr>
          <p:cNvPr id="389" name="rect-2-388">
            <a:extLst xmlns:a="http://schemas.openxmlformats.org/drawingml/2006/main">
              <a:ext uri="{FF2B5EF4-FFF2-40B4-BE49-F238E27FC236}">
                <a16:creationId xmlns:a16="http://schemas.microsoft.com/office/drawing/2014/main" id="{DA2ED377-BC45-4271-8A3A-12E3434A5F59}"/>
              </a:ext>
            </a:extLst>
          </p:cNvPr>
          <p:cNvSpPr>
            <a:spLocks xmlns:a="http://schemas.openxmlformats.org/drawingml/2006/main" noGrp="1"/>
          </p:cNvSpPr>
          <p:nvPr/>
        </p:nvSpPr>
        <p:spPr>
          <a:xfrm xmlns:a="http://schemas.openxmlformats.org/drawingml/2006/main">
            <a:off x="1583055" y="4042410"/>
            <a:ext cx="42053" cy="42053"/>
          </a:xfrm>
          <a:prstGeom xmlns:a="http://schemas.openxmlformats.org/drawingml/2006/main" prst="rect">
            <a:avLst/>
          </a:prstGeom>
          <a:solidFill xmlns:a="http://schemas.openxmlformats.org/drawingml/2006/main">
            <a:srgbClr val="D9E6E9"/>
          </a:solidFill>
          <a:ln xmlns:a="http://schemas.openxmlformats.org/drawingml/2006/main" w="0">
            <a:noFill/>
          </a:ln>
        </p:spPr>
      </p:sp>
      <p:sp>
        <p:nvSpPr>
          <p:cNvPr id="390" name="rect-2-389">
            <a:extLst xmlns:a="http://schemas.openxmlformats.org/drawingml/2006/main">
              <a:ext uri="{FF2B5EF4-FFF2-40B4-BE49-F238E27FC236}">
                <a16:creationId xmlns:a16="http://schemas.microsoft.com/office/drawing/2014/main" id="{B2C4E1C5-6FC8-4E7F-865D-EC5F17A1F4A7}"/>
              </a:ext>
            </a:extLst>
          </p:cNvPr>
          <p:cNvSpPr>
            <a:spLocks xmlns:a="http://schemas.openxmlformats.org/drawingml/2006/main" noGrp="1"/>
          </p:cNvSpPr>
          <p:nvPr/>
        </p:nvSpPr>
        <p:spPr>
          <a:xfrm xmlns:a="http://schemas.openxmlformats.org/drawingml/2006/main">
            <a:off x="1373505" y="408432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391" name="rect-2-390">
            <a:extLst xmlns:a="http://schemas.openxmlformats.org/drawingml/2006/main">
              <a:ext uri="{FF2B5EF4-FFF2-40B4-BE49-F238E27FC236}">
                <a16:creationId xmlns:a16="http://schemas.microsoft.com/office/drawing/2014/main" id="{71F635EA-69F6-4CF0-A6DF-AB98DAB7C0DA}"/>
              </a:ext>
            </a:extLst>
          </p:cNvPr>
          <p:cNvSpPr>
            <a:spLocks xmlns:a="http://schemas.openxmlformats.org/drawingml/2006/main" noGrp="1"/>
          </p:cNvSpPr>
          <p:nvPr/>
        </p:nvSpPr>
        <p:spPr>
          <a:xfrm xmlns:a="http://schemas.openxmlformats.org/drawingml/2006/main">
            <a:off x="1415415" y="4084320"/>
            <a:ext cx="42053" cy="42053"/>
          </a:xfrm>
          <a:prstGeom xmlns:a="http://schemas.openxmlformats.org/drawingml/2006/main" prst="rect">
            <a:avLst/>
          </a:prstGeom>
          <a:solidFill xmlns:a="http://schemas.openxmlformats.org/drawingml/2006/main">
            <a:srgbClr val="D0E1E4"/>
          </a:solidFill>
          <a:ln xmlns:a="http://schemas.openxmlformats.org/drawingml/2006/main" w="0">
            <a:noFill/>
          </a:ln>
        </p:spPr>
      </p:sp>
      <p:sp>
        <p:nvSpPr>
          <p:cNvPr id="392" name="rect-2-391">
            <a:extLst xmlns:a="http://schemas.openxmlformats.org/drawingml/2006/main">
              <a:ext uri="{FF2B5EF4-FFF2-40B4-BE49-F238E27FC236}">
                <a16:creationId xmlns:a16="http://schemas.microsoft.com/office/drawing/2014/main" id="{A3FB5341-F1A7-40A3-9027-01845C97E617}"/>
              </a:ext>
            </a:extLst>
          </p:cNvPr>
          <p:cNvSpPr>
            <a:spLocks xmlns:a="http://schemas.openxmlformats.org/drawingml/2006/main" noGrp="1"/>
          </p:cNvSpPr>
          <p:nvPr/>
        </p:nvSpPr>
        <p:spPr>
          <a:xfrm xmlns:a="http://schemas.openxmlformats.org/drawingml/2006/main">
            <a:off x="1457325" y="4084320"/>
            <a:ext cx="42053" cy="42053"/>
          </a:xfrm>
          <a:prstGeom xmlns:a="http://schemas.openxmlformats.org/drawingml/2006/main" prst="rect">
            <a:avLst/>
          </a:prstGeom>
          <a:solidFill xmlns:a="http://schemas.openxmlformats.org/drawingml/2006/main">
            <a:srgbClr val="D5E4E7"/>
          </a:solidFill>
          <a:ln xmlns:a="http://schemas.openxmlformats.org/drawingml/2006/main" w="0">
            <a:noFill/>
          </a:ln>
        </p:spPr>
      </p:sp>
      <p:sp>
        <p:nvSpPr>
          <p:cNvPr id="393" name="rect-2-392">
            <a:extLst xmlns:a="http://schemas.openxmlformats.org/drawingml/2006/main">
              <a:ext uri="{FF2B5EF4-FFF2-40B4-BE49-F238E27FC236}">
                <a16:creationId xmlns:a16="http://schemas.microsoft.com/office/drawing/2014/main" id="{8677A051-33B0-4F8D-89B6-576610FE2988}"/>
              </a:ext>
            </a:extLst>
          </p:cNvPr>
          <p:cNvSpPr>
            <a:spLocks xmlns:a="http://schemas.openxmlformats.org/drawingml/2006/main" noGrp="1"/>
          </p:cNvSpPr>
          <p:nvPr/>
        </p:nvSpPr>
        <p:spPr>
          <a:xfrm xmlns:a="http://schemas.openxmlformats.org/drawingml/2006/main">
            <a:off x="1499235" y="4084320"/>
            <a:ext cx="42053" cy="42053"/>
          </a:xfrm>
          <a:prstGeom xmlns:a="http://schemas.openxmlformats.org/drawingml/2006/main" prst="rect">
            <a:avLst/>
          </a:prstGeom>
          <a:solidFill xmlns:a="http://schemas.openxmlformats.org/drawingml/2006/main">
            <a:srgbClr val="D9E6E9"/>
          </a:solidFill>
          <a:ln xmlns:a="http://schemas.openxmlformats.org/drawingml/2006/main" w="0">
            <a:noFill/>
          </a:ln>
        </p:spPr>
      </p:sp>
      <p:sp>
        <p:nvSpPr>
          <p:cNvPr id="394" name="rect-2-393">
            <a:extLst xmlns:a="http://schemas.openxmlformats.org/drawingml/2006/main">
              <a:ext uri="{FF2B5EF4-FFF2-40B4-BE49-F238E27FC236}">
                <a16:creationId xmlns:a16="http://schemas.microsoft.com/office/drawing/2014/main" id="{8B56CA7A-2D8C-472A-986D-DC26FA34616A}"/>
              </a:ext>
            </a:extLst>
          </p:cNvPr>
          <p:cNvSpPr>
            <a:spLocks xmlns:a="http://schemas.openxmlformats.org/drawingml/2006/main" noGrp="1"/>
          </p:cNvSpPr>
          <p:nvPr/>
        </p:nvSpPr>
        <p:spPr>
          <a:xfrm xmlns:a="http://schemas.openxmlformats.org/drawingml/2006/main">
            <a:off x="1541145" y="4084320"/>
            <a:ext cx="42053" cy="42053"/>
          </a:xfrm>
          <a:prstGeom xmlns:a="http://schemas.openxmlformats.org/drawingml/2006/main" prst="rect">
            <a:avLst/>
          </a:prstGeom>
          <a:solidFill xmlns:a="http://schemas.openxmlformats.org/drawingml/2006/main">
            <a:srgbClr val="C5DADE"/>
          </a:solidFill>
          <a:ln xmlns:a="http://schemas.openxmlformats.org/drawingml/2006/main" w="0">
            <a:noFill/>
          </a:ln>
        </p:spPr>
      </p:sp>
      <p:sp>
        <p:nvSpPr>
          <p:cNvPr id="395" name="rect-2-394">
            <a:extLst xmlns:a="http://schemas.openxmlformats.org/drawingml/2006/main">
              <a:ext uri="{FF2B5EF4-FFF2-40B4-BE49-F238E27FC236}">
                <a16:creationId xmlns:a16="http://schemas.microsoft.com/office/drawing/2014/main" id="{9A379B1E-E741-4805-8390-6C352565341F}"/>
              </a:ext>
            </a:extLst>
          </p:cNvPr>
          <p:cNvSpPr>
            <a:spLocks xmlns:a="http://schemas.openxmlformats.org/drawingml/2006/main" noGrp="1"/>
          </p:cNvSpPr>
          <p:nvPr/>
        </p:nvSpPr>
        <p:spPr>
          <a:xfrm xmlns:a="http://schemas.openxmlformats.org/drawingml/2006/main">
            <a:off x="1583055" y="4084320"/>
            <a:ext cx="42053" cy="42053"/>
          </a:xfrm>
          <a:prstGeom xmlns:a="http://schemas.openxmlformats.org/drawingml/2006/main" prst="rect">
            <a:avLst/>
          </a:prstGeom>
          <a:solidFill xmlns:a="http://schemas.openxmlformats.org/drawingml/2006/main">
            <a:srgbClr val="D4E3E6"/>
          </a:solidFill>
          <a:ln xmlns:a="http://schemas.openxmlformats.org/drawingml/2006/main" w="0">
            <a:noFill/>
          </a:ln>
        </p:spPr>
      </p:sp>
      <p:sp>
        <p:nvSpPr>
          <p:cNvPr id="396" name="rect-2-395">
            <a:extLst xmlns:a="http://schemas.openxmlformats.org/drawingml/2006/main">
              <a:ext uri="{FF2B5EF4-FFF2-40B4-BE49-F238E27FC236}">
                <a16:creationId xmlns:a16="http://schemas.microsoft.com/office/drawing/2014/main" id="{25FDA0C3-7BC3-4669-BA48-CBD953E8495E}"/>
              </a:ext>
            </a:extLst>
          </p:cNvPr>
          <p:cNvSpPr>
            <a:spLocks xmlns:a="http://schemas.openxmlformats.org/drawingml/2006/main" noGrp="1"/>
          </p:cNvSpPr>
          <p:nvPr/>
        </p:nvSpPr>
        <p:spPr>
          <a:xfrm xmlns:a="http://schemas.openxmlformats.org/drawingml/2006/main">
            <a:off x="1624965" y="408432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397" name="rect-2-396">
            <a:extLst xmlns:a="http://schemas.openxmlformats.org/drawingml/2006/main">
              <a:ext uri="{FF2B5EF4-FFF2-40B4-BE49-F238E27FC236}">
                <a16:creationId xmlns:a16="http://schemas.microsoft.com/office/drawing/2014/main" id="{84B23D60-FEDE-4FC5-807F-D714F6960F1E}"/>
              </a:ext>
            </a:extLst>
          </p:cNvPr>
          <p:cNvSpPr>
            <a:spLocks xmlns:a="http://schemas.openxmlformats.org/drawingml/2006/main" noGrp="1"/>
          </p:cNvSpPr>
          <p:nvPr/>
        </p:nvSpPr>
        <p:spPr>
          <a:xfrm xmlns:a="http://schemas.openxmlformats.org/drawingml/2006/main">
            <a:off x="1205865" y="4126230"/>
            <a:ext cx="42053" cy="42053"/>
          </a:xfrm>
          <a:prstGeom xmlns:a="http://schemas.openxmlformats.org/drawingml/2006/main" prst="rect">
            <a:avLst/>
          </a:prstGeom>
          <a:solidFill xmlns:a="http://schemas.openxmlformats.org/drawingml/2006/main">
            <a:srgbClr val="E9F0F2"/>
          </a:solidFill>
          <a:ln xmlns:a="http://schemas.openxmlformats.org/drawingml/2006/main" w="0">
            <a:noFill/>
          </a:ln>
        </p:spPr>
      </p:sp>
      <p:sp>
        <p:nvSpPr>
          <p:cNvPr id="398" name="rect-2-397">
            <a:extLst xmlns:a="http://schemas.openxmlformats.org/drawingml/2006/main">
              <a:ext uri="{FF2B5EF4-FFF2-40B4-BE49-F238E27FC236}">
                <a16:creationId xmlns:a16="http://schemas.microsoft.com/office/drawing/2014/main" id="{B2000E60-D622-4119-8B21-EDEAE7F8001F}"/>
              </a:ext>
            </a:extLst>
          </p:cNvPr>
          <p:cNvSpPr>
            <a:spLocks xmlns:a="http://schemas.openxmlformats.org/drawingml/2006/main" noGrp="1"/>
          </p:cNvSpPr>
          <p:nvPr/>
        </p:nvSpPr>
        <p:spPr>
          <a:xfrm xmlns:a="http://schemas.openxmlformats.org/drawingml/2006/main">
            <a:off x="1247775"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399" name="rect-2-398">
            <a:extLst xmlns:a="http://schemas.openxmlformats.org/drawingml/2006/main">
              <a:ext uri="{FF2B5EF4-FFF2-40B4-BE49-F238E27FC236}">
                <a16:creationId xmlns:a16="http://schemas.microsoft.com/office/drawing/2014/main" id="{7F841AF5-8A9B-4474-A54E-A081AE64027E}"/>
              </a:ext>
            </a:extLst>
          </p:cNvPr>
          <p:cNvSpPr>
            <a:spLocks xmlns:a="http://schemas.openxmlformats.org/drawingml/2006/main" noGrp="1"/>
          </p:cNvSpPr>
          <p:nvPr/>
        </p:nvSpPr>
        <p:spPr>
          <a:xfrm xmlns:a="http://schemas.openxmlformats.org/drawingml/2006/main">
            <a:off x="1289685" y="412623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400" name="rect-2-399">
            <a:extLst xmlns:a="http://schemas.openxmlformats.org/drawingml/2006/main">
              <a:ext uri="{FF2B5EF4-FFF2-40B4-BE49-F238E27FC236}">
                <a16:creationId xmlns:a16="http://schemas.microsoft.com/office/drawing/2014/main" id="{7D805E48-8A8A-41F7-9FFC-FD70576B1F12}"/>
              </a:ext>
            </a:extLst>
          </p:cNvPr>
          <p:cNvSpPr>
            <a:spLocks xmlns:a="http://schemas.openxmlformats.org/drawingml/2006/main" noGrp="1"/>
          </p:cNvSpPr>
          <p:nvPr/>
        </p:nvSpPr>
        <p:spPr>
          <a:xfrm xmlns:a="http://schemas.openxmlformats.org/drawingml/2006/main">
            <a:off x="1331595" y="4126230"/>
            <a:ext cx="42053" cy="42053"/>
          </a:xfrm>
          <a:prstGeom xmlns:a="http://schemas.openxmlformats.org/drawingml/2006/main" prst="rect">
            <a:avLst/>
          </a:prstGeom>
          <a:solidFill xmlns:a="http://schemas.openxmlformats.org/drawingml/2006/main">
            <a:srgbClr val="E5EDEF"/>
          </a:solidFill>
          <a:ln xmlns:a="http://schemas.openxmlformats.org/drawingml/2006/main" w="0">
            <a:noFill/>
          </a:ln>
        </p:spPr>
      </p:sp>
      <p:sp>
        <p:nvSpPr>
          <p:cNvPr id="401" name="rect-2-400">
            <a:extLst xmlns:a="http://schemas.openxmlformats.org/drawingml/2006/main">
              <a:ext uri="{FF2B5EF4-FFF2-40B4-BE49-F238E27FC236}">
                <a16:creationId xmlns:a16="http://schemas.microsoft.com/office/drawing/2014/main" id="{ED71DE7F-53EF-467F-BEC8-E4F7E9B1C2FA}"/>
              </a:ext>
            </a:extLst>
          </p:cNvPr>
          <p:cNvSpPr>
            <a:spLocks xmlns:a="http://schemas.openxmlformats.org/drawingml/2006/main" noGrp="1"/>
          </p:cNvSpPr>
          <p:nvPr/>
        </p:nvSpPr>
        <p:spPr>
          <a:xfrm xmlns:a="http://schemas.openxmlformats.org/drawingml/2006/main">
            <a:off x="1373505" y="4126230"/>
            <a:ext cx="42053" cy="42053"/>
          </a:xfrm>
          <a:prstGeom xmlns:a="http://schemas.openxmlformats.org/drawingml/2006/main" prst="rect">
            <a:avLst/>
          </a:prstGeom>
          <a:solidFill xmlns:a="http://schemas.openxmlformats.org/drawingml/2006/main">
            <a:srgbClr val="D8E6E8"/>
          </a:solidFill>
          <a:ln xmlns:a="http://schemas.openxmlformats.org/drawingml/2006/main" w="0">
            <a:noFill/>
          </a:ln>
        </p:spPr>
      </p:sp>
      <p:sp>
        <p:nvSpPr>
          <p:cNvPr id="402" name="rect-2-401">
            <a:extLst xmlns:a="http://schemas.openxmlformats.org/drawingml/2006/main">
              <a:ext uri="{FF2B5EF4-FFF2-40B4-BE49-F238E27FC236}">
                <a16:creationId xmlns:a16="http://schemas.microsoft.com/office/drawing/2014/main" id="{E13A53F4-02D1-4978-8B65-88AED1390438}"/>
              </a:ext>
            </a:extLst>
          </p:cNvPr>
          <p:cNvSpPr>
            <a:spLocks xmlns:a="http://schemas.openxmlformats.org/drawingml/2006/main" noGrp="1"/>
          </p:cNvSpPr>
          <p:nvPr/>
        </p:nvSpPr>
        <p:spPr>
          <a:xfrm xmlns:a="http://schemas.openxmlformats.org/drawingml/2006/main">
            <a:off x="1415415" y="4126230"/>
            <a:ext cx="42053" cy="42053"/>
          </a:xfrm>
          <a:prstGeom xmlns:a="http://schemas.openxmlformats.org/drawingml/2006/main" prst="rect">
            <a:avLst/>
          </a:prstGeom>
          <a:solidFill xmlns:a="http://schemas.openxmlformats.org/drawingml/2006/main">
            <a:srgbClr val="CFE1E4"/>
          </a:solidFill>
          <a:ln xmlns:a="http://schemas.openxmlformats.org/drawingml/2006/main" w="0">
            <a:noFill/>
          </a:ln>
        </p:spPr>
      </p:sp>
      <p:sp>
        <p:nvSpPr>
          <p:cNvPr id="403" name="rect-2-402">
            <a:extLst xmlns:a="http://schemas.openxmlformats.org/drawingml/2006/main">
              <a:ext uri="{FF2B5EF4-FFF2-40B4-BE49-F238E27FC236}">
                <a16:creationId xmlns:a16="http://schemas.microsoft.com/office/drawing/2014/main" id="{0B147C28-8DED-444C-8A14-E8619CDA49F5}"/>
              </a:ext>
            </a:extLst>
          </p:cNvPr>
          <p:cNvSpPr>
            <a:spLocks xmlns:a="http://schemas.openxmlformats.org/drawingml/2006/main" noGrp="1"/>
          </p:cNvSpPr>
          <p:nvPr/>
        </p:nvSpPr>
        <p:spPr>
          <a:xfrm xmlns:a="http://schemas.openxmlformats.org/drawingml/2006/main">
            <a:off x="1457325" y="4126230"/>
            <a:ext cx="42053" cy="42053"/>
          </a:xfrm>
          <a:prstGeom xmlns:a="http://schemas.openxmlformats.org/drawingml/2006/main" prst="rect">
            <a:avLst/>
          </a:prstGeom>
          <a:solidFill xmlns:a="http://schemas.openxmlformats.org/drawingml/2006/main">
            <a:srgbClr val="CADDE0"/>
          </a:solidFill>
          <a:ln xmlns:a="http://schemas.openxmlformats.org/drawingml/2006/main" w="0">
            <a:noFill/>
          </a:ln>
        </p:spPr>
      </p:sp>
      <p:sp>
        <p:nvSpPr>
          <p:cNvPr id="404" name="rect-2-403">
            <a:extLst xmlns:a="http://schemas.openxmlformats.org/drawingml/2006/main">
              <a:ext uri="{FF2B5EF4-FFF2-40B4-BE49-F238E27FC236}">
                <a16:creationId xmlns:a16="http://schemas.microsoft.com/office/drawing/2014/main" id="{AD6BE398-5CA7-4D3B-AD2C-FEAD1A424CFE}"/>
              </a:ext>
            </a:extLst>
          </p:cNvPr>
          <p:cNvSpPr>
            <a:spLocks xmlns:a="http://schemas.openxmlformats.org/drawingml/2006/main" noGrp="1"/>
          </p:cNvSpPr>
          <p:nvPr/>
        </p:nvSpPr>
        <p:spPr>
          <a:xfrm xmlns:a="http://schemas.openxmlformats.org/drawingml/2006/main">
            <a:off x="1499235" y="4126230"/>
            <a:ext cx="42053" cy="42053"/>
          </a:xfrm>
          <a:prstGeom xmlns:a="http://schemas.openxmlformats.org/drawingml/2006/main" prst="rect">
            <a:avLst/>
          </a:prstGeom>
          <a:solidFill xmlns:a="http://schemas.openxmlformats.org/drawingml/2006/main">
            <a:srgbClr val="BBD5D9"/>
          </a:solidFill>
          <a:ln xmlns:a="http://schemas.openxmlformats.org/drawingml/2006/main" w="0">
            <a:noFill/>
          </a:ln>
        </p:spPr>
      </p:sp>
      <p:sp>
        <p:nvSpPr>
          <p:cNvPr id="405" name="rect-2-404">
            <a:extLst xmlns:a="http://schemas.openxmlformats.org/drawingml/2006/main">
              <a:ext uri="{FF2B5EF4-FFF2-40B4-BE49-F238E27FC236}">
                <a16:creationId xmlns:a16="http://schemas.microsoft.com/office/drawing/2014/main" id="{138B4F9D-2F3A-4BA5-8D26-253224F6F6A9}"/>
              </a:ext>
            </a:extLst>
          </p:cNvPr>
          <p:cNvSpPr>
            <a:spLocks xmlns:a="http://schemas.openxmlformats.org/drawingml/2006/main" noGrp="1"/>
          </p:cNvSpPr>
          <p:nvPr/>
        </p:nvSpPr>
        <p:spPr>
          <a:xfrm xmlns:a="http://schemas.openxmlformats.org/drawingml/2006/main">
            <a:off x="1541145" y="4126230"/>
            <a:ext cx="42053" cy="42053"/>
          </a:xfrm>
          <a:prstGeom xmlns:a="http://schemas.openxmlformats.org/drawingml/2006/main" prst="rect">
            <a:avLst/>
          </a:prstGeom>
          <a:solidFill xmlns:a="http://schemas.openxmlformats.org/drawingml/2006/main">
            <a:srgbClr val="D8E6E8"/>
          </a:solidFill>
          <a:ln xmlns:a="http://schemas.openxmlformats.org/drawingml/2006/main" w="0">
            <a:noFill/>
          </a:ln>
        </p:spPr>
      </p:sp>
      <p:sp>
        <p:nvSpPr>
          <p:cNvPr id="406" name="rect-2-405">
            <a:extLst xmlns:a="http://schemas.openxmlformats.org/drawingml/2006/main">
              <a:ext uri="{FF2B5EF4-FFF2-40B4-BE49-F238E27FC236}">
                <a16:creationId xmlns:a16="http://schemas.microsoft.com/office/drawing/2014/main" id="{F1AE7B18-505A-404D-ADA6-4FB39C5ADB56}"/>
              </a:ext>
            </a:extLst>
          </p:cNvPr>
          <p:cNvSpPr>
            <a:spLocks xmlns:a="http://schemas.openxmlformats.org/drawingml/2006/main" noGrp="1"/>
          </p:cNvSpPr>
          <p:nvPr/>
        </p:nvSpPr>
        <p:spPr>
          <a:xfrm xmlns:a="http://schemas.openxmlformats.org/drawingml/2006/main">
            <a:off x="1583055" y="4126230"/>
            <a:ext cx="42053" cy="42053"/>
          </a:xfrm>
          <a:prstGeom xmlns:a="http://schemas.openxmlformats.org/drawingml/2006/main" prst="rect">
            <a:avLst/>
          </a:prstGeom>
          <a:solidFill xmlns:a="http://schemas.openxmlformats.org/drawingml/2006/main">
            <a:srgbClr val="DBE8EA"/>
          </a:solidFill>
          <a:ln xmlns:a="http://schemas.openxmlformats.org/drawingml/2006/main" w="0">
            <a:noFill/>
          </a:ln>
        </p:spPr>
      </p:sp>
      <p:sp>
        <p:nvSpPr>
          <p:cNvPr id="407" name="rect-2-406">
            <a:extLst xmlns:a="http://schemas.openxmlformats.org/drawingml/2006/main">
              <a:ext uri="{FF2B5EF4-FFF2-40B4-BE49-F238E27FC236}">
                <a16:creationId xmlns:a16="http://schemas.microsoft.com/office/drawing/2014/main" id="{36904796-C0CD-4F38-BEDC-FAB9E54F4256}"/>
              </a:ext>
            </a:extLst>
          </p:cNvPr>
          <p:cNvSpPr>
            <a:spLocks xmlns:a="http://schemas.openxmlformats.org/drawingml/2006/main" noGrp="1"/>
          </p:cNvSpPr>
          <p:nvPr/>
        </p:nvSpPr>
        <p:spPr>
          <a:xfrm xmlns:a="http://schemas.openxmlformats.org/drawingml/2006/main">
            <a:off x="1624965" y="4126230"/>
            <a:ext cx="42053" cy="42053"/>
          </a:xfrm>
          <a:prstGeom xmlns:a="http://schemas.openxmlformats.org/drawingml/2006/main" prst="rect">
            <a:avLst/>
          </a:prstGeom>
          <a:solidFill xmlns:a="http://schemas.openxmlformats.org/drawingml/2006/main">
            <a:srgbClr val="DEE9EB"/>
          </a:solidFill>
          <a:ln xmlns:a="http://schemas.openxmlformats.org/drawingml/2006/main" w="0">
            <a:noFill/>
          </a:ln>
        </p:spPr>
      </p:sp>
      <p:sp>
        <p:nvSpPr>
          <p:cNvPr id="408" name="rect-2-407">
            <a:extLst xmlns:a="http://schemas.openxmlformats.org/drawingml/2006/main">
              <a:ext uri="{FF2B5EF4-FFF2-40B4-BE49-F238E27FC236}">
                <a16:creationId xmlns:a16="http://schemas.microsoft.com/office/drawing/2014/main" id="{A89EC0AA-9369-417C-9B7F-EBC9B3783524}"/>
              </a:ext>
            </a:extLst>
          </p:cNvPr>
          <p:cNvSpPr>
            <a:spLocks xmlns:a="http://schemas.openxmlformats.org/drawingml/2006/main" noGrp="1"/>
          </p:cNvSpPr>
          <p:nvPr/>
        </p:nvSpPr>
        <p:spPr>
          <a:xfrm xmlns:a="http://schemas.openxmlformats.org/drawingml/2006/main">
            <a:off x="1205865" y="4168140"/>
            <a:ext cx="42053" cy="42053"/>
          </a:xfrm>
          <a:prstGeom xmlns:a="http://schemas.openxmlformats.org/drawingml/2006/main" prst="rect">
            <a:avLst/>
          </a:prstGeom>
          <a:solidFill xmlns:a="http://schemas.openxmlformats.org/drawingml/2006/main">
            <a:srgbClr val="E9EFF1"/>
          </a:solidFill>
          <a:ln xmlns:a="http://schemas.openxmlformats.org/drawingml/2006/main" w="0">
            <a:noFill/>
          </a:ln>
        </p:spPr>
      </p:sp>
      <p:sp>
        <p:nvSpPr>
          <p:cNvPr id="409" name="rect-2-408">
            <a:extLst xmlns:a="http://schemas.openxmlformats.org/drawingml/2006/main">
              <a:ext uri="{FF2B5EF4-FFF2-40B4-BE49-F238E27FC236}">
                <a16:creationId xmlns:a16="http://schemas.microsoft.com/office/drawing/2014/main" id="{E0CD4DF7-3499-4F5C-9EAA-DB3A398420A3}"/>
              </a:ext>
            </a:extLst>
          </p:cNvPr>
          <p:cNvSpPr>
            <a:spLocks xmlns:a="http://schemas.openxmlformats.org/drawingml/2006/main" noGrp="1"/>
          </p:cNvSpPr>
          <p:nvPr/>
        </p:nvSpPr>
        <p:spPr>
          <a:xfrm xmlns:a="http://schemas.openxmlformats.org/drawingml/2006/main">
            <a:off x="1247775" y="4168140"/>
            <a:ext cx="42053" cy="42053"/>
          </a:xfrm>
          <a:prstGeom xmlns:a="http://schemas.openxmlformats.org/drawingml/2006/main" prst="rect">
            <a:avLst/>
          </a:prstGeom>
          <a:solidFill xmlns:a="http://schemas.openxmlformats.org/drawingml/2006/main">
            <a:srgbClr val="E2EBED"/>
          </a:solidFill>
          <a:ln xmlns:a="http://schemas.openxmlformats.org/drawingml/2006/main" w="0">
            <a:noFill/>
          </a:ln>
        </p:spPr>
      </p:sp>
      <p:sp>
        <p:nvSpPr>
          <p:cNvPr id="410" name="rect-2-409">
            <a:extLst xmlns:a="http://schemas.openxmlformats.org/drawingml/2006/main">
              <a:ext uri="{FF2B5EF4-FFF2-40B4-BE49-F238E27FC236}">
                <a16:creationId xmlns:a16="http://schemas.microsoft.com/office/drawing/2014/main" id="{FF68F9C7-6977-4351-90A8-3E4845B28CCA}"/>
              </a:ext>
            </a:extLst>
          </p:cNvPr>
          <p:cNvSpPr>
            <a:spLocks xmlns:a="http://schemas.openxmlformats.org/drawingml/2006/main" noGrp="1"/>
          </p:cNvSpPr>
          <p:nvPr/>
        </p:nvSpPr>
        <p:spPr>
          <a:xfrm xmlns:a="http://schemas.openxmlformats.org/drawingml/2006/main">
            <a:off x="1289685" y="4168140"/>
            <a:ext cx="42053" cy="42053"/>
          </a:xfrm>
          <a:prstGeom xmlns:a="http://schemas.openxmlformats.org/drawingml/2006/main" prst="rect">
            <a:avLst/>
          </a:prstGeom>
          <a:solidFill xmlns:a="http://schemas.openxmlformats.org/drawingml/2006/main">
            <a:srgbClr val="DEE9EB"/>
          </a:solidFill>
          <a:ln xmlns:a="http://schemas.openxmlformats.org/drawingml/2006/main" w="0">
            <a:noFill/>
          </a:ln>
        </p:spPr>
      </p:sp>
      <p:sp>
        <p:nvSpPr>
          <p:cNvPr id="411" name="rect-2-410">
            <a:extLst xmlns:a="http://schemas.openxmlformats.org/drawingml/2006/main">
              <a:ext uri="{FF2B5EF4-FFF2-40B4-BE49-F238E27FC236}">
                <a16:creationId xmlns:a16="http://schemas.microsoft.com/office/drawing/2014/main" id="{9E31D2CA-BA74-4333-A6FF-12978739E689}"/>
              </a:ext>
            </a:extLst>
          </p:cNvPr>
          <p:cNvSpPr>
            <a:spLocks xmlns:a="http://schemas.openxmlformats.org/drawingml/2006/main" noGrp="1"/>
          </p:cNvSpPr>
          <p:nvPr/>
        </p:nvSpPr>
        <p:spPr>
          <a:xfrm xmlns:a="http://schemas.openxmlformats.org/drawingml/2006/main">
            <a:off x="1331595" y="4168140"/>
            <a:ext cx="42053" cy="42053"/>
          </a:xfrm>
          <a:prstGeom xmlns:a="http://schemas.openxmlformats.org/drawingml/2006/main" prst="rect">
            <a:avLst/>
          </a:prstGeom>
          <a:solidFill xmlns:a="http://schemas.openxmlformats.org/drawingml/2006/main">
            <a:srgbClr val="DAE7E9"/>
          </a:solidFill>
          <a:ln xmlns:a="http://schemas.openxmlformats.org/drawingml/2006/main" w="0">
            <a:noFill/>
          </a:ln>
        </p:spPr>
      </p:sp>
      <p:sp>
        <p:nvSpPr>
          <p:cNvPr id="412" name="rect-2-411">
            <a:extLst xmlns:a="http://schemas.openxmlformats.org/drawingml/2006/main">
              <a:ext uri="{FF2B5EF4-FFF2-40B4-BE49-F238E27FC236}">
                <a16:creationId xmlns:a16="http://schemas.microsoft.com/office/drawing/2014/main" id="{FB340C25-F130-4B36-98BE-9C1B9A8F84B4}"/>
              </a:ext>
            </a:extLst>
          </p:cNvPr>
          <p:cNvSpPr>
            <a:spLocks xmlns:a="http://schemas.openxmlformats.org/drawingml/2006/main" noGrp="1"/>
          </p:cNvSpPr>
          <p:nvPr/>
        </p:nvSpPr>
        <p:spPr>
          <a:xfrm xmlns:a="http://schemas.openxmlformats.org/drawingml/2006/main">
            <a:off x="1373505" y="4168140"/>
            <a:ext cx="42053" cy="42053"/>
          </a:xfrm>
          <a:prstGeom xmlns:a="http://schemas.openxmlformats.org/drawingml/2006/main" prst="rect">
            <a:avLst/>
          </a:prstGeom>
          <a:solidFill xmlns:a="http://schemas.openxmlformats.org/drawingml/2006/main">
            <a:srgbClr val="C0D7DB"/>
          </a:solidFill>
          <a:ln xmlns:a="http://schemas.openxmlformats.org/drawingml/2006/main" w="0">
            <a:noFill/>
          </a:ln>
        </p:spPr>
      </p:sp>
      <p:sp>
        <p:nvSpPr>
          <p:cNvPr id="413" name="rect-2-412">
            <a:extLst xmlns:a="http://schemas.openxmlformats.org/drawingml/2006/main">
              <a:ext uri="{FF2B5EF4-FFF2-40B4-BE49-F238E27FC236}">
                <a16:creationId xmlns:a16="http://schemas.microsoft.com/office/drawing/2014/main" id="{DB66B47A-4042-40A8-8299-48131BC4942B}"/>
              </a:ext>
            </a:extLst>
          </p:cNvPr>
          <p:cNvSpPr>
            <a:spLocks xmlns:a="http://schemas.openxmlformats.org/drawingml/2006/main" noGrp="1"/>
          </p:cNvSpPr>
          <p:nvPr/>
        </p:nvSpPr>
        <p:spPr>
          <a:xfrm xmlns:a="http://schemas.openxmlformats.org/drawingml/2006/main">
            <a:off x="1415415" y="4168140"/>
            <a:ext cx="42053" cy="42053"/>
          </a:xfrm>
          <a:prstGeom xmlns:a="http://schemas.openxmlformats.org/drawingml/2006/main" prst="rect">
            <a:avLst/>
          </a:prstGeom>
          <a:solidFill xmlns:a="http://schemas.openxmlformats.org/drawingml/2006/main">
            <a:srgbClr val="C4DADD"/>
          </a:solidFill>
          <a:ln xmlns:a="http://schemas.openxmlformats.org/drawingml/2006/main" w="0">
            <a:noFill/>
          </a:ln>
        </p:spPr>
      </p:sp>
      <p:sp>
        <p:nvSpPr>
          <p:cNvPr id="414" name="rect-2-413">
            <a:extLst xmlns:a="http://schemas.openxmlformats.org/drawingml/2006/main">
              <a:ext uri="{FF2B5EF4-FFF2-40B4-BE49-F238E27FC236}">
                <a16:creationId xmlns:a16="http://schemas.microsoft.com/office/drawing/2014/main" id="{2873101D-9692-44E4-B8DB-6BB0F1F68B4A}"/>
              </a:ext>
            </a:extLst>
          </p:cNvPr>
          <p:cNvSpPr>
            <a:spLocks xmlns:a="http://schemas.openxmlformats.org/drawingml/2006/main" noGrp="1"/>
          </p:cNvSpPr>
          <p:nvPr/>
        </p:nvSpPr>
        <p:spPr>
          <a:xfrm xmlns:a="http://schemas.openxmlformats.org/drawingml/2006/main">
            <a:off x="1457325" y="4168140"/>
            <a:ext cx="42053" cy="42053"/>
          </a:xfrm>
          <a:prstGeom xmlns:a="http://schemas.openxmlformats.org/drawingml/2006/main" prst="rect">
            <a:avLst/>
          </a:prstGeom>
          <a:solidFill xmlns:a="http://schemas.openxmlformats.org/drawingml/2006/main">
            <a:srgbClr val="D2E2E5"/>
          </a:solidFill>
          <a:ln xmlns:a="http://schemas.openxmlformats.org/drawingml/2006/main" w="0">
            <a:noFill/>
          </a:ln>
        </p:spPr>
      </p:sp>
      <p:sp>
        <p:nvSpPr>
          <p:cNvPr id="415" name="rect-2-414">
            <a:extLst xmlns:a="http://schemas.openxmlformats.org/drawingml/2006/main">
              <a:ext uri="{FF2B5EF4-FFF2-40B4-BE49-F238E27FC236}">
                <a16:creationId xmlns:a16="http://schemas.microsoft.com/office/drawing/2014/main" id="{54A80E7A-A8D4-4E15-B109-5B2F0209BD2D}"/>
              </a:ext>
            </a:extLst>
          </p:cNvPr>
          <p:cNvSpPr>
            <a:spLocks xmlns:a="http://schemas.openxmlformats.org/drawingml/2006/main" noGrp="1"/>
          </p:cNvSpPr>
          <p:nvPr/>
        </p:nvSpPr>
        <p:spPr>
          <a:xfrm xmlns:a="http://schemas.openxmlformats.org/drawingml/2006/main">
            <a:off x="1499235" y="4168140"/>
            <a:ext cx="42053" cy="42053"/>
          </a:xfrm>
          <a:prstGeom xmlns:a="http://schemas.openxmlformats.org/drawingml/2006/main" prst="rect">
            <a:avLst/>
          </a:prstGeom>
          <a:solidFill xmlns:a="http://schemas.openxmlformats.org/drawingml/2006/main">
            <a:srgbClr val="D1E1E4"/>
          </a:solidFill>
          <a:ln xmlns:a="http://schemas.openxmlformats.org/drawingml/2006/main" w="0">
            <a:noFill/>
          </a:ln>
        </p:spPr>
      </p:sp>
      <p:sp>
        <p:nvSpPr>
          <p:cNvPr id="416" name="rect-2-415">
            <a:extLst xmlns:a="http://schemas.openxmlformats.org/drawingml/2006/main">
              <a:ext uri="{FF2B5EF4-FFF2-40B4-BE49-F238E27FC236}">
                <a16:creationId xmlns:a16="http://schemas.microsoft.com/office/drawing/2014/main" id="{C3E2CB64-A59F-460A-B62F-7D2F01D01239}"/>
              </a:ext>
            </a:extLst>
          </p:cNvPr>
          <p:cNvSpPr>
            <a:spLocks xmlns:a="http://schemas.openxmlformats.org/drawingml/2006/main" noGrp="1"/>
          </p:cNvSpPr>
          <p:nvPr/>
        </p:nvSpPr>
        <p:spPr>
          <a:xfrm xmlns:a="http://schemas.openxmlformats.org/drawingml/2006/main">
            <a:off x="1541145" y="4168140"/>
            <a:ext cx="42053" cy="42053"/>
          </a:xfrm>
          <a:prstGeom xmlns:a="http://schemas.openxmlformats.org/drawingml/2006/main" prst="rect">
            <a:avLst/>
          </a:prstGeom>
          <a:solidFill xmlns:a="http://schemas.openxmlformats.org/drawingml/2006/main">
            <a:srgbClr val="C2D9DC"/>
          </a:solidFill>
          <a:ln xmlns:a="http://schemas.openxmlformats.org/drawingml/2006/main" w="0">
            <a:noFill/>
          </a:ln>
        </p:spPr>
      </p:sp>
      <p:sp>
        <p:nvSpPr>
          <p:cNvPr id="417" name="rect-2-416">
            <a:extLst xmlns:a="http://schemas.openxmlformats.org/drawingml/2006/main">
              <a:ext uri="{FF2B5EF4-FFF2-40B4-BE49-F238E27FC236}">
                <a16:creationId xmlns:a16="http://schemas.microsoft.com/office/drawing/2014/main" id="{1D4861D7-28BC-49E7-BC3E-F0562B3813E8}"/>
              </a:ext>
            </a:extLst>
          </p:cNvPr>
          <p:cNvSpPr>
            <a:spLocks xmlns:a="http://schemas.openxmlformats.org/drawingml/2006/main" noGrp="1"/>
          </p:cNvSpPr>
          <p:nvPr/>
        </p:nvSpPr>
        <p:spPr>
          <a:xfrm xmlns:a="http://schemas.openxmlformats.org/drawingml/2006/main">
            <a:off x="1583055" y="416814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418" name="rect-2-417">
            <a:extLst xmlns:a="http://schemas.openxmlformats.org/drawingml/2006/main">
              <a:ext uri="{FF2B5EF4-FFF2-40B4-BE49-F238E27FC236}">
                <a16:creationId xmlns:a16="http://schemas.microsoft.com/office/drawing/2014/main" id="{0C89106F-806F-4A71-AEAC-C5FDC5D4E09F}"/>
              </a:ext>
            </a:extLst>
          </p:cNvPr>
          <p:cNvSpPr>
            <a:spLocks xmlns:a="http://schemas.openxmlformats.org/drawingml/2006/main" noGrp="1"/>
          </p:cNvSpPr>
          <p:nvPr/>
        </p:nvSpPr>
        <p:spPr>
          <a:xfrm xmlns:a="http://schemas.openxmlformats.org/drawingml/2006/main">
            <a:off x="1624965" y="416814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419" name="rect-2-418">
            <a:extLst xmlns:a="http://schemas.openxmlformats.org/drawingml/2006/main">
              <a:ext uri="{FF2B5EF4-FFF2-40B4-BE49-F238E27FC236}">
                <a16:creationId xmlns:a16="http://schemas.microsoft.com/office/drawing/2014/main" id="{AA21BF61-0802-4A5B-95A4-E8FE2AB16B24}"/>
              </a:ext>
            </a:extLst>
          </p:cNvPr>
          <p:cNvSpPr>
            <a:spLocks xmlns:a="http://schemas.openxmlformats.org/drawingml/2006/main" noGrp="1"/>
          </p:cNvSpPr>
          <p:nvPr/>
        </p:nvSpPr>
        <p:spPr>
          <a:xfrm xmlns:a="http://schemas.openxmlformats.org/drawingml/2006/main">
            <a:off x="1205865" y="421005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420" name="rect-2-419">
            <a:extLst xmlns:a="http://schemas.openxmlformats.org/drawingml/2006/main">
              <a:ext uri="{FF2B5EF4-FFF2-40B4-BE49-F238E27FC236}">
                <a16:creationId xmlns:a16="http://schemas.microsoft.com/office/drawing/2014/main" id="{90285EC5-B9CD-4AB7-880C-880A1D78742C}"/>
              </a:ext>
            </a:extLst>
          </p:cNvPr>
          <p:cNvSpPr>
            <a:spLocks xmlns:a="http://schemas.openxmlformats.org/drawingml/2006/main" noGrp="1"/>
          </p:cNvSpPr>
          <p:nvPr/>
        </p:nvSpPr>
        <p:spPr>
          <a:xfrm xmlns:a="http://schemas.openxmlformats.org/drawingml/2006/main">
            <a:off x="1247775" y="4210050"/>
            <a:ext cx="42053" cy="42053"/>
          </a:xfrm>
          <a:prstGeom xmlns:a="http://schemas.openxmlformats.org/drawingml/2006/main" prst="rect">
            <a:avLst/>
          </a:prstGeom>
          <a:solidFill xmlns:a="http://schemas.openxmlformats.org/drawingml/2006/main">
            <a:srgbClr val="C7DCDF"/>
          </a:solidFill>
          <a:ln xmlns:a="http://schemas.openxmlformats.org/drawingml/2006/main" w="0">
            <a:noFill/>
          </a:ln>
        </p:spPr>
      </p:sp>
      <p:sp>
        <p:nvSpPr>
          <p:cNvPr id="421" name="rect-2-420">
            <a:extLst xmlns:a="http://schemas.openxmlformats.org/drawingml/2006/main">
              <a:ext uri="{FF2B5EF4-FFF2-40B4-BE49-F238E27FC236}">
                <a16:creationId xmlns:a16="http://schemas.microsoft.com/office/drawing/2014/main" id="{CEF1EEEA-D729-46C0-B9D5-7939DFA722A8}"/>
              </a:ext>
            </a:extLst>
          </p:cNvPr>
          <p:cNvSpPr>
            <a:spLocks xmlns:a="http://schemas.openxmlformats.org/drawingml/2006/main" noGrp="1"/>
          </p:cNvSpPr>
          <p:nvPr/>
        </p:nvSpPr>
        <p:spPr>
          <a:xfrm xmlns:a="http://schemas.openxmlformats.org/drawingml/2006/main">
            <a:off x="1289685" y="4210050"/>
            <a:ext cx="42053" cy="42053"/>
          </a:xfrm>
          <a:prstGeom xmlns:a="http://schemas.openxmlformats.org/drawingml/2006/main" prst="rect">
            <a:avLst/>
          </a:prstGeom>
          <a:solidFill xmlns:a="http://schemas.openxmlformats.org/drawingml/2006/main">
            <a:srgbClr val="B9D4D8"/>
          </a:solidFill>
          <a:ln xmlns:a="http://schemas.openxmlformats.org/drawingml/2006/main" w="0">
            <a:noFill/>
          </a:ln>
        </p:spPr>
      </p:sp>
      <p:sp>
        <p:nvSpPr>
          <p:cNvPr id="422" name="rect-2-421">
            <a:extLst xmlns:a="http://schemas.openxmlformats.org/drawingml/2006/main">
              <a:ext uri="{FF2B5EF4-FFF2-40B4-BE49-F238E27FC236}">
                <a16:creationId xmlns:a16="http://schemas.microsoft.com/office/drawing/2014/main" id="{531FF6C7-29E1-4F0C-8F1C-D0AE166FA779}"/>
              </a:ext>
            </a:extLst>
          </p:cNvPr>
          <p:cNvSpPr>
            <a:spLocks xmlns:a="http://schemas.openxmlformats.org/drawingml/2006/main" noGrp="1"/>
          </p:cNvSpPr>
          <p:nvPr/>
        </p:nvSpPr>
        <p:spPr>
          <a:xfrm xmlns:a="http://schemas.openxmlformats.org/drawingml/2006/main">
            <a:off x="1331595" y="4210050"/>
            <a:ext cx="42053" cy="42053"/>
          </a:xfrm>
          <a:prstGeom xmlns:a="http://schemas.openxmlformats.org/drawingml/2006/main" prst="rect">
            <a:avLst/>
          </a:prstGeom>
          <a:solidFill xmlns:a="http://schemas.openxmlformats.org/drawingml/2006/main">
            <a:srgbClr val="BAD4D8"/>
          </a:solidFill>
          <a:ln xmlns:a="http://schemas.openxmlformats.org/drawingml/2006/main" w="0">
            <a:noFill/>
          </a:ln>
        </p:spPr>
      </p:sp>
      <p:sp>
        <p:nvSpPr>
          <p:cNvPr id="423" name="rect-2-422">
            <a:extLst xmlns:a="http://schemas.openxmlformats.org/drawingml/2006/main">
              <a:ext uri="{FF2B5EF4-FFF2-40B4-BE49-F238E27FC236}">
                <a16:creationId xmlns:a16="http://schemas.microsoft.com/office/drawing/2014/main" id="{672CFA4B-248D-4DF5-8681-1F2FB87CA425}"/>
              </a:ext>
            </a:extLst>
          </p:cNvPr>
          <p:cNvSpPr>
            <a:spLocks xmlns:a="http://schemas.openxmlformats.org/drawingml/2006/main" noGrp="1"/>
          </p:cNvSpPr>
          <p:nvPr/>
        </p:nvSpPr>
        <p:spPr>
          <a:xfrm xmlns:a="http://schemas.openxmlformats.org/drawingml/2006/main">
            <a:off x="1373505" y="4210050"/>
            <a:ext cx="42053" cy="42053"/>
          </a:xfrm>
          <a:prstGeom xmlns:a="http://schemas.openxmlformats.org/drawingml/2006/main" prst="rect">
            <a:avLst/>
          </a:prstGeom>
          <a:solidFill xmlns:a="http://schemas.openxmlformats.org/drawingml/2006/main">
            <a:srgbClr val="8FBBC1"/>
          </a:solidFill>
          <a:ln xmlns:a="http://schemas.openxmlformats.org/drawingml/2006/main" w="0">
            <a:noFill/>
          </a:ln>
        </p:spPr>
      </p:sp>
      <p:sp>
        <p:nvSpPr>
          <p:cNvPr id="424" name="rect-2-423">
            <a:extLst xmlns:a="http://schemas.openxmlformats.org/drawingml/2006/main">
              <a:ext uri="{FF2B5EF4-FFF2-40B4-BE49-F238E27FC236}">
                <a16:creationId xmlns:a16="http://schemas.microsoft.com/office/drawing/2014/main" id="{04391B7B-68F2-4B91-9C75-163E063BCBE6}"/>
              </a:ext>
            </a:extLst>
          </p:cNvPr>
          <p:cNvSpPr>
            <a:spLocks xmlns:a="http://schemas.openxmlformats.org/drawingml/2006/main" noGrp="1"/>
          </p:cNvSpPr>
          <p:nvPr/>
        </p:nvSpPr>
        <p:spPr>
          <a:xfrm xmlns:a="http://schemas.openxmlformats.org/drawingml/2006/main">
            <a:off x="1415415" y="4210050"/>
            <a:ext cx="42053" cy="42053"/>
          </a:xfrm>
          <a:prstGeom xmlns:a="http://schemas.openxmlformats.org/drawingml/2006/main" prst="rect">
            <a:avLst/>
          </a:prstGeom>
          <a:solidFill xmlns:a="http://schemas.openxmlformats.org/drawingml/2006/main">
            <a:srgbClr val="B1CFD3"/>
          </a:solidFill>
          <a:ln xmlns:a="http://schemas.openxmlformats.org/drawingml/2006/main" w="0">
            <a:noFill/>
          </a:ln>
        </p:spPr>
      </p:sp>
      <p:sp>
        <p:nvSpPr>
          <p:cNvPr id="425" name="rect-2-424">
            <a:extLst xmlns:a="http://schemas.openxmlformats.org/drawingml/2006/main">
              <a:ext uri="{FF2B5EF4-FFF2-40B4-BE49-F238E27FC236}">
                <a16:creationId xmlns:a16="http://schemas.microsoft.com/office/drawing/2014/main" id="{BC3ED1E3-2E2E-4CAA-8DC7-BC1D6E75261C}"/>
              </a:ext>
            </a:extLst>
          </p:cNvPr>
          <p:cNvSpPr>
            <a:spLocks xmlns:a="http://schemas.openxmlformats.org/drawingml/2006/main" noGrp="1"/>
          </p:cNvSpPr>
          <p:nvPr/>
        </p:nvSpPr>
        <p:spPr>
          <a:xfrm xmlns:a="http://schemas.openxmlformats.org/drawingml/2006/main">
            <a:off x="1457325" y="4210050"/>
            <a:ext cx="42053" cy="42053"/>
          </a:xfrm>
          <a:prstGeom xmlns:a="http://schemas.openxmlformats.org/drawingml/2006/main" prst="rect">
            <a:avLst/>
          </a:prstGeom>
          <a:solidFill xmlns:a="http://schemas.openxmlformats.org/drawingml/2006/main">
            <a:srgbClr val="A3C7CC"/>
          </a:solidFill>
          <a:ln xmlns:a="http://schemas.openxmlformats.org/drawingml/2006/main" w="0">
            <a:noFill/>
          </a:ln>
        </p:spPr>
      </p:sp>
      <p:sp>
        <p:nvSpPr>
          <p:cNvPr id="426" name="rect-2-425">
            <a:extLst xmlns:a="http://schemas.openxmlformats.org/drawingml/2006/main">
              <a:ext uri="{FF2B5EF4-FFF2-40B4-BE49-F238E27FC236}">
                <a16:creationId xmlns:a16="http://schemas.microsoft.com/office/drawing/2014/main" id="{BFC5A004-FD0F-4DE4-ABED-8424C84AC2A1}"/>
              </a:ext>
            </a:extLst>
          </p:cNvPr>
          <p:cNvSpPr>
            <a:spLocks xmlns:a="http://schemas.openxmlformats.org/drawingml/2006/main" noGrp="1"/>
          </p:cNvSpPr>
          <p:nvPr/>
        </p:nvSpPr>
        <p:spPr>
          <a:xfrm xmlns:a="http://schemas.openxmlformats.org/drawingml/2006/main">
            <a:off x="1499235" y="4210050"/>
            <a:ext cx="42053" cy="42053"/>
          </a:xfrm>
          <a:prstGeom xmlns:a="http://schemas.openxmlformats.org/drawingml/2006/main" prst="rect">
            <a:avLst/>
          </a:prstGeom>
          <a:solidFill xmlns:a="http://schemas.openxmlformats.org/drawingml/2006/main">
            <a:srgbClr val="CCDFE2"/>
          </a:solidFill>
          <a:ln xmlns:a="http://schemas.openxmlformats.org/drawingml/2006/main" w="0">
            <a:noFill/>
          </a:ln>
        </p:spPr>
      </p:sp>
      <p:sp>
        <p:nvSpPr>
          <p:cNvPr id="427" name="rect-2-426">
            <a:extLst xmlns:a="http://schemas.openxmlformats.org/drawingml/2006/main">
              <a:ext uri="{FF2B5EF4-FFF2-40B4-BE49-F238E27FC236}">
                <a16:creationId xmlns:a16="http://schemas.microsoft.com/office/drawing/2014/main" id="{8AFE952A-CDB3-41C5-9666-F598CA90F4C3}"/>
              </a:ext>
            </a:extLst>
          </p:cNvPr>
          <p:cNvSpPr>
            <a:spLocks xmlns:a="http://schemas.openxmlformats.org/drawingml/2006/main" noGrp="1"/>
          </p:cNvSpPr>
          <p:nvPr/>
        </p:nvSpPr>
        <p:spPr>
          <a:xfrm xmlns:a="http://schemas.openxmlformats.org/drawingml/2006/main">
            <a:off x="1541145" y="4210050"/>
            <a:ext cx="42053" cy="42053"/>
          </a:xfrm>
          <a:prstGeom xmlns:a="http://schemas.openxmlformats.org/drawingml/2006/main" prst="rect">
            <a:avLst/>
          </a:prstGeom>
          <a:solidFill xmlns:a="http://schemas.openxmlformats.org/drawingml/2006/main">
            <a:srgbClr val="C5DBDE"/>
          </a:solidFill>
          <a:ln xmlns:a="http://schemas.openxmlformats.org/drawingml/2006/main" w="0">
            <a:noFill/>
          </a:ln>
        </p:spPr>
      </p:sp>
      <p:sp>
        <p:nvSpPr>
          <p:cNvPr id="428" name="rect-2-427">
            <a:extLst xmlns:a="http://schemas.openxmlformats.org/drawingml/2006/main">
              <a:ext uri="{FF2B5EF4-FFF2-40B4-BE49-F238E27FC236}">
                <a16:creationId xmlns:a16="http://schemas.microsoft.com/office/drawing/2014/main" id="{1AB21BB5-8E70-440C-8184-E242AECB4871}"/>
              </a:ext>
            </a:extLst>
          </p:cNvPr>
          <p:cNvSpPr>
            <a:spLocks xmlns:a="http://schemas.openxmlformats.org/drawingml/2006/main" noGrp="1"/>
          </p:cNvSpPr>
          <p:nvPr/>
        </p:nvSpPr>
        <p:spPr>
          <a:xfrm xmlns:a="http://schemas.openxmlformats.org/drawingml/2006/main">
            <a:off x="1583055" y="4210050"/>
            <a:ext cx="42053" cy="42053"/>
          </a:xfrm>
          <a:prstGeom xmlns:a="http://schemas.openxmlformats.org/drawingml/2006/main" prst="rect">
            <a:avLst/>
          </a:prstGeom>
          <a:solidFill xmlns:a="http://schemas.openxmlformats.org/drawingml/2006/main">
            <a:srgbClr val="DCE8EA"/>
          </a:solidFill>
          <a:ln xmlns:a="http://schemas.openxmlformats.org/drawingml/2006/main" w="0">
            <a:noFill/>
          </a:ln>
        </p:spPr>
      </p:sp>
      <p:sp>
        <p:nvSpPr>
          <p:cNvPr id="429" name="rect-2-428">
            <a:extLst xmlns:a="http://schemas.openxmlformats.org/drawingml/2006/main">
              <a:ext uri="{FF2B5EF4-FFF2-40B4-BE49-F238E27FC236}">
                <a16:creationId xmlns:a16="http://schemas.microsoft.com/office/drawing/2014/main" id="{BFE832A0-3B73-400D-83A7-D07208395871}"/>
              </a:ext>
            </a:extLst>
          </p:cNvPr>
          <p:cNvSpPr>
            <a:spLocks xmlns:a="http://schemas.openxmlformats.org/drawingml/2006/main" noGrp="1"/>
          </p:cNvSpPr>
          <p:nvPr/>
        </p:nvSpPr>
        <p:spPr>
          <a:xfrm xmlns:a="http://schemas.openxmlformats.org/drawingml/2006/main">
            <a:off x="1624965" y="4210050"/>
            <a:ext cx="42053" cy="42053"/>
          </a:xfrm>
          <a:prstGeom xmlns:a="http://schemas.openxmlformats.org/drawingml/2006/main" prst="rect">
            <a:avLst/>
          </a:prstGeom>
          <a:solidFill xmlns:a="http://schemas.openxmlformats.org/drawingml/2006/main">
            <a:srgbClr val="E4ECEF"/>
          </a:solidFill>
          <a:ln xmlns:a="http://schemas.openxmlformats.org/drawingml/2006/main" w="0">
            <a:noFill/>
          </a:ln>
        </p:spPr>
      </p:sp>
      <p:sp>
        <p:nvSpPr>
          <p:cNvPr id="430" name="rect-2-429">
            <a:extLst xmlns:a="http://schemas.openxmlformats.org/drawingml/2006/main">
              <a:ext uri="{FF2B5EF4-FFF2-40B4-BE49-F238E27FC236}">
                <a16:creationId xmlns:a16="http://schemas.microsoft.com/office/drawing/2014/main" id="{67FB8FF5-7FF6-4DEB-8522-B362835436C3}"/>
              </a:ext>
            </a:extLst>
          </p:cNvPr>
          <p:cNvSpPr>
            <a:spLocks xmlns:a="http://schemas.openxmlformats.org/drawingml/2006/main" noGrp="1"/>
          </p:cNvSpPr>
          <p:nvPr/>
        </p:nvSpPr>
        <p:spPr>
          <a:xfrm xmlns:a="http://schemas.openxmlformats.org/drawingml/2006/main">
            <a:off x="1122045" y="425196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431" name="rect-2-430">
            <a:extLst xmlns:a="http://schemas.openxmlformats.org/drawingml/2006/main">
              <a:ext uri="{FF2B5EF4-FFF2-40B4-BE49-F238E27FC236}">
                <a16:creationId xmlns:a16="http://schemas.microsoft.com/office/drawing/2014/main" id="{5C41BFC5-9920-4ECD-A4C6-0E5CAD5AC74D}"/>
              </a:ext>
            </a:extLst>
          </p:cNvPr>
          <p:cNvSpPr>
            <a:spLocks xmlns:a="http://schemas.openxmlformats.org/drawingml/2006/main" noGrp="1"/>
          </p:cNvSpPr>
          <p:nvPr/>
        </p:nvSpPr>
        <p:spPr>
          <a:xfrm xmlns:a="http://schemas.openxmlformats.org/drawingml/2006/main">
            <a:off x="1163955" y="4251960"/>
            <a:ext cx="42053" cy="42053"/>
          </a:xfrm>
          <a:prstGeom xmlns:a="http://schemas.openxmlformats.org/drawingml/2006/main" prst="rect">
            <a:avLst/>
          </a:prstGeom>
          <a:solidFill xmlns:a="http://schemas.openxmlformats.org/drawingml/2006/main">
            <a:srgbClr val="E5EDEF"/>
          </a:solidFill>
          <a:ln xmlns:a="http://schemas.openxmlformats.org/drawingml/2006/main" w="0">
            <a:noFill/>
          </a:ln>
        </p:spPr>
      </p:sp>
      <p:sp>
        <p:nvSpPr>
          <p:cNvPr id="432" name="rect-2-431">
            <a:extLst xmlns:a="http://schemas.openxmlformats.org/drawingml/2006/main">
              <a:ext uri="{FF2B5EF4-FFF2-40B4-BE49-F238E27FC236}">
                <a16:creationId xmlns:a16="http://schemas.microsoft.com/office/drawing/2014/main" id="{1085F1FA-CB27-4B11-9C87-71EC6B01EFA6}"/>
              </a:ext>
            </a:extLst>
          </p:cNvPr>
          <p:cNvSpPr>
            <a:spLocks xmlns:a="http://schemas.openxmlformats.org/drawingml/2006/main" noGrp="1"/>
          </p:cNvSpPr>
          <p:nvPr/>
        </p:nvSpPr>
        <p:spPr>
          <a:xfrm xmlns:a="http://schemas.openxmlformats.org/drawingml/2006/main">
            <a:off x="1205865" y="4251960"/>
            <a:ext cx="42053" cy="42053"/>
          </a:xfrm>
          <a:prstGeom xmlns:a="http://schemas.openxmlformats.org/drawingml/2006/main" prst="rect">
            <a:avLst/>
          </a:prstGeom>
          <a:solidFill xmlns:a="http://schemas.openxmlformats.org/drawingml/2006/main">
            <a:srgbClr val="C0D7DB"/>
          </a:solidFill>
          <a:ln xmlns:a="http://schemas.openxmlformats.org/drawingml/2006/main" w="0">
            <a:noFill/>
          </a:ln>
        </p:spPr>
      </p:sp>
      <p:sp>
        <p:nvSpPr>
          <p:cNvPr id="433" name="rect-2-432">
            <a:extLst xmlns:a="http://schemas.openxmlformats.org/drawingml/2006/main">
              <a:ext uri="{FF2B5EF4-FFF2-40B4-BE49-F238E27FC236}">
                <a16:creationId xmlns:a16="http://schemas.microsoft.com/office/drawing/2014/main" id="{24A2E192-6C38-4493-95C4-1522A4F1F99F}"/>
              </a:ext>
            </a:extLst>
          </p:cNvPr>
          <p:cNvSpPr>
            <a:spLocks xmlns:a="http://schemas.openxmlformats.org/drawingml/2006/main" noGrp="1"/>
          </p:cNvSpPr>
          <p:nvPr/>
        </p:nvSpPr>
        <p:spPr>
          <a:xfrm xmlns:a="http://schemas.openxmlformats.org/drawingml/2006/main">
            <a:off x="1247775" y="4251960"/>
            <a:ext cx="42053" cy="42053"/>
          </a:xfrm>
          <a:prstGeom xmlns:a="http://schemas.openxmlformats.org/drawingml/2006/main" prst="rect">
            <a:avLst/>
          </a:prstGeom>
          <a:solidFill xmlns:a="http://schemas.openxmlformats.org/drawingml/2006/main">
            <a:srgbClr val="8DBABF"/>
          </a:solidFill>
          <a:ln xmlns:a="http://schemas.openxmlformats.org/drawingml/2006/main" w="0">
            <a:noFill/>
          </a:ln>
        </p:spPr>
      </p:sp>
      <p:sp>
        <p:nvSpPr>
          <p:cNvPr id="434" name="rect-2-433">
            <a:extLst xmlns:a="http://schemas.openxmlformats.org/drawingml/2006/main">
              <a:ext uri="{FF2B5EF4-FFF2-40B4-BE49-F238E27FC236}">
                <a16:creationId xmlns:a16="http://schemas.microsoft.com/office/drawing/2014/main" id="{488F56BF-E846-40D9-AF46-356267B503C1}"/>
              </a:ext>
            </a:extLst>
          </p:cNvPr>
          <p:cNvSpPr>
            <a:spLocks xmlns:a="http://schemas.openxmlformats.org/drawingml/2006/main" noGrp="1"/>
          </p:cNvSpPr>
          <p:nvPr/>
        </p:nvSpPr>
        <p:spPr>
          <a:xfrm xmlns:a="http://schemas.openxmlformats.org/drawingml/2006/main">
            <a:off x="1289685" y="4251960"/>
            <a:ext cx="42053" cy="42053"/>
          </a:xfrm>
          <a:prstGeom xmlns:a="http://schemas.openxmlformats.org/drawingml/2006/main" prst="rect">
            <a:avLst/>
          </a:prstGeom>
          <a:solidFill xmlns:a="http://schemas.openxmlformats.org/drawingml/2006/main">
            <a:srgbClr val="A6C9CD"/>
          </a:solidFill>
          <a:ln xmlns:a="http://schemas.openxmlformats.org/drawingml/2006/main" w="0">
            <a:noFill/>
          </a:ln>
        </p:spPr>
      </p:sp>
      <p:sp>
        <p:nvSpPr>
          <p:cNvPr id="435" name="rect-2-434">
            <a:extLst xmlns:a="http://schemas.openxmlformats.org/drawingml/2006/main">
              <a:ext uri="{FF2B5EF4-FFF2-40B4-BE49-F238E27FC236}">
                <a16:creationId xmlns:a16="http://schemas.microsoft.com/office/drawing/2014/main" id="{96B1109E-FE1E-4C8D-B694-299C49DB4A33}"/>
              </a:ext>
            </a:extLst>
          </p:cNvPr>
          <p:cNvSpPr>
            <a:spLocks xmlns:a="http://schemas.openxmlformats.org/drawingml/2006/main" noGrp="1"/>
          </p:cNvSpPr>
          <p:nvPr/>
        </p:nvSpPr>
        <p:spPr>
          <a:xfrm xmlns:a="http://schemas.openxmlformats.org/drawingml/2006/main">
            <a:off x="1331595" y="4251960"/>
            <a:ext cx="42053" cy="42053"/>
          </a:xfrm>
          <a:prstGeom xmlns:a="http://schemas.openxmlformats.org/drawingml/2006/main" prst="rect">
            <a:avLst/>
          </a:prstGeom>
          <a:solidFill xmlns:a="http://schemas.openxmlformats.org/drawingml/2006/main">
            <a:srgbClr val="8DBAC0"/>
          </a:solidFill>
          <a:ln xmlns:a="http://schemas.openxmlformats.org/drawingml/2006/main" w="0">
            <a:noFill/>
          </a:ln>
        </p:spPr>
      </p:sp>
      <p:sp>
        <p:nvSpPr>
          <p:cNvPr id="436" name="rect-2-435">
            <a:extLst xmlns:a="http://schemas.openxmlformats.org/drawingml/2006/main">
              <a:ext uri="{FF2B5EF4-FFF2-40B4-BE49-F238E27FC236}">
                <a16:creationId xmlns:a16="http://schemas.microsoft.com/office/drawing/2014/main" id="{E41CDE32-EF7C-4560-ACAD-9CFF59FF48ED}"/>
              </a:ext>
            </a:extLst>
          </p:cNvPr>
          <p:cNvSpPr>
            <a:spLocks xmlns:a="http://schemas.openxmlformats.org/drawingml/2006/main" noGrp="1"/>
          </p:cNvSpPr>
          <p:nvPr/>
        </p:nvSpPr>
        <p:spPr>
          <a:xfrm xmlns:a="http://schemas.openxmlformats.org/drawingml/2006/main">
            <a:off x="1373505" y="4251960"/>
            <a:ext cx="42053" cy="42053"/>
          </a:xfrm>
          <a:prstGeom xmlns:a="http://schemas.openxmlformats.org/drawingml/2006/main" prst="rect">
            <a:avLst/>
          </a:prstGeom>
          <a:solidFill xmlns:a="http://schemas.openxmlformats.org/drawingml/2006/main">
            <a:srgbClr val="6FA9AF"/>
          </a:solidFill>
          <a:ln xmlns:a="http://schemas.openxmlformats.org/drawingml/2006/main" w="0">
            <a:noFill/>
          </a:ln>
        </p:spPr>
      </p:sp>
      <p:sp>
        <p:nvSpPr>
          <p:cNvPr id="437" name="rect-2-436">
            <a:extLst xmlns:a="http://schemas.openxmlformats.org/drawingml/2006/main">
              <a:ext uri="{FF2B5EF4-FFF2-40B4-BE49-F238E27FC236}">
                <a16:creationId xmlns:a16="http://schemas.microsoft.com/office/drawing/2014/main" id="{BD6CF0DD-2227-4D58-94A5-B930880EAA07}"/>
              </a:ext>
            </a:extLst>
          </p:cNvPr>
          <p:cNvSpPr>
            <a:spLocks xmlns:a="http://schemas.openxmlformats.org/drawingml/2006/main" noGrp="1"/>
          </p:cNvSpPr>
          <p:nvPr/>
        </p:nvSpPr>
        <p:spPr>
          <a:xfrm xmlns:a="http://schemas.openxmlformats.org/drawingml/2006/main">
            <a:off x="1415415" y="4251960"/>
            <a:ext cx="42053" cy="42053"/>
          </a:xfrm>
          <a:prstGeom xmlns:a="http://schemas.openxmlformats.org/drawingml/2006/main" prst="rect">
            <a:avLst/>
          </a:prstGeom>
          <a:solidFill xmlns:a="http://schemas.openxmlformats.org/drawingml/2006/main">
            <a:srgbClr val="AACBCF"/>
          </a:solidFill>
          <a:ln xmlns:a="http://schemas.openxmlformats.org/drawingml/2006/main" w="0">
            <a:noFill/>
          </a:ln>
        </p:spPr>
      </p:sp>
      <p:sp>
        <p:nvSpPr>
          <p:cNvPr id="438" name="rect-2-437">
            <a:extLst xmlns:a="http://schemas.openxmlformats.org/drawingml/2006/main">
              <a:ext uri="{FF2B5EF4-FFF2-40B4-BE49-F238E27FC236}">
                <a16:creationId xmlns:a16="http://schemas.microsoft.com/office/drawing/2014/main" id="{AE8EADB5-3D89-470C-9A24-590BF1E06BDC}"/>
              </a:ext>
            </a:extLst>
          </p:cNvPr>
          <p:cNvSpPr>
            <a:spLocks xmlns:a="http://schemas.openxmlformats.org/drawingml/2006/main" noGrp="1"/>
          </p:cNvSpPr>
          <p:nvPr/>
        </p:nvSpPr>
        <p:spPr>
          <a:xfrm xmlns:a="http://schemas.openxmlformats.org/drawingml/2006/main">
            <a:off x="1457325" y="4251960"/>
            <a:ext cx="42053" cy="42053"/>
          </a:xfrm>
          <a:prstGeom xmlns:a="http://schemas.openxmlformats.org/drawingml/2006/main" prst="rect">
            <a:avLst/>
          </a:prstGeom>
          <a:solidFill xmlns:a="http://schemas.openxmlformats.org/drawingml/2006/main">
            <a:srgbClr val="90BCC1"/>
          </a:solidFill>
          <a:ln xmlns:a="http://schemas.openxmlformats.org/drawingml/2006/main" w="0">
            <a:noFill/>
          </a:ln>
        </p:spPr>
      </p:sp>
      <p:sp>
        <p:nvSpPr>
          <p:cNvPr id="439" name="rect-2-438">
            <a:extLst xmlns:a="http://schemas.openxmlformats.org/drawingml/2006/main">
              <a:ext uri="{FF2B5EF4-FFF2-40B4-BE49-F238E27FC236}">
                <a16:creationId xmlns:a16="http://schemas.microsoft.com/office/drawing/2014/main" id="{7E983862-33CE-4D07-AD9A-F80825B0BD25}"/>
              </a:ext>
            </a:extLst>
          </p:cNvPr>
          <p:cNvSpPr>
            <a:spLocks xmlns:a="http://schemas.openxmlformats.org/drawingml/2006/main" noGrp="1"/>
          </p:cNvSpPr>
          <p:nvPr/>
        </p:nvSpPr>
        <p:spPr>
          <a:xfrm xmlns:a="http://schemas.openxmlformats.org/drawingml/2006/main">
            <a:off x="1499235" y="4251960"/>
            <a:ext cx="42053" cy="42053"/>
          </a:xfrm>
          <a:prstGeom xmlns:a="http://schemas.openxmlformats.org/drawingml/2006/main" prst="rect">
            <a:avLst/>
          </a:prstGeom>
          <a:solidFill xmlns:a="http://schemas.openxmlformats.org/drawingml/2006/main">
            <a:srgbClr val="A8CACE"/>
          </a:solidFill>
          <a:ln xmlns:a="http://schemas.openxmlformats.org/drawingml/2006/main" w="0">
            <a:noFill/>
          </a:ln>
        </p:spPr>
      </p:sp>
      <p:sp>
        <p:nvSpPr>
          <p:cNvPr id="440" name="rect-2-439">
            <a:extLst xmlns:a="http://schemas.openxmlformats.org/drawingml/2006/main">
              <a:ext uri="{FF2B5EF4-FFF2-40B4-BE49-F238E27FC236}">
                <a16:creationId xmlns:a16="http://schemas.microsoft.com/office/drawing/2014/main" id="{E214C5D0-11AB-4EA3-AEA4-D490927005D7}"/>
              </a:ext>
            </a:extLst>
          </p:cNvPr>
          <p:cNvSpPr>
            <a:spLocks xmlns:a="http://schemas.openxmlformats.org/drawingml/2006/main" noGrp="1"/>
          </p:cNvSpPr>
          <p:nvPr/>
        </p:nvSpPr>
        <p:spPr>
          <a:xfrm xmlns:a="http://schemas.openxmlformats.org/drawingml/2006/main">
            <a:off x="1541145" y="4251960"/>
            <a:ext cx="42053" cy="42053"/>
          </a:xfrm>
          <a:prstGeom xmlns:a="http://schemas.openxmlformats.org/drawingml/2006/main" prst="rect">
            <a:avLst/>
          </a:prstGeom>
          <a:solidFill xmlns:a="http://schemas.openxmlformats.org/drawingml/2006/main">
            <a:srgbClr val="BCD6D9"/>
          </a:solidFill>
          <a:ln xmlns:a="http://schemas.openxmlformats.org/drawingml/2006/main" w="0">
            <a:noFill/>
          </a:ln>
        </p:spPr>
      </p:sp>
      <p:sp>
        <p:nvSpPr>
          <p:cNvPr id="441" name="rect-2-440">
            <a:extLst xmlns:a="http://schemas.openxmlformats.org/drawingml/2006/main">
              <a:ext uri="{FF2B5EF4-FFF2-40B4-BE49-F238E27FC236}">
                <a16:creationId xmlns:a16="http://schemas.microsoft.com/office/drawing/2014/main" id="{C2FB94A5-33DF-4E5E-B79E-948FE5E91A25}"/>
              </a:ext>
            </a:extLst>
          </p:cNvPr>
          <p:cNvSpPr>
            <a:spLocks xmlns:a="http://schemas.openxmlformats.org/drawingml/2006/main" noGrp="1"/>
          </p:cNvSpPr>
          <p:nvPr/>
        </p:nvSpPr>
        <p:spPr>
          <a:xfrm xmlns:a="http://schemas.openxmlformats.org/drawingml/2006/main">
            <a:off x="1583055" y="4251960"/>
            <a:ext cx="42053" cy="42053"/>
          </a:xfrm>
          <a:prstGeom xmlns:a="http://schemas.openxmlformats.org/drawingml/2006/main" prst="rect">
            <a:avLst/>
          </a:prstGeom>
          <a:solidFill xmlns:a="http://schemas.openxmlformats.org/drawingml/2006/main">
            <a:srgbClr val="BCD6D9"/>
          </a:solidFill>
          <a:ln xmlns:a="http://schemas.openxmlformats.org/drawingml/2006/main" w="0">
            <a:noFill/>
          </a:ln>
        </p:spPr>
      </p:sp>
      <p:sp>
        <p:nvSpPr>
          <p:cNvPr id="442" name="rect-2-441">
            <a:extLst xmlns:a="http://schemas.openxmlformats.org/drawingml/2006/main">
              <a:ext uri="{FF2B5EF4-FFF2-40B4-BE49-F238E27FC236}">
                <a16:creationId xmlns:a16="http://schemas.microsoft.com/office/drawing/2014/main" id="{898E52FE-8BF2-4C8B-87FA-9AD43A876752}"/>
              </a:ext>
            </a:extLst>
          </p:cNvPr>
          <p:cNvSpPr>
            <a:spLocks xmlns:a="http://schemas.openxmlformats.org/drawingml/2006/main" noGrp="1"/>
          </p:cNvSpPr>
          <p:nvPr/>
        </p:nvSpPr>
        <p:spPr>
          <a:xfrm xmlns:a="http://schemas.openxmlformats.org/drawingml/2006/main">
            <a:off x="1624965" y="4251960"/>
            <a:ext cx="42053" cy="42053"/>
          </a:xfrm>
          <a:prstGeom xmlns:a="http://schemas.openxmlformats.org/drawingml/2006/main" prst="rect">
            <a:avLst/>
          </a:prstGeom>
          <a:solidFill xmlns:a="http://schemas.openxmlformats.org/drawingml/2006/main">
            <a:srgbClr val="C9DDE0"/>
          </a:solidFill>
          <a:ln xmlns:a="http://schemas.openxmlformats.org/drawingml/2006/main" w="0">
            <a:noFill/>
          </a:ln>
        </p:spPr>
      </p:sp>
      <p:sp>
        <p:nvSpPr>
          <p:cNvPr id="443" name="rect-2-442">
            <a:extLst xmlns:a="http://schemas.openxmlformats.org/drawingml/2006/main">
              <a:ext uri="{FF2B5EF4-FFF2-40B4-BE49-F238E27FC236}">
                <a16:creationId xmlns:a16="http://schemas.microsoft.com/office/drawing/2014/main" id="{74534930-16AC-4551-9E83-6E6153F32EEC}"/>
              </a:ext>
            </a:extLst>
          </p:cNvPr>
          <p:cNvSpPr>
            <a:spLocks xmlns:a="http://schemas.openxmlformats.org/drawingml/2006/main" noGrp="1"/>
          </p:cNvSpPr>
          <p:nvPr/>
        </p:nvSpPr>
        <p:spPr>
          <a:xfrm xmlns:a="http://schemas.openxmlformats.org/drawingml/2006/main">
            <a:off x="1666875"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444" name="rect-2-443">
            <a:extLst xmlns:a="http://schemas.openxmlformats.org/drawingml/2006/main">
              <a:ext uri="{FF2B5EF4-FFF2-40B4-BE49-F238E27FC236}">
                <a16:creationId xmlns:a16="http://schemas.microsoft.com/office/drawing/2014/main" id="{00248F92-B78E-47DF-913C-54EF3D538E0E}"/>
              </a:ext>
            </a:extLst>
          </p:cNvPr>
          <p:cNvSpPr>
            <a:spLocks xmlns:a="http://schemas.openxmlformats.org/drawingml/2006/main" noGrp="1"/>
          </p:cNvSpPr>
          <p:nvPr/>
        </p:nvSpPr>
        <p:spPr>
          <a:xfrm xmlns:a="http://schemas.openxmlformats.org/drawingml/2006/main">
            <a:off x="1122045" y="4293870"/>
            <a:ext cx="42053" cy="42053"/>
          </a:xfrm>
          <a:prstGeom xmlns:a="http://schemas.openxmlformats.org/drawingml/2006/main" prst="rect">
            <a:avLst/>
          </a:prstGeom>
          <a:solidFill xmlns:a="http://schemas.openxmlformats.org/drawingml/2006/main">
            <a:srgbClr val="E5EDEF"/>
          </a:solidFill>
          <a:ln xmlns:a="http://schemas.openxmlformats.org/drawingml/2006/main" w="0">
            <a:noFill/>
          </a:ln>
        </p:spPr>
      </p:sp>
      <p:sp>
        <p:nvSpPr>
          <p:cNvPr id="445" name="rect-2-444">
            <a:extLst xmlns:a="http://schemas.openxmlformats.org/drawingml/2006/main">
              <a:ext uri="{FF2B5EF4-FFF2-40B4-BE49-F238E27FC236}">
                <a16:creationId xmlns:a16="http://schemas.microsoft.com/office/drawing/2014/main" id="{053A1216-E8E1-4D9F-8CB2-93F28E5208E0}"/>
              </a:ext>
            </a:extLst>
          </p:cNvPr>
          <p:cNvSpPr>
            <a:spLocks xmlns:a="http://schemas.openxmlformats.org/drawingml/2006/main" noGrp="1"/>
          </p:cNvSpPr>
          <p:nvPr/>
        </p:nvSpPr>
        <p:spPr>
          <a:xfrm xmlns:a="http://schemas.openxmlformats.org/drawingml/2006/main">
            <a:off x="1163955" y="4293870"/>
            <a:ext cx="42053" cy="42053"/>
          </a:xfrm>
          <a:prstGeom xmlns:a="http://schemas.openxmlformats.org/drawingml/2006/main" prst="rect">
            <a:avLst/>
          </a:prstGeom>
          <a:solidFill xmlns:a="http://schemas.openxmlformats.org/drawingml/2006/main">
            <a:srgbClr val="DAE7EA"/>
          </a:solidFill>
          <a:ln xmlns:a="http://schemas.openxmlformats.org/drawingml/2006/main" w="0">
            <a:noFill/>
          </a:ln>
        </p:spPr>
      </p:sp>
      <p:sp>
        <p:nvSpPr>
          <p:cNvPr id="446" name="rect-2-445">
            <a:extLst xmlns:a="http://schemas.openxmlformats.org/drawingml/2006/main">
              <a:ext uri="{FF2B5EF4-FFF2-40B4-BE49-F238E27FC236}">
                <a16:creationId xmlns:a16="http://schemas.microsoft.com/office/drawing/2014/main" id="{BECB3266-075B-4697-95EF-921F67B4FE90}"/>
              </a:ext>
            </a:extLst>
          </p:cNvPr>
          <p:cNvSpPr>
            <a:spLocks xmlns:a="http://schemas.openxmlformats.org/drawingml/2006/main" noGrp="1"/>
          </p:cNvSpPr>
          <p:nvPr/>
        </p:nvSpPr>
        <p:spPr>
          <a:xfrm xmlns:a="http://schemas.openxmlformats.org/drawingml/2006/main">
            <a:off x="1205865" y="4293870"/>
            <a:ext cx="42053" cy="42053"/>
          </a:xfrm>
          <a:prstGeom xmlns:a="http://schemas.openxmlformats.org/drawingml/2006/main" prst="rect">
            <a:avLst/>
          </a:prstGeom>
          <a:solidFill xmlns:a="http://schemas.openxmlformats.org/drawingml/2006/main">
            <a:srgbClr val="82B4BA"/>
          </a:solidFill>
          <a:ln xmlns:a="http://schemas.openxmlformats.org/drawingml/2006/main" w="0">
            <a:noFill/>
          </a:ln>
        </p:spPr>
      </p:sp>
      <p:sp>
        <p:nvSpPr>
          <p:cNvPr id="447" name="rect-2-446">
            <a:extLst xmlns:a="http://schemas.openxmlformats.org/drawingml/2006/main">
              <a:ext uri="{FF2B5EF4-FFF2-40B4-BE49-F238E27FC236}">
                <a16:creationId xmlns:a16="http://schemas.microsoft.com/office/drawing/2014/main" id="{999B99D3-7A28-4DC3-99FD-B8B985C9CD0D}"/>
              </a:ext>
            </a:extLst>
          </p:cNvPr>
          <p:cNvSpPr>
            <a:spLocks xmlns:a="http://schemas.openxmlformats.org/drawingml/2006/main" noGrp="1"/>
          </p:cNvSpPr>
          <p:nvPr/>
        </p:nvSpPr>
        <p:spPr>
          <a:xfrm xmlns:a="http://schemas.openxmlformats.org/drawingml/2006/main">
            <a:off x="1247775" y="4293870"/>
            <a:ext cx="42053" cy="42053"/>
          </a:xfrm>
          <a:prstGeom xmlns:a="http://schemas.openxmlformats.org/drawingml/2006/main" prst="rect">
            <a:avLst/>
          </a:prstGeom>
          <a:solidFill xmlns:a="http://schemas.openxmlformats.org/drawingml/2006/main">
            <a:srgbClr val="82B4BA"/>
          </a:solidFill>
          <a:ln xmlns:a="http://schemas.openxmlformats.org/drawingml/2006/main" w="0">
            <a:noFill/>
          </a:ln>
        </p:spPr>
      </p:sp>
      <p:sp>
        <p:nvSpPr>
          <p:cNvPr id="448" name="rect-2-447">
            <a:extLst xmlns:a="http://schemas.openxmlformats.org/drawingml/2006/main">
              <a:ext uri="{FF2B5EF4-FFF2-40B4-BE49-F238E27FC236}">
                <a16:creationId xmlns:a16="http://schemas.microsoft.com/office/drawing/2014/main" id="{84363D13-783E-4EF8-B5C8-3E1C59D86A64}"/>
              </a:ext>
            </a:extLst>
          </p:cNvPr>
          <p:cNvSpPr>
            <a:spLocks xmlns:a="http://schemas.openxmlformats.org/drawingml/2006/main" noGrp="1"/>
          </p:cNvSpPr>
          <p:nvPr/>
        </p:nvSpPr>
        <p:spPr>
          <a:xfrm xmlns:a="http://schemas.openxmlformats.org/drawingml/2006/main">
            <a:off x="1289685" y="4293870"/>
            <a:ext cx="42053" cy="42053"/>
          </a:xfrm>
          <a:prstGeom xmlns:a="http://schemas.openxmlformats.org/drawingml/2006/main" prst="rect">
            <a:avLst/>
          </a:prstGeom>
          <a:solidFill xmlns:a="http://schemas.openxmlformats.org/drawingml/2006/main">
            <a:srgbClr val="74ACB2"/>
          </a:solidFill>
          <a:ln xmlns:a="http://schemas.openxmlformats.org/drawingml/2006/main" w="0">
            <a:noFill/>
          </a:ln>
        </p:spPr>
      </p:sp>
      <p:sp>
        <p:nvSpPr>
          <p:cNvPr id="449" name="rect-2-448">
            <a:extLst xmlns:a="http://schemas.openxmlformats.org/drawingml/2006/main">
              <a:ext uri="{FF2B5EF4-FFF2-40B4-BE49-F238E27FC236}">
                <a16:creationId xmlns:a16="http://schemas.microsoft.com/office/drawing/2014/main" id="{900EB668-0FB7-48D2-B8C3-927796400A51}"/>
              </a:ext>
            </a:extLst>
          </p:cNvPr>
          <p:cNvSpPr>
            <a:spLocks xmlns:a="http://schemas.openxmlformats.org/drawingml/2006/main" noGrp="1"/>
          </p:cNvSpPr>
          <p:nvPr/>
        </p:nvSpPr>
        <p:spPr>
          <a:xfrm xmlns:a="http://schemas.openxmlformats.org/drawingml/2006/main">
            <a:off x="1331595" y="4293870"/>
            <a:ext cx="42053" cy="42053"/>
          </a:xfrm>
          <a:prstGeom xmlns:a="http://schemas.openxmlformats.org/drawingml/2006/main" prst="rect">
            <a:avLst/>
          </a:prstGeom>
          <a:solidFill xmlns:a="http://schemas.openxmlformats.org/drawingml/2006/main">
            <a:srgbClr val="388991"/>
          </a:solidFill>
          <a:ln xmlns:a="http://schemas.openxmlformats.org/drawingml/2006/main" w="0">
            <a:noFill/>
          </a:ln>
        </p:spPr>
      </p:sp>
      <p:sp>
        <p:nvSpPr>
          <p:cNvPr id="450" name="rect-2-449">
            <a:extLst xmlns:a="http://schemas.openxmlformats.org/drawingml/2006/main">
              <a:ext uri="{FF2B5EF4-FFF2-40B4-BE49-F238E27FC236}">
                <a16:creationId xmlns:a16="http://schemas.microsoft.com/office/drawing/2014/main" id="{1DD22920-B2C9-4941-8682-8CBC08E755D7}"/>
              </a:ext>
            </a:extLst>
          </p:cNvPr>
          <p:cNvSpPr>
            <a:spLocks xmlns:a="http://schemas.openxmlformats.org/drawingml/2006/main" noGrp="1"/>
          </p:cNvSpPr>
          <p:nvPr/>
        </p:nvSpPr>
        <p:spPr>
          <a:xfrm xmlns:a="http://schemas.openxmlformats.org/drawingml/2006/main">
            <a:off x="1373505" y="4293870"/>
            <a:ext cx="42053" cy="42053"/>
          </a:xfrm>
          <a:prstGeom xmlns:a="http://schemas.openxmlformats.org/drawingml/2006/main" prst="rect">
            <a:avLst/>
          </a:prstGeom>
          <a:solidFill xmlns:a="http://schemas.openxmlformats.org/drawingml/2006/main">
            <a:srgbClr val="51989F"/>
          </a:solidFill>
          <a:ln xmlns:a="http://schemas.openxmlformats.org/drawingml/2006/main" w="0">
            <a:noFill/>
          </a:ln>
        </p:spPr>
      </p:sp>
      <p:sp>
        <p:nvSpPr>
          <p:cNvPr id="451" name="rect-2-450">
            <a:extLst xmlns:a="http://schemas.openxmlformats.org/drawingml/2006/main">
              <a:ext uri="{FF2B5EF4-FFF2-40B4-BE49-F238E27FC236}">
                <a16:creationId xmlns:a16="http://schemas.microsoft.com/office/drawing/2014/main" id="{D698C7D1-A543-4A7C-A7B5-F547B4E22F81}"/>
              </a:ext>
            </a:extLst>
          </p:cNvPr>
          <p:cNvSpPr>
            <a:spLocks xmlns:a="http://schemas.openxmlformats.org/drawingml/2006/main" noGrp="1"/>
          </p:cNvSpPr>
          <p:nvPr/>
        </p:nvSpPr>
        <p:spPr>
          <a:xfrm xmlns:a="http://schemas.openxmlformats.org/drawingml/2006/main">
            <a:off x="1415415" y="4293870"/>
            <a:ext cx="42053" cy="42053"/>
          </a:xfrm>
          <a:prstGeom xmlns:a="http://schemas.openxmlformats.org/drawingml/2006/main" prst="rect">
            <a:avLst/>
          </a:prstGeom>
          <a:solidFill xmlns:a="http://schemas.openxmlformats.org/drawingml/2006/main">
            <a:srgbClr val="33868F"/>
          </a:solidFill>
          <a:ln xmlns:a="http://schemas.openxmlformats.org/drawingml/2006/main" w="0">
            <a:noFill/>
          </a:ln>
        </p:spPr>
      </p:sp>
      <p:sp>
        <p:nvSpPr>
          <p:cNvPr id="452" name="rect-2-451">
            <a:extLst xmlns:a="http://schemas.openxmlformats.org/drawingml/2006/main">
              <a:ext uri="{FF2B5EF4-FFF2-40B4-BE49-F238E27FC236}">
                <a16:creationId xmlns:a16="http://schemas.microsoft.com/office/drawing/2014/main" id="{67E4DBE2-CBB7-4513-8EFE-116F8035C74E}"/>
              </a:ext>
            </a:extLst>
          </p:cNvPr>
          <p:cNvSpPr>
            <a:spLocks xmlns:a="http://schemas.openxmlformats.org/drawingml/2006/main" noGrp="1"/>
          </p:cNvSpPr>
          <p:nvPr/>
        </p:nvSpPr>
        <p:spPr>
          <a:xfrm xmlns:a="http://schemas.openxmlformats.org/drawingml/2006/main">
            <a:off x="1457325" y="4293870"/>
            <a:ext cx="42053" cy="42053"/>
          </a:xfrm>
          <a:prstGeom xmlns:a="http://schemas.openxmlformats.org/drawingml/2006/main" prst="rect">
            <a:avLst/>
          </a:prstGeom>
          <a:solidFill xmlns:a="http://schemas.openxmlformats.org/drawingml/2006/main">
            <a:srgbClr val="80B3B9"/>
          </a:solidFill>
          <a:ln xmlns:a="http://schemas.openxmlformats.org/drawingml/2006/main" w="0">
            <a:noFill/>
          </a:ln>
        </p:spPr>
      </p:sp>
      <p:sp>
        <p:nvSpPr>
          <p:cNvPr id="453" name="rect-2-452">
            <a:extLst xmlns:a="http://schemas.openxmlformats.org/drawingml/2006/main">
              <a:ext uri="{FF2B5EF4-FFF2-40B4-BE49-F238E27FC236}">
                <a16:creationId xmlns:a16="http://schemas.microsoft.com/office/drawing/2014/main" id="{AA5CC99C-D625-4785-B34B-581CC1177DF5}"/>
              </a:ext>
            </a:extLst>
          </p:cNvPr>
          <p:cNvSpPr>
            <a:spLocks xmlns:a="http://schemas.openxmlformats.org/drawingml/2006/main" noGrp="1"/>
          </p:cNvSpPr>
          <p:nvPr/>
        </p:nvSpPr>
        <p:spPr>
          <a:xfrm xmlns:a="http://schemas.openxmlformats.org/drawingml/2006/main">
            <a:off x="1499235" y="4293870"/>
            <a:ext cx="42053" cy="42053"/>
          </a:xfrm>
          <a:prstGeom xmlns:a="http://schemas.openxmlformats.org/drawingml/2006/main" prst="rect">
            <a:avLst/>
          </a:prstGeom>
          <a:solidFill xmlns:a="http://schemas.openxmlformats.org/drawingml/2006/main">
            <a:srgbClr val="9CC3C8"/>
          </a:solidFill>
          <a:ln xmlns:a="http://schemas.openxmlformats.org/drawingml/2006/main" w="0">
            <a:noFill/>
          </a:ln>
        </p:spPr>
      </p:sp>
      <p:sp>
        <p:nvSpPr>
          <p:cNvPr id="454" name="rect-2-453">
            <a:extLst xmlns:a="http://schemas.openxmlformats.org/drawingml/2006/main">
              <a:ext uri="{FF2B5EF4-FFF2-40B4-BE49-F238E27FC236}">
                <a16:creationId xmlns:a16="http://schemas.microsoft.com/office/drawing/2014/main" id="{ED0C6BBB-DD3B-46CF-B93F-12B29FD3DE28}"/>
              </a:ext>
            </a:extLst>
          </p:cNvPr>
          <p:cNvSpPr>
            <a:spLocks xmlns:a="http://schemas.openxmlformats.org/drawingml/2006/main" noGrp="1"/>
          </p:cNvSpPr>
          <p:nvPr/>
        </p:nvSpPr>
        <p:spPr>
          <a:xfrm xmlns:a="http://schemas.openxmlformats.org/drawingml/2006/main">
            <a:off x="1541145" y="4293870"/>
            <a:ext cx="42053" cy="42053"/>
          </a:xfrm>
          <a:prstGeom xmlns:a="http://schemas.openxmlformats.org/drawingml/2006/main" prst="rect">
            <a:avLst/>
          </a:prstGeom>
          <a:solidFill xmlns:a="http://schemas.openxmlformats.org/drawingml/2006/main">
            <a:srgbClr val="8BB9BE"/>
          </a:solidFill>
          <a:ln xmlns:a="http://schemas.openxmlformats.org/drawingml/2006/main" w="0">
            <a:noFill/>
          </a:ln>
        </p:spPr>
      </p:sp>
      <p:sp>
        <p:nvSpPr>
          <p:cNvPr id="455" name="rect-2-454">
            <a:extLst xmlns:a="http://schemas.openxmlformats.org/drawingml/2006/main">
              <a:ext uri="{FF2B5EF4-FFF2-40B4-BE49-F238E27FC236}">
                <a16:creationId xmlns:a16="http://schemas.microsoft.com/office/drawing/2014/main" id="{028C78CC-874C-4701-9B37-B7F3B53666C5}"/>
              </a:ext>
            </a:extLst>
          </p:cNvPr>
          <p:cNvSpPr>
            <a:spLocks xmlns:a="http://schemas.openxmlformats.org/drawingml/2006/main" noGrp="1"/>
          </p:cNvSpPr>
          <p:nvPr/>
        </p:nvSpPr>
        <p:spPr>
          <a:xfrm xmlns:a="http://schemas.openxmlformats.org/drawingml/2006/main">
            <a:off x="1583055" y="4293870"/>
            <a:ext cx="42053" cy="42053"/>
          </a:xfrm>
          <a:prstGeom xmlns:a="http://schemas.openxmlformats.org/drawingml/2006/main" prst="rect">
            <a:avLst/>
          </a:prstGeom>
          <a:solidFill xmlns:a="http://schemas.openxmlformats.org/drawingml/2006/main">
            <a:srgbClr val="AFCED2"/>
          </a:solidFill>
          <a:ln xmlns:a="http://schemas.openxmlformats.org/drawingml/2006/main" w="0">
            <a:noFill/>
          </a:ln>
        </p:spPr>
      </p:sp>
      <p:sp>
        <p:nvSpPr>
          <p:cNvPr id="456" name="rect-2-455">
            <a:extLst xmlns:a="http://schemas.openxmlformats.org/drawingml/2006/main">
              <a:ext uri="{FF2B5EF4-FFF2-40B4-BE49-F238E27FC236}">
                <a16:creationId xmlns:a16="http://schemas.microsoft.com/office/drawing/2014/main" id="{3735E3F4-5B61-4931-A0D5-479D390C410B}"/>
              </a:ext>
            </a:extLst>
          </p:cNvPr>
          <p:cNvSpPr>
            <a:spLocks xmlns:a="http://schemas.openxmlformats.org/drawingml/2006/main" noGrp="1"/>
          </p:cNvSpPr>
          <p:nvPr/>
        </p:nvSpPr>
        <p:spPr>
          <a:xfrm xmlns:a="http://schemas.openxmlformats.org/drawingml/2006/main">
            <a:off x="1624965" y="429387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457" name="rect-2-456">
            <a:extLst xmlns:a="http://schemas.openxmlformats.org/drawingml/2006/main">
              <a:ext uri="{FF2B5EF4-FFF2-40B4-BE49-F238E27FC236}">
                <a16:creationId xmlns:a16="http://schemas.microsoft.com/office/drawing/2014/main" id="{777E939C-853F-4F8C-AEF7-1A351D49354E}"/>
              </a:ext>
            </a:extLst>
          </p:cNvPr>
          <p:cNvSpPr>
            <a:spLocks xmlns:a="http://schemas.openxmlformats.org/drawingml/2006/main" noGrp="1"/>
          </p:cNvSpPr>
          <p:nvPr/>
        </p:nvSpPr>
        <p:spPr>
          <a:xfrm xmlns:a="http://schemas.openxmlformats.org/drawingml/2006/main">
            <a:off x="1205865" y="4335780"/>
            <a:ext cx="42053" cy="42053"/>
          </a:xfrm>
          <a:prstGeom xmlns:a="http://schemas.openxmlformats.org/drawingml/2006/main" prst="rect">
            <a:avLst/>
          </a:prstGeom>
          <a:solidFill xmlns:a="http://schemas.openxmlformats.org/drawingml/2006/main">
            <a:srgbClr val="7AAFB5"/>
          </a:solidFill>
          <a:ln xmlns:a="http://schemas.openxmlformats.org/drawingml/2006/main" w="0">
            <a:noFill/>
          </a:ln>
        </p:spPr>
      </p:sp>
      <p:sp>
        <p:nvSpPr>
          <p:cNvPr id="458" name="rect-2-457">
            <a:extLst xmlns:a="http://schemas.openxmlformats.org/drawingml/2006/main">
              <a:ext uri="{FF2B5EF4-FFF2-40B4-BE49-F238E27FC236}">
                <a16:creationId xmlns:a16="http://schemas.microsoft.com/office/drawing/2014/main" id="{F603184D-885A-4C53-938F-3F27AE302468}"/>
              </a:ext>
            </a:extLst>
          </p:cNvPr>
          <p:cNvSpPr>
            <a:spLocks xmlns:a="http://schemas.openxmlformats.org/drawingml/2006/main" noGrp="1"/>
          </p:cNvSpPr>
          <p:nvPr/>
        </p:nvSpPr>
        <p:spPr>
          <a:xfrm xmlns:a="http://schemas.openxmlformats.org/drawingml/2006/main">
            <a:off x="1247775" y="4335780"/>
            <a:ext cx="42053" cy="42053"/>
          </a:xfrm>
          <a:prstGeom xmlns:a="http://schemas.openxmlformats.org/drawingml/2006/main" prst="rect">
            <a:avLst/>
          </a:prstGeom>
          <a:solidFill xmlns:a="http://schemas.openxmlformats.org/drawingml/2006/main">
            <a:srgbClr val="5298A0"/>
          </a:solidFill>
          <a:ln xmlns:a="http://schemas.openxmlformats.org/drawingml/2006/main" w="0">
            <a:noFill/>
          </a:ln>
        </p:spPr>
      </p:sp>
      <p:sp>
        <p:nvSpPr>
          <p:cNvPr id="459" name="rect-2-458">
            <a:extLst xmlns:a="http://schemas.openxmlformats.org/drawingml/2006/main">
              <a:ext uri="{FF2B5EF4-FFF2-40B4-BE49-F238E27FC236}">
                <a16:creationId xmlns:a16="http://schemas.microsoft.com/office/drawing/2014/main" id="{FA0F8E99-D686-46CE-B920-90917876E28D}"/>
              </a:ext>
            </a:extLst>
          </p:cNvPr>
          <p:cNvSpPr>
            <a:spLocks xmlns:a="http://schemas.openxmlformats.org/drawingml/2006/main" noGrp="1"/>
          </p:cNvSpPr>
          <p:nvPr/>
        </p:nvSpPr>
        <p:spPr>
          <a:xfrm xmlns:a="http://schemas.openxmlformats.org/drawingml/2006/main">
            <a:off x="1289685" y="4335780"/>
            <a:ext cx="42053" cy="42053"/>
          </a:xfrm>
          <a:prstGeom xmlns:a="http://schemas.openxmlformats.org/drawingml/2006/main" prst="rect">
            <a:avLst/>
          </a:prstGeom>
          <a:solidFill xmlns:a="http://schemas.openxmlformats.org/drawingml/2006/main">
            <a:srgbClr val="257E87"/>
          </a:solidFill>
          <a:ln xmlns:a="http://schemas.openxmlformats.org/drawingml/2006/main" w="0">
            <a:noFill/>
          </a:ln>
        </p:spPr>
      </p:sp>
      <p:sp>
        <p:nvSpPr>
          <p:cNvPr id="460" name="rect-2-459">
            <a:extLst xmlns:a="http://schemas.openxmlformats.org/drawingml/2006/main">
              <a:ext uri="{FF2B5EF4-FFF2-40B4-BE49-F238E27FC236}">
                <a16:creationId xmlns:a16="http://schemas.microsoft.com/office/drawing/2014/main" id="{396AE106-CD72-4FD1-A476-02A321A9688D}"/>
              </a:ext>
            </a:extLst>
          </p:cNvPr>
          <p:cNvSpPr>
            <a:spLocks xmlns:a="http://schemas.openxmlformats.org/drawingml/2006/main" noGrp="1"/>
          </p:cNvSpPr>
          <p:nvPr/>
        </p:nvSpPr>
        <p:spPr>
          <a:xfrm xmlns:a="http://schemas.openxmlformats.org/drawingml/2006/main">
            <a:off x="1331595" y="4335780"/>
            <a:ext cx="42053" cy="42053"/>
          </a:xfrm>
          <a:prstGeom xmlns:a="http://schemas.openxmlformats.org/drawingml/2006/main" prst="rect">
            <a:avLst/>
          </a:prstGeom>
          <a:solidFill xmlns:a="http://schemas.openxmlformats.org/drawingml/2006/main">
            <a:srgbClr val="257E87"/>
          </a:solidFill>
          <a:ln xmlns:a="http://schemas.openxmlformats.org/drawingml/2006/main" w="0">
            <a:noFill/>
          </a:ln>
        </p:spPr>
      </p:sp>
      <p:sp>
        <p:nvSpPr>
          <p:cNvPr id="461" name="rect-2-460">
            <a:extLst xmlns:a="http://schemas.openxmlformats.org/drawingml/2006/main">
              <a:ext uri="{FF2B5EF4-FFF2-40B4-BE49-F238E27FC236}">
                <a16:creationId xmlns:a16="http://schemas.microsoft.com/office/drawing/2014/main" id="{37F69FB7-2A99-4722-BFFE-342B01BEFCC0}"/>
              </a:ext>
            </a:extLst>
          </p:cNvPr>
          <p:cNvSpPr>
            <a:spLocks xmlns:a="http://schemas.openxmlformats.org/drawingml/2006/main" noGrp="1"/>
          </p:cNvSpPr>
          <p:nvPr/>
        </p:nvSpPr>
        <p:spPr>
          <a:xfrm xmlns:a="http://schemas.openxmlformats.org/drawingml/2006/main">
            <a:off x="1373505" y="4335780"/>
            <a:ext cx="42053" cy="42053"/>
          </a:xfrm>
          <a:prstGeom xmlns:a="http://schemas.openxmlformats.org/drawingml/2006/main" prst="rect">
            <a:avLst/>
          </a:prstGeom>
          <a:solidFill xmlns:a="http://schemas.openxmlformats.org/drawingml/2006/main">
            <a:srgbClr val="0F717B"/>
          </a:solidFill>
          <a:ln xmlns:a="http://schemas.openxmlformats.org/drawingml/2006/main" w="0">
            <a:noFill/>
          </a:ln>
        </p:spPr>
      </p:sp>
      <p:sp>
        <p:nvSpPr>
          <p:cNvPr id="462" name="rect-2-461">
            <a:extLst xmlns:a="http://schemas.openxmlformats.org/drawingml/2006/main">
              <a:ext uri="{FF2B5EF4-FFF2-40B4-BE49-F238E27FC236}">
                <a16:creationId xmlns:a16="http://schemas.microsoft.com/office/drawing/2014/main" id="{23E7C893-4565-4600-9851-6B86AEB55316}"/>
              </a:ext>
            </a:extLst>
          </p:cNvPr>
          <p:cNvSpPr>
            <a:spLocks xmlns:a="http://schemas.openxmlformats.org/drawingml/2006/main" noGrp="1"/>
          </p:cNvSpPr>
          <p:nvPr/>
        </p:nvSpPr>
        <p:spPr>
          <a:xfrm xmlns:a="http://schemas.openxmlformats.org/drawingml/2006/main">
            <a:off x="1415415" y="4335780"/>
            <a:ext cx="42053" cy="42053"/>
          </a:xfrm>
          <a:prstGeom xmlns:a="http://schemas.openxmlformats.org/drawingml/2006/main" prst="rect">
            <a:avLst/>
          </a:prstGeom>
          <a:solidFill xmlns:a="http://schemas.openxmlformats.org/drawingml/2006/main">
            <a:srgbClr val="16757F"/>
          </a:solidFill>
          <a:ln xmlns:a="http://schemas.openxmlformats.org/drawingml/2006/main" w="0">
            <a:noFill/>
          </a:ln>
        </p:spPr>
      </p:sp>
      <p:sp>
        <p:nvSpPr>
          <p:cNvPr id="463" name="rect-2-462">
            <a:extLst xmlns:a="http://schemas.openxmlformats.org/drawingml/2006/main">
              <a:ext uri="{FF2B5EF4-FFF2-40B4-BE49-F238E27FC236}">
                <a16:creationId xmlns:a16="http://schemas.microsoft.com/office/drawing/2014/main" id="{4714910C-A865-4158-B326-102ADB98211C}"/>
              </a:ext>
            </a:extLst>
          </p:cNvPr>
          <p:cNvSpPr>
            <a:spLocks xmlns:a="http://schemas.openxmlformats.org/drawingml/2006/main" noGrp="1"/>
          </p:cNvSpPr>
          <p:nvPr/>
        </p:nvSpPr>
        <p:spPr>
          <a:xfrm xmlns:a="http://schemas.openxmlformats.org/drawingml/2006/main">
            <a:off x="1457325" y="4335780"/>
            <a:ext cx="42053" cy="42053"/>
          </a:xfrm>
          <a:prstGeom xmlns:a="http://schemas.openxmlformats.org/drawingml/2006/main" prst="rect">
            <a:avLst/>
          </a:prstGeom>
          <a:solidFill xmlns:a="http://schemas.openxmlformats.org/drawingml/2006/main">
            <a:srgbClr val="5A9CA4"/>
          </a:solidFill>
          <a:ln xmlns:a="http://schemas.openxmlformats.org/drawingml/2006/main" w="0">
            <a:noFill/>
          </a:ln>
        </p:spPr>
      </p:sp>
      <p:sp>
        <p:nvSpPr>
          <p:cNvPr id="464" name="rect-2-463">
            <a:extLst xmlns:a="http://schemas.openxmlformats.org/drawingml/2006/main">
              <a:ext uri="{FF2B5EF4-FFF2-40B4-BE49-F238E27FC236}">
                <a16:creationId xmlns:a16="http://schemas.microsoft.com/office/drawing/2014/main" id="{2B453025-705F-4F61-B7B7-3CF28AE3EF37}"/>
              </a:ext>
            </a:extLst>
          </p:cNvPr>
          <p:cNvSpPr>
            <a:spLocks xmlns:a="http://schemas.openxmlformats.org/drawingml/2006/main" noGrp="1"/>
          </p:cNvSpPr>
          <p:nvPr/>
        </p:nvSpPr>
        <p:spPr>
          <a:xfrm xmlns:a="http://schemas.openxmlformats.org/drawingml/2006/main">
            <a:off x="1499235" y="4335780"/>
            <a:ext cx="42053" cy="42053"/>
          </a:xfrm>
          <a:prstGeom xmlns:a="http://schemas.openxmlformats.org/drawingml/2006/main" prst="rect">
            <a:avLst/>
          </a:prstGeom>
          <a:solidFill xmlns:a="http://schemas.openxmlformats.org/drawingml/2006/main">
            <a:srgbClr val="86B6BC"/>
          </a:solidFill>
          <a:ln xmlns:a="http://schemas.openxmlformats.org/drawingml/2006/main" w="0">
            <a:noFill/>
          </a:ln>
        </p:spPr>
      </p:sp>
      <p:sp>
        <p:nvSpPr>
          <p:cNvPr id="465" name="rect-2-464">
            <a:extLst xmlns:a="http://schemas.openxmlformats.org/drawingml/2006/main">
              <a:ext uri="{FF2B5EF4-FFF2-40B4-BE49-F238E27FC236}">
                <a16:creationId xmlns:a16="http://schemas.microsoft.com/office/drawing/2014/main" id="{AB30B72F-771B-421E-9715-543A3BB2C744}"/>
              </a:ext>
            </a:extLst>
          </p:cNvPr>
          <p:cNvSpPr>
            <a:spLocks xmlns:a="http://schemas.openxmlformats.org/drawingml/2006/main" noGrp="1"/>
          </p:cNvSpPr>
          <p:nvPr/>
        </p:nvSpPr>
        <p:spPr>
          <a:xfrm xmlns:a="http://schemas.openxmlformats.org/drawingml/2006/main">
            <a:off x="1541145" y="4335780"/>
            <a:ext cx="42053" cy="42053"/>
          </a:xfrm>
          <a:prstGeom xmlns:a="http://schemas.openxmlformats.org/drawingml/2006/main" prst="rect">
            <a:avLst/>
          </a:prstGeom>
          <a:solidFill xmlns:a="http://schemas.openxmlformats.org/drawingml/2006/main">
            <a:srgbClr val="8BB9BE"/>
          </a:solidFill>
          <a:ln xmlns:a="http://schemas.openxmlformats.org/drawingml/2006/main" w="0">
            <a:noFill/>
          </a:ln>
        </p:spPr>
      </p:sp>
      <p:sp>
        <p:nvSpPr>
          <p:cNvPr id="466" name="rect-2-465">
            <a:extLst xmlns:a="http://schemas.openxmlformats.org/drawingml/2006/main">
              <a:ext uri="{FF2B5EF4-FFF2-40B4-BE49-F238E27FC236}">
                <a16:creationId xmlns:a16="http://schemas.microsoft.com/office/drawing/2014/main" id="{A8479D10-517A-4E66-BB1C-3737FA7EFE95}"/>
              </a:ext>
            </a:extLst>
          </p:cNvPr>
          <p:cNvSpPr>
            <a:spLocks xmlns:a="http://schemas.openxmlformats.org/drawingml/2006/main" noGrp="1"/>
          </p:cNvSpPr>
          <p:nvPr/>
        </p:nvSpPr>
        <p:spPr>
          <a:xfrm xmlns:a="http://schemas.openxmlformats.org/drawingml/2006/main">
            <a:off x="1583055" y="4335780"/>
            <a:ext cx="42053" cy="42053"/>
          </a:xfrm>
          <a:prstGeom xmlns:a="http://schemas.openxmlformats.org/drawingml/2006/main" prst="rect">
            <a:avLst/>
          </a:prstGeom>
          <a:solidFill xmlns:a="http://schemas.openxmlformats.org/drawingml/2006/main">
            <a:srgbClr val="B8D3D7"/>
          </a:solidFill>
          <a:ln xmlns:a="http://schemas.openxmlformats.org/drawingml/2006/main" w="0">
            <a:noFill/>
          </a:ln>
        </p:spPr>
      </p:sp>
      <p:sp>
        <p:nvSpPr>
          <p:cNvPr id="467" name="rect-2-466">
            <a:extLst xmlns:a="http://schemas.openxmlformats.org/drawingml/2006/main">
              <a:ext uri="{FF2B5EF4-FFF2-40B4-BE49-F238E27FC236}">
                <a16:creationId xmlns:a16="http://schemas.microsoft.com/office/drawing/2014/main" id="{8E0ED4A7-7237-4AE6-8412-8B5D3D8D67F1}"/>
              </a:ext>
            </a:extLst>
          </p:cNvPr>
          <p:cNvSpPr>
            <a:spLocks xmlns:a="http://schemas.openxmlformats.org/drawingml/2006/main" noGrp="1"/>
          </p:cNvSpPr>
          <p:nvPr/>
        </p:nvSpPr>
        <p:spPr>
          <a:xfrm xmlns:a="http://schemas.openxmlformats.org/drawingml/2006/main">
            <a:off x="1163955" y="4377690"/>
            <a:ext cx="42053" cy="42053"/>
          </a:xfrm>
          <a:prstGeom xmlns:a="http://schemas.openxmlformats.org/drawingml/2006/main" prst="rect">
            <a:avLst/>
          </a:prstGeom>
          <a:solidFill xmlns:a="http://schemas.openxmlformats.org/drawingml/2006/main">
            <a:srgbClr val="D9E6E9"/>
          </a:solidFill>
          <a:ln xmlns:a="http://schemas.openxmlformats.org/drawingml/2006/main" w="0">
            <a:noFill/>
          </a:ln>
        </p:spPr>
      </p:sp>
      <p:sp>
        <p:nvSpPr>
          <p:cNvPr id="468" name="rect-2-467">
            <a:extLst xmlns:a="http://schemas.openxmlformats.org/drawingml/2006/main">
              <a:ext uri="{FF2B5EF4-FFF2-40B4-BE49-F238E27FC236}">
                <a16:creationId xmlns:a16="http://schemas.microsoft.com/office/drawing/2014/main" id="{20A15D02-AC91-430D-8623-065D93F1CF36}"/>
              </a:ext>
            </a:extLst>
          </p:cNvPr>
          <p:cNvSpPr>
            <a:spLocks xmlns:a="http://schemas.openxmlformats.org/drawingml/2006/main" noGrp="1"/>
          </p:cNvSpPr>
          <p:nvPr/>
        </p:nvSpPr>
        <p:spPr>
          <a:xfrm xmlns:a="http://schemas.openxmlformats.org/drawingml/2006/main">
            <a:off x="1205865" y="4377690"/>
            <a:ext cx="42053" cy="42053"/>
          </a:xfrm>
          <a:prstGeom xmlns:a="http://schemas.openxmlformats.org/drawingml/2006/main" prst="rect">
            <a:avLst/>
          </a:prstGeom>
          <a:solidFill xmlns:a="http://schemas.openxmlformats.org/drawingml/2006/main">
            <a:srgbClr val="408E96"/>
          </a:solidFill>
          <a:ln xmlns:a="http://schemas.openxmlformats.org/drawingml/2006/main" w="0">
            <a:noFill/>
          </a:ln>
        </p:spPr>
      </p:sp>
      <p:sp>
        <p:nvSpPr>
          <p:cNvPr id="469" name="rect-2-468">
            <a:extLst xmlns:a="http://schemas.openxmlformats.org/drawingml/2006/main">
              <a:ext uri="{FF2B5EF4-FFF2-40B4-BE49-F238E27FC236}">
                <a16:creationId xmlns:a16="http://schemas.microsoft.com/office/drawing/2014/main" id="{B117BC83-3F7B-45B3-9162-91EE2A58E368}"/>
              </a:ext>
            </a:extLst>
          </p:cNvPr>
          <p:cNvSpPr>
            <a:spLocks xmlns:a="http://schemas.openxmlformats.org/drawingml/2006/main" noGrp="1"/>
          </p:cNvSpPr>
          <p:nvPr/>
        </p:nvSpPr>
        <p:spPr>
          <a:xfrm xmlns:a="http://schemas.openxmlformats.org/drawingml/2006/main">
            <a:off x="1247775" y="4377690"/>
            <a:ext cx="42053" cy="42053"/>
          </a:xfrm>
          <a:prstGeom xmlns:a="http://schemas.openxmlformats.org/drawingml/2006/main" prst="rect">
            <a:avLst/>
          </a:prstGeom>
          <a:solidFill xmlns:a="http://schemas.openxmlformats.org/drawingml/2006/main">
            <a:srgbClr val="267F88"/>
          </a:solidFill>
          <a:ln xmlns:a="http://schemas.openxmlformats.org/drawingml/2006/main" w="0">
            <a:noFill/>
          </a:ln>
        </p:spPr>
      </p:sp>
      <p:sp>
        <p:nvSpPr>
          <p:cNvPr id="470" name="rect-2-469">
            <a:extLst xmlns:a="http://schemas.openxmlformats.org/drawingml/2006/main">
              <a:ext uri="{FF2B5EF4-FFF2-40B4-BE49-F238E27FC236}">
                <a16:creationId xmlns:a16="http://schemas.microsoft.com/office/drawing/2014/main" id="{A2EB16A8-C61F-4206-9E45-40E56CE19C6B}"/>
              </a:ext>
            </a:extLst>
          </p:cNvPr>
          <p:cNvSpPr>
            <a:spLocks xmlns:a="http://schemas.openxmlformats.org/drawingml/2006/main" noGrp="1"/>
          </p:cNvSpPr>
          <p:nvPr/>
        </p:nvSpPr>
        <p:spPr>
          <a:xfrm xmlns:a="http://schemas.openxmlformats.org/drawingml/2006/main">
            <a:off x="1289685" y="4377690"/>
            <a:ext cx="42053" cy="42053"/>
          </a:xfrm>
          <a:prstGeom xmlns:a="http://schemas.openxmlformats.org/drawingml/2006/main" prst="rect">
            <a:avLst/>
          </a:prstGeom>
          <a:solidFill xmlns:a="http://schemas.openxmlformats.org/drawingml/2006/main">
            <a:srgbClr val="0C6B76"/>
          </a:solidFill>
          <a:ln xmlns:a="http://schemas.openxmlformats.org/drawingml/2006/main" w="0">
            <a:noFill/>
          </a:ln>
        </p:spPr>
      </p:sp>
      <p:sp>
        <p:nvSpPr>
          <p:cNvPr id="471" name="rect-2-470">
            <a:extLst xmlns:a="http://schemas.openxmlformats.org/drawingml/2006/main">
              <a:ext uri="{FF2B5EF4-FFF2-40B4-BE49-F238E27FC236}">
                <a16:creationId xmlns:a16="http://schemas.microsoft.com/office/drawing/2014/main" id="{D372C286-BC4B-4955-A3E2-116F53711FA9}"/>
              </a:ext>
            </a:extLst>
          </p:cNvPr>
          <p:cNvSpPr>
            <a:spLocks xmlns:a="http://schemas.openxmlformats.org/drawingml/2006/main" noGrp="1"/>
          </p:cNvSpPr>
          <p:nvPr/>
        </p:nvSpPr>
        <p:spPr>
          <a:xfrm xmlns:a="http://schemas.openxmlformats.org/drawingml/2006/main">
            <a:off x="1331595" y="4377690"/>
            <a:ext cx="42053" cy="42053"/>
          </a:xfrm>
          <a:prstGeom xmlns:a="http://schemas.openxmlformats.org/drawingml/2006/main" prst="rect">
            <a:avLst/>
          </a:prstGeom>
          <a:solidFill xmlns:a="http://schemas.openxmlformats.org/drawingml/2006/main">
            <a:srgbClr val="428F97"/>
          </a:solidFill>
          <a:ln xmlns:a="http://schemas.openxmlformats.org/drawingml/2006/main" w="0">
            <a:noFill/>
          </a:ln>
        </p:spPr>
      </p:sp>
      <p:sp>
        <p:nvSpPr>
          <p:cNvPr id="472" name="rect-2-471">
            <a:extLst xmlns:a="http://schemas.openxmlformats.org/drawingml/2006/main">
              <a:ext uri="{FF2B5EF4-FFF2-40B4-BE49-F238E27FC236}">
                <a16:creationId xmlns:a16="http://schemas.microsoft.com/office/drawing/2014/main" id="{32218ECA-B115-49FE-B482-6FFE65F60903}"/>
              </a:ext>
            </a:extLst>
          </p:cNvPr>
          <p:cNvSpPr>
            <a:spLocks xmlns:a="http://schemas.openxmlformats.org/drawingml/2006/main" noGrp="1"/>
          </p:cNvSpPr>
          <p:nvPr/>
        </p:nvSpPr>
        <p:spPr>
          <a:xfrm xmlns:a="http://schemas.openxmlformats.org/drawingml/2006/main">
            <a:off x="1373505" y="4377690"/>
            <a:ext cx="42053" cy="42053"/>
          </a:xfrm>
          <a:prstGeom xmlns:a="http://schemas.openxmlformats.org/drawingml/2006/main" prst="rect">
            <a:avLst/>
          </a:prstGeom>
          <a:solidFill xmlns:a="http://schemas.openxmlformats.org/drawingml/2006/main">
            <a:srgbClr val="3D8C94"/>
          </a:solidFill>
          <a:ln xmlns:a="http://schemas.openxmlformats.org/drawingml/2006/main" w="0">
            <a:noFill/>
          </a:ln>
        </p:spPr>
      </p:sp>
      <p:sp>
        <p:nvSpPr>
          <p:cNvPr id="473" name="rect-2-472">
            <a:extLst xmlns:a="http://schemas.openxmlformats.org/drawingml/2006/main">
              <a:ext uri="{FF2B5EF4-FFF2-40B4-BE49-F238E27FC236}">
                <a16:creationId xmlns:a16="http://schemas.microsoft.com/office/drawing/2014/main" id="{D73F133A-AA7E-452E-ABD4-79647ED0C682}"/>
              </a:ext>
            </a:extLst>
          </p:cNvPr>
          <p:cNvSpPr>
            <a:spLocks xmlns:a="http://schemas.openxmlformats.org/drawingml/2006/main" noGrp="1"/>
          </p:cNvSpPr>
          <p:nvPr/>
        </p:nvSpPr>
        <p:spPr>
          <a:xfrm xmlns:a="http://schemas.openxmlformats.org/drawingml/2006/main">
            <a:off x="1415415" y="4377690"/>
            <a:ext cx="42053" cy="42053"/>
          </a:xfrm>
          <a:prstGeom xmlns:a="http://schemas.openxmlformats.org/drawingml/2006/main" prst="rect">
            <a:avLst/>
          </a:prstGeom>
          <a:solidFill xmlns:a="http://schemas.openxmlformats.org/drawingml/2006/main">
            <a:srgbClr val="4D959D"/>
          </a:solidFill>
          <a:ln xmlns:a="http://schemas.openxmlformats.org/drawingml/2006/main" w="0">
            <a:noFill/>
          </a:ln>
        </p:spPr>
      </p:sp>
      <p:sp>
        <p:nvSpPr>
          <p:cNvPr id="474" name="rect-2-473">
            <a:extLst xmlns:a="http://schemas.openxmlformats.org/drawingml/2006/main">
              <a:ext uri="{FF2B5EF4-FFF2-40B4-BE49-F238E27FC236}">
                <a16:creationId xmlns:a16="http://schemas.microsoft.com/office/drawing/2014/main" id="{CA65FC31-76CC-4116-8565-4546C5E4F50A}"/>
              </a:ext>
            </a:extLst>
          </p:cNvPr>
          <p:cNvSpPr>
            <a:spLocks xmlns:a="http://schemas.openxmlformats.org/drawingml/2006/main" noGrp="1"/>
          </p:cNvSpPr>
          <p:nvPr/>
        </p:nvSpPr>
        <p:spPr>
          <a:xfrm xmlns:a="http://schemas.openxmlformats.org/drawingml/2006/main">
            <a:off x="1457325" y="4377690"/>
            <a:ext cx="42053" cy="42053"/>
          </a:xfrm>
          <a:prstGeom xmlns:a="http://schemas.openxmlformats.org/drawingml/2006/main" prst="rect">
            <a:avLst/>
          </a:prstGeom>
          <a:solidFill xmlns:a="http://schemas.openxmlformats.org/drawingml/2006/main">
            <a:srgbClr val="388991"/>
          </a:solidFill>
          <a:ln xmlns:a="http://schemas.openxmlformats.org/drawingml/2006/main" w="0">
            <a:noFill/>
          </a:ln>
        </p:spPr>
      </p:sp>
      <p:sp>
        <p:nvSpPr>
          <p:cNvPr id="475" name="rect-2-474">
            <a:extLst xmlns:a="http://schemas.openxmlformats.org/drawingml/2006/main">
              <a:ext uri="{FF2B5EF4-FFF2-40B4-BE49-F238E27FC236}">
                <a16:creationId xmlns:a16="http://schemas.microsoft.com/office/drawing/2014/main" id="{D752E632-EABF-4FEC-AAE4-C7DF14773AB2}"/>
              </a:ext>
            </a:extLst>
          </p:cNvPr>
          <p:cNvSpPr>
            <a:spLocks xmlns:a="http://schemas.openxmlformats.org/drawingml/2006/main" noGrp="1"/>
          </p:cNvSpPr>
          <p:nvPr/>
        </p:nvSpPr>
        <p:spPr>
          <a:xfrm xmlns:a="http://schemas.openxmlformats.org/drawingml/2006/main">
            <a:off x="1499235" y="4377690"/>
            <a:ext cx="42053" cy="42053"/>
          </a:xfrm>
          <a:prstGeom xmlns:a="http://schemas.openxmlformats.org/drawingml/2006/main" prst="rect">
            <a:avLst/>
          </a:prstGeom>
          <a:solidFill xmlns:a="http://schemas.openxmlformats.org/drawingml/2006/main">
            <a:srgbClr val="77ADB3"/>
          </a:solidFill>
          <a:ln xmlns:a="http://schemas.openxmlformats.org/drawingml/2006/main" w="0">
            <a:noFill/>
          </a:ln>
        </p:spPr>
      </p:sp>
      <p:sp>
        <p:nvSpPr>
          <p:cNvPr id="476" name="rect-2-475">
            <a:extLst xmlns:a="http://schemas.openxmlformats.org/drawingml/2006/main">
              <a:ext uri="{FF2B5EF4-FFF2-40B4-BE49-F238E27FC236}">
                <a16:creationId xmlns:a16="http://schemas.microsoft.com/office/drawing/2014/main" id="{2AC394D3-564A-4BD3-A076-A72F01D026F3}"/>
              </a:ext>
            </a:extLst>
          </p:cNvPr>
          <p:cNvSpPr>
            <a:spLocks xmlns:a="http://schemas.openxmlformats.org/drawingml/2006/main" noGrp="1"/>
          </p:cNvSpPr>
          <p:nvPr/>
        </p:nvSpPr>
        <p:spPr>
          <a:xfrm xmlns:a="http://schemas.openxmlformats.org/drawingml/2006/main">
            <a:off x="1541145" y="4377690"/>
            <a:ext cx="42053" cy="42053"/>
          </a:xfrm>
          <a:prstGeom xmlns:a="http://schemas.openxmlformats.org/drawingml/2006/main" prst="rect">
            <a:avLst/>
          </a:prstGeom>
          <a:solidFill xmlns:a="http://schemas.openxmlformats.org/drawingml/2006/main">
            <a:srgbClr val="93BDC3"/>
          </a:solidFill>
          <a:ln xmlns:a="http://schemas.openxmlformats.org/drawingml/2006/main" w="0">
            <a:noFill/>
          </a:ln>
        </p:spPr>
      </p:sp>
      <p:sp>
        <p:nvSpPr>
          <p:cNvPr id="477" name="rect-2-476">
            <a:extLst xmlns:a="http://schemas.openxmlformats.org/drawingml/2006/main">
              <a:ext uri="{FF2B5EF4-FFF2-40B4-BE49-F238E27FC236}">
                <a16:creationId xmlns:a16="http://schemas.microsoft.com/office/drawing/2014/main" id="{22BDA6A4-7D44-4139-8622-DA35B6723164}"/>
              </a:ext>
            </a:extLst>
          </p:cNvPr>
          <p:cNvSpPr>
            <a:spLocks xmlns:a="http://schemas.openxmlformats.org/drawingml/2006/main" noGrp="1"/>
          </p:cNvSpPr>
          <p:nvPr/>
        </p:nvSpPr>
        <p:spPr>
          <a:xfrm xmlns:a="http://schemas.openxmlformats.org/drawingml/2006/main">
            <a:off x="1583055" y="4377690"/>
            <a:ext cx="42053" cy="42053"/>
          </a:xfrm>
          <a:prstGeom xmlns:a="http://schemas.openxmlformats.org/drawingml/2006/main" prst="rect">
            <a:avLst/>
          </a:prstGeom>
          <a:solidFill xmlns:a="http://schemas.openxmlformats.org/drawingml/2006/main">
            <a:srgbClr val="BFD7DB"/>
          </a:solidFill>
          <a:ln xmlns:a="http://schemas.openxmlformats.org/drawingml/2006/main" w="0">
            <a:noFill/>
          </a:ln>
        </p:spPr>
      </p:sp>
      <p:sp>
        <p:nvSpPr>
          <p:cNvPr id="478" name="rect-2-477">
            <a:extLst xmlns:a="http://schemas.openxmlformats.org/drawingml/2006/main">
              <a:ext uri="{FF2B5EF4-FFF2-40B4-BE49-F238E27FC236}">
                <a16:creationId xmlns:a16="http://schemas.microsoft.com/office/drawing/2014/main" id="{32C86B31-5C2D-4D0C-A41B-5D8F504A9EFC}"/>
              </a:ext>
            </a:extLst>
          </p:cNvPr>
          <p:cNvSpPr>
            <a:spLocks xmlns:a="http://schemas.openxmlformats.org/drawingml/2006/main" noGrp="1"/>
          </p:cNvSpPr>
          <p:nvPr/>
        </p:nvSpPr>
        <p:spPr>
          <a:xfrm xmlns:a="http://schemas.openxmlformats.org/drawingml/2006/main">
            <a:off x="1163955" y="4419600"/>
            <a:ext cx="42053" cy="42053"/>
          </a:xfrm>
          <a:prstGeom xmlns:a="http://schemas.openxmlformats.org/drawingml/2006/main" prst="rect">
            <a:avLst/>
          </a:prstGeom>
          <a:solidFill xmlns:a="http://schemas.openxmlformats.org/drawingml/2006/main">
            <a:srgbClr val="BED6DA"/>
          </a:solidFill>
          <a:ln xmlns:a="http://schemas.openxmlformats.org/drawingml/2006/main" w="0">
            <a:noFill/>
          </a:ln>
        </p:spPr>
      </p:sp>
      <p:sp>
        <p:nvSpPr>
          <p:cNvPr id="479" name="rect-2-478">
            <a:extLst xmlns:a="http://schemas.openxmlformats.org/drawingml/2006/main">
              <a:ext uri="{FF2B5EF4-FFF2-40B4-BE49-F238E27FC236}">
                <a16:creationId xmlns:a16="http://schemas.microsoft.com/office/drawing/2014/main" id="{7A5F36C9-55DB-4ACC-A353-F25EF2E5D117}"/>
              </a:ext>
            </a:extLst>
          </p:cNvPr>
          <p:cNvSpPr>
            <a:spLocks xmlns:a="http://schemas.openxmlformats.org/drawingml/2006/main" noGrp="1"/>
          </p:cNvSpPr>
          <p:nvPr/>
        </p:nvSpPr>
        <p:spPr>
          <a:xfrm xmlns:a="http://schemas.openxmlformats.org/drawingml/2006/main">
            <a:off x="1205865" y="4419600"/>
            <a:ext cx="42053" cy="42053"/>
          </a:xfrm>
          <a:prstGeom xmlns:a="http://schemas.openxmlformats.org/drawingml/2006/main" prst="rect">
            <a:avLst/>
          </a:prstGeom>
          <a:solidFill xmlns:a="http://schemas.openxmlformats.org/drawingml/2006/main">
            <a:srgbClr val="358890"/>
          </a:solidFill>
          <a:ln xmlns:a="http://schemas.openxmlformats.org/drawingml/2006/main" w="0">
            <a:noFill/>
          </a:ln>
        </p:spPr>
      </p:sp>
      <p:sp>
        <p:nvSpPr>
          <p:cNvPr id="480" name="rect-2-479">
            <a:extLst xmlns:a="http://schemas.openxmlformats.org/drawingml/2006/main">
              <a:ext uri="{FF2B5EF4-FFF2-40B4-BE49-F238E27FC236}">
                <a16:creationId xmlns:a16="http://schemas.microsoft.com/office/drawing/2014/main" id="{4B1B1CD2-EADB-4150-B2FA-DCE13EABEC39}"/>
              </a:ext>
            </a:extLst>
          </p:cNvPr>
          <p:cNvSpPr>
            <a:spLocks xmlns:a="http://schemas.openxmlformats.org/drawingml/2006/main" noGrp="1"/>
          </p:cNvSpPr>
          <p:nvPr/>
        </p:nvSpPr>
        <p:spPr>
          <a:xfrm xmlns:a="http://schemas.openxmlformats.org/drawingml/2006/main">
            <a:off x="1247775" y="4419600"/>
            <a:ext cx="42053" cy="42053"/>
          </a:xfrm>
          <a:prstGeom xmlns:a="http://schemas.openxmlformats.org/drawingml/2006/main" prst="rect">
            <a:avLst/>
          </a:prstGeom>
          <a:solidFill xmlns:a="http://schemas.openxmlformats.org/drawingml/2006/main">
            <a:srgbClr val="0C6A75"/>
          </a:solidFill>
          <a:ln xmlns:a="http://schemas.openxmlformats.org/drawingml/2006/main" w="0">
            <a:noFill/>
          </a:ln>
        </p:spPr>
      </p:sp>
      <p:sp>
        <p:nvSpPr>
          <p:cNvPr id="481" name="rect-2-480">
            <a:extLst xmlns:a="http://schemas.openxmlformats.org/drawingml/2006/main">
              <a:ext uri="{FF2B5EF4-FFF2-40B4-BE49-F238E27FC236}">
                <a16:creationId xmlns:a16="http://schemas.microsoft.com/office/drawing/2014/main" id="{7A2F38A3-149A-4197-B851-0F791D035BEA}"/>
              </a:ext>
            </a:extLst>
          </p:cNvPr>
          <p:cNvSpPr>
            <a:spLocks xmlns:a="http://schemas.openxmlformats.org/drawingml/2006/main" noGrp="1"/>
          </p:cNvSpPr>
          <p:nvPr/>
        </p:nvSpPr>
        <p:spPr>
          <a:xfrm xmlns:a="http://schemas.openxmlformats.org/drawingml/2006/main">
            <a:off x="1289685" y="4419600"/>
            <a:ext cx="42053" cy="42053"/>
          </a:xfrm>
          <a:prstGeom xmlns:a="http://schemas.openxmlformats.org/drawingml/2006/main" prst="rect">
            <a:avLst/>
          </a:prstGeom>
          <a:solidFill xmlns:a="http://schemas.openxmlformats.org/drawingml/2006/main">
            <a:srgbClr val="0E5B6A"/>
          </a:solidFill>
          <a:ln xmlns:a="http://schemas.openxmlformats.org/drawingml/2006/main" w="0">
            <a:noFill/>
          </a:ln>
        </p:spPr>
      </p:sp>
      <p:sp>
        <p:nvSpPr>
          <p:cNvPr id="482" name="rect-2-481">
            <a:extLst xmlns:a="http://schemas.openxmlformats.org/drawingml/2006/main">
              <a:ext uri="{FF2B5EF4-FFF2-40B4-BE49-F238E27FC236}">
                <a16:creationId xmlns:a16="http://schemas.microsoft.com/office/drawing/2014/main" id="{9DD29979-C224-46D6-A920-5A3BAEF09465}"/>
              </a:ext>
            </a:extLst>
          </p:cNvPr>
          <p:cNvSpPr>
            <a:spLocks xmlns:a="http://schemas.openxmlformats.org/drawingml/2006/main" noGrp="1"/>
          </p:cNvSpPr>
          <p:nvPr/>
        </p:nvSpPr>
        <p:spPr>
          <a:xfrm xmlns:a="http://schemas.openxmlformats.org/drawingml/2006/main">
            <a:off x="1331595" y="4419600"/>
            <a:ext cx="42053" cy="42053"/>
          </a:xfrm>
          <a:prstGeom xmlns:a="http://schemas.openxmlformats.org/drawingml/2006/main" prst="rect">
            <a:avLst/>
          </a:prstGeom>
          <a:solidFill xmlns:a="http://schemas.openxmlformats.org/drawingml/2006/main">
            <a:srgbClr val="0F5365"/>
          </a:solidFill>
          <a:ln xmlns:a="http://schemas.openxmlformats.org/drawingml/2006/main" w="0">
            <a:noFill/>
          </a:ln>
        </p:spPr>
      </p:sp>
      <p:sp>
        <p:nvSpPr>
          <p:cNvPr id="483" name="rect-2-482">
            <a:extLst xmlns:a="http://schemas.openxmlformats.org/drawingml/2006/main">
              <a:ext uri="{FF2B5EF4-FFF2-40B4-BE49-F238E27FC236}">
                <a16:creationId xmlns:a16="http://schemas.microsoft.com/office/drawing/2014/main" id="{D47631FB-3078-4540-B5F8-8D5E71F5D14B}"/>
              </a:ext>
            </a:extLst>
          </p:cNvPr>
          <p:cNvSpPr>
            <a:spLocks xmlns:a="http://schemas.openxmlformats.org/drawingml/2006/main" noGrp="1"/>
          </p:cNvSpPr>
          <p:nvPr/>
        </p:nvSpPr>
        <p:spPr>
          <a:xfrm xmlns:a="http://schemas.openxmlformats.org/drawingml/2006/main">
            <a:off x="1373505" y="4419600"/>
            <a:ext cx="42053" cy="42053"/>
          </a:xfrm>
          <a:prstGeom xmlns:a="http://schemas.openxmlformats.org/drawingml/2006/main" prst="rect">
            <a:avLst/>
          </a:prstGeom>
          <a:solidFill xmlns:a="http://schemas.openxmlformats.org/drawingml/2006/main">
            <a:srgbClr val="3D8C94"/>
          </a:solidFill>
          <a:ln xmlns:a="http://schemas.openxmlformats.org/drawingml/2006/main" w="0">
            <a:noFill/>
          </a:ln>
        </p:spPr>
      </p:sp>
      <p:sp>
        <p:nvSpPr>
          <p:cNvPr id="484" name="rect-2-483">
            <a:extLst xmlns:a="http://schemas.openxmlformats.org/drawingml/2006/main">
              <a:ext uri="{FF2B5EF4-FFF2-40B4-BE49-F238E27FC236}">
                <a16:creationId xmlns:a16="http://schemas.microsoft.com/office/drawing/2014/main" id="{4FDACC7F-C708-4541-8306-FC918138B737}"/>
              </a:ext>
            </a:extLst>
          </p:cNvPr>
          <p:cNvSpPr>
            <a:spLocks xmlns:a="http://schemas.openxmlformats.org/drawingml/2006/main" noGrp="1"/>
          </p:cNvSpPr>
          <p:nvPr/>
        </p:nvSpPr>
        <p:spPr>
          <a:xfrm xmlns:a="http://schemas.openxmlformats.org/drawingml/2006/main">
            <a:off x="1415415" y="4419600"/>
            <a:ext cx="42053" cy="42053"/>
          </a:xfrm>
          <a:prstGeom xmlns:a="http://schemas.openxmlformats.org/drawingml/2006/main" prst="rect">
            <a:avLst/>
          </a:prstGeom>
          <a:solidFill xmlns:a="http://schemas.openxmlformats.org/drawingml/2006/main">
            <a:srgbClr val="30848D"/>
          </a:solidFill>
          <a:ln xmlns:a="http://schemas.openxmlformats.org/drawingml/2006/main" w="0">
            <a:noFill/>
          </a:ln>
        </p:spPr>
      </p:sp>
      <p:sp>
        <p:nvSpPr>
          <p:cNvPr id="485" name="rect-2-484">
            <a:extLst xmlns:a="http://schemas.openxmlformats.org/drawingml/2006/main">
              <a:ext uri="{FF2B5EF4-FFF2-40B4-BE49-F238E27FC236}">
                <a16:creationId xmlns:a16="http://schemas.microsoft.com/office/drawing/2014/main" id="{C22F6A87-4645-4C88-9A1A-F11BF79E5DD0}"/>
              </a:ext>
            </a:extLst>
          </p:cNvPr>
          <p:cNvSpPr>
            <a:spLocks xmlns:a="http://schemas.openxmlformats.org/drawingml/2006/main" noGrp="1"/>
          </p:cNvSpPr>
          <p:nvPr/>
        </p:nvSpPr>
        <p:spPr>
          <a:xfrm xmlns:a="http://schemas.openxmlformats.org/drawingml/2006/main">
            <a:off x="1457325" y="4419600"/>
            <a:ext cx="42053" cy="42053"/>
          </a:xfrm>
          <a:prstGeom xmlns:a="http://schemas.openxmlformats.org/drawingml/2006/main" prst="rect">
            <a:avLst/>
          </a:prstGeom>
          <a:solidFill xmlns:a="http://schemas.openxmlformats.org/drawingml/2006/main">
            <a:srgbClr val="2C828B"/>
          </a:solidFill>
          <a:ln xmlns:a="http://schemas.openxmlformats.org/drawingml/2006/main" w="0">
            <a:noFill/>
          </a:ln>
        </p:spPr>
      </p:sp>
      <p:sp>
        <p:nvSpPr>
          <p:cNvPr id="486" name="rect-2-485">
            <a:extLst xmlns:a="http://schemas.openxmlformats.org/drawingml/2006/main">
              <a:ext uri="{FF2B5EF4-FFF2-40B4-BE49-F238E27FC236}">
                <a16:creationId xmlns:a16="http://schemas.microsoft.com/office/drawing/2014/main" id="{A9E720C0-CBFB-46F2-B5C3-5A637DEC97E7}"/>
              </a:ext>
            </a:extLst>
          </p:cNvPr>
          <p:cNvSpPr>
            <a:spLocks xmlns:a="http://schemas.openxmlformats.org/drawingml/2006/main" noGrp="1"/>
          </p:cNvSpPr>
          <p:nvPr/>
        </p:nvSpPr>
        <p:spPr>
          <a:xfrm xmlns:a="http://schemas.openxmlformats.org/drawingml/2006/main">
            <a:off x="1499235" y="4419600"/>
            <a:ext cx="42053" cy="42053"/>
          </a:xfrm>
          <a:prstGeom xmlns:a="http://schemas.openxmlformats.org/drawingml/2006/main" prst="rect">
            <a:avLst/>
          </a:prstGeom>
          <a:solidFill xmlns:a="http://schemas.openxmlformats.org/drawingml/2006/main">
            <a:srgbClr val="569AA2"/>
          </a:solidFill>
          <a:ln xmlns:a="http://schemas.openxmlformats.org/drawingml/2006/main" w="0">
            <a:noFill/>
          </a:ln>
        </p:spPr>
      </p:sp>
      <p:sp>
        <p:nvSpPr>
          <p:cNvPr id="487" name="rect-2-486">
            <a:extLst xmlns:a="http://schemas.openxmlformats.org/drawingml/2006/main">
              <a:ext uri="{FF2B5EF4-FFF2-40B4-BE49-F238E27FC236}">
                <a16:creationId xmlns:a16="http://schemas.microsoft.com/office/drawing/2014/main" id="{1988CD23-BD05-4A5E-AFF7-D511790E4A81}"/>
              </a:ext>
            </a:extLst>
          </p:cNvPr>
          <p:cNvSpPr>
            <a:spLocks xmlns:a="http://schemas.openxmlformats.org/drawingml/2006/main" noGrp="1"/>
          </p:cNvSpPr>
          <p:nvPr/>
        </p:nvSpPr>
        <p:spPr>
          <a:xfrm xmlns:a="http://schemas.openxmlformats.org/drawingml/2006/main">
            <a:off x="1541145" y="4419600"/>
            <a:ext cx="42053" cy="42053"/>
          </a:xfrm>
          <a:prstGeom xmlns:a="http://schemas.openxmlformats.org/drawingml/2006/main" prst="rect">
            <a:avLst/>
          </a:prstGeom>
          <a:solidFill xmlns:a="http://schemas.openxmlformats.org/drawingml/2006/main">
            <a:srgbClr val="5FA0A7"/>
          </a:solidFill>
          <a:ln xmlns:a="http://schemas.openxmlformats.org/drawingml/2006/main" w="0">
            <a:noFill/>
          </a:ln>
        </p:spPr>
      </p:sp>
      <p:sp>
        <p:nvSpPr>
          <p:cNvPr id="488" name="rect-2-487">
            <a:extLst xmlns:a="http://schemas.openxmlformats.org/drawingml/2006/main">
              <a:ext uri="{FF2B5EF4-FFF2-40B4-BE49-F238E27FC236}">
                <a16:creationId xmlns:a16="http://schemas.microsoft.com/office/drawing/2014/main" id="{81E39A33-6291-41E6-A2EA-909CA8F890EB}"/>
              </a:ext>
            </a:extLst>
          </p:cNvPr>
          <p:cNvSpPr>
            <a:spLocks xmlns:a="http://schemas.openxmlformats.org/drawingml/2006/main" noGrp="1"/>
          </p:cNvSpPr>
          <p:nvPr/>
        </p:nvSpPr>
        <p:spPr>
          <a:xfrm xmlns:a="http://schemas.openxmlformats.org/drawingml/2006/main">
            <a:off x="1583055" y="4419600"/>
            <a:ext cx="42053" cy="42053"/>
          </a:xfrm>
          <a:prstGeom xmlns:a="http://schemas.openxmlformats.org/drawingml/2006/main" prst="rect">
            <a:avLst/>
          </a:prstGeom>
          <a:solidFill xmlns:a="http://schemas.openxmlformats.org/drawingml/2006/main">
            <a:srgbClr val="D1E2E5"/>
          </a:solidFill>
          <a:ln xmlns:a="http://schemas.openxmlformats.org/drawingml/2006/main" w="0">
            <a:noFill/>
          </a:ln>
        </p:spPr>
      </p:sp>
      <p:sp>
        <p:nvSpPr>
          <p:cNvPr id="489" name="rect-2-488">
            <a:extLst xmlns:a="http://schemas.openxmlformats.org/drawingml/2006/main">
              <a:ext uri="{FF2B5EF4-FFF2-40B4-BE49-F238E27FC236}">
                <a16:creationId xmlns:a16="http://schemas.microsoft.com/office/drawing/2014/main" id="{64F780C4-E0EF-4B91-A8C0-AC73FFFCAF4F}"/>
              </a:ext>
            </a:extLst>
          </p:cNvPr>
          <p:cNvSpPr>
            <a:spLocks xmlns:a="http://schemas.openxmlformats.org/drawingml/2006/main" noGrp="1"/>
          </p:cNvSpPr>
          <p:nvPr/>
        </p:nvSpPr>
        <p:spPr>
          <a:xfrm xmlns:a="http://schemas.openxmlformats.org/drawingml/2006/main">
            <a:off x="1624965" y="4419600"/>
            <a:ext cx="42053" cy="42053"/>
          </a:xfrm>
          <a:prstGeom xmlns:a="http://schemas.openxmlformats.org/drawingml/2006/main" prst="rect">
            <a:avLst/>
          </a:prstGeom>
          <a:solidFill xmlns:a="http://schemas.openxmlformats.org/drawingml/2006/main">
            <a:srgbClr val="D1E2E5"/>
          </a:solidFill>
          <a:ln xmlns:a="http://schemas.openxmlformats.org/drawingml/2006/main" w="0">
            <a:noFill/>
          </a:ln>
        </p:spPr>
      </p:sp>
      <p:sp>
        <p:nvSpPr>
          <p:cNvPr id="490" name="rect-2-489">
            <a:extLst xmlns:a="http://schemas.openxmlformats.org/drawingml/2006/main">
              <a:ext uri="{FF2B5EF4-FFF2-40B4-BE49-F238E27FC236}">
                <a16:creationId xmlns:a16="http://schemas.microsoft.com/office/drawing/2014/main" id="{F7B19444-EAA4-41FF-84F8-3DAD28710BC8}"/>
              </a:ext>
            </a:extLst>
          </p:cNvPr>
          <p:cNvSpPr>
            <a:spLocks xmlns:a="http://schemas.openxmlformats.org/drawingml/2006/main" noGrp="1"/>
          </p:cNvSpPr>
          <p:nvPr/>
        </p:nvSpPr>
        <p:spPr>
          <a:xfrm xmlns:a="http://schemas.openxmlformats.org/drawingml/2006/main">
            <a:off x="1666875" y="4419600"/>
            <a:ext cx="42053" cy="42053"/>
          </a:xfrm>
          <a:prstGeom xmlns:a="http://schemas.openxmlformats.org/drawingml/2006/main" prst="rect">
            <a:avLst/>
          </a:prstGeom>
          <a:solidFill xmlns:a="http://schemas.openxmlformats.org/drawingml/2006/main">
            <a:srgbClr val="E9EFF1"/>
          </a:solidFill>
          <a:ln xmlns:a="http://schemas.openxmlformats.org/drawingml/2006/main" w="0">
            <a:noFill/>
          </a:ln>
        </p:spPr>
      </p:sp>
      <p:sp>
        <p:nvSpPr>
          <p:cNvPr id="491" name="rect-2-490">
            <a:extLst xmlns:a="http://schemas.openxmlformats.org/drawingml/2006/main">
              <a:ext uri="{FF2B5EF4-FFF2-40B4-BE49-F238E27FC236}">
                <a16:creationId xmlns:a16="http://schemas.microsoft.com/office/drawing/2014/main" id="{A448C0F3-9B0F-4199-BDCB-0BC86F2E0B4B}"/>
              </a:ext>
            </a:extLst>
          </p:cNvPr>
          <p:cNvSpPr>
            <a:spLocks xmlns:a="http://schemas.openxmlformats.org/drawingml/2006/main" noGrp="1"/>
          </p:cNvSpPr>
          <p:nvPr/>
        </p:nvSpPr>
        <p:spPr>
          <a:xfrm xmlns:a="http://schemas.openxmlformats.org/drawingml/2006/main">
            <a:off x="1163955" y="4461510"/>
            <a:ext cx="42053" cy="42053"/>
          </a:xfrm>
          <a:prstGeom xmlns:a="http://schemas.openxmlformats.org/drawingml/2006/main" prst="rect">
            <a:avLst/>
          </a:prstGeom>
          <a:solidFill xmlns:a="http://schemas.openxmlformats.org/drawingml/2006/main">
            <a:srgbClr val="A6C9CD"/>
          </a:solidFill>
          <a:ln xmlns:a="http://schemas.openxmlformats.org/drawingml/2006/main" w="0">
            <a:noFill/>
          </a:ln>
        </p:spPr>
      </p:sp>
      <p:sp>
        <p:nvSpPr>
          <p:cNvPr id="492" name="rect-2-491">
            <a:extLst xmlns:a="http://schemas.openxmlformats.org/drawingml/2006/main">
              <a:ext uri="{FF2B5EF4-FFF2-40B4-BE49-F238E27FC236}">
                <a16:creationId xmlns:a16="http://schemas.microsoft.com/office/drawing/2014/main" id="{E4C1C99D-4DD7-4075-90D3-3F63477A2FA8}"/>
              </a:ext>
            </a:extLst>
          </p:cNvPr>
          <p:cNvSpPr>
            <a:spLocks xmlns:a="http://schemas.openxmlformats.org/drawingml/2006/main" noGrp="1"/>
          </p:cNvSpPr>
          <p:nvPr/>
        </p:nvSpPr>
        <p:spPr>
          <a:xfrm xmlns:a="http://schemas.openxmlformats.org/drawingml/2006/main">
            <a:off x="1205865" y="4461510"/>
            <a:ext cx="42053" cy="42053"/>
          </a:xfrm>
          <a:prstGeom xmlns:a="http://schemas.openxmlformats.org/drawingml/2006/main" prst="rect">
            <a:avLst/>
          </a:prstGeom>
          <a:solidFill xmlns:a="http://schemas.openxmlformats.org/drawingml/2006/main">
            <a:srgbClr val="358890"/>
          </a:solidFill>
          <a:ln xmlns:a="http://schemas.openxmlformats.org/drawingml/2006/main" w="0">
            <a:noFill/>
          </a:ln>
        </p:spPr>
      </p:sp>
      <p:sp>
        <p:nvSpPr>
          <p:cNvPr id="493" name="rect-2-492">
            <a:extLst xmlns:a="http://schemas.openxmlformats.org/drawingml/2006/main">
              <a:ext uri="{FF2B5EF4-FFF2-40B4-BE49-F238E27FC236}">
                <a16:creationId xmlns:a16="http://schemas.microsoft.com/office/drawing/2014/main" id="{49DBDFD1-53D0-4A04-A763-90E8A4B844AF}"/>
              </a:ext>
            </a:extLst>
          </p:cNvPr>
          <p:cNvSpPr>
            <a:spLocks xmlns:a="http://schemas.openxmlformats.org/drawingml/2006/main" noGrp="1"/>
          </p:cNvSpPr>
          <p:nvPr/>
        </p:nvSpPr>
        <p:spPr>
          <a:xfrm xmlns:a="http://schemas.openxmlformats.org/drawingml/2006/main">
            <a:off x="1247775" y="4461510"/>
            <a:ext cx="42053" cy="42053"/>
          </a:xfrm>
          <a:prstGeom xmlns:a="http://schemas.openxmlformats.org/drawingml/2006/main" prst="rect">
            <a:avLst/>
          </a:prstGeom>
          <a:solidFill xmlns:a="http://schemas.openxmlformats.org/drawingml/2006/main">
            <a:srgbClr val="0B6D77"/>
          </a:solidFill>
          <a:ln xmlns:a="http://schemas.openxmlformats.org/drawingml/2006/main" w="0">
            <a:noFill/>
          </a:ln>
        </p:spPr>
      </p:sp>
      <p:sp>
        <p:nvSpPr>
          <p:cNvPr id="494" name="rect-2-493">
            <a:extLst xmlns:a="http://schemas.openxmlformats.org/drawingml/2006/main">
              <a:ext uri="{FF2B5EF4-FFF2-40B4-BE49-F238E27FC236}">
                <a16:creationId xmlns:a16="http://schemas.microsoft.com/office/drawing/2014/main" id="{848A6985-7C54-4E2B-8AC9-35138D0E9E03}"/>
              </a:ext>
            </a:extLst>
          </p:cNvPr>
          <p:cNvSpPr>
            <a:spLocks xmlns:a="http://schemas.openxmlformats.org/drawingml/2006/main" noGrp="1"/>
          </p:cNvSpPr>
          <p:nvPr/>
        </p:nvSpPr>
        <p:spPr>
          <a:xfrm xmlns:a="http://schemas.openxmlformats.org/drawingml/2006/main">
            <a:off x="1289685" y="4461510"/>
            <a:ext cx="42053" cy="42053"/>
          </a:xfrm>
          <a:prstGeom xmlns:a="http://schemas.openxmlformats.org/drawingml/2006/main" prst="rect">
            <a:avLst/>
          </a:prstGeom>
          <a:solidFill xmlns:a="http://schemas.openxmlformats.org/drawingml/2006/main">
            <a:srgbClr val="0B6D77"/>
          </a:solidFill>
          <a:ln xmlns:a="http://schemas.openxmlformats.org/drawingml/2006/main" w="0">
            <a:noFill/>
          </a:ln>
        </p:spPr>
      </p:sp>
      <p:sp>
        <p:nvSpPr>
          <p:cNvPr id="495" name="rect-2-494">
            <a:extLst xmlns:a="http://schemas.openxmlformats.org/drawingml/2006/main">
              <a:ext uri="{FF2B5EF4-FFF2-40B4-BE49-F238E27FC236}">
                <a16:creationId xmlns:a16="http://schemas.microsoft.com/office/drawing/2014/main" id="{9C2B5947-E189-4F86-8CD7-0FC259AD568A}"/>
              </a:ext>
            </a:extLst>
          </p:cNvPr>
          <p:cNvSpPr>
            <a:spLocks xmlns:a="http://schemas.openxmlformats.org/drawingml/2006/main" noGrp="1"/>
          </p:cNvSpPr>
          <p:nvPr/>
        </p:nvSpPr>
        <p:spPr>
          <a:xfrm xmlns:a="http://schemas.openxmlformats.org/drawingml/2006/main">
            <a:off x="1331595" y="4461510"/>
            <a:ext cx="42053" cy="42053"/>
          </a:xfrm>
          <a:prstGeom xmlns:a="http://schemas.openxmlformats.org/drawingml/2006/main" prst="rect">
            <a:avLst/>
          </a:prstGeom>
          <a:solidFill xmlns:a="http://schemas.openxmlformats.org/drawingml/2006/main">
            <a:srgbClr val="0B6E78"/>
          </a:solidFill>
          <a:ln xmlns:a="http://schemas.openxmlformats.org/drawingml/2006/main" w="0">
            <a:noFill/>
          </a:ln>
        </p:spPr>
      </p:sp>
      <p:sp>
        <p:nvSpPr>
          <p:cNvPr id="496" name="rect-2-495">
            <a:extLst xmlns:a="http://schemas.openxmlformats.org/drawingml/2006/main">
              <a:ext uri="{FF2B5EF4-FFF2-40B4-BE49-F238E27FC236}">
                <a16:creationId xmlns:a16="http://schemas.microsoft.com/office/drawing/2014/main" id="{1834B427-569A-49E4-88EF-97602FFAE834}"/>
              </a:ext>
            </a:extLst>
          </p:cNvPr>
          <p:cNvSpPr>
            <a:spLocks xmlns:a="http://schemas.openxmlformats.org/drawingml/2006/main" noGrp="1"/>
          </p:cNvSpPr>
          <p:nvPr/>
        </p:nvSpPr>
        <p:spPr>
          <a:xfrm xmlns:a="http://schemas.openxmlformats.org/drawingml/2006/main">
            <a:off x="1373505" y="4461510"/>
            <a:ext cx="42053" cy="42053"/>
          </a:xfrm>
          <a:prstGeom xmlns:a="http://schemas.openxmlformats.org/drawingml/2006/main" prst="rect">
            <a:avLst/>
          </a:prstGeom>
          <a:solidFill xmlns:a="http://schemas.openxmlformats.org/drawingml/2006/main">
            <a:srgbClr val="16757F"/>
          </a:solidFill>
          <a:ln xmlns:a="http://schemas.openxmlformats.org/drawingml/2006/main" w="0">
            <a:noFill/>
          </a:ln>
        </p:spPr>
      </p:sp>
      <p:sp>
        <p:nvSpPr>
          <p:cNvPr id="497" name="rect-2-496">
            <a:extLst xmlns:a="http://schemas.openxmlformats.org/drawingml/2006/main">
              <a:ext uri="{FF2B5EF4-FFF2-40B4-BE49-F238E27FC236}">
                <a16:creationId xmlns:a16="http://schemas.microsoft.com/office/drawing/2014/main" id="{C8D74951-0426-4767-BD96-4B2326948825}"/>
              </a:ext>
            </a:extLst>
          </p:cNvPr>
          <p:cNvSpPr>
            <a:spLocks xmlns:a="http://schemas.openxmlformats.org/drawingml/2006/main" noGrp="1"/>
          </p:cNvSpPr>
          <p:nvPr/>
        </p:nvSpPr>
        <p:spPr>
          <a:xfrm xmlns:a="http://schemas.openxmlformats.org/drawingml/2006/main">
            <a:off x="1415415" y="4461510"/>
            <a:ext cx="42053" cy="42053"/>
          </a:xfrm>
          <a:prstGeom xmlns:a="http://schemas.openxmlformats.org/drawingml/2006/main" prst="rect">
            <a:avLst/>
          </a:prstGeom>
          <a:solidFill xmlns:a="http://schemas.openxmlformats.org/drawingml/2006/main">
            <a:srgbClr val="0C6975"/>
          </a:solidFill>
          <a:ln xmlns:a="http://schemas.openxmlformats.org/drawingml/2006/main" w="0">
            <a:noFill/>
          </a:ln>
        </p:spPr>
      </p:sp>
      <p:sp>
        <p:nvSpPr>
          <p:cNvPr id="498" name="rect-2-497">
            <a:extLst xmlns:a="http://schemas.openxmlformats.org/drawingml/2006/main">
              <a:ext uri="{FF2B5EF4-FFF2-40B4-BE49-F238E27FC236}">
                <a16:creationId xmlns:a16="http://schemas.microsoft.com/office/drawing/2014/main" id="{2B0BA4D0-481E-4B62-9C95-83FC8910EA2F}"/>
              </a:ext>
            </a:extLst>
          </p:cNvPr>
          <p:cNvSpPr>
            <a:spLocks xmlns:a="http://schemas.openxmlformats.org/drawingml/2006/main" noGrp="1"/>
          </p:cNvSpPr>
          <p:nvPr/>
        </p:nvSpPr>
        <p:spPr>
          <a:xfrm xmlns:a="http://schemas.openxmlformats.org/drawingml/2006/main">
            <a:off x="1457325" y="4461510"/>
            <a:ext cx="42053" cy="42053"/>
          </a:xfrm>
          <a:prstGeom xmlns:a="http://schemas.openxmlformats.org/drawingml/2006/main" prst="rect">
            <a:avLst/>
          </a:prstGeom>
          <a:solidFill xmlns:a="http://schemas.openxmlformats.org/drawingml/2006/main">
            <a:srgbClr val="17767F"/>
          </a:solidFill>
          <a:ln xmlns:a="http://schemas.openxmlformats.org/drawingml/2006/main" w="0">
            <a:noFill/>
          </a:ln>
        </p:spPr>
      </p:sp>
      <p:sp>
        <p:nvSpPr>
          <p:cNvPr id="499" name="rect-2-498">
            <a:extLst xmlns:a="http://schemas.openxmlformats.org/drawingml/2006/main">
              <a:ext uri="{FF2B5EF4-FFF2-40B4-BE49-F238E27FC236}">
                <a16:creationId xmlns:a16="http://schemas.microsoft.com/office/drawing/2014/main" id="{A8A402E5-B191-4358-8F9A-904E4659AF50}"/>
              </a:ext>
            </a:extLst>
          </p:cNvPr>
          <p:cNvSpPr>
            <a:spLocks xmlns:a="http://schemas.openxmlformats.org/drawingml/2006/main" noGrp="1"/>
          </p:cNvSpPr>
          <p:nvPr/>
        </p:nvSpPr>
        <p:spPr>
          <a:xfrm xmlns:a="http://schemas.openxmlformats.org/drawingml/2006/main">
            <a:off x="1499235" y="4461510"/>
            <a:ext cx="42053" cy="42053"/>
          </a:xfrm>
          <a:prstGeom xmlns:a="http://schemas.openxmlformats.org/drawingml/2006/main" prst="rect">
            <a:avLst/>
          </a:prstGeom>
          <a:solidFill xmlns:a="http://schemas.openxmlformats.org/drawingml/2006/main">
            <a:srgbClr val="3C8C94"/>
          </a:solidFill>
          <a:ln xmlns:a="http://schemas.openxmlformats.org/drawingml/2006/main" w="0">
            <a:noFill/>
          </a:ln>
        </p:spPr>
      </p:sp>
      <p:sp>
        <p:nvSpPr>
          <p:cNvPr id="500" name="rect-2-499">
            <a:extLst xmlns:a="http://schemas.openxmlformats.org/drawingml/2006/main">
              <a:ext uri="{FF2B5EF4-FFF2-40B4-BE49-F238E27FC236}">
                <a16:creationId xmlns:a16="http://schemas.microsoft.com/office/drawing/2014/main" id="{98191C66-38AD-4E72-86A1-8939DB61D6F2}"/>
              </a:ext>
            </a:extLst>
          </p:cNvPr>
          <p:cNvSpPr>
            <a:spLocks xmlns:a="http://schemas.openxmlformats.org/drawingml/2006/main" noGrp="1"/>
          </p:cNvSpPr>
          <p:nvPr/>
        </p:nvSpPr>
        <p:spPr>
          <a:xfrm xmlns:a="http://schemas.openxmlformats.org/drawingml/2006/main">
            <a:off x="1541145" y="4461510"/>
            <a:ext cx="42053" cy="42053"/>
          </a:xfrm>
          <a:prstGeom xmlns:a="http://schemas.openxmlformats.org/drawingml/2006/main" prst="rect">
            <a:avLst/>
          </a:prstGeom>
          <a:solidFill xmlns:a="http://schemas.openxmlformats.org/drawingml/2006/main">
            <a:srgbClr val="569BA2"/>
          </a:solidFill>
          <a:ln xmlns:a="http://schemas.openxmlformats.org/drawingml/2006/main" w="0">
            <a:noFill/>
          </a:ln>
        </p:spPr>
      </p:sp>
      <p:sp>
        <p:nvSpPr>
          <p:cNvPr id="501" name="rect-2-500">
            <a:extLst xmlns:a="http://schemas.openxmlformats.org/drawingml/2006/main">
              <a:ext uri="{FF2B5EF4-FFF2-40B4-BE49-F238E27FC236}">
                <a16:creationId xmlns:a16="http://schemas.microsoft.com/office/drawing/2014/main" id="{693E2FB4-D460-456D-BAF7-9ECE1B86ABB9}"/>
              </a:ext>
            </a:extLst>
          </p:cNvPr>
          <p:cNvSpPr>
            <a:spLocks xmlns:a="http://schemas.openxmlformats.org/drawingml/2006/main" noGrp="1"/>
          </p:cNvSpPr>
          <p:nvPr/>
        </p:nvSpPr>
        <p:spPr>
          <a:xfrm xmlns:a="http://schemas.openxmlformats.org/drawingml/2006/main">
            <a:off x="1583055" y="4461510"/>
            <a:ext cx="42053" cy="42053"/>
          </a:xfrm>
          <a:prstGeom xmlns:a="http://schemas.openxmlformats.org/drawingml/2006/main" prst="rect">
            <a:avLst/>
          </a:prstGeom>
          <a:solidFill xmlns:a="http://schemas.openxmlformats.org/drawingml/2006/main">
            <a:srgbClr val="B6D2D6"/>
          </a:solidFill>
          <a:ln xmlns:a="http://schemas.openxmlformats.org/drawingml/2006/main" w="0">
            <a:noFill/>
          </a:ln>
        </p:spPr>
      </p:sp>
      <p:sp>
        <p:nvSpPr>
          <p:cNvPr id="502" name="rect-2-501">
            <a:extLst xmlns:a="http://schemas.openxmlformats.org/drawingml/2006/main">
              <a:ext uri="{FF2B5EF4-FFF2-40B4-BE49-F238E27FC236}">
                <a16:creationId xmlns:a16="http://schemas.microsoft.com/office/drawing/2014/main" id="{926DCA03-EB25-4EA0-9332-5AE05B3E4259}"/>
              </a:ext>
            </a:extLst>
          </p:cNvPr>
          <p:cNvSpPr>
            <a:spLocks xmlns:a="http://schemas.openxmlformats.org/drawingml/2006/main" noGrp="1"/>
          </p:cNvSpPr>
          <p:nvPr/>
        </p:nvSpPr>
        <p:spPr>
          <a:xfrm xmlns:a="http://schemas.openxmlformats.org/drawingml/2006/main">
            <a:off x="1624965" y="4461510"/>
            <a:ext cx="42053" cy="42053"/>
          </a:xfrm>
          <a:prstGeom xmlns:a="http://schemas.openxmlformats.org/drawingml/2006/main" prst="rect">
            <a:avLst/>
          </a:prstGeom>
          <a:solidFill xmlns:a="http://schemas.openxmlformats.org/drawingml/2006/main">
            <a:srgbClr val="E0EAEC"/>
          </a:solidFill>
          <a:ln xmlns:a="http://schemas.openxmlformats.org/drawingml/2006/main" w="0">
            <a:noFill/>
          </a:ln>
        </p:spPr>
      </p:sp>
      <p:sp>
        <p:nvSpPr>
          <p:cNvPr id="503" name="rect-2-502">
            <a:extLst xmlns:a="http://schemas.openxmlformats.org/drawingml/2006/main">
              <a:ext uri="{FF2B5EF4-FFF2-40B4-BE49-F238E27FC236}">
                <a16:creationId xmlns:a16="http://schemas.microsoft.com/office/drawing/2014/main" id="{F9582660-2ED7-42AE-8657-28B5DFED48EE}"/>
              </a:ext>
            </a:extLst>
          </p:cNvPr>
          <p:cNvSpPr>
            <a:spLocks xmlns:a="http://schemas.openxmlformats.org/drawingml/2006/main" noGrp="1"/>
          </p:cNvSpPr>
          <p:nvPr/>
        </p:nvSpPr>
        <p:spPr>
          <a:xfrm xmlns:a="http://schemas.openxmlformats.org/drawingml/2006/main">
            <a:off x="1666875" y="4461510"/>
            <a:ext cx="42053" cy="42053"/>
          </a:xfrm>
          <a:prstGeom xmlns:a="http://schemas.openxmlformats.org/drawingml/2006/main" prst="rect">
            <a:avLst/>
          </a:prstGeom>
          <a:solidFill xmlns:a="http://schemas.openxmlformats.org/drawingml/2006/main">
            <a:srgbClr val="E9EFF1"/>
          </a:solidFill>
          <a:ln xmlns:a="http://schemas.openxmlformats.org/drawingml/2006/main" w="0">
            <a:noFill/>
          </a:ln>
        </p:spPr>
      </p:sp>
      <p:sp>
        <p:nvSpPr>
          <p:cNvPr id="504" name="rect-2-503">
            <a:extLst xmlns:a="http://schemas.openxmlformats.org/drawingml/2006/main">
              <a:ext uri="{FF2B5EF4-FFF2-40B4-BE49-F238E27FC236}">
                <a16:creationId xmlns:a16="http://schemas.microsoft.com/office/drawing/2014/main" id="{393ABA9A-CB97-4491-BEA6-DB5123E76DCB}"/>
              </a:ext>
            </a:extLst>
          </p:cNvPr>
          <p:cNvSpPr>
            <a:spLocks xmlns:a="http://schemas.openxmlformats.org/drawingml/2006/main" noGrp="1"/>
          </p:cNvSpPr>
          <p:nvPr/>
        </p:nvSpPr>
        <p:spPr>
          <a:xfrm xmlns:a="http://schemas.openxmlformats.org/drawingml/2006/main">
            <a:off x="1205865" y="4503420"/>
            <a:ext cx="42053" cy="42053"/>
          </a:xfrm>
          <a:prstGeom xmlns:a="http://schemas.openxmlformats.org/drawingml/2006/main" prst="rect">
            <a:avLst/>
          </a:prstGeom>
          <a:solidFill xmlns:a="http://schemas.openxmlformats.org/drawingml/2006/main">
            <a:srgbClr val="9AC2C7"/>
          </a:solidFill>
          <a:ln xmlns:a="http://schemas.openxmlformats.org/drawingml/2006/main" w="0">
            <a:noFill/>
          </a:ln>
        </p:spPr>
      </p:sp>
      <p:sp>
        <p:nvSpPr>
          <p:cNvPr id="505" name="rect-2-504">
            <a:extLst xmlns:a="http://schemas.openxmlformats.org/drawingml/2006/main">
              <a:ext uri="{FF2B5EF4-FFF2-40B4-BE49-F238E27FC236}">
                <a16:creationId xmlns:a16="http://schemas.microsoft.com/office/drawing/2014/main" id="{EE62B9F9-9764-4338-9E2B-005C865C8BD5}"/>
              </a:ext>
            </a:extLst>
          </p:cNvPr>
          <p:cNvSpPr>
            <a:spLocks xmlns:a="http://schemas.openxmlformats.org/drawingml/2006/main" noGrp="1"/>
          </p:cNvSpPr>
          <p:nvPr/>
        </p:nvSpPr>
        <p:spPr>
          <a:xfrm xmlns:a="http://schemas.openxmlformats.org/drawingml/2006/main">
            <a:off x="1247775" y="4503420"/>
            <a:ext cx="42053" cy="42053"/>
          </a:xfrm>
          <a:prstGeom xmlns:a="http://schemas.openxmlformats.org/drawingml/2006/main" prst="rect">
            <a:avLst/>
          </a:prstGeom>
          <a:solidFill xmlns:a="http://schemas.openxmlformats.org/drawingml/2006/main">
            <a:srgbClr val="0B6F79"/>
          </a:solidFill>
          <a:ln xmlns:a="http://schemas.openxmlformats.org/drawingml/2006/main" w="0">
            <a:noFill/>
          </a:ln>
        </p:spPr>
      </p:sp>
      <p:sp>
        <p:nvSpPr>
          <p:cNvPr id="506" name="rect-2-505">
            <a:extLst xmlns:a="http://schemas.openxmlformats.org/drawingml/2006/main">
              <a:ext uri="{FF2B5EF4-FFF2-40B4-BE49-F238E27FC236}">
                <a16:creationId xmlns:a16="http://schemas.microsoft.com/office/drawing/2014/main" id="{AFD35AD3-6FC9-4704-8574-5FB006D49082}"/>
              </a:ext>
            </a:extLst>
          </p:cNvPr>
          <p:cNvSpPr>
            <a:spLocks xmlns:a="http://schemas.openxmlformats.org/drawingml/2006/main" noGrp="1"/>
          </p:cNvSpPr>
          <p:nvPr/>
        </p:nvSpPr>
        <p:spPr>
          <a:xfrm xmlns:a="http://schemas.openxmlformats.org/drawingml/2006/main">
            <a:off x="1289685" y="4503420"/>
            <a:ext cx="42053" cy="42053"/>
          </a:xfrm>
          <a:prstGeom xmlns:a="http://schemas.openxmlformats.org/drawingml/2006/main" prst="rect">
            <a:avLst/>
          </a:prstGeom>
          <a:solidFill xmlns:a="http://schemas.openxmlformats.org/drawingml/2006/main">
            <a:srgbClr val="0C6874"/>
          </a:solidFill>
          <a:ln xmlns:a="http://schemas.openxmlformats.org/drawingml/2006/main" w="0">
            <a:noFill/>
          </a:ln>
        </p:spPr>
      </p:sp>
      <p:sp>
        <p:nvSpPr>
          <p:cNvPr id="507" name="rect-2-506">
            <a:extLst xmlns:a="http://schemas.openxmlformats.org/drawingml/2006/main">
              <a:ext uri="{FF2B5EF4-FFF2-40B4-BE49-F238E27FC236}">
                <a16:creationId xmlns:a16="http://schemas.microsoft.com/office/drawing/2014/main" id="{D5CAE0FE-9357-4916-8848-1DDD152F1ABD}"/>
              </a:ext>
            </a:extLst>
          </p:cNvPr>
          <p:cNvSpPr>
            <a:spLocks xmlns:a="http://schemas.openxmlformats.org/drawingml/2006/main" noGrp="1"/>
          </p:cNvSpPr>
          <p:nvPr/>
        </p:nvSpPr>
        <p:spPr>
          <a:xfrm xmlns:a="http://schemas.openxmlformats.org/drawingml/2006/main">
            <a:off x="1331595" y="4503420"/>
            <a:ext cx="42053" cy="42053"/>
          </a:xfrm>
          <a:prstGeom xmlns:a="http://schemas.openxmlformats.org/drawingml/2006/main" prst="rect">
            <a:avLst/>
          </a:prstGeom>
          <a:solidFill xmlns:a="http://schemas.openxmlformats.org/drawingml/2006/main">
            <a:srgbClr val="0E5D6B"/>
          </a:solidFill>
          <a:ln xmlns:a="http://schemas.openxmlformats.org/drawingml/2006/main" w="0">
            <a:noFill/>
          </a:ln>
        </p:spPr>
      </p:sp>
      <p:sp>
        <p:nvSpPr>
          <p:cNvPr id="508" name="rect-2-507">
            <a:extLst xmlns:a="http://schemas.openxmlformats.org/drawingml/2006/main">
              <a:ext uri="{FF2B5EF4-FFF2-40B4-BE49-F238E27FC236}">
                <a16:creationId xmlns:a16="http://schemas.microsoft.com/office/drawing/2014/main" id="{B0440692-94CE-4FB8-A2F3-D7B24E0C9460}"/>
              </a:ext>
            </a:extLst>
          </p:cNvPr>
          <p:cNvSpPr>
            <a:spLocks xmlns:a="http://schemas.openxmlformats.org/drawingml/2006/main" noGrp="1"/>
          </p:cNvSpPr>
          <p:nvPr/>
        </p:nvSpPr>
        <p:spPr>
          <a:xfrm xmlns:a="http://schemas.openxmlformats.org/drawingml/2006/main">
            <a:off x="1373505" y="4503420"/>
            <a:ext cx="42053" cy="42053"/>
          </a:xfrm>
          <a:prstGeom xmlns:a="http://schemas.openxmlformats.org/drawingml/2006/main" prst="rect">
            <a:avLst/>
          </a:prstGeom>
          <a:solidFill xmlns:a="http://schemas.openxmlformats.org/drawingml/2006/main">
            <a:srgbClr val="14747E"/>
          </a:solidFill>
          <a:ln xmlns:a="http://schemas.openxmlformats.org/drawingml/2006/main" w="0">
            <a:noFill/>
          </a:ln>
        </p:spPr>
      </p:sp>
      <p:sp>
        <p:nvSpPr>
          <p:cNvPr id="509" name="rect-2-508">
            <a:extLst xmlns:a="http://schemas.openxmlformats.org/drawingml/2006/main">
              <a:ext uri="{FF2B5EF4-FFF2-40B4-BE49-F238E27FC236}">
                <a16:creationId xmlns:a16="http://schemas.microsoft.com/office/drawing/2014/main" id="{ADDC56C5-E868-4D86-9177-AB0562C65FCC}"/>
              </a:ext>
            </a:extLst>
          </p:cNvPr>
          <p:cNvSpPr>
            <a:spLocks xmlns:a="http://schemas.openxmlformats.org/drawingml/2006/main" noGrp="1"/>
          </p:cNvSpPr>
          <p:nvPr/>
        </p:nvSpPr>
        <p:spPr>
          <a:xfrm xmlns:a="http://schemas.openxmlformats.org/drawingml/2006/main">
            <a:off x="1415415" y="4503420"/>
            <a:ext cx="42053" cy="42053"/>
          </a:xfrm>
          <a:prstGeom xmlns:a="http://schemas.openxmlformats.org/drawingml/2006/main" prst="rect">
            <a:avLst/>
          </a:prstGeom>
          <a:solidFill xmlns:a="http://schemas.openxmlformats.org/drawingml/2006/main">
            <a:srgbClr val="0C6B76"/>
          </a:solidFill>
          <a:ln xmlns:a="http://schemas.openxmlformats.org/drawingml/2006/main" w="0">
            <a:noFill/>
          </a:ln>
        </p:spPr>
      </p:sp>
      <p:sp>
        <p:nvSpPr>
          <p:cNvPr id="510" name="rect-2-509">
            <a:extLst xmlns:a="http://schemas.openxmlformats.org/drawingml/2006/main">
              <a:ext uri="{FF2B5EF4-FFF2-40B4-BE49-F238E27FC236}">
                <a16:creationId xmlns:a16="http://schemas.microsoft.com/office/drawing/2014/main" id="{8699B02D-D601-4A44-9F08-EB919F541236}"/>
              </a:ext>
            </a:extLst>
          </p:cNvPr>
          <p:cNvSpPr>
            <a:spLocks xmlns:a="http://schemas.openxmlformats.org/drawingml/2006/main" noGrp="1"/>
          </p:cNvSpPr>
          <p:nvPr/>
        </p:nvSpPr>
        <p:spPr>
          <a:xfrm xmlns:a="http://schemas.openxmlformats.org/drawingml/2006/main">
            <a:off x="1457325" y="4503420"/>
            <a:ext cx="42053" cy="42053"/>
          </a:xfrm>
          <a:prstGeom xmlns:a="http://schemas.openxmlformats.org/drawingml/2006/main" prst="rect">
            <a:avLst/>
          </a:prstGeom>
          <a:solidFill xmlns:a="http://schemas.openxmlformats.org/drawingml/2006/main">
            <a:srgbClr val="3D8C94"/>
          </a:solidFill>
          <a:ln xmlns:a="http://schemas.openxmlformats.org/drawingml/2006/main" w="0">
            <a:noFill/>
          </a:ln>
        </p:spPr>
      </p:sp>
      <p:sp>
        <p:nvSpPr>
          <p:cNvPr id="511" name="rect-2-510">
            <a:extLst xmlns:a="http://schemas.openxmlformats.org/drawingml/2006/main">
              <a:ext uri="{FF2B5EF4-FFF2-40B4-BE49-F238E27FC236}">
                <a16:creationId xmlns:a16="http://schemas.microsoft.com/office/drawing/2014/main" id="{6375AD70-0883-4017-86AB-0952BE77E1FE}"/>
              </a:ext>
            </a:extLst>
          </p:cNvPr>
          <p:cNvSpPr>
            <a:spLocks xmlns:a="http://schemas.openxmlformats.org/drawingml/2006/main" noGrp="1"/>
          </p:cNvSpPr>
          <p:nvPr/>
        </p:nvSpPr>
        <p:spPr>
          <a:xfrm xmlns:a="http://schemas.openxmlformats.org/drawingml/2006/main">
            <a:off x="1499235" y="4503420"/>
            <a:ext cx="42053" cy="42053"/>
          </a:xfrm>
          <a:prstGeom xmlns:a="http://schemas.openxmlformats.org/drawingml/2006/main" prst="rect">
            <a:avLst/>
          </a:prstGeom>
          <a:solidFill xmlns:a="http://schemas.openxmlformats.org/drawingml/2006/main">
            <a:srgbClr val="0C707A"/>
          </a:solidFill>
          <a:ln xmlns:a="http://schemas.openxmlformats.org/drawingml/2006/main" w="0">
            <a:noFill/>
          </a:ln>
        </p:spPr>
      </p:sp>
      <p:sp>
        <p:nvSpPr>
          <p:cNvPr id="512" name="rect-2-511">
            <a:extLst xmlns:a="http://schemas.openxmlformats.org/drawingml/2006/main">
              <a:ext uri="{FF2B5EF4-FFF2-40B4-BE49-F238E27FC236}">
                <a16:creationId xmlns:a16="http://schemas.microsoft.com/office/drawing/2014/main" id="{245C5E00-3C11-40DB-8F7F-CE1BC46AE30B}"/>
              </a:ext>
            </a:extLst>
          </p:cNvPr>
          <p:cNvSpPr>
            <a:spLocks xmlns:a="http://schemas.openxmlformats.org/drawingml/2006/main" noGrp="1"/>
          </p:cNvSpPr>
          <p:nvPr/>
        </p:nvSpPr>
        <p:spPr>
          <a:xfrm xmlns:a="http://schemas.openxmlformats.org/drawingml/2006/main">
            <a:off x="1541145" y="4503420"/>
            <a:ext cx="42053" cy="42053"/>
          </a:xfrm>
          <a:prstGeom xmlns:a="http://schemas.openxmlformats.org/drawingml/2006/main" prst="rect">
            <a:avLst/>
          </a:prstGeom>
          <a:solidFill xmlns:a="http://schemas.openxmlformats.org/drawingml/2006/main">
            <a:srgbClr val="408E96"/>
          </a:solidFill>
          <a:ln xmlns:a="http://schemas.openxmlformats.org/drawingml/2006/main" w="0">
            <a:noFill/>
          </a:ln>
        </p:spPr>
      </p:sp>
      <p:sp>
        <p:nvSpPr>
          <p:cNvPr id="513" name="rect-2-512">
            <a:extLst xmlns:a="http://schemas.openxmlformats.org/drawingml/2006/main">
              <a:ext uri="{FF2B5EF4-FFF2-40B4-BE49-F238E27FC236}">
                <a16:creationId xmlns:a16="http://schemas.microsoft.com/office/drawing/2014/main" id="{BBEAD007-C445-4855-9E31-5A05D73134A8}"/>
              </a:ext>
            </a:extLst>
          </p:cNvPr>
          <p:cNvSpPr>
            <a:spLocks xmlns:a="http://schemas.openxmlformats.org/drawingml/2006/main" noGrp="1"/>
          </p:cNvSpPr>
          <p:nvPr/>
        </p:nvSpPr>
        <p:spPr>
          <a:xfrm xmlns:a="http://schemas.openxmlformats.org/drawingml/2006/main">
            <a:off x="1583055" y="4503420"/>
            <a:ext cx="42053" cy="42053"/>
          </a:xfrm>
          <a:prstGeom xmlns:a="http://schemas.openxmlformats.org/drawingml/2006/main" prst="rect">
            <a:avLst/>
          </a:prstGeom>
          <a:solidFill xmlns:a="http://schemas.openxmlformats.org/drawingml/2006/main">
            <a:srgbClr val="D1E1E4"/>
          </a:solidFill>
          <a:ln xmlns:a="http://schemas.openxmlformats.org/drawingml/2006/main" w="0">
            <a:noFill/>
          </a:ln>
        </p:spPr>
      </p:sp>
      <p:sp>
        <p:nvSpPr>
          <p:cNvPr id="514" name="rect-2-513">
            <a:extLst xmlns:a="http://schemas.openxmlformats.org/drawingml/2006/main">
              <a:ext uri="{FF2B5EF4-FFF2-40B4-BE49-F238E27FC236}">
                <a16:creationId xmlns:a16="http://schemas.microsoft.com/office/drawing/2014/main" id="{9EFB1F7C-0564-4445-9F60-DCBB56F8777E}"/>
              </a:ext>
            </a:extLst>
          </p:cNvPr>
          <p:cNvSpPr>
            <a:spLocks xmlns:a="http://schemas.openxmlformats.org/drawingml/2006/main" noGrp="1"/>
          </p:cNvSpPr>
          <p:nvPr/>
        </p:nvSpPr>
        <p:spPr>
          <a:xfrm xmlns:a="http://schemas.openxmlformats.org/drawingml/2006/main">
            <a:off x="1163955" y="4545330"/>
            <a:ext cx="42053" cy="42053"/>
          </a:xfrm>
          <a:prstGeom xmlns:a="http://schemas.openxmlformats.org/drawingml/2006/main" prst="rect">
            <a:avLst/>
          </a:prstGeom>
          <a:solidFill xmlns:a="http://schemas.openxmlformats.org/drawingml/2006/main">
            <a:srgbClr val="E0EAED"/>
          </a:solidFill>
          <a:ln xmlns:a="http://schemas.openxmlformats.org/drawingml/2006/main" w="0">
            <a:noFill/>
          </a:ln>
        </p:spPr>
      </p:sp>
      <p:sp>
        <p:nvSpPr>
          <p:cNvPr id="515" name="rect-2-514">
            <a:extLst xmlns:a="http://schemas.openxmlformats.org/drawingml/2006/main">
              <a:ext uri="{FF2B5EF4-FFF2-40B4-BE49-F238E27FC236}">
                <a16:creationId xmlns:a16="http://schemas.microsoft.com/office/drawing/2014/main" id="{972D46E4-3456-4DC2-96D5-499F7A5DE1A9}"/>
              </a:ext>
            </a:extLst>
          </p:cNvPr>
          <p:cNvSpPr>
            <a:spLocks xmlns:a="http://schemas.openxmlformats.org/drawingml/2006/main" noGrp="1"/>
          </p:cNvSpPr>
          <p:nvPr/>
        </p:nvSpPr>
        <p:spPr>
          <a:xfrm xmlns:a="http://schemas.openxmlformats.org/drawingml/2006/main">
            <a:off x="1205865" y="4545330"/>
            <a:ext cx="42053" cy="42053"/>
          </a:xfrm>
          <a:prstGeom xmlns:a="http://schemas.openxmlformats.org/drawingml/2006/main" prst="rect">
            <a:avLst/>
          </a:prstGeom>
          <a:solidFill xmlns:a="http://schemas.openxmlformats.org/drawingml/2006/main">
            <a:srgbClr val="95BFC4"/>
          </a:solidFill>
          <a:ln xmlns:a="http://schemas.openxmlformats.org/drawingml/2006/main" w="0">
            <a:noFill/>
          </a:ln>
        </p:spPr>
      </p:sp>
      <p:sp>
        <p:nvSpPr>
          <p:cNvPr id="516" name="rect-2-515">
            <a:extLst xmlns:a="http://schemas.openxmlformats.org/drawingml/2006/main">
              <a:ext uri="{FF2B5EF4-FFF2-40B4-BE49-F238E27FC236}">
                <a16:creationId xmlns:a16="http://schemas.microsoft.com/office/drawing/2014/main" id="{4C8D6EFC-3E66-4AC2-8F51-CEF9F3F26701}"/>
              </a:ext>
            </a:extLst>
          </p:cNvPr>
          <p:cNvSpPr>
            <a:spLocks xmlns:a="http://schemas.openxmlformats.org/drawingml/2006/main" noGrp="1"/>
          </p:cNvSpPr>
          <p:nvPr/>
        </p:nvSpPr>
        <p:spPr>
          <a:xfrm xmlns:a="http://schemas.openxmlformats.org/drawingml/2006/main">
            <a:off x="1247775" y="4545330"/>
            <a:ext cx="42053" cy="42053"/>
          </a:xfrm>
          <a:prstGeom xmlns:a="http://schemas.openxmlformats.org/drawingml/2006/main" prst="rect">
            <a:avLst/>
          </a:prstGeom>
          <a:solidFill xmlns:a="http://schemas.openxmlformats.org/drawingml/2006/main">
            <a:srgbClr val="0B6C77"/>
          </a:solidFill>
          <a:ln xmlns:a="http://schemas.openxmlformats.org/drawingml/2006/main" w="0">
            <a:noFill/>
          </a:ln>
        </p:spPr>
      </p:sp>
      <p:sp>
        <p:nvSpPr>
          <p:cNvPr id="517" name="rect-2-516">
            <a:extLst xmlns:a="http://schemas.openxmlformats.org/drawingml/2006/main">
              <a:ext uri="{FF2B5EF4-FFF2-40B4-BE49-F238E27FC236}">
                <a16:creationId xmlns:a16="http://schemas.microsoft.com/office/drawing/2014/main" id="{7C4617C2-01E3-4D23-879B-6F0AB9F8AB93}"/>
              </a:ext>
            </a:extLst>
          </p:cNvPr>
          <p:cNvSpPr>
            <a:spLocks xmlns:a="http://schemas.openxmlformats.org/drawingml/2006/main" noGrp="1"/>
          </p:cNvSpPr>
          <p:nvPr/>
        </p:nvSpPr>
        <p:spPr>
          <a:xfrm xmlns:a="http://schemas.openxmlformats.org/drawingml/2006/main">
            <a:off x="1289685" y="4545330"/>
            <a:ext cx="42053" cy="42053"/>
          </a:xfrm>
          <a:prstGeom xmlns:a="http://schemas.openxmlformats.org/drawingml/2006/main" prst="rect">
            <a:avLst/>
          </a:prstGeom>
          <a:solidFill xmlns:a="http://schemas.openxmlformats.org/drawingml/2006/main">
            <a:srgbClr val="0D606E"/>
          </a:solidFill>
          <a:ln xmlns:a="http://schemas.openxmlformats.org/drawingml/2006/main" w="0">
            <a:noFill/>
          </a:ln>
        </p:spPr>
      </p:sp>
      <p:sp>
        <p:nvSpPr>
          <p:cNvPr id="518" name="rect-2-517">
            <a:extLst xmlns:a="http://schemas.openxmlformats.org/drawingml/2006/main">
              <a:ext uri="{FF2B5EF4-FFF2-40B4-BE49-F238E27FC236}">
                <a16:creationId xmlns:a16="http://schemas.microsoft.com/office/drawing/2014/main" id="{69E80438-C9DC-4786-961D-422CDE5455BF}"/>
              </a:ext>
            </a:extLst>
          </p:cNvPr>
          <p:cNvSpPr>
            <a:spLocks xmlns:a="http://schemas.openxmlformats.org/drawingml/2006/main" noGrp="1"/>
          </p:cNvSpPr>
          <p:nvPr/>
        </p:nvSpPr>
        <p:spPr>
          <a:xfrm xmlns:a="http://schemas.openxmlformats.org/drawingml/2006/main">
            <a:off x="1331595" y="4545330"/>
            <a:ext cx="42053" cy="42053"/>
          </a:xfrm>
          <a:prstGeom xmlns:a="http://schemas.openxmlformats.org/drawingml/2006/main" prst="rect">
            <a:avLst/>
          </a:prstGeom>
          <a:solidFill xmlns:a="http://schemas.openxmlformats.org/drawingml/2006/main">
            <a:srgbClr val="0D6471"/>
          </a:solidFill>
          <a:ln xmlns:a="http://schemas.openxmlformats.org/drawingml/2006/main" w="0">
            <a:noFill/>
          </a:ln>
        </p:spPr>
      </p:sp>
      <p:sp>
        <p:nvSpPr>
          <p:cNvPr id="519" name="rect-2-518">
            <a:extLst xmlns:a="http://schemas.openxmlformats.org/drawingml/2006/main">
              <a:ext uri="{FF2B5EF4-FFF2-40B4-BE49-F238E27FC236}">
                <a16:creationId xmlns:a16="http://schemas.microsoft.com/office/drawing/2014/main" id="{861F0B7C-7836-418B-BCDA-F0A7A94F8891}"/>
              </a:ext>
            </a:extLst>
          </p:cNvPr>
          <p:cNvSpPr>
            <a:spLocks xmlns:a="http://schemas.openxmlformats.org/drawingml/2006/main" noGrp="1"/>
          </p:cNvSpPr>
          <p:nvPr/>
        </p:nvSpPr>
        <p:spPr>
          <a:xfrm xmlns:a="http://schemas.openxmlformats.org/drawingml/2006/main">
            <a:off x="1373505" y="4545330"/>
            <a:ext cx="42053" cy="42053"/>
          </a:xfrm>
          <a:prstGeom xmlns:a="http://schemas.openxmlformats.org/drawingml/2006/main" prst="rect">
            <a:avLst/>
          </a:prstGeom>
          <a:solidFill xmlns:a="http://schemas.openxmlformats.org/drawingml/2006/main">
            <a:srgbClr val="0D707A"/>
          </a:solidFill>
          <a:ln xmlns:a="http://schemas.openxmlformats.org/drawingml/2006/main" w="0">
            <a:noFill/>
          </a:ln>
        </p:spPr>
      </p:sp>
      <p:sp>
        <p:nvSpPr>
          <p:cNvPr id="520" name="rect-2-519">
            <a:extLst xmlns:a="http://schemas.openxmlformats.org/drawingml/2006/main">
              <a:ext uri="{FF2B5EF4-FFF2-40B4-BE49-F238E27FC236}">
                <a16:creationId xmlns:a16="http://schemas.microsoft.com/office/drawing/2014/main" id="{4D4D69EE-4E4B-46E7-9D49-DC73A0DF087B}"/>
              </a:ext>
            </a:extLst>
          </p:cNvPr>
          <p:cNvSpPr>
            <a:spLocks xmlns:a="http://schemas.openxmlformats.org/drawingml/2006/main" noGrp="1"/>
          </p:cNvSpPr>
          <p:nvPr/>
        </p:nvSpPr>
        <p:spPr>
          <a:xfrm xmlns:a="http://schemas.openxmlformats.org/drawingml/2006/main">
            <a:off x="1415415" y="4545330"/>
            <a:ext cx="42053" cy="42053"/>
          </a:xfrm>
          <a:prstGeom xmlns:a="http://schemas.openxmlformats.org/drawingml/2006/main" prst="rect">
            <a:avLst/>
          </a:prstGeom>
          <a:solidFill xmlns:a="http://schemas.openxmlformats.org/drawingml/2006/main">
            <a:srgbClr val="3E8D95"/>
          </a:solidFill>
          <a:ln xmlns:a="http://schemas.openxmlformats.org/drawingml/2006/main" w="0">
            <a:noFill/>
          </a:ln>
        </p:spPr>
      </p:sp>
      <p:sp>
        <p:nvSpPr>
          <p:cNvPr id="521" name="rect-2-520">
            <a:extLst xmlns:a="http://schemas.openxmlformats.org/drawingml/2006/main">
              <a:ext uri="{FF2B5EF4-FFF2-40B4-BE49-F238E27FC236}">
                <a16:creationId xmlns:a16="http://schemas.microsoft.com/office/drawing/2014/main" id="{A4954516-1FB6-46E1-AEAB-E41D3BF6BCD5}"/>
              </a:ext>
            </a:extLst>
          </p:cNvPr>
          <p:cNvSpPr>
            <a:spLocks xmlns:a="http://schemas.openxmlformats.org/drawingml/2006/main" noGrp="1"/>
          </p:cNvSpPr>
          <p:nvPr/>
        </p:nvSpPr>
        <p:spPr>
          <a:xfrm xmlns:a="http://schemas.openxmlformats.org/drawingml/2006/main">
            <a:off x="1457325" y="4545330"/>
            <a:ext cx="42053" cy="42053"/>
          </a:xfrm>
          <a:prstGeom xmlns:a="http://schemas.openxmlformats.org/drawingml/2006/main" prst="rect">
            <a:avLst/>
          </a:prstGeom>
          <a:solidFill xmlns:a="http://schemas.openxmlformats.org/drawingml/2006/main">
            <a:srgbClr val="0B6F79"/>
          </a:solidFill>
          <a:ln xmlns:a="http://schemas.openxmlformats.org/drawingml/2006/main" w="0">
            <a:noFill/>
          </a:ln>
        </p:spPr>
      </p:sp>
      <p:sp>
        <p:nvSpPr>
          <p:cNvPr id="522" name="rect-2-521">
            <a:extLst xmlns:a="http://schemas.openxmlformats.org/drawingml/2006/main">
              <a:ext uri="{FF2B5EF4-FFF2-40B4-BE49-F238E27FC236}">
                <a16:creationId xmlns:a16="http://schemas.microsoft.com/office/drawing/2014/main" id="{81C159BF-A5C7-48D8-A832-1A5C01CB5013}"/>
              </a:ext>
            </a:extLst>
          </p:cNvPr>
          <p:cNvSpPr>
            <a:spLocks xmlns:a="http://schemas.openxmlformats.org/drawingml/2006/main" noGrp="1"/>
          </p:cNvSpPr>
          <p:nvPr/>
        </p:nvSpPr>
        <p:spPr>
          <a:xfrm xmlns:a="http://schemas.openxmlformats.org/drawingml/2006/main">
            <a:off x="1499235" y="4545330"/>
            <a:ext cx="42053" cy="42053"/>
          </a:xfrm>
          <a:prstGeom xmlns:a="http://schemas.openxmlformats.org/drawingml/2006/main" prst="rect">
            <a:avLst/>
          </a:prstGeom>
          <a:solidFill xmlns:a="http://schemas.openxmlformats.org/drawingml/2006/main">
            <a:srgbClr val="32858E"/>
          </a:solidFill>
          <a:ln xmlns:a="http://schemas.openxmlformats.org/drawingml/2006/main" w="0">
            <a:noFill/>
          </a:ln>
        </p:spPr>
      </p:sp>
      <p:sp>
        <p:nvSpPr>
          <p:cNvPr id="523" name="rect-2-522">
            <a:extLst xmlns:a="http://schemas.openxmlformats.org/drawingml/2006/main">
              <a:ext uri="{FF2B5EF4-FFF2-40B4-BE49-F238E27FC236}">
                <a16:creationId xmlns:a16="http://schemas.microsoft.com/office/drawing/2014/main" id="{EE3C321B-EB0E-48FA-B6D6-C3DD18802C90}"/>
              </a:ext>
            </a:extLst>
          </p:cNvPr>
          <p:cNvSpPr>
            <a:spLocks xmlns:a="http://schemas.openxmlformats.org/drawingml/2006/main" noGrp="1"/>
          </p:cNvSpPr>
          <p:nvPr/>
        </p:nvSpPr>
        <p:spPr>
          <a:xfrm xmlns:a="http://schemas.openxmlformats.org/drawingml/2006/main">
            <a:off x="1541145" y="4545330"/>
            <a:ext cx="42053" cy="42053"/>
          </a:xfrm>
          <a:prstGeom xmlns:a="http://schemas.openxmlformats.org/drawingml/2006/main" prst="rect">
            <a:avLst/>
          </a:prstGeom>
          <a:solidFill xmlns:a="http://schemas.openxmlformats.org/drawingml/2006/main">
            <a:srgbClr val="6AA6AC"/>
          </a:solidFill>
          <a:ln xmlns:a="http://schemas.openxmlformats.org/drawingml/2006/main" w="0">
            <a:noFill/>
          </a:ln>
        </p:spPr>
      </p:sp>
      <p:sp>
        <p:nvSpPr>
          <p:cNvPr id="524" name="rect-2-523">
            <a:extLst xmlns:a="http://schemas.openxmlformats.org/drawingml/2006/main">
              <a:ext uri="{FF2B5EF4-FFF2-40B4-BE49-F238E27FC236}">
                <a16:creationId xmlns:a16="http://schemas.microsoft.com/office/drawing/2014/main" id="{540C3BE7-EFCC-4FB4-A4A9-984FB2A9AD00}"/>
              </a:ext>
            </a:extLst>
          </p:cNvPr>
          <p:cNvSpPr>
            <a:spLocks xmlns:a="http://schemas.openxmlformats.org/drawingml/2006/main" noGrp="1"/>
          </p:cNvSpPr>
          <p:nvPr/>
        </p:nvSpPr>
        <p:spPr>
          <a:xfrm xmlns:a="http://schemas.openxmlformats.org/drawingml/2006/main">
            <a:off x="1583055" y="4545330"/>
            <a:ext cx="42053" cy="42053"/>
          </a:xfrm>
          <a:prstGeom xmlns:a="http://schemas.openxmlformats.org/drawingml/2006/main" prst="rect">
            <a:avLst/>
          </a:prstGeom>
          <a:solidFill xmlns:a="http://schemas.openxmlformats.org/drawingml/2006/main">
            <a:srgbClr val="E0EAEC"/>
          </a:solidFill>
          <a:ln xmlns:a="http://schemas.openxmlformats.org/drawingml/2006/main" w="0">
            <a:noFill/>
          </a:ln>
        </p:spPr>
      </p:sp>
      <p:sp>
        <p:nvSpPr>
          <p:cNvPr id="525" name="rect-2-524">
            <a:extLst xmlns:a="http://schemas.openxmlformats.org/drawingml/2006/main">
              <a:ext uri="{FF2B5EF4-FFF2-40B4-BE49-F238E27FC236}">
                <a16:creationId xmlns:a16="http://schemas.microsoft.com/office/drawing/2014/main" id="{014847D1-49C1-4370-9FD5-0860143E814D}"/>
              </a:ext>
            </a:extLst>
          </p:cNvPr>
          <p:cNvSpPr>
            <a:spLocks xmlns:a="http://schemas.openxmlformats.org/drawingml/2006/main" noGrp="1"/>
          </p:cNvSpPr>
          <p:nvPr/>
        </p:nvSpPr>
        <p:spPr>
          <a:xfrm xmlns:a="http://schemas.openxmlformats.org/drawingml/2006/main">
            <a:off x="1163955" y="4587240"/>
            <a:ext cx="42053" cy="42053"/>
          </a:xfrm>
          <a:prstGeom xmlns:a="http://schemas.openxmlformats.org/drawingml/2006/main" prst="rect">
            <a:avLst/>
          </a:prstGeom>
          <a:solidFill xmlns:a="http://schemas.openxmlformats.org/drawingml/2006/main">
            <a:srgbClr val="CCDEE2"/>
          </a:solidFill>
          <a:ln xmlns:a="http://schemas.openxmlformats.org/drawingml/2006/main" w="0">
            <a:noFill/>
          </a:ln>
        </p:spPr>
      </p:sp>
      <p:sp>
        <p:nvSpPr>
          <p:cNvPr id="526" name="rect-2-525">
            <a:extLst xmlns:a="http://schemas.openxmlformats.org/drawingml/2006/main">
              <a:ext uri="{FF2B5EF4-FFF2-40B4-BE49-F238E27FC236}">
                <a16:creationId xmlns:a16="http://schemas.microsoft.com/office/drawing/2014/main" id="{DFEDEAB7-BE9B-421B-BE78-831E8D0327D9}"/>
              </a:ext>
            </a:extLst>
          </p:cNvPr>
          <p:cNvSpPr>
            <a:spLocks xmlns:a="http://schemas.openxmlformats.org/drawingml/2006/main" noGrp="1"/>
          </p:cNvSpPr>
          <p:nvPr/>
        </p:nvSpPr>
        <p:spPr>
          <a:xfrm xmlns:a="http://schemas.openxmlformats.org/drawingml/2006/main">
            <a:off x="1205865" y="4587240"/>
            <a:ext cx="42053" cy="42053"/>
          </a:xfrm>
          <a:prstGeom xmlns:a="http://schemas.openxmlformats.org/drawingml/2006/main" prst="rect">
            <a:avLst/>
          </a:prstGeom>
          <a:solidFill xmlns:a="http://schemas.openxmlformats.org/drawingml/2006/main">
            <a:srgbClr val="67A4AB"/>
          </a:solidFill>
          <a:ln xmlns:a="http://schemas.openxmlformats.org/drawingml/2006/main" w="0">
            <a:noFill/>
          </a:ln>
        </p:spPr>
      </p:sp>
      <p:sp>
        <p:nvSpPr>
          <p:cNvPr id="527" name="rect-2-526">
            <a:extLst xmlns:a="http://schemas.openxmlformats.org/drawingml/2006/main">
              <a:ext uri="{FF2B5EF4-FFF2-40B4-BE49-F238E27FC236}">
                <a16:creationId xmlns:a16="http://schemas.microsoft.com/office/drawing/2014/main" id="{1CF55198-601F-460A-AFFD-1BD17FED87DD}"/>
              </a:ext>
            </a:extLst>
          </p:cNvPr>
          <p:cNvSpPr>
            <a:spLocks xmlns:a="http://schemas.openxmlformats.org/drawingml/2006/main" noGrp="1"/>
          </p:cNvSpPr>
          <p:nvPr/>
        </p:nvSpPr>
        <p:spPr>
          <a:xfrm xmlns:a="http://schemas.openxmlformats.org/drawingml/2006/main">
            <a:off x="1247775" y="4587240"/>
            <a:ext cx="42053" cy="42053"/>
          </a:xfrm>
          <a:prstGeom xmlns:a="http://schemas.openxmlformats.org/drawingml/2006/main" prst="rect">
            <a:avLst/>
          </a:prstGeom>
          <a:solidFill xmlns:a="http://schemas.openxmlformats.org/drawingml/2006/main">
            <a:srgbClr val="227C85"/>
          </a:solidFill>
          <a:ln xmlns:a="http://schemas.openxmlformats.org/drawingml/2006/main" w="0">
            <a:noFill/>
          </a:ln>
        </p:spPr>
      </p:sp>
      <p:sp>
        <p:nvSpPr>
          <p:cNvPr id="528" name="rect-2-527">
            <a:extLst xmlns:a="http://schemas.openxmlformats.org/drawingml/2006/main">
              <a:ext uri="{FF2B5EF4-FFF2-40B4-BE49-F238E27FC236}">
                <a16:creationId xmlns:a16="http://schemas.microsoft.com/office/drawing/2014/main" id="{97F4323D-A9B2-4D3B-AA21-0C1C0E739020}"/>
              </a:ext>
            </a:extLst>
          </p:cNvPr>
          <p:cNvSpPr>
            <a:spLocks xmlns:a="http://schemas.openxmlformats.org/drawingml/2006/main" noGrp="1"/>
          </p:cNvSpPr>
          <p:nvPr/>
        </p:nvSpPr>
        <p:spPr>
          <a:xfrm xmlns:a="http://schemas.openxmlformats.org/drawingml/2006/main">
            <a:off x="1289685" y="4587240"/>
            <a:ext cx="42053" cy="42053"/>
          </a:xfrm>
          <a:prstGeom xmlns:a="http://schemas.openxmlformats.org/drawingml/2006/main" prst="rect">
            <a:avLst/>
          </a:prstGeom>
          <a:solidFill xmlns:a="http://schemas.openxmlformats.org/drawingml/2006/main">
            <a:srgbClr val="257E87"/>
          </a:solidFill>
          <a:ln xmlns:a="http://schemas.openxmlformats.org/drawingml/2006/main" w="0">
            <a:noFill/>
          </a:ln>
        </p:spPr>
      </p:sp>
      <p:sp>
        <p:nvSpPr>
          <p:cNvPr id="529" name="rect-2-528">
            <a:extLst xmlns:a="http://schemas.openxmlformats.org/drawingml/2006/main">
              <a:ext uri="{FF2B5EF4-FFF2-40B4-BE49-F238E27FC236}">
                <a16:creationId xmlns:a16="http://schemas.microsoft.com/office/drawing/2014/main" id="{AE948C44-1E20-4BE3-8EA6-A34F2D08A4D2}"/>
              </a:ext>
            </a:extLst>
          </p:cNvPr>
          <p:cNvSpPr>
            <a:spLocks xmlns:a="http://schemas.openxmlformats.org/drawingml/2006/main" noGrp="1"/>
          </p:cNvSpPr>
          <p:nvPr/>
        </p:nvSpPr>
        <p:spPr>
          <a:xfrm xmlns:a="http://schemas.openxmlformats.org/drawingml/2006/main">
            <a:off x="1331595" y="4587240"/>
            <a:ext cx="42053" cy="42053"/>
          </a:xfrm>
          <a:prstGeom xmlns:a="http://schemas.openxmlformats.org/drawingml/2006/main" prst="rect">
            <a:avLst/>
          </a:prstGeom>
          <a:solidFill xmlns:a="http://schemas.openxmlformats.org/drawingml/2006/main">
            <a:srgbClr val="187680"/>
          </a:solidFill>
          <a:ln xmlns:a="http://schemas.openxmlformats.org/drawingml/2006/main" w="0">
            <a:noFill/>
          </a:ln>
        </p:spPr>
      </p:sp>
      <p:sp>
        <p:nvSpPr>
          <p:cNvPr id="530" name="rect-2-529">
            <a:extLst xmlns:a="http://schemas.openxmlformats.org/drawingml/2006/main">
              <a:ext uri="{FF2B5EF4-FFF2-40B4-BE49-F238E27FC236}">
                <a16:creationId xmlns:a16="http://schemas.microsoft.com/office/drawing/2014/main" id="{07D6B0B4-3703-4FF9-AC35-9EB15F5A243B}"/>
              </a:ext>
            </a:extLst>
          </p:cNvPr>
          <p:cNvSpPr>
            <a:spLocks xmlns:a="http://schemas.openxmlformats.org/drawingml/2006/main" noGrp="1"/>
          </p:cNvSpPr>
          <p:nvPr/>
        </p:nvSpPr>
        <p:spPr>
          <a:xfrm xmlns:a="http://schemas.openxmlformats.org/drawingml/2006/main">
            <a:off x="1373505" y="4587240"/>
            <a:ext cx="42053" cy="42053"/>
          </a:xfrm>
          <a:prstGeom xmlns:a="http://schemas.openxmlformats.org/drawingml/2006/main" prst="rect">
            <a:avLst/>
          </a:prstGeom>
          <a:solidFill xmlns:a="http://schemas.openxmlformats.org/drawingml/2006/main">
            <a:srgbClr val="3B8B93"/>
          </a:solidFill>
          <a:ln xmlns:a="http://schemas.openxmlformats.org/drawingml/2006/main" w="0">
            <a:noFill/>
          </a:ln>
        </p:spPr>
      </p:sp>
      <p:sp>
        <p:nvSpPr>
          <p:cNvPr id="531" name="rect-2-530">
            <a:extLst xmlns:a="http://schemas.openxmlformats.org/drawingml/2006/main">
              <a:ext uri="{FF2B5EF4-FFF2-40B4-BE49-F238E27FC236}">
                <a16:creationId xmlns:a16="http://schemas.microsoft.com/office/drawing/2014/main" id="{B5EAD384-8388-4989-91DD-0B90C11E94EE}"/>
              </a:ext>
            </a:extLst>
          </p:cNvPr>
          <p:cNvSpPr>
            <a:spLocks xmlns:a="http://schemas.openxmlformats.org/drawingml/2006/main" noGrp="1"/>
          </p:cNvSpPr>
          <p:nvPr/>
        </p:nvSpPr>
        <p:spPr>
          <a:xfrm xmlns:a="http://schemas.openxmlformats.org/drawingml/2006/main">
            <a:off x="1415415" y="4587240"/>
            <a:ext cx="42053" cy="42053"/>
          </a:xfrm>
          <a:prstGeom xmlns:a="http://schemas.openxmlformats.org/drawingml/2006/main" prst="rect">
            <a:avLst/>
          </a:prstGeom>
          <a:solidFill xmlns:a="http://schemas.openxmlformats.org/drawingml/2006/main">
            <a:srgbClr val="237D86"/>
          </a:solidFill>
          <a:ln xmlns:a="http://schemas.openxmlformats.org/drawingml/2006/main" w="0">
            <a:noFill/>
          </a:ln>
        </p:spPr>
      </p:sp>
      <p:sp>
        <p:nvSpPr>
          <p:cNvPr id="532" name="rect-2-531">
            <a:extLst xmlns:a="http://schemas.openxmlformats.org/drawingml/2006/main">
              <a:ext uri="{FF2B5EF4-FFF2-40B4-BE49-F238E27FC236}">
                <a16:creationId xmlns:a16="http://schemas.microsoft.com/office/drawing/2014/main" id="{27A2B381-2D99-4202-8E13-B53220D112AB}"/>
              </a:ext>
            </a:extLst>
          </p:cNvPr>
          <p:cNvSpPr>
            <a:spLocks xmlns:a="http://schemas.openxmlformats.org/drawingml/2006/main" noGrp="1"/>
          </p:cNvSpPr>
          <p:nvPr/>
        </p:nvSpPr>
        <p:spPr>
          <a:xfrm xmlns:a="http://schemas.openxmlformats.org/drawingml/2006/main">
            <a:off x="1457325" y="4587240"/>
            <a:ext cx="42053" cy="42053"/>
          </a:xfrm>
          <a:prstGeom xmlns:a="http://schemas.openxmlformats.org/drawingml/2006/main" prst="rect">
            <a:avLst/>
          </a:prstGeom>
          <a:solidFill xmlns:a="http://schemas.openxmlformats.org/drawingml/2006/main">
            <a:srgbClr val="1D7A83"/>
          </a:solidFill>
          <a:ln xmlns:a="http://schemas.openxmlformats.org/drawingml/2006/main" w="0">
            <a:noFill/>
          </a:ln>
        </p:spPr>
      </p:sp>
      <p:sp>
        <p:nvSpPr>
          <p:cNvPr id="533" name="rect-2-532">
            <a:extLst xmlns:a="http://schemas.openxmlformats.org/drawingml/2006/main">
              <a:ext uri="{FF2B5EF4-FFF2-40B4-BE49-F238E27FC236}">
                <a16:creationId xmlns:a16="http://schemas.microsoft.com/office/drawing/2014/main" id="{ED1AD29D-67CC-4175-B6C9-B88994844D24}"/>
              </a:ext>
            </a:extLst>
          </p:cNvPr>
          <p:cNvSpPr>
            <a:spLocks xmlns:a="http://schemas.openxmlformats.org/drawingml/2006/main" noGrp="1"/>
          </p:cNvSpPr>
          <p:nvPr/>
        </p:nvSpPr>
        <p:spPr>
          <a:xfrm xmlns:a="http://schemas.openxmlformats.org/drawingml/2006/main">
            <a:off x="1499235" y="4587240"/>
            <a:ext cx="42053" cy="42053"/>
          </a:xfrm>
          <a:prstGeom xmlns:a="http://schemas.openxmlformats.org/drawingml/2006/main" prst="rect">
            <a:avLst/>
          </a:prstGeom>
          <a:solidFill xmlns:a="http://schemas.openxmlformats.org/drawingml/2006/main">
            <a:srgbClr val="579BA2"/>
          </a:solidFill>
          <a:ln xmlns:a="http://schemas.openxmlformats.org/drawingml/2006/main" w="0">
            <a:noFill/>
          </a:ln>
        </p:spPr>
      </p:sp>
      <p:sp>
        <p:nvSpPr>
          <p:cNvPr id="534" name="rect-2-533">
            <a:extLst xmlns:a="http://schemas.openxmlformats.org/drawingml/2006/main">
              <a:ext uri="{FF2B5EF4-FFF2-40B4-BE49-F238E27FC236}">
                <a16:creationId xmlns:a16="http://schemas.microsoft.com/office/drawing/2014/main" id="{5B50D42B-BEC9-4567-8F76-C900493CAEBE}"/>
              </a:ext>
            </a:extLst>
          </p:cNvPr>
          <p:cNvSpPr>
            <a:spLocks xmlns:a="http://schemas.openxmlformats.org/drawingml/2006/main" noGrp="1"/>
          </p:cNvSpPr>
          <p:nvPr/>
        </p:nvSpPr>
        <p:spPr>
          <a:xfrm xmlns:a="http://schemas.openxmlformats.org/drawingml/2006/main">
            <a:off x="1541145" y="4587240"/>
            <a:ext cx="42053" cy="42053"/>
          </a:xfrm>
          <a:prstGeom xmlns:a="http://schemas.openxmlformats.org/drawingml/2006/main" prst="rect">
            <a:avLst/>
          </a:prstGeom>
          <a:solidFill xmlns:a="http://schemas.openxmlformats.org/drawingml/2006/main">
            <a:srgbClr val="48929A"/>
          </a:solidFill>
          <a:ln xmlns:a="http://schemas.openxmlformats.org/drawingml/2006/main" w="0">
            <a:noFill/>
          </a:ln>
        </p:spPr>
      </p:sp>
      <p:sp>
        <p:nvSpPr>
          <p:cNvPr id="535" name="rect-2-534">
            <a:extLst xmlns:a="http://schemas.openxmlformats.org/drawingml/2006/main">
              <a:ext uri="{FF2B5EF4-FFF2-40B4-BE49-F238E27FC236}">
                <a16:creationId xmlns:a16="http://schemas.microsoft.com/office/drawing/2014/main" id="{B6690882-D587-4BD5-A6D2-4B5EAA070BAF}"/>
              </a:ext>
            </a:extLst>
          </p:cNvPr>
          <p:cNvSpPr>
            <a:spLocks xmlns:a="http://schemas.openxmlformats.org/drawingml/2006/main" noGrp="1"/>
          </p:cNvSpPr>
          <p:nvPr/>
        </p:nvSpPr>
        <p:spPr>
          <a:xfrm xmlns:a="http://schemas.openxmlformats.org/drawingml/2006/main">
            <a:off x="1163955" y="4629150"/>
            <a:ext cx="42053" cy="42053"/>
          </a:xfrm>
          <a:prstGeom xmlns:a="http://schemas.openxmlformats.org/drawingml/2006/main" prst="rect">
            <a:avLst/>
          </a:prstGeom>
          <a:solidFill xmlns:a="http://schemas.openxmlformats.org/drawingml/2006/main">
            <a:srgbClr val="DDE8EB"/>
          </a:solidFill>
          <a:ln xmlns:a="http://schemas.openxmlformats.org/drawingml/2006/main" w="0">
            <a:noFill/>
          </a:ln>
        </p:spPr>
      </p:sp>
      <p:sp>
        <p:nvSpPr>
          <p:cNvPr id="536" name="rect-2-535">
            <a:extLst xmlns:a="http://schemas.openxmlformats.org/drawingml/2006/main">
              <a:ext uri="{FF2B5EF4-FFF2-40B4-BE49-F238E27FC236}">
                <a16:creationId xmlns:a16="http://schemas.microsoft.com/office/drawing/2014/main" id="{EE16F27A-A3CB-4DB4-AEBA-F8A458547F44}"/>
              </a:ext>
            </a:extLst>
          </p:cNvPr>
          <p:cNvSpPr>
            <a:spLocks xmlns:a="http://schemas.openxmlformats.org/drawingml/2006/main" noGrp="1"/>
          </p:cNvSpPr>
          <p:nvPr/>
        </p:nvSpPr>
        <p:spPr>
          <a:xfrm xmlns:a="http://schemas.openxmlformats.org/drawingml/2006/main">
            <a:off x="1205865" y="4629150"/>
            <a:ext cx="42053" cy="42053"/>
          </a:xfrm>
          <a:prstGeom xmlns:a="http://schemas.openxmlformats.org/drawingml/2006/main" prst="rect">
            <a:avLst/>
          </a:prstGeom>
          <a:solidFill xmlns:a="http://schemas.openxmlformats.org/drawingml/2006/main">
            <a:srgbClr val="78AEB4"/>
          </a:solidFill>
          <a:ln xmlns:a="http://schemas.openxmlformats.org/drawingml/2006/main" w="0">
            <a:noFill/>
          </a:ln>
        </p:spPr>
      </p:sp>
      <p:sp>
        <p:nvSpPr>
          <p:cNvPr id="537" name="rect-2-536">
            <a:extLst xmlns:a="http://schemas.openxmlformats.org/drawingml/2006/main">
              <a:ext uri="{FF2B5EF4-FFF2-40B4-BE49-F238E27FC236}">
                <a16:creationId xmlns:a16="http://schemas.microsoft.com/office/drawing/2014/main" id="{4726158B-D747-495D-A52C-49F5399CF098}"/>
              </a:ext>
            </a:extLst>
          </p:cNvPr>
          <p:cNvSpPr>
            <a:spLocks xmlns:a="http://schemas.openxmlformats.org/drawingml/2006/main" noGrp="1"/>
          </p:cNvSpPr>
          <p:nvPr/>
        </p:nvSpPr>
        <p:spPr>
          <a:xfrm xmlns:a="http://schemas.openxmlformats.org/drawingml/2006/main">
            <a:off x="1247775" y="4629150"/>
            <a:ext cx="42053" cy="42053"/>
          </a:xfrm>
          <a:prstGeom xmlns:a="http://schemas.openxmlformats.org/drawingml/2006/main" prst="rect">
            <a:avLst/>
          </a:prstGeom>
          <a:solidFill xmlns:a="http://schemas.openxmlformats.org/drawingml/2006/main">
            <a:srgbClr val="439098"/>
          </a:solidFill>
          <a:ln xmlns:a="http://schemas.openxmlformats.org/drawingml/2006/main" w="0">
            <a:noFill/>
          </a:ln>
        </p:spPr>
      </p:sp>
      <p:sp>
        <p:nvSpPr>
          <p:cNvPr id="538" name="rect-2-537">
            <a:extLst xmlns:a="http://schemas.openxmlformats.org/drawingml/2006/main">
              <a:ext uri="{FF2B5EF4-FFF2-40B4-BE49-F238E27FC236}">
                <a16:creationId xmlns:a16="http://schemas.microsoft.com/office/drawing/2014/main" id="{2F0F9822-E126-43F2-B720-A060F15B28A3}"/>
              </a:ext>
            </a:extLst>
          </p:cNvPr>
          <p:cNvSpPr>
            <a:spLocks xmlns:a="http://schemas.openxmlformats.org/drawingml/2006/main" noGrp="1"/>
          </p:cNvSpPr>
          <p:nvPr/>
        </p:nvSpPr>
        <p:spPr>
          <a:xfrm xmlns:a="http://schemas.openxmlformats.org/drawingml/2006/main">
            <a:off x="1289685" y="4629150"/>
            <a:ext cx="42053" cy="42053"/>
          </a:xfrm>
          <a:prstGeom xmlns:a="http://schemas.openxmlformats.org/drawingml/2006/main" prst="rect">
            <a:avLst/>
          </a:prstGeom>
          <a:solidFill xmlns:a="http://schemas.openxmlformats.org/drawingml/2006/main">
            <a:srgbClr val="0B6E78"/>
          </a:solidFill>
          <a:ln xmlns:a="http://schemas.openxmlformats.org/drawingml/2006/main" w="0">
            <a:noFill/>
          </a:ln>
        </p:spPr>
      </p:sp>
      <p:sp>
        <p:nvSpPr>
          <p:cNvPr id="539" name="rect-2-538">
            <a:extLst xmlns:a="http://schemas.openxmlformats.org/drawingml/2006/main">
              <a:ext uri="{FF2B5EF4-FFF2-40B4-BE49-F238E27FC236}">
                <a16:creationId xmlns:a16="http://schemas.microsoft.com/office/drawing/2014/main" id="{B8411F83-935F-4B9B-B8D0-E35A7A6507BB}"/>
              </a:ext>
            </a:extLst>
          </p:cNvPr>
          <p:cNvSpPr>
            <a:spLocks xmlns:a="http://schemas.openxmlformats.org/drawingml/2006/main" noGrp="1"/>
          </p:cNvSpPr>
          <p:nvPr/>
        </p:nvSpPr>
        <p:spPr>
          <a:xfrm xmlns:a="http://schemas.openxmlformats.org/drawingml/2006/main">
            <a:off x="1331595" y="4629150"/>
            <a:ext cx="42053" cy="42053"/>
          </a:xfrm>
          <a:prstGeom xmlns:a="http://schemas.openxmlformats.org/drawingml/2006/main" prst="rect">
            <a:avLst/>
          </a:prstGeom>
          <a:solidFill xmlns:a="http://schemas.openxmlformats.org/drawingml/2006/main">
            <a:srgbClr val="0B6E78"/>
          </a:solidFill>
          <a:ln xmlns:a="http://schemas.openxmlformats.org/drawingml/2006/main" w="0">
            <a:noFill/>
          </a:ln>
        </p:spPr>
      </p:sp>
      <p:sp>
        <p:nvSpPr>
          <p:cNvPr id="540" name="rect-2-539">
            <a:extLst xmlns:a="http://schemas.openxmlformats.org/drawingml/2006/main">
              <a:ext uri="{FF2B5EF4-FFF2-40B4-BE49-F238E27FC236}">
                <a16:creationId xmlns:a16="http://schemas.microsoft.com/office/drawing/2014/main" id="{9351C64A-C641-4581-99DD-93E0092AF0D6}"/>
              </a:ext>
            </a:extLst>
          </p:cNvPr>
          <p:cNvSpPr>
            <a:spLocks xmlns:a="http://schemas.openxmlformats.org/drawingml/2006/main" noGrp="1"/>
          </p:cNvSpPr>
          <p:nvPr/>
        </p:nvSpPr>
        <p:spPr>
          <a:xfrm xmlns:a="http://schemas.openxmlformats.org/drawingml/2006/main">
            <a:off x="1373505" y="4629150"/>
            <a:ext cx="42053" cy="42053"/>
          </a:xfrm>
          <a:prstGeom xmlns:a="http://schemas.openxmlformats.org/drawingml/2006/main" prst="rect">
            <a:avLst/>
          </a:prstGeom>
          <a:solidFill xmlns:a="http://schemas.openxmlformats.org/drawingml/2006/main">
            <a:srgbClr val="0E717B"/>
          </a:solidFill>
          <a:ln xmlns:a="http://schemas.openxmlformats.org/drawingml/2006/main" w="0">
            <a:noFill/>
          </a:ln>
        </p:spPr>
      </p:sp>
      <p:sp>
        <p:nvSpPr>
          <p:cNvPr id="541" name="rect-2-540">
            <a:extLst xmlns:a="http://schemas.openxmlformats.org/drawingml/2006/main">
              <a:ext uri="{FF2B5EF4-FFF2-40B4-BE49-F238E27FC236}">
                <a16:creationId xmlns:a16="http://schemas.microsoft.com/office/drawing/2014/main" id="{6A565D25-F7BF-48CC-9054-9847EBEF7EE5}"/>
              </a:ext>
            </a:extLst>
          </p:cNvPr>
          <p:cNvSpPr>
            <a:spLocks xmlns:a="http://schemas.openxmlformats.org/drawingml/2006/main" noGrp="1"/>
          </p:cNvSpPr>
          <p:nvPr/>
        </p:nvSpPr>
        <p:spPr>
          <a:xfrm xmlns:a="http://schemas.openxmlformats.org/drawingml/2006/main">
            <a:off x="1415415" y="4629150"/>
            <a:ext cx="42053" cy="42053"/>
          </a:xfrm>
          <a:prstGeom xmlns:a="http://schemas.openxmlformats.org/drawingml/2006/main" prst="rect">
            <a:avLst/>
          </a:prstGeom>
          <a:solidFill xmlns:a="http://schemas.openxmlformats.org/drawingml/2006/main">
            <a:srgbClr val="0C6B76"/>
          </a:solidFill>
          <a:ln xmlns:a="http://schemas.openxmlformats.org/drawingml/2006/main" w="0">
            <a:noFill/>
          </a:ln>
        </p:spPr>
      </p:sp>
      <p:sp>
        <p:nvSpPr>
          <p:cNvPr id="542" name="rect-2-541">
            <a:extLst xmlns:a="http://schemas.openxmlformats.org/drawingml/2006/main">
              <a:ext uri="{FF2B5EF4-FFF2-40B4-BE49-F238E27FC236}">
                <a16:creationId xmlns:a16="http://schemas.microsoft.com/office/drawing/2014/main" id="{DBA1A39E-D51A-42EF-94D4-93281A05900D}"/>
              </a:ext>
            </a:extLst>
          </p:cNvPr>
          <p:cNvSpPr>
            <a:spLocks xmlns:a="http://schemas.openxmlformats.org/drawingml/2006/main" noGrp="1"/>
          </p:cNvSpPr>
          <p:nvPr/>
        </p:nvSpPr>
        <p:spPr>
          <a:xfrm xmlns:a="http://schemas.openxmlformats.org/drawingml/2006/main">
            <a:off x="1457325" y="4629150"/>
            <a:ext cx="42053" cy="42053"/>
          </a:xfrm>
          <a:prstGeom xmlns:a="http://schemas.openxmlformats.org/drawingml/2006/main" prst="rect">
            <a:avLst/>
          </a:prstGeom>
          <a:solidFill xmlns:a="http://schemas.openxmlformats.org/drawingml/2006/main">
            <a:srgbClr val="0C707A"/>
          </a:solidFill>
          <a:ln xmlns:a="http://schemas.openxmlformats.org/drawingml/2006/main" w="0">
            <a:noFill/>
          </a:ln>
        </p:spPr>
      </p:sp>
      <p:sp>
        <p:nvSpPr>
          <p:cNvPr id="543" name="rect-2-542">
            <a:extLst xmlns:a="http://schemas.openxmlformats.org/drawingml/2006/main">
              <a:ext uri="{FF2B5EF4-FFF2-40B4-BE49-F238E27FC236}">
                <a16:creationId xmlns:a16="http://schemas.microsoft.com/office/drawing/2014/main" id="{EF438EA1-6DFE-43D1-838E-A9589E64D2CB}"/>
              </a:ext>
            </a:extLst>
          </p:cNvPr>
          <p:cNvSpPr>
            <a:spLocks xmlns:a="http://schemas.openxmlformats.org/drawingml/2006/main" noGrp="1"/>
          </p:cNvSpPr>
          <p:nvPr/>
        </p:nvSpPr>
        <p:spPr>
          <a:xfrm xmlns:a="http://schemas.openxmlformats.org/drawingml/2006/main">
            <a:off x="1499235" y="4629150"/>
            <a:ext cx="42053" cy="42053"/>
          </a:xfrm>
          <a:prstGeom xmlns:a="http://schemas.openxmlformats.org/drawingml/2006/main" prst="rect">
            <a:avLst/>
          </a:prstGeom>
          <a:solidFill xmlns:a="http://schemas.openxmlformats.org/drawingml/2006/main">
            <a:srgbClr val="7DB1B7"/>
          </a:solidFill>
          <a:ln xmlns:a="http://schemas.openxmlformats.org/drawingml/2006/main" w="0">
            <a:noFill/>
          </a:ln>
        </p:spPr>
      </p:sp>
      <p:sp>
        <p:nvSpPr>
          <p:cNvPr id="544" name="rect-2-543">
            <a:extLst xmlns:a="http://schemas.openxmlformats.org/drawingml/2006/main">
              <a:ext uri="{FF2B5EF4-FFF2-40B4-BE49-F238E27FC236}">
                <a16:creationId xmlns:a16="http://schemas.microsoft.com/office/drawing/2014/main" id="{4520D985-06FC-4DCA-BE6C-2763AE625991}"/>
              </a:ext>
            </a:extLst>
          </p:cNvPr>
          <p:cNvSpPr>
            <a:spLocks xmlns:a="http://schemas.openxmlformats.org/drawingml/2006/main" noGrp="1"/>
          </p:cNvSpPr>
          <p:nvPr/>
        </p:nvSpPr>
        <p:spPr>
          <a:xfrm xmlns:a="http://schemas.openxmlformats.org/drawingml/2006/main">
            <a:off x="1541145" y="4629150"/>
            <a:ext cx="42053" cy="42053"/>
          </a:xfrm>
          <a:prstGeom xmlns:a="http://schemas.openxmlformats.org/drawingml/2006/main" prst="rect">
            <a:avLst/>
          </a:prstGeom>
          <a:solidFill xmlns:a="http://schemas.openxmlformats.org/drawingml/2006/main">
            <a:srgbClr val="9CC3C8"/>
          </a:solidFill>
          <a:ln xmlns:a="http://schemas.openxmlformats.org/drawingml/2006/main" w="0">
            <a:noFill/>
          </a:ln>
        </p:spPr>
      </p:sp>
      <p:sp>
        <p:nvSpPr>
          <p:cNvPr id="545" name="rect-2-544">
            <a:extLst xmlns:a="http://schemas.openxmlformats.org/drawingml/2006/main">
              <a:ext uri="{FF2B5EF4-FFF2-40B4-BE49-F238E27FC236}">
                <a16:creationId xmlns:a16="http://schemas.microsoft.com/office/drawing/2014/main" id="{C7458F00-7D79-457B-8EF3-055BF5A339C2}"/>
              </a:ext>
            </a:extLst>
          </p:cNvPr>
          <p:cNvSpPr>
            <a:spLocks xmlns:a="http://schemas.openxmlformats.org/drawingml/2006/main" noGrp="1"/>
          </p:cNvSpPr>
          <p:nvPr/>
        </p:nvSpPr>
        <p:spPr>
          <a:xfrm xmlns:a="http://schemas.openxmlformats.org/drawingml/2006/main">
            <a:off x="1583055" y="4629150"/>
            <a:ext cx="42053" cy="42053"/>
          </a:xfrm>
          <a:prstGeom xmlns:a="http://schemas.openxmlformats.org/drawingml/2006/main" prst="rect">
            <a:avLst/>
          </a:prstGeom>
          <a:solidFill xmlns:a="http://schemas.openxmlformats.org/drawingml/2006/main">
            <a:srgbClr val="E2EBEE"/>
          </a:solidFill>
          <a:ln xmlns:a="http://schemas.openxmlformats.org/drawingml/2006/main" w="0">
            <a:noFill/>
          </a:ln>
        </p:spPr>
      </p:sp>
      <p:sp>
        <p:nvSpPr>
          <p:cNvPr id="546" name="rect-2-545">
            <a:extLst xmlns:a="http://schemas.openxmlformats.org/drawingml/2006/main">
              <a:ext uri="{FF2B5EF4-FFF2-40B4-BE49-F238E27FC236}">
                <a16:creationId xmlns:a16="http://schemas.microsoft.com/office/drawing/2014/main" id="{9278BF83-8C98-429E-BDB3-A3327A877A3D}"/>
              </a:ext>
            </a:extLst>
          </p:cNvPr>
          <p:cNvSpPr>
            <a:spLocks xmlns:a="http://schemas.openxmlformats.org/drawingml/2006/main" noGrp="1"/>
          </p:cNvSpPr>
          <p:nvPr/>
        </p:nvSpPr>
        <p:spPr>
          <a:xfrm xmlns:a="http://schemas.openxmlformats.org/drawingml/2006/main">
            <a:off x="1205865" y="4671060"/>
            <a:ext cx="42053" cy="42053"/>
          </a:xfrm>
          <a:prstGeom xmlns:a="http://schemas.openxmlformats.org/drawingml/2006/main" prst="rect">
            <a:avLst/>
          </a:prstGeom>
          <a:solidFill xmlns:a="http://schemas.openxmlformats.org/drawingml/2006/main">
            <a:srgbClr val="DEE9EB"/>
          </a:solidFill>
          <a:ln xmlns:a="http://schemas.openxmlformats.org/drawingml/2006/main" w="0">
            <a:noFill/>
          </a:ln>
        </p:spPr>
      </p:sp>
      <p:sp>
        <p:nvSpPr>
          <p:cNvPr id="547" name="rect-2-546">
            <a:extLst xmlns:a="http://schemas.openxmlformats.org/drawingml/2006/main">
              <a:ext uri="{FF2B5EF4-FFF2-40B4-BE49-F238E27FC236}">
                <a16:creationId xmlns:a16="http://schemas.microsoft.com/office/drawing/2014/main" id="{094EFE61-C332-4E90-BBC4-828D91E2E27F}"/>
              </a:ext>
            </a:extLst>
          </p:cNvPr>
          <p:cNvSpPr>
            <a:spLocks xmlns:a="http://schemas.openxmlformats.org/drawingml/2006/main" noGrp="1"/>
          </p:cNvSpPr>
          <p:nvPr/>
        </p:nvSpPr>
        <p:spPr>
          <a:xfrm xmlns:a="http://schemas.openxmlformats.org/drawingml/2006/main">
            <a:off x="1247775" y="4671060"/>
            <a:ext cx="42053" cy="42053"/>
          </a:xfrm>
          <a:prstGeom xmlns:a="http://schemas.openxmlformats.org/drawingml/2006/main" prst="rect">
            <a:avLst/>
          </a:prstGeom>
          <a:solidFill xmlns:a="http://schemas.openxmlformats.org/drawingml/2006/main">
            <a:srgbClr val="CCDFE2"/>
          </a:solidFill>
          <a:ln xmlns:a="http://schemas.openxmlformats.org/drawingml/2006/main" w="0">
            <a:noFill/>
          </a:ln>
        </p:spPr>
      </p:sp>
      <p:sp>
        <p:nvSpPr>
          <p:cNvPr id="548" name="rect-2-547">
            <a:extLst xmlns:a="http://schemas.openxmlformats.org/drawingml/2006/main">
              <a:ext uri="{FF2B5EF4-FFF2-40B4-BE49-F238E27FC236}">
                <a16:creationId xmlns:a16="http://schemas.microsoft.com/office/drawing/2014/main" id="{35CBE687-B726-41D6-A096-0063B2BD1AC5}"/>
              </a:ext>
            </a:extLst>
          </p:cNvPr>
          <p:cNvSpPr>
            <a:spLocks xmlns:a="http://schemas.openxmlformats.org/drawingml/2006/main" noGrp="1"/>
          </p:cNvSpPr>
          <p:nvPr/>
        </p:nvSpPr>
        <p:spPr>
          <a:xfrm xmlns:a="http://schemas.openxmlformats.org/drawingml/2006/main">
            <a:off x="1289685" y="4671060"/>
            <a:ext cx="42053" cy="42053"/>
          </a:xfrm>
          <a:prstGeom xmlns:a="http://schemas.openxmlformats.org/drawingml/2006/main" prst="rect">
            <a:avLst/>
          </a:prstGeom>
          <a:solidFill xmlns:a="http://schemas.openxmlformats.org/drawingml/2006/main">
            <a:srgbClr val="81B3B9"/>
          </a:solidFill>
          <a:ln xmlns:a="http://schemas.openxmlformats.org/drawingml/2006/main" w="0">
            <a:noFill/>
          </a:ln>
        </p:spPr>
      </p:sp>
      <p:sp>
        <p:nvSpPr>
          <p:cNvPr id="549" name="rect-2-548">
            <a:extLst xmlns:a="http://schemas.openxmlformats.org/drawingml/2006/main">
              <a:ext uri="{FF2B5EF4-FFF2-40B4-BE49-F238E27FC236}">
                <a16:creationId xmlns:a16="http://schemas.microsoft.com/office/drawing/2014/main" id="{6138FC09-6AED-4584-9D82-CA735D5310BE}"/>
              </a:ext>
            </a:extLst>
          </p:cNvPr>
          <p:cNvSpPr>
            <a:spLocks xmlns:a="http://schemas.openxmlformats.org/drawingml/2006/main" noGrp="1"/>
          </p:cNvSpPr>
          <p:nvPr/>
        </p:nvSpPr>
        <p:spPr>
          <a:xfrm xmlns:a="http://schemas.openxmlformats.org/drawingml/2006/main">
            <a:off x="1331595" y="4671060"/>
            <a:ext cx="42053" cy="42053"/>
          </a:xfrm>
          <a:prstGeom xmlns:a="http://schemas.openxmlformats.org/drawingml/2006/main" prst="rect">
            <a:avLst/>
          </a:prstGeom>
          <a:solidFill xmlns:a="http://schemas.openxmlformats.org/drawingml/2006/main">
            <a:srgbClr val="2A818A"/>
          </a:solidFill>
          <a:ln xmlns:a="http://schemas.openxmlformats.org/drawingml/2006/main" w="0">
            <a:noFill/>
          </a:ln>
        </p:spPr>
      </p:sp>
      <p:sp>
        <p:nvSpPr>
          <p:cNvPr id="550" name="rect-2-549">
            <a:extLst xmlns:a="http://schemas.openxmlformats.org/drawingml/2006/main">
              <a:ext uri="{FF2B5EF4-FFF2-40B4-BE49-F238E27FC236}">
                <a16:creationId xmlns:a16="http://schemas.microsoft.com/office/drawing/2014/main" id="{45DC6320-E048-42D0-BF22-26B9A32F1E78}"/>
              </a:ext>
            </a:extLst>
          </p:cNvPr>
          <p:cNvSpPr>
            <a:spLocks xmlns:a="http://schemas.openxmlformats.org/drawingml/2006/main" noGrp="1"/>
          </p:cNvSpPr>
          <p:nvPr/>
        </p:nvSpPr>
        <p:spPr>
          <a:xfrm xmlns:a="http://schemas.openxmlformats.org/drawingml/2006/main">
            <a:off x="1373505" y="4671060"/>
            <a:ext cx="42053" cy="42053"/>
          </a:xfrm>
          <a:prstGeom xmlns:a="http://schemas.openxmlformats.org/drawingml/2006/main" prst="rect">
            <a:avLst/>
          </a:prstGeom>
          <a:solidFill xmlns:a="http://schemas.openxmlformats.org/drawingml/2006/main">
            <a:srgbClr val="298089"/>
          </a:solidFill>
          <a:ln xmlns:a="http://schemas.openxmlformats.org/drawingml/2006/main" w="0">
            <a:noFill/>
          </a:ln>
        </p:spPr>
      </p:sp>
      <p:sp>
        <p:nvSpPr>
          <p:cNvPr id="551" name="rect-2-550">
            <a:extLst xmlns:a="http://schemas.openxmlformats.org/drawingml/2006/main">
              <a:ext uri="{FF2B5EF4-FFF2-40B4-BE49-F238E27FC236}">
                <a16:creationId xmlns:a16="http://schemas.microsoft.com/office/drawing/2014/main" id="{9C81DB82-502A-4A96-B839-78AF24B981DC}"/>
              </a:ext>
            </a:extLst>
          </p:cNvPr>
          <p:cNvSpPr>
            <a:spLocks xmlns:a="http://schemas.openxmlformats.org/drawingml/2006/main" noGrp="1"/>
          </p:cNvSpPr>
          <p:nvPr/>
        </p:nvSpPr>
        <p:spPr>
          <a:xfrm xmlns:a="http://schemas.openxmlformats.org/drawingml/2006/main">
            <a:off x="1415415" y="4671060"/>
            <a:ext cx="42053" cy="42053"/>
          </a:xfrm>
          <a:prstGeom xmlns:a="http://schemas.openxmlformats.org/drawingml/2006/main" prst="rect">
            <a:avLst/>
          </a:prstGeom>
          <a:solidFill xmlns:a="http://schemas.openxmlformats.org/drawingml/2006/main">
            <a:srgbClr val="3A8A92"/>
          </a:solidFill>
          <a:ln xmlns:a="http://schemas.openxmlformats.org/drawingml/2006/main" w="0">
            <a:noFill/>
          </a:ln>
        </p:spPr>
      </p:sp>
      <p:sp>
        <p:nvSpPr>
          <p:cNvPr id="552" name="rect-2-551">
            <a:extLst xmlns:a="http://schemas.openxmlformats.org/drawingml/2006/main">
              <a:ext uri="{FF2B5EF4-FFF2-40B4-BE49-F238E27FC236}">
                <a16:creationId xmlns:a16="http://schemas.microsoft.com/office/drawing/2014/main" id="{87895F78-70CD-4FCA-AD4F-0E275A1199D4}"/>
              </a:ext>
            </a:extLst>
          </p:cNvPr>
          <p:cNvSpPr>
            <a:spLocks xmlns:a="http://schemas.openxmlformats.org/drawingml/2006/main" noGrp="1"/>
          </p:cNvSpPr>
          <p:nvPr/>
        </p:nvSpPr>
        <p:spPr>
          <a:xfrm xmlns:a="http://schemas.openxmlformats.org/drawingml/2006/main">
            <a:off x="1457325" y="4671060"/>
            <a:ext cx="42053" cy="42053"/>
          </a:xfrm>
          <a:prstGeom xmlns:a="http://schemas.openxmlformats.org/drawingml/2006/main" prst="rect">
            <a:avLst/>
          </a:prstGeom>
          <a:solidFill xmlns:a="http://schemas.openxmlformats.org/drawingml/2006/main">
            <a:srgbClr val="5D9EA5"/>
          </a:solidFill>
          <a:ln xmlns:a="http://schemas.openxmlformats.org/drawingml/2006/main" w="0">
            <a:noFill/>
          </a:ln>
        </p:spPr>
      </p:sp>
      <p:sp>
        <p:nvSpPr>
          <p:cNvPr id="553" name="rect-2-552">
            <a:extLst xmlns:a="http://schemas.openxmlformats.org/drawingml/2006/main">
              <a:ext uri="{FF2B5EF4-FFF2-40B4-BE49-F238E27FC236}">
                <a16:creationId xmlns:a16="http://schemas.microsoft.com/office/drawing/2014/main" id="{FE67BF83-53A2-4D3E-846A-0ED2AF7A130B}"/>
              </a:ext>
            </a:extLst>
          </p:cNvPr>
          <p:cNvSpPr>
            <a:spLocks xmlns:a="http://schemas.openxmlformats.org/drawingml/2006/main" noGrp="1"/>
          </p:cNvSpPr>
          <p:nvPr/>
        </p:nvSpPr>
        <p:spPr>
          <a:xfrm xmlns:a="http://schemas.openxmlformats.org/drawingml/2006/main">
            <a:off x="1499235" y="4671060"/>
            <a:ext cx="42053" cy="42053"/>
          </a:xfrm>
          <a:prstGeom xmlns:a="http://schemas.openxmlformats.org/drawingml/2006/main" prst="rect">
            <a:avLst/>
          </a:prstGeom>
          <a:solidFill xmlns:a="http://schemas.openxmlformats.org/drawingml/2006/main">
            <a:srgbClr val="8FBCC1"/>
          </a:solidFill>
          <a:ln xmlns:a="http://schemas.openxmlformats.org/drawingml/2006/main" w="0">
            <a:noFill/>
          </a:ln>
        </p:spPr>
      </p:sp>
      <p:sp>
        <p:nvSpPr>
          <p:cNvPr id="554" name="rect-2-553">
            <a:extLst xmlns:a="http://schemas.openxmlformats.org/drawingml/2006/main">
              <a:ext uri="{FF2B5EF4-FFF2-40B4-BE49-F238E27FC236}">
                <a16:creationId xmlns:a16="http://schemas.microsoft.com/office/drawing/2014/main" id="{7425EE26-C38B-4AA0-A8C3-F6235938E3D1}"/>
              </a:ext>
            </a:extLst>
          </p:cNvPr>
          <p:cNvSpPr>
            <a:spLocks xmlns:a="http://schemas.openxmlformats.org/drawingml/2006/main" noGrp="1"/>
          </p:cNvSpPr>
          <p:nvPr/>
        </p:nvSpPr>
        <p:spPr>
          <a:xfrm xmlns:a="http://schemas.openxmlformats.org/drawingml/2006/main">
            <a:off x="1541145" y="4671060"/>
            <a:ext cx="42053" cy="42053"/>
          </a:xfrm>
          <a:prstGeom xmlns:a="http://schemas.openxmlformats.org/drawingml/2006/main" prst="rect">
            <a:avLst/>
          </a:prstGeom>
          <a:solidFill xmlns:a="http://schemas.openxmlformats.org/drawingml/2006/main">
            <a:srgbClr val="B8D3D7"/>
          </a:solidFill>
          <a:ln xmlns:a="http://schemas.openxmlformats.org/drawingml/2006/main" w="0">
            <a:noFill/>
          </a:ln>
        </p:spPr>
      </p:sp>
      <p:sp>
        <p:nvSpPr>
          <p:cNvPr id="555" name="rect-2-554">
            <a:extLst xmlns:a="http://schemas.openxmlformats.org/drawingml/2006/main">
              <a:ext uri="{FF2B5EF4-FFF2-40B4-BE49-F238E27FC236}">
                <a16:creationId xmlns:a16="http://schemas.microsoft.com/office/drawing/2014/main" id="{57A4B828-D432-4245-ADB6-472E69153BD5}"/>
              </a:ext>
            </a:extLst>
          </p:cNvPr>
          <p:cNvSpPr>
            <a:spLocks xmlns:a="http://schemas.openxmlformats.org/drawingml/2006/main" noGrp="1"/>
          </p:cNvSpPr>
          <p:nvPr/>
        </p:nvSpPr>
        <p:spPr>
          <a:xfrm xmlns:a="http://schemas.openxmlformats.org/drawingml/2006/main">
            <a:off x="1583055" y="4671060"/>
            <a:ext cx="42053" cy="42053"/>
          </a:xfrm>
          <a:prstGeom xmlns:a="http://schemas.openxmlformats.org/drawingml/2006/main" prst="rect">
            <a:avLst/>
          </a:prstGeom>
          <a:solidFill xmlns:a="http://schemas.openxmlformats.org/drawingml/2006/main">
            <a:srgbClr val="E2EBEE"/>
          </a:solidFill>
          <a:ln xmlns:a="http://schemas.openxmlformats.org/drawingml/2006/main" w="0">
            <a:noFill/>
          </a:ln>
        </p:spPr>
      </p:sp>
      <p:sp>
        <p:nvSpPr>
          <p:cNvPr id="556" name="rect-2-555">
            <a:extLst xmlns:a="http://schemas.openxmlformats.org/drawingml/2006/main">
              <a:ext uri="{FF2B5EF4-FFF2-40B4-BE49-F238E27FC236}">
                <a16:creationId xmlns:a16="http://schemas.microsoft.com/office/drawing/2014/main" id="{D695A74B-9C9F-4054-8142-6241FA4724D7}"/>
              </a:ext>
            </a:extLst>
          </p:cNvPr>
          <p:cNvSpPr>
            <a:spLocks xmlns:a="http://schemas.openxmlformats.org/drawingml/2006/main" noGrp="1"/>
          </p:cNvSpPr>
          <p:nvPr/>
        </p:nvSpPr>
        <p:spPr>
          <a:xfrm xmlns:a="http://schemas.openxmlformats.org/drawingml/2006/main">
            <a:off x="1205865" y="471297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557" name="rect-2-556">
            <a:extLst xmlns:a="http://schemas.openxmlformats.org/drawingml/2006/main">
              <a:ext uri="{FF2B5EF4-FFF2-40B4-BE49-F238E27FC236}">
                <a16:creationId xmlns:a16="http://schemas.microsoft.com/office/drawing/2014/main" id="{23059E36-7F4D-4941-9291-A376ABDA1694}"/>
              </a:ext>
            </a:extLst>
          </p:cNvPr>
          <p:cNvSpPr>
            <a:spLocks xmlns:a="http://schemas.openxmlformats.org/drawingml/2006/main" noGrp="1"/>
          </p:cNvSpPr>
          <p:nvPr/>
        </p:nvSpPr>
        <p:spPr>
          <a:xfrm xmlns:a="http://schemas.openxmlformats.org/drawingml/2006/main">
            <a:off x="1247775" y="4712970"/>
            <a:ext cx="42053" cy="42053"/>
          </a:xfrm>
          <a:prstGeom xmlns:a="http://schemas.openxmlformats.org/drawingml/2006/main" prst="rect">
            <a:avLst/>
          </a:prstGeom>
          <a:solidFill xmlns:a="http://schemas.openxmlformats.org/drawingml/2006/main">
            <a:srgbClr val="E1EBED"/>
          </a:solidFill>
          <a:ln xmlns:a="http://schemas.openxmlformats.org/drawingml/2006/main" w="0">
            <a:noFill/>
          </a:ln>
        </p:spPr>
      </p:sp>
      <p:sp>
        <p:nvSpPr>
          <p:cNvPr id="558" name="rect-2-557">
            <a:extLst xmlns:a="http://schemas.openxmlformats.org/drawingml/2006/main">
              <a:ext uri="{FF2B5EF4-FFF2-40B4-BE49-F238E27FC236}">
                <a16:creationId xmlns:a16="http://schemas.microsoft.com/office/drawing/2014/main" id="{9ABF0932-02E4-432D-9EBC-C24A91CC5655}"/>
              </a:ext>
            </a:extLst>
          </p:cNvPr>
          <p:cNvSpPr>
            <a:spLocks xmlns:a="http://schemas.openxmlformats.org/drawingml/2006/main" noGrp="1"/>
          </p:cNvSpPr>
          <p:nvPr/>
        </p:nvSpPr>
        <p:spPr>
          <a:xfrm xmlns:a="http://schemas.openxmlformats.org/drawingml/2006/main">
            <a:off x="1289685" y="4712970"/>
            <a:ext cx="42053" cy="42053"/>
          </a:xfrm>
          <a:prstGeom xmlns:a="http://schemas.openxmlformats.org/drawingml/2006/main" prst="rect">
            <a:avLst/>
          </a:prstGeom>
          <a:solidFill xmlns:a="http://schemas.openxmlformats.org/drawingml/2006/main">
            <a:srgbClr val="B3D0D4"/>
          </a:solidFill>
          <a:ln xmlns:a="http://schemas.openxmlformats.org/drawingml/2006/main" w="0">
            <a:noFill/>
          </a:ln>
        </p:spPr>
      </p:sp>
      <p:sp>
        <p:nvSpPr>
          <p:cNvPr id="559" name="rect-2-558">
            <a:extLst xmlns:a="http://schemas.openxmlformats.org/drawingml/2006/main">
              <a:ext uri="{FF2B5EF4-FFF2-40B4-BE49-F238E27FC236}">
                <a16:creationId xmlns:a16="http://schemas.microsoft.com/office/drawing/2014/main" id="{6E2D465D-E9E5-4982-B2B3-18E1081B23C8}"/>
              </a:ext>
            </a:extLst>
          </p:cNvPr>
          <p:cNvSpPr>
            <a:spLocks xmlns:a="http://schemas.openxmlformats.org/drawingml/2006/main" noGrp="1"/>
          </p:cNvSpPr>
          <p:nvPr/>
        </p:nvSpPr>
        <p:spPr>
          <a:xfrm xmlns:a="http://schemas.openxmlformats.org/drawingml/2006/main">
            <a:off x="1331595" y="4712970"/>
            <a:ext cx="42053" cy="42053"/>
          </a:xfrm>
          <a:prstGeom xmlns:a="http://schemas.openxmlformats.org/drawingml/2006/main" prst="rect">
            <a:avLst/>
          </a:prstGeom>
          <a:solidFill xmlns:a="http://schemas.openxmlformats.org/drawingml/2006/main">
            <a:srgbClr val="A0C5CA"/>
          </a:solidFill>
          <a:ln xmlns:a="http://schemas.openxmlformats.org/drawingml/2006/main" w="0">
            <a:noFill/>
          </a:ln>
        </p:spPr>
      </p:sp>
      <p:sp>
        <p:nvSpPr>
          <p:cNvPr id="560" name="rect-2-559">
            <a:extLst xmlns:a="http://schemas.openxmlformats.org/drawingml/2006/main">
              <a:ext uri="{FF2B5EF4-FFF2-40B4-BE49-F238E27FC236}">
                <a16:creationId xmlns:a16="http://schemas.microsoft.com/office/drawing/2014/main" id="{06A57135-3715-44AA-B7B9-243D0156BBDA}"/>
              </a:ext>
            </a:extLst>
          </p:cNvPr>
          <p:cNvSpPr>
            <a:spLocks xmlns:a="http://schemas.openxmlformats.org/drawingml/2006/main" noGrp="1"/>
          </p:cNvSpPr>
          <p:nvPr/>
        </p:nvSpPr>
        <p:spPr>
          <a:xfrm xmlns:a="http://schemas.openxmlformats.org/drawingml/2006/main">
            <a:off x="1373505" y="4712970"/>
            <a:ext cx="42053" cy="42053"/>
          </a:xfrm>
          <a:prstGeom xmlns:a="http://schemas.openxmlformats.org/drawingml/2006/main" prst="rect">
            <a:avLst/>
          </a:prstGeom>
          <a:solidFill xmlns:a="http://schemas.openxmlformats.org/drawingml/2006/main">
            <a:srgbClr val="73ABB2"/>
          </a:solidFill>
          <a:ln xmlns:a="http://schemas.openxmlformats.org/drawingml/2006/main" w="0">
            <a:noFill/>
          </a:ln>
        </p:spPr>
      </p:sp>
      <p:sp>
        <p:nvSpPr>
          <p:cNvPr id="561" name="rect-2-560">
            <a:extLst xmlns:a="http://schemas.openxmlformats.org/drawingml/2006/main">
              <a:ext uri="{FF2B5EF4-FFF2-40B4-BE49-F238E27FC236}">
                <a16:creationId xmlns:a16="http://schemas.microsoft.com/office/drawing/2014/main" id="{9B706A26-F4D5-41AB-A71A-7F74EA6485F5}"/>
              </a:ext>
            </a:extLst>
          </p:cNvPr>
          <p:cNvSpPr>
            <a:spLocks xmlns:a="http://schemas.openxmlformats.org/drawingml/2006/main" noGrp="1"/>
          </p:cNvSpPr>
          <p:nvPr/>
        </p:nvSpPr>
        <p:spPr>
          <a:xfrm xmlns:a="http://schemas.openxmlformats.org/drawingml/2006/main">
            <a:off x="1415415" y="4712970"/>
            <a:ext cx="42053" cy="42053"/>
          </a:xfrm>
          <a:prstGeom xmlns:a="http://schemas.openxmlformats.org/drawingml/2006/main" prst="rect">
            <a:avLst/>
          </a:prstGeom>
          <a:solidFill xmlns:a="http://schemas.openxmlformats.org/drawingml/2006/main">
            <a:srgbClr val="B0CFD3"/>
          </a:solidFill>
          <a:ln xmlns:a="http://schemas.openxmlformats.org/drawingml/2006/main" w="0">
            <a:noFill/>
          </a:ln>
        </p:spPr>
      </p:sp>
      <p:sp>
        <p:nvSpPr>
          <p:cNvPr id="562" name="rect-2-561">
            <a:extLst xmlns:a="http://schemas.openxmlformats.org/drawingml/2006/main">
              <a:ext uri="{FF2B5EF4-FFF2-40B4-BE49-F238E27FC236}">
                <a16:creationId xmlns:a16="http://schemas.microsoft.com/office/drawing/2014/main" id="{2F241DA4-0A54-4898-9D81-DC5EC25E9A0E}"/>
              </a:ext>
            </a:extLst>
          </p:cNvPr>
          <p:cNvSpPr>
            <a:spLocks xmlns:a="http://schemas.openxmlformats.org/drawingml/2006/main" noGrp="1"/>
          </p:cNvSpPr>
          <p:nvPr/>
        </p:nvSpPr>
        <p:spPr>
          <a:xfrm xmlns:a="http://schemas.openxmlformats.org/drawingml/2006/main">
            <a:off x="1457325" y="4712970"/>
            <a:ext cx="42053" cy="42053"/>
          </a:xfrm>
          <a:prstGeom xmlns:a="http://schemas.openxmlformats.org/drawingml/2006/main" prst="rect">
            <a:avLst/>
          </a:prstGeom>
          <a:solidFill xmlns:a="http://schemas.openxmlformats.org/drawingml/2006/main">
            <a:srgbClr val="BED7DA"/>
          </a:solidFill>
          <a:ln xmlns:a="http://schemas.openxmlformats.org/drawingml/2006/main" w="0">
            <a:noFill/>
          </a:ln>
        </p:spPr>
      </p:sp>
      <p:sp>
        <p:nvSpPr>
          <p:cNvPr id="563" name="rect-2-562">
            <a:extLst xmlns:a="http://schemas.openxmlformats.org/drawingml/2006/main">
              <a:ext uri="{FF2B5EF4-FFF2-40B4-BE49-F238E27FC236}">
                <a16:creationId xmlns:a16="http://schemas.microsoft.com/office/drawing/2014/main" id="{D742D9B5-79EB-4792-901B-14C19DC51FE2}"/>
              </a:ext>
            </a:extLst>
          </p:cNvPr>
          <p:cNvSpPr>
            <a:spLocks xmlns:a="http://schemas.openxmlformats.org/drawingml/2006/main" noGrp="1"/>
          </p:cNvSpPr>
          <p:nvPr/>
        </p:nvSpPr>
        <p:spPr>
          <a:xfrm xmlns:a="http://schemas.openxmlformats.org/drawingml/2006/main">
            <a:off x="1499235" y="4712970"/>
            <a:ext cx="42053" cy="42053"/>
          </a:xfrm>
          <a:prstGeom xmlns:a="http://schemas.openxmlformats.org/drawingml/2006/main" prst="rect">
            <a:avLst/>
          </a:prstGeom>
          <a:solidFill xmlns:a="http://schemas.openxmlformats.org/drawingml/2006/main">
            <a:srgbClr val="D2E2E5"/>
          </a:solidFill>
          <a:ln xmlns:a="http://schemas.openxmlformats.org/drawingml/2006/main" w="0">
            <a:noFill/>
          </a:ln>
        </p:spPr>
      </p:sp>
      <p:sp>
        <p:nvSpPr>
          <p:cNvPr id="564" name="rect-2-563">
            <a:extLst xmlns:a="http://schemas.openxmlformats.org/drawingml/2006/main">
              <a:ext uri="{FF2B5EF4-FFF2-40B4-BE49-F238E27FC236}">
                <a16:creationId xmlns:a16="http://schemas.microsoft.com/office/drawing/2014/main" id="{E11366DA-A975-4578-8454-20D115F8A313}"/>
              </a:ext>
            </a:extLst>
          </p:cNvPr>
          <p:cNvSpPr>
            <a:spLocks xmlns:a="http://schemas.openxmlformats.org/drawingml/2006/main" noGrp="1"/>
          </p:cNvSpPr>
          <p:nvPr/>
        </p:nvSpPr>
        <p:spPr>
          <a:xfrm xmlns:a="http://schemas.openxmlformats.org/drawingml/2006/main">
            <a:off x="1541145" y="4712970"/>
            <a:ext cx="42053" cy="42053"/>
          </a:xfrm>
          <a:prstGeom xmlns:a="http://schemas.openxmlformats.org/drawingml/2006/main" prst="rect">
            <a:avLst/>
          </a:prstGeom>
          <a:solidFill xmlns:a="http://schemas.openxmlformats.org/drawingml/2006/main">
            <a:srgbClr val="DFEAEC"/>
          </a:solidFill>
          <a:ln xmlns:a="http://schemas.openxmlformats.org/drawingml/2006/main" w="0">
            <a:noFill/>
          </a:ln>
        </p:spPr>
      </p:sp>
      <p:sp>
        <p:nvSpPr>
          <p:cNvPr id="565" name="rect-2-564">
            <a:extLst xmlns:a="http://schemas.openxmlformats.org/drawingml/2006/main">
              <a:ext uri="{FF2B5EF4-FFF2-40B4-BE49-F238E27FC236}">
                <a16:creationId xmlns:a16="http://schemas.microsoft.com/office/drawing/2014/main" id="{268A2881-A223-4551-8353-D1F8871C5E0A}"/>
              </a:ext>
            </a:extLst>
          </p:cNvPr>
          <p:cNvSpPr>
            <a:spLocks xmlns:a="http://schemas.openxmlformats.org/drawingml/2006/main" noGrp="1"/>
          </p:cNvSpPr>
          <p:nvPr/>
        </p:nvSpPr>
        <p:spPr>
          <a:xfrm xmlns:a="http://schemas.openxmlformats.org/drawingml/2006/main">
            <a:off x="1583055" y="471297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566" name="rect-2-565">
            <a:extLst xmlns:a="http://schemas.openxmlformats.org/drawingml/2006/main">
              <a:ext uri="{FF2B5EF4-FFF2-40B4-BE49-F238E27FC236}">
                <a16:creationId xmlns:a16="http://schemas.microsoft.com/office/drawing/2014/main" id="{E3FA9832-DFDE-429A-B632-5B22B04ACF9D}"/>
              </a:ext>
            </a:extLst>
          </p:cNvPr>
          <p:cNvSpPr>
            <a:spLocks xmlns:a="http://schemas.openxmlformats.org/drawingml/2006/main" noGrp="1"/>
          </p:cNvSpPr>
          <p:nvPr/>
        </p:nvSpPr>
        <p:spPr>
          <a:xfrm xmlns:a="http://schemas.openxmlformats.org/drawingml/2006/main">
            <a:off x="1205865" y="4754880"/>
            <a:ext cx="42053" cy="42053"/>
          </a:xfrm>
          <a:prstGeom xmlns:a="http://schemas.openxmlformats.org/drawingml/2006/main" prst="rect">
            <a:avLst/>
          </a:prstGeom>
          <a:solidFill xmlns:a="http://schemas.openxmlformats.org/drawingml/2006/main">
            <a:srgbClr val="E9EFF1"/>
          </a:solidFill>
          <a:ln xmlns:a="http://schemas.openxmlformats.org/drawingml/2006/main" w="0">
            <a:noFill/>
          </a:ln>
        </p:spPr>
      </p:sp>
      <p:sp>
        <p:nvSpPr>
          <p:cNvPr id="567" name="rect-2-566">
            <a:extLst xmlns:a="http://schemas.openxmlformats.org/drawingml/2006/main">
              <a:ext uri="{FF2B5EF4-FFF2-40B4-BE49-F238E27FC236}">
                <a16:creationId xmlns:a16="http://schemas.microsoft.com/office/drawing/2014/main" id="{CD5970F3-CC0D-4954-B17A-BF735550F859}"/>
              </a:ext>
            </a:extLst>
          </p:cNvPr>
          <p:cNvSpPr>
            <a:spLocks xmlns:a="http://schemas.openxmlformats.org/drawingml/2006/main" noGrp="1"/>
          </p:cNvSpPr>
          <p:nvPr/>
        </p:nvSpPr>
        <p:spPr>
          <a:xfrm xmlns:a="http://schemas.openxmlformats.org/drawingml/2006/main">
            <a:off x="1247775" y="4754880"/>
            <a:ext cx="42053" cy="42053"/>
          </a:xfrm>
          <a:prstGeom xmlns:a="http://schemas.openxmlformats.org/drawingml/2006/main" prst="rect">
            <a:avLst/>
          </a:prstGeom>
          <a:solidFill xmlns:a="http://schemas.openxmlformats.org/drawingml/2006/main">
            <a:srgbClr val="E7EEF0"/>
          </a:solidFill>
          <a:ln xmlns:a="http://schemas.openxmlformats.org/drawingml/2006/main" w="0">
            <a:noFill/>
          </a:ln>
        </p:spPr>
      </p:sp>
      <p:sp>
        <p:nvSpPr>
          <p:cNvPr id="568" name="rect-2-567">
            <a:extLst xmlns:a="http://schemas.openxmlformats.org/drawingml/2006/main">
              <a:ext uri="{FF2B5EF4-FFF2-40B4-BE49-F238E27FC236}">
                <a16:creationId xmlns:a16="http://schemas.microsoft.com/office/drawing/2014/main" id="{A86F3C36-978E-4F42-8E55-09261C13DE06}"/>
              </a:ext>
            </a:extLst>
          </p:cNvPr>
          <p:cNvSpPr>
            <a:spLocks xmlns:a="http://schemas.openxmlformats.org/drawingml/2006/main" noGrp="1"/>
          </p:cNvSpPr>
          <p:nvPr/>
        </p:nvSpPr>
        <p:spPr>
          <a:xfrm xmlns:a="http://schemas.openxmlformats.org/drawingml/2006/main">
            <a:off x="1289685" y="4754880"/>
            <a:ext cx="42053" cy="42053"/>
          </a:xfrm>
          <a:prstGeom xmlns:a="http://schemas.openxmlformats.org/drawingml/2006/main" prst="rect">
            <a:avLst/>
          </a:prstGeom>
          <a:solidFill xmlns:a="http://schemas.openxmlformats.org/drawingml/2006/main">
            <a:srgbClr val="DFEAEC"/>
          </a:solidFill>
          <a:ln xmlns:a="http://schemas.openxmlformats.org/drawingml/2006/main" w="0">
            <a:noFill/>
          </a:ln>
        </p:spPr>
      </p:sp>
      <p:sp>
        <p:nvSpPr>
          <p:cNvPr id="569" name="rect-2-568">
            <a:extLst xmlns:a="http://schemas.openxmlformats.org/drawingml/2006/main">
              <a:ext uri="{FF2B5EF4-FFF2-40B4-BE49-F238E27FC236}">
                <a16:creationId xmlns:a16="http://schemas.microsoft.com/office/drawing/2014/main" id="{0FF308A5-8215-468F-9A91-F82FDCEC328C}"/>
              </a:ext>
            </a:extLst>
          </p:cNvPr>
          <p:cNvSpPr>
            <a:spLocks xmlns:a="http://schemas.openxmlformats.org/drawingml/2006/main" noGrp="1"/>
          </p:cNvSpPr>
          <p:nvPr/>
        </p:nvSpPr>
        <p:spPr>
          <a:xfrm xmlns:a="http://schemas.openxmlformats.org/drawingml/2006/main">
            <a:off x="1331595" y="4754880"/>
            <a:ext cx="42053" cy="42053"/>
          </a:xfrm>
          <a:prstGeom xmlns:a="http://schemas.openxmlformats.org/drawingml/2006/main" prst="rect">
            <a:avLst/>
          </a:prstGeom>
          <a:solidFill xmlns:a="http://schemas.openxmlformats.org/drawingml/2006/main">
            <a:srgbClr val="D4E3E6"/>
          </a:solidFill>
          <a:ln xmlns:a="http://schemas.openxmlformats.org/drawingml/2006/main" w="0">
            <a:noFill/>
          </a:ln>
        </p:spPr>
      </p:sp>
      <p:sp>
        <p:nvSpPr>
          <p:cNvPr id="570" name="rect-2-569">
            <a:extLst xmlns:a="http://schemas.openxmlformats.org/drawingml/2006/main">
              <a:ext uri="{FF2B5EF4-FFF2-40B4-BE49-F238E27FC236}">
                <a16:creationId xmlns:a16="http://schemas.microsoft.com/office/drawing/2014/main" id="{DABE010F-E454-4B2B-9EA4-6C3D8DE977FD}"/>
              </a:ext>
            </a:extLst>
          </p:cNvPr>
          <p:cNvSpPr>
            <a:spLocks xmlns:a="http://schemas.openxmlformats.org/drawingml/2006/main" noGrp="1"/>
          </p:cNvSpPr>
          <p:nvPr/>
        </p:nvSpPr>
        <p:spPr>
          <a:xfrm xmlns:a="http://schemas.openxmlformats.org/drawingml/2006/main">
            <a:off x="1373505" y="4754880"/>
            <a:ext cx="42053" cy="42053"/>
          </a:xfrm>
          <a:prstGeom xmlns:a="http://schemas.openxmlformats.org/drawingml/2006/main" prst="rect">
            <a:avLst/>
          </a:prstGeom>
          <a:solidFill xmlns:a="http://schemas.openxmlformats.org/drawingml/2006/main">
            <a:srgbClr val="B3D0D4"/>
          </a:solidFill>
          <a:ln xmlns:a="http://schemas.openxmlformats.org/drawingml/2006/main" w="0">
            <a:noFill/>
          </a:ln>
        </p:spPr>
      </p:sp>
      <p:sp>
        <p:nvSpPr>
          <p:cNvPr id="571" name="rect-2-570">
            <a:extLst xmlns:a="http://schemas.openxmlformats.org/drawingml/2006/main">
              <a:ext uri="{FF2B5EF4-FFF2-40B4-BE49-F238E27FC236}">
                <a16:creationId xmlns:a16="http://schemas.microsoft.com/office/drawing/2014/main" id="{C29EAE06-4C5F-4BC5-9634-94140EF5D4FE}"/>
              </a:ext>
            </a:extLst>
          </p:cNvPr>
          <p:cNvSpPr>
            <a:spLocks xmlns:a="http://schemas.openxmlformats.org/drawingml/2006/main" noGrp="1"/>
          </p:cNvSpPr>
          <p:nvPr/>
        </p:nvSpPr>
        <p:spPr>
          <a:xfrm xmlns:a="http://schemas.openxmlformats.org/drawingml/2006/main">
            <a:off x="1415415" y="4754880"/>
            <a:ext cx="42053" cy="42053"/>
          </a:xfrm>
          <a:prstGeom xmlns:a="http://schemas.openxmlformats.org/drawingml/2006/main" prst="rect">
            <a:avLst/>
          </a:prstGeom>
          <a:solidFill xmlns:a="http://schemas.openxmlformats.org/drawingml/2006/main">
            <a:srgbClr val="B0CFD3"/>
          </a:solidFill>
          <a:ln xmlns:a="http://schemas.openxmlformats.org/drawingml/2006/main" w="0">
            <a:noFill/>
          </a:ln>
        </p:spPr>
      </p:sp>
      <p:sp>
        <p:nvSpPr>
          <p:cNvPr id="572" name="rect-2-571">
            <a:extLst xmlns:a="http://schemas.openxmlformats.org/drawingml/2006/main">
              <a:ext uri="{FF2B5EF4-FFF2-40B4-BE49-F238E27FC236}">
                <a16:creationId xmlns:a16="http://schemas.microsoft.com/office/drawing/2014/main" id="{3C4151AA-1840-4FD7-8AA4-258B28B96062}"/>
              </a:ext>
            </a:extLst>
          </p:cNvPr>
          <p:cNvSpPr>
            <a:spLocks xmlns:a="http://schemas.openxmlformats.org/drawingml/2006/main" noGrp="1"/>
          </p:cNvSpPr>
          <p:nvPr/>
        </p:nvSpPr>
        <p:spPr>
          <a:xfrm xmlns:a="http://schemas.openxmlformats.org/drawingml/2006/main">
            <a:off x="1457325" y="4754880"/>
            <a:ext cx="42053" cy="42053"/>
          </a:xfrm>
          <a:prstGeom xmlns:a="http://schemas.openxmlformats.org/drawingml/2006/main" prst="rect">
            <a:avLst/>
          </a:prstGeom>
          <a:solidFill xmlns:a="http://schemas.openxmlformats.org/drawingml/2006/main">
            <a:srgbClr val="CADDE1"/>
          </a:solidFill>
          <a:ln xmlns:a="http://schemas.openxmlformats.org/drawingml/2006/main" w="0">
            <a:noFill/>
          </a:ln>
        </p:spPr>
      </p:sp>
      <p:sp>
        <p:nvSpPr>
          <p:cNvPr id="573" name="rect-2-572">
            <a:extLst xmlns:a="http://schemas.openxmlformats.org/drawingml/2006/main">
              <a:ext uri="{FF2B5EF4-FFF2-40B4-BE49-F238E27FC236}">
                <a16:creationId xmlns:a16="http://schemas.microsoft.com/office/drawing/2014/main" id="{3D5F31CE-8B2A-4CE8-B186-597C721126AD}"/>
              </a:ext>
            </a:extLst>
          </p:cNvPr>
          <p:cNvSpPr>
            <a:spLocks xmlns:a="http://schemas.openxmlformats.org/drawingml/2006/main" noGrp="1"/>
          </p:cNvSpPr>
          <p:nvPr/>
        </p:nvSpPr>
        <p:spPr>
          <a:xfrm xmlns:a="http://schemas.openxmlformats.org/drawingml/2006/main">
            <a:off x="1499235" y="4754880"/>
            <a:ext cx="42053" cy="42053"/>
          </a:xfrm>
          <a:prstGeom xmlns:a="http://schemas.openxmlformats.org/drawingml/2006/main" prst="rect">
            <a:avLst/>
          </a:prstGeom>
          <a:solidFill xmlns:a="http://schemas.openxmlformats.org/drawingml/2006/main">
            <a:srgbClr val="D3E3E6"/>
          </a:solidFill>
          <a:ln xmlns:a="http://schemas.openxmlformats.org/drawingml/2006/main" w="0">
            <a:noFill/>
          </a:ln>
        </p:spPr>
      </p:sp>
      <p:sp>
        <p:nvSpPr>
          <p:cNvPr id="574" name="rect-2-573">
            <a:extLst xmlns:a="http://schemas.openxmlformats.org/drawingml/2006/main">
              <a:ext uri="{FF2B5EF4-FFF2-40B4-BE49-F238E27FC236}">
                <a16:creationId xmlns:a16="http://schemas.microsoft.com/office/drawing/2014/main" id="{3E60447E-5B6A-49DC-AC90-AD4474D328B9}"/>
              </a:ext>
            </a:extLst>
          </p:cNvPr>
          <p:cNvSpPr>
            <a:spLocks xmlns:a="http://schemas.openxmlformats.org/drawingml/2006/main" noGrp="1"/>
          </p:cNvSpPr>
          <p:nvPr/>
        </p:nvSpPr>
        <p:spPr>
          <a:xfrm xmlns:a="http://schemas.openxmlformats.org/drawingml/2006/main">
            <a:off x="1541145" y="4754880"/>
            <a:ext cx="42053" cy="42053"/>
          </a:xfrm>
          <a:prstGeom xmlns:a="http://schemas.openxmlformats.org/drawingml/2006/main" prst="rect">
            <a:avLst/>
          </a:prstGeom>
          <a:solidFill xmlns:a="http://schemas.openxmlformats.org/drawingml/2006/main">
            <a:srgbClr val="DFE9EC"/>
          </a:solidFill>
          <a:ln xmlns:a="http://schemas.openxmlformats.org/drawingml/2006/main" w="0">
            <a:noFill/>
          </a:ln>
        </p:spPr>
      </p:sp>
      <p:sp>
        <p:nvSpPr>
          <p:cNvPr id="575" name="rect-2-574">
            <a:extLst xmlns:a="http://schemas.openxmlformats.org/drawingml/2006/main">
              <a:ext uri="{FF2B5EF4-FFF2-40B4-BE49-F238E27FC236}">
                <a16:creationId xmlns:a16="http://schemas.microsoft.com/office/drawing/2014/main" id="{7B8F830B-D334-41C8-B8CA-50A46CB57199}"/>
              </a:ext>
            </a:extLst>
          </p:cNvPr>
          <p:cNvSpPr>
            <a:spLocks xmlns:a="http://schemas.openxmlformats.org/drawingml/2006/main" noGrp="1"/>
          </p:cNvSpPr>
          <p:nvPr/>
        </p:nvSpPr>
        <p:spPr>
          <a:xfrm xmlns:a="http://schemas.openxmlformats.org/drawingml/2006/main">
            <a:off x="1583055" y="4754880"/>
            <a:ext cx="42053" cy="42053"/>
          </a:xfrm>
          <a:prstGeom xmlns:a="http://schemas.openxmlformats.org/drawingml/2006/main" prst="rect">
            <a:avLst/>
          </a:prstGeom>
          <a:solidFill xmlns:a="http://schemas.openxmlformats.org/drawingml/2006/main">
            <a:srgbClr val="E9EFF1"/>
          </a:solidFill>
          <a:ln xmlns:a="http://schemas.openxmlformats.org/drawingml/2006/main" w="0">
            <a:noFill/>
          </a:ln>
        </p:spPr>
      </p:sp>
      <p:sp>
        <p:nvSpPr>
          <p:cNvPr id="576" name="rect-2-575">
            <a:extLst xmlns:a="http://schemas.openxmlformats.org/drawingml/2006/main">
              <a:ext uri="{FF2B5EF4-FFF2-40B4-BE49-F238E27FC236}">
                <a16:creationId xmlns:a16="http://schemas.microsoft.com/office/drawing/2014/main" id="{656DA676-0911-4C53-88CC-F28F78F95148}"/>
              </a:ext>
            </a:extLst>
          </p:cNvPr>
          <p:cNvSpPr>
            <a:spLocks xmlns:a="http://schemas.openxmlformats.org/drawingml/2006/main" noGrp="1"/>
          </p:cNvSpPr>
          <p:nvPr/>
        </p:nvSpPr>
        <p:spPr>
          <a:xfrm xmlns:a="http://schemas.openxmlformats.org/drawingml/2006/main">
            <a:off x="1205865"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77" name="rect-2-576">
            <a:extLst xmlns:a="http://schemas.openxmlformats.org/drawingml/2006/main">
              <a:ext uri="{FF2B5EF4-FFF2-40B4-BE49-F238E27FC236}">
                <a16:creationId xmlns:a16="http://schemas.microsoft.com/office/drawing/2014/main" id="{CE03C329-4614-47CF-8F9A-EB8E9AFBB496}"/>
              </a:ext>
            </a:extLst>
          </p:cNvPr>
          <p:cNvSpPr>
            <a:spLocks xmlns:a="http://schemas.openxmlformats.org/drawingml/2006/main" noGrp="1"/>
          </p:cNvSpPr>
          <p:nvPr/>
        </p:nvSpPr>
        <p:spPr>
          <a:xfrm xmlns:a="http://schemas.openxmlformats.org/drawingml/2006/main">
            <a:off x="1247775" y="4796790"/>
            <a:ext cx="42053" cy="42053"/>
          </a:xfrm>
          <a:prstGeom xmlns:a="http://schemas.openxmlformats.org/drawingml/2006/main" prst="rect">
            <a:avLst/>
          </a:prstGeom>
          <a:solidFill xmlns:a="http://schemas.openxmlformats.org/drawingml/2006/main">
            <a:srgbClr val="E7EEF0"/>
          </a:solidFill>
          <a:ln xmlns:a="http://schemas.openxmlformats.org/drawingml/2006/main" w="0">
            <a:noFill/>
          </a:ln>
        </p:spPr>
      </p:sp>
      <p:sp>
        <p:nvSpPr>
          <p:cNvPr id="578" name="rect-2-577">
            <a:extLst xmlns:a="http://schemas.openxmlformats.org/drawingml/2006/main">
              <a:ext uri="{FF2B5EF4-FFF2-40B4-BE49-F238E27FC236}">
                <a16:creationId xmlns:a16="http://schemas.microsoft.com/office/drawing/2014/main" id="{37473091-BF26-407A-AD34-883BE7EC9F68}"/>
              </a:ext>
            </a:extLst>
          </p:cNvPr>
          <p:cNvSpPr>
            <a:spLocks xmlns:a="http://schemas.openxmlformats.org/drawingml/2006/main" noGrp="1"/>
          </p:cNvSpPr>
          <p:nvPr/>
        </p:nvSpPr>
        <p:spPr>
          <a:xfrm xmlns:a="http://schemas.openxmlformats.org/drawingml/2006/main">
            <a:off x="1289685" y="4796790"/>
            <a:ext cx="42053" cy="42053"/>
          </a:xfrm>
          <a:prstGeom xmlns:a="http://schemas.openxmlformats.org/drawingml/2006/main" prst="rect">
            <a:avLst/>
          </a:prstGeom>
          <a:solidFill xmlns:a="http://schemas.openxmlformats.org/drawingml/2006/main">
            <a:srgbClr val="E4ECEF"/>
          </a:solidFill>
          <a:ln xmlns:a="http://schemas.openxmlformats.org/drawingml/2006/main" w="0">
            <a:noFill/>
          </a:ln>
        </p:spPr>
      </p:sp>
      <p:sp>
        <p:nvSpPr>
          <p:cNvPr id="579" name="rect-2-578">
            <a:extLst xmlns:a="http://schemas.openxmlformats.org/drawingml/2006/main">
              <a:ext uri="{FF2B5EF4-FFF2-40B4-BE49-F238E27FC236}">
                <a16:creationId xmlns:a16="http://schemas.microsoft.com/office/drawing/2014/main" id="{E4AD3A10-B59D-4218-B15E-99F76AA302B1}"/>
              </a:ext>
            </a:extLst>
          </p:cNvPr>
          <p:cNvSpPr>
            <a:spLocks xmlns:a="http://schemas.openxmlformats.org/drawingml/2006/main" noGrp="1"/>
          </p:cNvSpPr>
          <p:nvPr/>
        </p:nvSpPr>
        <p:spPr>
          <a:xfrm xmlns:a="http://schemas.openxmlformats.org/drawingml/2006/main">
            <a:off x="1331595" y="4796790"/>
            <a:ext cx="42053" cy="42053"/>
          </a:xfrm>
          <a:prstGeom xmlns:a="http://schemas.openxmlformats.org/drawingml/2006/main" prst="rect">
            <a:avLst/>
          </a:prstGeom>
          <a:solidFill xmlns:a="http://schemas.openxmlformats.org/drawingml/2006/main">
            <a:srgbClr val="D8E6E8"/>
          </a:solidFill>
          <a:ln xmlns:a="http://schemas.openxmlformats.org/drawingml/2006/main" w="0">
            <a:noFill/>
          </a:ln>
        </p:spPr>
      </p:sp>
      <p:sp>
        <p:nvSpPr>
          <p:cNvPr id="580" name="rect-2-579">
            <a:extLst xmlns:a="http://schemas.openxmlformats.org/drawingml/2006/main">
              <a:ext uri="{FF2B5EF4-FFF2-40B4-BE49-F238E27FC236}">
                <a16:creationId xmlns:a16="http://schemas.microsoft.com/office/drawing/2014/main" id="{4F31C007-4273-4A44-9433-931C74D9011E}"/>
              </a:ext>
            </a:extLst>
          </p:cNvPr>
          <p:cNvSpPr>
            <a:spLocks xmlns:a="http://schemas.openxmlformats.org/drawingml/2006/main" noGrp="1"/>
          </p:cNvSpPr>
          <p:nvPr/>
        </p:nvSpPr>
        <p:spPr>
          <a:xfrm xmlns:a="http://schemas.openxmlformats.org/drawingml/2006/main">
            <a:off x="1373505" y="4796790"/>
            <a:ext cx="42053" cy="42053"/>
          </a:xfrm>
          <a:prstGeom xmlns:a="http://schemas.openxmlformats.org/drawingml/2006/main" prst="rect">
            <a:avLst/>
          </a:prstGeom>
          <a:solidFill xmlns:a="http://schemas.openxmlformats.org/drawingml/2006/main">
            <a:srgbClr val="D8E6E8"/>
          </a:solidFill>
          <a:ln xmlns:a="http://schemas.openxmlformats.org/drawingml/2006/main" w="0">
            <a:noFill/>
          </a:ln>
        </p:spPr>
      </p:sp>
      <p:sp>
        <p:nvSpPr>
          <p:cNvPr id="581" name="rect-2-580">
            <a:extLst xmlns:a="http://schemas.openxmlformats.org/drawingml/2006/main">
              <a:ext uri="{FF2B5EF4-FFF2-40B4-BE49-F238E27FC236}">
                <a16:creationId xmlns:a16="http://schemas.microsoft.com/office/drawing/2014/main" id="{93BA57C4-69FD-4AED-B567-A2CC3D867653}"/>
              </a:ext>
            </a:extLst>
          </p:cNvPr>
          <p:cNvSpPr>
            <a:spLocks xmlns:a="http://schemas.openxmlformats.org/drawingml/2006/main" noGrp="1"/>
          </p:cNvSpPr>
          <p:nvPr/>
        </p:nvSpPr>
        <p:spPr>
          <a:xfrm xmlns:a="http://schemas.openxmlformats.org/drawingml/2006/main">
            <a:off x="1415415" y="4796790"/>
            <a:ext cx="42053" cy="42053"/>
          </a:xfrm>
          <a:prstGeom xmlns:a="http://schemas.openxmlformats.org/drawingml/2006/main" prst="rect">
            <a:avLst/>
          </a:prstGeom>
          <a:solidFill xmlns:a="http://schemas.openxmlformats.org/drawingml/2006/main">
            <a:srgbClr val="D1E1E4"/>
          </a:solidFill>
          <a:ln xmlns:a="http://schemas.openxmlformats.org/drawingml/2006/main" w="0">
            <a:noFill/>
          </a:ln>
        </p:spPr>
      </p:sp>
      <p:sp>
        <p:nvSpPr>
          <p:cNvPr id="582" name="rect-2-581">
            <a:extLst xmlns:a="http://schemas.openxmlformats.org/drawingml/2006/main">
              <a:ext uri="{FF2B5EF4-FFF2-40B4-BE49-F238E27FC236}">
                <a16:creationId xmlns:a16="http://schemas.microsoft.com/office/drawing/2014/main" id="{7D6A96AF-8588-4C0F-A02C-D05593F14B67}"/>
              </a:ext>
            </a:extLst>
          </p:cNvPr>
          <p:cNvSpPr>
            <a:spLocks xmlns:a="http://schemas.openxmlformats.org/drawingml/2006/main" noGrp="1"/>
          </p:cNvSpPr>
          <p:nvPr/>
        </p:nvSpPr>
        <p:spPr>
          <a:xfrm xmlns:a="http://schemas.openxmlformats.org/drawingml/2006/main">
            <a:off x="1457325" y="4796790"/>
            <a:ext cx="42053" cy="42053"/>
          </a:xfrm>
          <a:prstGeom xmlns:a="http://schemas.openxmlformats.org/drawingml/2006/main" prst="rect">
            <a:avLst/>
          </a:prstGeom>
          <a:solidFill xmlns:a="http://schemas.openxmlformats.org/drawingml/2006/main">
            <a:srgbClr val="E7EEF0"/>
          </a:solidFill>
          <a:ln xmlns:a="http://schemas.openxmlformats.org/drawingml/2006/main" w="0">
            <a:noFill/>
          </a:ln>
        </p:spPr>
      </p:sp>
      <p:sp>
        <p:nvSpPr>
          <p:cNvPr id="583" name="rect-2-582">
            <a:extLst xmlns:a="http://schemas.openxmlformats.org/drawingml/2006/main">
              <a:ext uri="{FF2B5EF4-FFF2-40B4-BE49-F238E27FC236}">
                <a16:creationId xmlns:a16="http://schemas.microsoft.com/office/drawing/2014/main" id="{9A8F6CAF-78A1-4B1D-9863-AF2AAA0DD0D1}"/>
              </a:ext>
            </a:extLst>
          </p:cNvPr>
          <p:cNvSpPr>
            <a:spLocks xmlns:a="http://schemas.openxmlformats.org/drawingml/2006/main" noGrp="1"/>
          </p:cNvSpPr>
          <p:nvPr/>
        </p:nvSpPr>
        <p:spPr>
          <a:xfrm xmlns:a="http://schemas.openxmlformats.org/drawingml/2006/main">
            <a:off x="1499235" y="4796790"/>
            <a:ext cx="42053" cy="42053"/>
          </a:xfrm>
          <a:prstGeom xmlns:a="http://schemas.openxmlformats.org/drawingml/2006/main" prst="rect">
            <a:avLst/>
          </a:prstGeom>
          <a:solidFill xmlns:a="http://schemas.openxmlformats.org/drawingml/2006/main">
            <a:srgbClr val="E5EDEF"/>
          </a:solidFill>
          <a:ln xmlns:a="http://schemas.openxmlformats.org/drawingml/2006/main" w="0">
            <a:noFill/>
          </a:ln>
        </p:spPr>
      </p:sp>
      <p:sp>
        <p:nvSpPr>
          <p:cNvPr id="584" name="rect-2-583">
            <a:extLst xmlns:a="http://schemas.openxmlformats.org/drawingml/2006/main">
              <a:ext uri="{FF2B5EF4-FFF2-40B4-BE49-F238E27FC236}">
                <a16:creationId xmlns:a16="http://schemas.microsoft.com/office/drawing/2014/main" id="{26ADD33F-C04E-429F-A8A2-839748E9639E}"/>
              </a:ext>
            </a:extLst>
          </p:cNvPr>
          <p:cNvSpPr>
            <a:spLocks xmlns:a="http://schemas.openxmlformats.org/drawingml/2006/main" noGrp="1"/>
          </p:cNvSpPr>
          <p:nvPr/>
        </p:nvSpPr>
        <p:spPr>
          <a:xfrm xmlns:a="http://schemas.openxmlformats.org/drawingml/2006/main">
            <a:off x="1541145" y="4796790"/>
            <a:ext cx="42053" cy="42053"/>
          </a:xfrm>
          <a:prstGeom xmlns:a="http://schemas.openxmlformats.org/drawingml/2006/main" prst="rect">
            <a:avLst/>
          </a:prstGeom>
          <a:solidFill xmlns:a="http://schemas.openxmlformats.org/drawingml/2006/main">
            <a:srgbClr val="E8EFF1"/>
          </a:solidFill>
          <a:ln xmlns:a="http://schemas.openxmlformats.org/drawingml/2006/main" w="0">
            <a:noFill/>
          </a:ln>
        </p:spPr>
      </p:sp>
      <p:sp>
        <p:nvSpPr>
          <p:cNvPr id="585" name="rect-2-584">
            <a:extLst xmlns:a="http://schemas.openxmlformats.org/drawingml/2006/main">
              <a:ext uri="{FF2B5EF4-FFF2-40B4-BE49-F238E27FC236}">
                <a16:creationId xmlns:a16="http://schemas.microsoft.com/office/drawing/2014/main" id="{E3F96395-68B1-4464-BB3D-52B320796AE6}"/>
              </a:ext>
            </a:extLst>
          </p:cNvPr>
          <p:cNvSpPr>
            <a:spLocks xmlns:a="http://schemas.openxmlformats.org/drawingml/2006/main" noGrp="1"/>
          </p:cNvSpPr>
          <p:nvPr/>
        </p:nvSpPr>
        <p:spPr>
          <a:xfrm xmlns:a="http://schemas.openxmlformats.org/drawingml/2006/main">
            <a:off x="1373505" y="4838700"/>
            <a:ext cx="42053" cy="42053"/>
          </a:xfrm>
          <a:prstGeom xmlns:a="http://schemas.openxmlformats.org/drawingml/2006/main" prst="rect">
            <a:avLst/>
          </a:prstGeom>
          <a:solidFill xmlns:a="http://schemas.openxmlformats.org/drawingml/2006/main">
            <a:srgbClr val="E9EFF1"/>
          </a:solidFill>
          <a:ln xmlns:a="http://schemas.openxmlformats.org/drawingml/2006/main" w="0">
            <a:noFill/>
          </a:ln>
        </p:spPr>
      </p:sp>
      <p:sp>
        <p:nvSpPr>
          <p:cNvPr id="586" name="rect-2-585">
            <a:extLst xmlns:a="http://schemas.openxmlformats.org/drawingml/2006/main">
              <a:ext uri="{FF2B5EF4-FFF2-40B4-BE49-F238E27FC236}">
                <a16:creationId xmlns:a16="http://schemas.microsoft.com/office/drawing/2014/main" id="{6208E7F6-9950-4FDB-A254-D3F553CD9160}"/>
              </a:ext>
            </a:extLst>
          </p:cNvPr>
          <p:cNvSpPr>
            <a:spLocks xmlns:a="http://schemas.openxmlformats.org/drawingml/2006/main" noGrp="1"/>
          </p:cNvSpPr>
          <p:nvPr/>
        </p:nvSpPr>
        <p:spPr>
          <a:xfrm xmlns:a="http://schemas.openxmlformats.org/drawingml/2006/main">
            <a:off x="1415415" y="4838700"/>
            <a:ext cx="42053" cy="42053"/>
          </a:xfrm>
          <a:prstGeom xmlns:a="http://schemas.openxmlformats.org/drawingml/2006/main" prst="rect">
            <a:avLst/>
          </a:prstGeom>
          <a:solidFill xmlns:a="http://schemas.openxmlformats.org/drawingml/2006/main">
            <a:srgbClr val="E6EEF0"/>
          </a:solidFill>
          <a:ln xmlns:a="http://schemas.openxmlformats.org/drawingml/2006/main" w="0">
            <a:noFill/>
          </a:ln>
        </p:spPr>
      </p:sp>
      <p:sp>
        <p:nvSpPr>
          <p:cNvPr id="587" name="rect-2-586">
            <a:extLst xmlns:a="http://schemas.openxmlformats.org/drawingml/2006/main">
              <a:ext uri="{FF2B5EF4-FFF2-40B4-BE49-F238E27FC236}">
                <a16:creationId xmlns:a16="http://schemas.microsoft.com/office/drawing/2014/main" id="{8CA51F7C-75BC-467B-B74E-7AED493543E5}"/>
              </a:ext>
            </a:extLst>
          </p:cNvPr>
          <p:cNvSpPr>
            <a:spLocks xmlns:a="http://schemas.openxmlformats.org/drawingml/2006/main" noGrp="1"/>
          </p:cNvSpPr>
          <p:nvPr/>
        </p:nvSpPr>
        <p:spPr>
          <a:xfrm xmlns:a="http://schemas.openxmlformats.org/drawingml/2006/main">
            <a:off x="3916680" y="25336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88" name="rect-2-587">
            <a:extLst xmlns:a="http://schemas.openxmlformats.org/drawingml/2006/main">
              <a:ext uri="{FF2B5EF4-FFF2-40B4-BE49-F238E27FC236}">
                <a16:creationId xmlns:a16="http://schemas.microsoft.com/office/drawing/2014/main" id="{B7BB80D3-1A33-4440-AC22-78AC605C7B47}"/>
              </a:ext>
            </a:extLst>
          </p:cNvPr>
          <p:cNvSpPr>
            <a:spLocks xmlns:a="http://schemas.openxmlformats.org/drawingml/2006/main" noGrp="1"/>
          </p:cNvSpPr>
          <p:nvPr/>
        </p:nvSpPr>
        <p:spPr>
          <a:xfrm xmlns:a="http://schemas.openxmlformats.org/drawingml/2006/main">
            <a:off x="3958590" y="25336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89" name="rect-2-588">
            <a:extLst xmlns:a="http://schemas.openxmlformats.org/drawingml/2006/main">
              <a:ext uri="{FF2B5EF4-FFF2-40B4-BE49-F238E27FC236}">
                <a16:creationId xmlns:a16="http://schemas.microsoft.com/office/drawing/2014/main" id="{1F69FD14-C630-4BE9-8CDE-13A449D101E6}"/>
              </a:ext>
            </a:extLst>
          </p:cNvPr>
          <p:cNvSpPr>
            <a:spLocks xmlns:a="http://schemas.openxmlformats.org/drawingml/2006/main" noGrp="1"/>
          </p:cNvSpPr>
          <p:nvPr/>
        </p:nvSpPr>
        <p:spPr>
          <a:xfrm xmlns:a="http://schemas.openxmlformats.org/drawingml/2006/main">
            <a:off x="4000500" y="25336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0" name="rect-2-589">
            <a:extLst xmlns:a="http://schemas.openxmlformats.org/drawingml/2006/main">
              <a:ext uri="{FF2B5EF4-FFF2-40B4-BE49-F238E27FC236}">
                <a16:creationId xmlns:a16="http://schemas.microsoft.com/office/drawing/2014/main" id="{A4B1BFEC-EA76-4CE5-9011-2C850B117017}"/>
              </a:ext>
            </a:extLst>
          </p:cNvPr>
          <p:cNvSpPr>
            <a:spLocks xmlns:a="http://schemas.openxmlformats.org/drawingml/2006/main" noGrp="1"/>
          </p:cNvSpPr>
          <p:nvPr/>
        </p:nvSpPr>
        <p:spPr>
          <a:xfrm xmlns:a="http://schemas.openxmlformats.org/drawingml/2006/main">
            <a:off x="4251960" y="25336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1" name="rect-2-590">
            <a:extLst xmlns:a="http://schemas.openxmlformats.org/drawingml/2006/main">
              <a:ext uri="{FF2B5EF4-FFF2-40B4-BE49-F238E27FC236}">
                <a16:creationId xmlns:a16="http://schemas.microsoft.com/office/drawing/2014/main" id="{6E053605-9E71-4288-A95B-610AB5181893}"/>
              </a:ext>
            </a:extLst>
          </p:cNvPr>
          <p:cNvSpPr>
            <a:spLocks xmlns:a="http://schemas.openxmlformats.org/drawingml/2006/main" noGrp="1"/>
          </p:cNvSpPr>
          <p:nvPr/>
        </p:nvSpPr>
        <p:spPr>
          <a:xfrm xmlns:a="http://schemas.openxmlformats.org/drawingml/2006/main">
            <a:off x="4293870" y="25336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2" name="rect-2-591">
            <a:extLst xmlns:a="http://schemas.openxmlformats.org/drawingml/2006/main">
              <a:ext uri="{FF2B5EF4-FFF2-40B4-BE49-F238E27FC236}">
                <a16:creationId xmlns:a16="http://schemas.microsoft.com/office/drawing/2014/main" id="{132CC041-744B-4C65-A1C1-7CCC4D828F81}"/>
              </a:ext>
            </a:extLst>
          </p:cNvPr>
          <p:cNvSpPr>
            <a:spLocks xmlns:a="http://schemas.openxmlformats.org/drawingml/2006/main" noGrp="1"/>
          </p:cNvSpPr>
          <p:nvPr/>
        </p:nvSpPr>
        <p:spPr>
          <a:xfrm xmlns:a="http://schemas.openxmlformats.org/drawingml/2006/main">
            <a:off x="3916680" y="25755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3" name="rect-2-592">
            <a:extLst xmlns:a="http://schemas.openxmlformats.org/drawingml/2006/main">
              <a:ext uri="{FF2B5EF4-FFF2-40B4-BE49-F238E27FC236}">
                <a16:creationId xmlns:a16="http://schemas.microsoft.com/office/drawing/2014/main" id="{B2FA25E3-7331-4D75-A019-19CF1A4D62FD}"/>
              </a:ext>
            </a:extLst>
          </p:cNvPr>
          <p:cNvSpPr>
            <a:spLocks xmlns:a="http://schemas.openxmlformats.org/drawingml/2006/main" noGrp="1"/>
          </p:cNvSpPr>
          <p:nvPr/>
        </p:nvSpPr>
        <p:spPr>
          <a:xfrm xmlns:a="http://schemas.openxmlformats.org/drawingml/2006/main">
            <a:off x="3958590" y="25755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4" name="rect-2-593">
            <a:extLst xmlns:a="http://schemas.openxmlformats.org/drawingml/2006/main">
              <a:ext uri="{FF2B5EF4-FFF2-40B4-BE49-F238E27FC236}">
                <a16:creationId xmlns:a16="http://schemas.microsoft.com/office/drawing/2014/main" id="{68F16B18-E6B6-4915-BBC0-093D8DCBB55E}"/>
              </a:ext>
            </a:extLst>
          </p:cNvPr>
          <p:cNvSpPr>
            <a:spLocks xmlns:a="http://schemas.openxmlformats.org/drawingml/2006/main" noGrp="1"/>
          </p:cNvSpPr>
          <p:nvPr/>
        </p:nvSpPr>
        <p:spPr>
          <a:xfrm xmlns:a="http://schemas.openxmlformats.org/drawingml/2006/main">
            <a:off x="4000500" y="25755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5" name="rect-2-594">
            <a:extLst xmlns:a="http://schemas.openxmlformats.org/drawingml/2006/main">
              <a:ext uri="{FF2B5EF4-FFF2-40B4-BE49-F238E27FC236}">
                <a16:creationId xmlns:a16="http://schemas.microsoft.com/office/drawing/2014/main" id="{A55C0425-BD68-4CFD-BBEB-37579A579C4A}"/>
              </a:ext>
            </a:extLst>
          </p:cNvPr>
          <p:cNvSpPr>
            <a:spLocks xmlns:a="http://schemas.openxmlformats.org/drawingml/2006/main" noGrp="1"/>
          </p:cNvSpPr>
          <p:nvPr/>
        </p:nvSpPr>
        <p:spPr>
          <a:xfrm xmlns:a="http://schemas.openxmlformats.org/drawingml/2006/main">
            <a:off x="4042410" y="25755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6" name="rect-2-595">
            <a:extLst xmlns:a="http://schemas.openxmlformats.org/drawingml/2006/main">
              <a:ext uri="{FF2B5EF4-FFF2-40B4-BE49-F238E27FC236}">
                <a16:creationId xmlns:a16="http://schemas.microsoft.com/office/drawing/2014/main" id="{618A3D23-7517-4F01-9D3D-0DA01AC6E94A}"/>
              </a:ext>
            </a:extLst>
          </p:cNvPr>
          <p:cNvSpPr>
            <a:spLocks xmlns:a="http://schemas.openxmlformats.org/drawingml/2006/main" noGrp="1"/>
          </p:cNvSpPr>
          <p:nvPr/>
        </p:nvSpPr>
        <p:spPr>
          <a:xfrm xmlns:a="http://schemas.openxmlformats.org/drawingml/2006/main">
            <a:off x="4084320" y="25755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7" name="rect-2-596">
            <a:extLst xmlns:a="http://schemas.openxmlformats.org/drawingml/2006/main">
              <a:ext uri="{FF2B5EF4-FFF2-40B4-BE49-F238E27FC236}">
                <a16:creationId xmlns:a16="http://schemas.microsoft.com/office/drawing/2014/main" id="{962ABCC0-A2B4-4179-A036-B1DC5E0E3E06}"/>
              </a:ext>
            </a:extLst>
          </p:cNvPr>
          <p:cNvSpPr>
            <a:spLocks xmlns:a="http://schemas.openxmlformats.org/drawingml/2006/main" noGrp="1"/>
          </p:cNvSpPr>
          <p:nvPr/>
        </p:nvSpPr>
        <p:spPr>
          <a:xfrm xmlns:a="http://schemas.openxmlformats.org/drawingml/2006/main">
            <a:off x="4126230" y="25755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8" name="rect-2-597">
            <a:extLst xmlns:a="http://schemas.openxmlformats.org/drawingml/2006/main">
              <a:ext uri="{FF2B5EF4-FFF2-40B4-BE49-F238E27FC236}">
                <a16:creationId xmlns:a16="http://schemas.microsoft.com/office/drawing/2014/main" id="{B78BF295-9EB6-4C5A-8455-12218BB04731}"/>
              </a:ext>
            </a:extLst>
          </p:cNvPr>
          <p:cNvSpPr>
            <a:spLocks xmlns:a="http://schemas.openxmlformats.org/drawingml/2006/main" noGrp="1"/>
          </p:cNvSpPr>
          <p:nvPr/>
        </p:nvSpPr>
        <p:spPr>
          <a:xfrm xmlns:a="http://schemas.openxmlformats.org/drawingml/2006/main">
            <a:off x="4251960" y="25755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599" name="rect-2-598">
            <a:extLst xmlns:a="http://schemas.openxmlformats.org/drawingml/2006/main">
              <a:ext uri="{FF2B5EF4-FFF2-40B4-BE49-F238E27FC236}">
                <a16:creationId xmlns:a16="http://schemas.microsoft.com/office/drawing/2014/main" id="{FCB25D37-3E34-4235-9566-73A8A1277FDE}"/>
              </a:ext>
            </a:extLst>
          </p:cNvPr>
          <p:cNvSpPr>
            <a:spLocks xmlns:a="http://schemas.openxmlformats.org/drawingml/2006/main" noGrp="1"/>
          </p:cNvSpPr>
          <p:nvPr/>
        </p:nvSpPr>
        <p:spPr>
          <a:xfrm xmlns:a="http://schemas.openxmlformats.org/drawingml/2006/main">
            <a:off x="4293870" y="25755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0" name="rect-2-599">
            <a:extLst xmlns:a="http://schemas.openxmlformats.org/drawingml/2006/main">
              <a:ext uri="{FF2B5EF4-FFF2-40B4-BE49-F238E27FC236}">
                <a16:creationId xmlns:a16="http://schemas.microsoft.com/office/drawing/2014/main" id="{639FEE59-F2C2-42BC-9E43-DE36B0E98F2B}"/>
              </a:ext>
            </a:extLst>
          </p:cNvPr>
          <p:cNvSpPr>
            <a:spLocks xmlns:a="http://schemas.openxmlformats.org/drawingml/2006/main" noGrp="1"/>
          </p:cNvSpPr>
          <p:nvPr/>
        </p:nvSpPr>
        <p:spPr>
          <a:xfrm xmlns:a="http://schemas.openxmlformats.org/drawingml/2006/main">
            <a:off x="387477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1" name="rect-2-600">
            <a:extLst xmlns:a="http://schemas.openxmlformats.org/drawingml/2006/main">
              <a:ext uri="{FF2B5EF4-FFF2-40B4-BE49-F238E27FC236}">
                <a16:creationId xmlns:a16="http://schemas.microsoft.com/office/drawing/2014/main" id="{7168740A-67B9-44F4-BD67-74AA3FEC1273}"/>
              </a:ext>
            </a:extLst>
          </p:cNvPr>
          <p:cNvSpPr>
            <a:spLocks xmlns:a="http://schemas.openxmlformats.org/drawingml/2006/main" noGrp="1"/>
          </p:cNvSpPr>
          <p:nvPr/>
        </p:nvSpPr>
        <p:spPr>
          <a:xfrm xmlns:a="http://schemas.openxmlformats.org/drawingml/2006/main">
            <a:off x="391668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2" name="rect-2-601">
            <a:extLst xmlns:a="http://schemas.openxmlformats.org/drawingml/2006/main">
              <a:ext uri="{FF2B5EF4-FFF2-40B4-BE49-F238E27FC236}">
                <a16:creationId xmlns:a16="http://schemas.microsoft.com/office/drawing/2014/main" id="{6CA52B40-A4CA-4BD8-B875-C415A5B12543}"/>
              </a:ext>
            </a:extLst>
          </p:cNvPr>
          <p:cNvSpPr>
            <a:spLocks xmlns:a="http://schemas.openxmlformats.org/drawingml/2006/main" noGrp="1"/>
          </p:cNvSpPr>
          <p:nvPr/>
        </p:nvSpPr>
        <p:spPr>
          <a:xfrm xmlns:a="http://schemas.openxmlformats.org/drawingml/2006/main">
            <a:off x="395859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3" name="rect-2-602">
            <a:extLst xmlns:a="http://schemas.openxmlformats.org/drawingml/2006/main">
              <a:ext uri="{FF2B5EF4-FFF2-40B4-BE49-F238E27FC236}">
                <a16:creationId xmlns:a16="http://schemas.microsoft.com/office/drawing/2014/main" id="{DC43AB81-F89E-4FEA-8491-58B974A60C30}"/>
              </a:ext>
            </a:extLst>
          </p:cNvPr>
          <p:cNvSpPr>
            <a:spLocks xmlns:a="http://schemas.openxmlformats.org/drawingml/2006/main" noGrp="1"/>
          </p:cNvSpPr>
          <p:nvPr/>
        </p:nvSpPr>
        <p:spPr>
          <a:xfrm xmlns:a="http://schemas.openxmlformats.org/drawingml/2006/main">
            <a:off x="400050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4" name="rect-2-603">
            <a:extLst xmlns:a="http://schemas.openxmlformats.org/drawingml/2006/main">
              <a:ext uri="{FF2B5EF4-FFF2-40B4-BE49-F238E27FC236}">
                <a16:creationId xmlns:a16="http://schemas.microsoft.com/office/drawing/2014/main" id="{189D8C13-BC1A-4320-98A2-C970DC588158}"/>
              </a:ext>
            </a:extLst>
          </p:cNvPr>
          <p:cNvSpPr>
            <a:spLocks xmlns:a="http://schemas.openxmlformats.org/drawingml/2006/main" noGrp="1"/>
          </p:cNvSpPr>
          <p:nvPr/>
        </p:nvSpPr>
        <p:spPr>
          <a:xfrm xmlns:a="http://schemas.openxmlformats.org/drawingml/2006/main">
            <a:off x="404241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5" name="rect-2-604">
            <a:extLst xmlns:a="http://schemas.openxmlformats.org/drawingml/2006/main">
              <a:ext uri="{FF2B5EF4-FFF2-40B4-BE49-F238E27FC236}">
                <a16:creationId xmlns:a16="http://schemas.microsoft.com/office/drawing/2014/main" id="{531E396F-1964-4508-8B10-5A1D00403047}"/>
              </a:ext>
            </a:extLst>
          </p:cNvPr>
          <p:cNvSpPr>
            <a:spLocks xmlns:a="http://schemas.openxmlformats.org/drawingml/2006/main" noGrp="1"/>
          </p:cNvSpPr>
          <p:nvPr/>
        </p:nvSpPr>
        <p:spPr>
          <a:xfrm xmlns:a="http://schemas.openxmlformats.org/drawingml/2006/main">
            <a:off x="408432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6" name="rect-2-605">
            <a:extLst xmlns:a="http://schemas.openxmlformats.org/drawingml/2006/main">
              <a:ext uri="{FF2B5EF4-FFF2-40B4-BE49-F238E27FC236}">
                <a16:creationId xmlns:a16="http://schemas.microsoft.com/office/drawing/2014/main" id="{751E1B46-F00F-46B6-AE17-0BA519A2EF83}"/>
              </a:ext>
            </a:extLst>
          </p:cNvPr>
          <p:cNvSpPr>
            <a:spLocks xmlns:a="http://schemas.openxmlformats.org/drawingml/2006/main" noGrp="1"/>
          </p:cNvSpPr>
          <p:nvPr/>
        </p:nvSpPr>
        <p:spPr>
          <a:xfrm xmlns:a="http://schemas.openxmlformats.org/drawingml/2006/main">
            <a:off x="412623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7" name="rect-2-606">
            <a:extLst xmlns:a="http://schemas.openxmlformats.org/drawingml/2006/main">
              <a:ext uri="{FF2B5EF4-FFF2-40B4-BE49-F238E27FC236}">
                <a16:creationId xmlns:a16="http://schemas.microsoft.com/office/drawing/2014/main" id="{3183A573-7FFC-4EDB-9376-79D23BBFEBC7}"/>
              </a:ext>
            </a:extLst>
          </p:cNvPr>
          <p:cNvSpPr>
            <a:spLocks xmlns:a="http://schemas.openxmlformats.org/drawingml/2006/main" noGrp="1"/>
          </p:cNvSpPr>
          <p:nvPr/>
        </p:nvSpPr>
        <p:spPr>
          <a:xfrm xmlns:a="http://schemas.openxmlformats.org/drawingml/2006/main">
            <a:off x="421005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8" name="rect-2-607">
            <a:extLst xmlns:a="http://schemas.openxmlformats.org/drawingml/2006/main">
              <a:ext uri="{FF2B5EF4-FFF2-40B4-BE49-F238E27FC236}">
                <a16:creationId xmlns:a16="http://schemas.microsoft.com/office/drawing/2014/main" id="{CC1F91A4-46DB-4A41-9AE8-C56713F05716}"/>
              </a:ext>
            </a:extLst>
          </p:cNvPr>
          <p:cNvSpPr>
            <a:spLocks xmlns:a="http://schemas.openxmlformats.org/drawingml/2006/main" noGrp="1"/>
          </p:cNvSpPr>
          <p:nvPr/>
        </p:nvSpPr>
        <p:spPr>
          <a:xfrm xmlns:a="http://schemas.openxmlformats.org/drawingml/2006/main">
            <a:off x="425196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09" name="rect-2-608">
            <a:extLst xmlns:a="http://schemas.openxmlformats.org/drawingml/2006/main">
              <a:ext uri="{FF2B5EF4-FFF2-40B4-BE49-F238E27FC236}">
                <a16:creationId xmlns:a16="http://schemas.microsoft.com/office/drawing/2014/main" id="{ECDAAB0D-FCE9-4A09-83AA-EAB163E241CE}"/>
              </a:ext>
            </a:extLst>
          </p:cNvPr>
          <p:cNvSpPr>
            <a:spLocks xmlns:a="http://schemas.openxmlformats.org/drawingml/2006/main" noGrp="1"/>
          </p:cNvSpPr>
          <p:nvPr/>
        </p:nvSpPr>
        <p:spPr>
          <a:xfrm xmlns:a="http://schemas.openxmlformats.org/drawingml/2006/main">
            <a:off x="4293870" y="26174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0" name="rect-2-609">
            <a:extLst xmlns:a="http://schemas.openxmlformats.org/drawingml/2006/main">
              <a:ext uri="{FF2B5EF4-FFF2-40B4-BE49-F238E27FC236}">
                <a16:creationId xmlns:a16="http://schemas.microsoft.com/office/drawing/2014/main" id="{4D3117DC-CB85-45DD-B0EC-6D63BBA4BADD}"/>
              </a:ext>
            </a:extLst>
          </p:cNvPr>
          <p:cNvSpPr>
            <a:spLocks xmlns:a="http://schemas.openxmlformats.org/drawingml/2006/main" noGrp="1"/>
          </p:cNvSpPr>
          <p:nvPr/>
        </p:nvSpPr>
        <p:spPr>
          <a:xfrm xmlns:a="http://schemas.openxmlformats.org/drawingml/2006/main">
            <a:off x="383286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1" name="rect-2-610">
            <a:extLst xmlns:a="http://schemas.openxmlformats.org/drawingml/2006/main">
              <a:ext uri="{FF2B5EF4-FFF2-40B4-BE49-F238E27FC236}">
                <a16:creationId xmlns:a16="http://schemas.microsoft.com/office/drawing/2014/main" id="{F0F8529E-FC2B-4A49-A3C3-8A1DB822CE3D}"/>
              </a:ext>
            </a:extLst>
          </p:cNvPr>
          <p:cNvSpPr>
            <a:spLocks xmlns:a="http://schemas.openxmlformats.org/drawingml/2006/main" noGrp="1"/>
          </p:cNvSpPr>
          <p:nvPr/>
        </p:nvSpPr>
        <p:spPr>
          <a:xfrm xmlns:a="http://schemas.openxmlformats.org/drawingml/2006/main">
            <a:off x="387477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2" name="rect-2-611">
            <a:extLst xmlns:a="http://schemas.openxmlformats.org/drawingml/2006/main">
              <a:ext uri="{FF2B5EF4-FFF2-40B4-BE49-F238E27FC236}">
                <a16:creationId xmlns:a16="http://schemas.microsoft.com/office/drawing/2014/main" id="{217A66D6-9AF5-40B6-A718-05DCAA255E95}"/>
              </a:ext>
            </a:extLst>
          </p:cNvPr>
          <p:cNvSpPr>
            <a:spLocks xmlns:a="http://schemas.openxmlformats.org/drawingml/2006/main" noGrp="1"/>
          </p:cNvSpPr>
          <p:nvPr/>
        </p:nvSpPr>
        <p:spPr>
          <a:xfrm xmlns:a="http://schemas.openxmlformats.org/drawingml/2006/main">
            <a:off x="391668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3" name="rect-2-612">
            <a:extLst xmlns:a="http://schemas.openxmlformats.org/drawingml/2006/main">
              <a:ext uri="{FF2B5EF4-FFF2-40B4-BE49-F238E27FC236}">
                <a16:creationId xmlns:a16="http://schemas.microsoft.com/office/drawing/2014/main" id="{88F5B2FC-8BD6-4B9E-B0A1-0A0696AC3A55}"/>
              </a:ext>
            </a:extLst>
          </p:cNvPr>
          <p:cNvSpPr>
            <a:spLocks xmlns:a="http://schemas.openxmlformats.org/drawingml/2006/main" noGrp="1"/>
          </p:cNvSpPr>
          <p:nvPr/>
        </p:nvSpPr>
        <p:spPr>
          <a:xfrm xmlns:a="http://schemas.openxmlformats.org/drawingml/2006/main">
            <a:off x="395859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4" name="rect-2-613">
            <a:extLst xmlns:a="http://schemas.openxmlformats.org/drawingml/2006/main">
              <a:ext uri="{FF2B5EF4-FFF2-40B4-BE49-F238E27FC236}">
                <a16:creationId xmlns:a16="http://schemas.microsoft.com/office/drawing/2014/main" id="{EB8D00C7-34B9-4CB6-BC10-32BF24F38184}"/>
              </a:ext>
            </a:extLst>
          </p:cNvPr>
          <p:cNvSpPr>
            <a:spLocks xmlns:a="http://schemas.openxmlformats.org/drawingml/2006/main" noGrp="1"/>
          </p:cNvSpPr>
          <p:nvPr/>
        </p:nvSpPr>
        <p:spPr>
          <a:xfrm xmlns:a="http://schemas.openxmlformats.org/drawingml/2006/main">
            <a:off x="400050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5" name="rect-2-614">
            <a:extLst xmlns:a="http://schemas.openxmlformats.org/drawingml/2006/main">
              <a:ext uri="{FF2B5EF4-FFF2-40B4-BE49-F238E27FC236}">
                <a16:creationId xmlns:a16="http://schemas.microsoft.com/office/drawing/2014/main" id="{F0227EC8-6E7F-4371-BA53-9DFB5AEE4633}"/>
              </a:ext>
            </a:extLst>
          </p:cNvPr>
          <p:cNvSpPr>
            <a:spLocks xmlns:a="http://schemas.openxmlformats.org/drawingml/2006/main" noGrp="1"/>
          </p:cNvSpPr>
          <p:nvPr/>
        </p:nvSpPr>
        <p:spPr>
          <a:xfrm xmlns:a="http://schemas.openxmlformats.org/drawingml/2006/main">
            <a:off x="404241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6" name="rect-2-615">
            <a:extLst xmlns:a="http://schemas.openxmlformats.org/drawingml/2006/main">
              <a:ext uri="{FF2B5EF4-FFF2-40B4-BE49-F238E27FC236}">
                <a16:creationId xmlns:a16="http://schemas.microsoft.com/office/drawing/2014/main" id="{C471A3FD-854B-4CF4-8DC8-92313CF975A5}"/>
              </a:ext>
            </a:extLst>
          </p:cNvPr>
          <p:cNvSpPr>
            <a:spLocks xmlns:a="http://schemas.openxmlformats.org/drawingml/2006/main" noGrp="1"/>
          </p:cNvSpPr>
          <p:nvPr/>
        </p:nvSpPr>
        <p:spPr>
          <a:xfrm xmlns:a="http://schemas.openxmlformats.org/drawingml/2006/main">
            <a:off x="408432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7" name="rect-2-616">
            <a:extLst xmlns:a="http://schemas.openxmlformats.org/drawingml/2006/main">
              <a:ext uri="{FF2B5EF4-FFF2-40B4-BE49-F238E27FC236}">
                <a16:creationId xmlns:a16="http://schemas.microsoft.com/office/drawing/2014/main" id="{05A851FA-B0DA-4F17-8F27-0B4039C2F024}"/>
              </a:ext>
            </a:extLst>
          </p:cNvPr>
          <p:cNvSpPr>
            <a:spLocks xmlns:a="http://schemas.openxmlformats.org/drawingml/2006/main" noGrp="1"/>
          </p:cNvSpPr>
          <p:nvPr/>
        </p:nvSpPr>
        <p:spPr>
          <a:xfrm xmlns:a="http://schemas.openxmlformats.org/drawingml/2006/main">
            <a:off x="412623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8" name="rect-2-617">
            <a:extLst xmlns:a="http://schemas.openxmlformats.org/drawingml/2006/main">
              <a:ext uri="{FF2B5EF4-FFF2-40B4-BE49-F238E27FC236}">
                <a16:creationId xmlns:a16="http://schemas.microsoft.com/office/drawing/2014/main" id="{E85D4920-FAC3-4FEE-BBCF-02977F98C7BB}"/>
              </a:ext>
            </a:extLst>
          </p:cNvPr>
          <p:cNvSpPr>
            <a:spLocks xmlns:a="http://schemas.openxmlformats.org/drawingml/2006/main" noGrp="1"/>
          </p:cNvSpPr>
          <p:nvPr/>
        </p:nvSpPr>
        <p:spPr>
          <a:xfrm xmlns:a="http://schemas.openxmlformats.org/drawingml/2006/main">
            <a:off x="421005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19" name="rect-2-618">
            <a:extLst xmlns:a="http://schemas.openxmlformats.org/drawingml/2006/main">
              <a:ext uri="{FF2B5EF4-FFF2-40B4-BE49-F238E27FC236}">
                <a16:creationId xmlns:a16="http://schemas.microsoft.com/office/drawing/2014/main" id="{11E92B71-8173-48E6-9DE8-D56D93B5FBAF}"/>
              </a:ext>
            </a:extLst>
          </p:cNvPr>
          <p:cNvSpPr>
            <a:spLocks xmlns:a="http://schemas.openxmlformats.org/drawingml/2006/main" noGrp="1"/>
          </p:cNvSpPr>
          <p:nvPr/>
        </p:nvSpPr>
        <p:spPr>
          <a:xfrm xmlns:a="http://schemas.openxmlformats.org/drawingml/2006/main">
            <a:off x="425196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0" name="rect-2-619">
            <a:extLst xmlns:a="http://schemas.openxmlformats.org/drawingml/2006/main">
              <a:ext uri="{FF2B5EF4-FFF2-40B4-BE49-F238E27FC236}">
                <a16:creationId xmlns:a16="http://schemas.microsoft.com/office/drawing/2014/main" id="{3E1722E8-D413-4CC1-BA6D-3513BF4B048A}"/>
              </a:ext>
            </a:extLst>
          </p:cNvPr>
          <p:cNvSpPr>
            <a:spLocks xmlns:a="http://schemas.openxmlformats.org/drawingml/2006/main" noGrp="1"/>
          </p:cNvSpPr>
          <p:nvPr/>
        </p:nvSpPr>
        <p:spPr>
          <a:xfrm xmlns:a="http://schemas.openxmlformats.org/drawingml/2006/main">
            <a:off x="429387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1" name="rect-2-620">
            <a:extLst xmlns:a="http://schemas.openxmlformats.org/drawingml/2006/main">
              <a:ext uri="{FF2B5EF4-FFF2-40B4-BE49-F238E27FC236}">
                <a16:creationId xmlns:a16="http://schemas.microsoft.com/office/drawing/2014/main" id="{A1D5AB04-E077-42B6-9D62-AD2D019D112F}"/>
              </a:ext>
            </a:extLst>
          </p:cNvPr>
          <p:cNvSpPr>
            <a:spLocks xmlns:a="http://schemas.openxmlformats.org/drawingml/2006/main" noGrp="1"/>
          </p:cNvSpPr>
          <p:nvPr/>
        </p:nvSpPr>
        <p:spPr>
          <a:xfrm xmlns:a="http://schemas.openxmlformats.org/drawingml/2006/main">
            <a:off x="433578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2" name="rect-2-621">
            <a:extLst xmlns:a="http://schemas.openxmlformats.org/drawingml/2006/main">
              <a:ext uri="{FF2B5EF4-FFF2-40B4-BE49-F238E27FC236}">
                <a16:creationId xmlns:a16="http://schemas.microsoft.com/office/drawing/2014/main" id="{65F673E7-6C33-4DDF-8DE8-CCF626D2D08C}"/>
              </a:ext>
            </a:extLst>
          </p:cNvPr>
          <p:cNvSpPr>
            <a:spLocks xmlns:a="http://schemas.openxmlformats.org/drawingml/2006/main" noGrp="1"/>
          </p:cNvSpPr>
          <p:nvPr/>
        </p:nvSpPr>
        <p:spPr>
          <a:xfrm xmlns:a="http://schemas.openxmlformats.org/drawingml/2006/main">
            <a:off x="4377690" y="26593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3" name="rect-2-622">
            <a:extLst xmlns:a="http://schemas.openxmlformats.org/drawingml/2006/main">
              <a:ext uri="{FF2B5EF4-FFF2-40B4-BE49-F238E27FC236}">
                <a16:creationId xmlns:a16="http://schemas.microsoft.com/office/drawing/2014/main" id="{68D81E30-F350-4924-BC24-C658553C3D52}"/>
              </a:ext>
            </a:extLst>
          </p:cNvPr>
          <p:cNvSpPr>
            <a:spLocks xmlns:a="http://schemas.openxmlformats.org/drawingml/2006/main" noGrp="1"/>
          </p:cNvSpPr>
          <p:nvPr/>
        </p:nvSpPr>
        <p:spPr>
          <a:xfrm xmlns:a="http://schemas.openxmlformats.org/drawingml/2006/main">
            <a:off x="383286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4" name="rect-2-623">
            <a:extLst xmlns:a="http://schemas.openxmlformats.org/drawingml/2006/main">
              <a:ext uri="{FF2B5EF4-FFF2-40B4-BE49-F238E27FC236}">
                <a16:creationId xmlns:a16="http://schemas.microsoft.com/office/drawing/2014/main" id="{79AE18F5-1654-4706-8B16-5ECA68CF5A94}"/>
              </a:ext>
            </a:extLst>
          </p:cNvPr>
          <p:cNvSpPr>
            <a:spLocks xmlns:a="http://schemas.openxmlformats.org/drawingml/2006/main" noGrp="1"/>
          </p:cNvSpPr>
          <p:nvPr/>
        </p:nvSpPr>
        <p:spPr>
          <a:xfrm xmlns:a="http://schemas.openxmlformats.org/drawingml/2006/main">
            <a:off x="387477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5" name="rect-2-624">
            <a:extLst xmlns:a="http://schemas.openxmlformats.org/drawingml/2006/main">
              <a:ext uri="{FF2B5EF4-FFF2-40B4-BE49-F238E27FC236}">
                <a16:creationId xmlns:a16="http://schemas.microsoft.com/office/drawing/2014/main" id="{BFA89E32-1AFA-4634-8140-6288323D1987}"/>
              </a:ext>
            </a:extLst>
          </p:cNvPr>
          <p:cNvSpPr>
            <a:spLocks xmlns:a="http://schemas.openxmlformats.org/drawingml/2006/main" noGrp="1"/>
          </p:cNvSpPr>
          <p:nvPr/>
        </p:nvSpPr>
        <p:spPr>
          <a:xfrm xmlns:a="http://schemas.openxmlformats.org/drawingml/2006/main">
            <a:off x="391668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6" name="rect-2-625">
            <a:extLst xmlns:a="http://schemas.openxmlformats.org/drawingml/2006/main">
              <a:ext uri="{FF2B5EF4-FFF2-40B4-BE49-F238E27FC236}">
                <a16:creationId xmlns:a16="http://schemas.microsoft.com/office/drawing/2014/main" id="{CA30A521-81F8-4DA6-BFF5-D71DC6474168}"/>
              </a:ext>
            </a:extLst>
          </p:cNvPr>
          <p:cNvSpPr>
            <a:spLocks xmlns:a="http://schemas.openxmlformats.org/drawingml/2006/main" noGrp="1"/>
          </p:cNvSpPr>
          <p:nvPr/>
        </p:nvSpPr>
        <p:spPr>
          <a:xfrm xmlns:a="http://schemas.openxmlformats.org/drawingml/2006/main">
            <a:off x="395859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7" name="rect-2-626">
            <a:extLst xmlns:a="http://schemas.openxmlformats.org/drawingml/2006/main">
              <a:ext uri="{FF2B5EF4-FFF2-40B4-BE49-F238E27FC236}">
                <a16:creationId xmlns:a16="http://schemas.microsoft.com/office/drawing/2014/main" id="{6AA21198-767A-4478-9FFB-C9A91C2277E5}"/>
              </a:ext>
            </a:extLst>
          </p:cNvPr>
          <p:cNvSpPr>
            <a:spLocks xmlns:a="http://schemas.openxmlformats.org/drawingml/2006/main" noGrp="1"/>
          </p:cNvSpPr>
          <p:nvPr/>
        </p:nvSpPr>
        <p:spPr>
          <a:xfrm xmlns:a="http://schemas.openxmlformats.org/drawingml/2006/main">
            <a:off x="400050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8" name="rect-2-627">
            <a:extLst xmlns:a="http://schemas.openxmlformats.org/drawingml/2006/main">
              <a:ext uri="{FF2B5EF4-FFF2-40B4-BE49-F238E27FC236}">
                <a16:creationId xmlns:a16="http://schemas.microsoft.com/office/drawing/2014/main" id="{7A3EF641-AAD7-455F-A9DA-ABB0AD829470}"/>
              </a:ext>
            </a:extLst>
          </p:cNvPr>
          <p:cNvSpPr>
            <a:spLocks xmlns:a="http://schemas.openxmlformats.org/drawingml/2006/main" noGrp="1"/>
          </p:cNvSpPr>
          <p:nvPr/>
        </p:nvSpPr>
        <p:spPr>
          <a:xfrm xmlns:a="http://schemas.openxmlformats.org/drawingml/2006/main">
            <a:off x="404241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29" name="rect-2-628">
            <a:extLst xmlns:a="http://schemas.openxmlformats.org/drawingml/2006/main">
              <a:ext uri="{FF2B5EF4-FFF2-40B4-BE49-F238E27FC236}">
                <a16:creationId xmlns:a16="http://schemas.microsoft.com/office/drawing/2014/main" id="{58852515-7255-406D-92C1-882326422342}"/>
              </a:ext>
            </a:extLst>
          </p:cNvPr>
          <p:cNvSpPr>
            <a:spLocks xmlns:a="http://schemas.openxmlformats.org/drawingml/2006/main" noGrp="1"/>
          </p:cNvSpPr>
          <p:nvPr/>
        </p:nvSpPr>
        <p:spPr>
          <a:xfrm xmlns:a="http://schemas.openxmlformats.org/drawingml/2006/main">
            <a:off x="408432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0" name="rect-2-629">
            <a:extLst xmlns:a="http://schemas.openxmlformats.org/drawingml/2006/main">
              <a:ext uri="{FF2B5EF4-FFF2-40B4-BE49-F238E27FC236}">
                <a16:creationId xmlns:a16="http://schemas.microsoft.com/office/drawing/2014/main" id="{25AA6AF3-5D01-4E44-A52C-F7180F32F0A3}"/>
              </a:ext>
            </a:extLst>
          </p:cNvPr>
          <p:cNvSpPr>
            <a:spLocks xmlns:a="http://schemas.openxmlformats.org/drawingml/2006/main" noGrp="1"/>
          </p:cNvSpPr>
          <p:nvPr/>
        </p:nvSpPr>
        <p:spPr>
          <a:xfrm xmlns:a="http://schemas.openxmlformats.org/drawingml/2006/main">
            <a:off x="412623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1" name="rect-2-630">
            <a:extLst xmlns:a="http://schemas.openxmlformats.org/drawingml/2006/main">
              <a:ext uri="{FF2B5EF4-FFF2-40B4-BE49-F238E27FC236}">
                <a16:creationId xmlns:a16="http://schemas.microsoft.com/office/drawing/2014/main" id="{AF2CCB4D-D50F-44E1-B7FD-FD660677DC4C}"/>
              </a:ext>
            </a:extLst>
          </p:cNvPr>
          <p:cNvSpPr>
            <a:spLocks xmlns:a="http://schemas.openxmlformats.org/drawingml/2006/main" noGrp="1"/>
          </p:cNvSpPr>
          <p:nvPr/>
        </p:nvSpPr>
        <p:spPr>
          <a:xfrm xmlns:a="http://schemas.openxmlformats.org/drawingml/2006/main">
            <a:off x="433578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2" name="rect-2-631">
            <a:extLst xmlns:a="http://schemas.openxmlformats.org/drawingml/2006/main">
              <a:ext uri="{FF2B5EF4-FFF2-40B4-BE49-F238E27FC236}">
                <a16:creationId xmlns:a16="http://schemas.microsoft.com/office/drawing/2014/main" id="{CC3828CA-401A-441E-AC82-F0C963DEC199}"/>
              </a:ext>
            </a:extLst>
          </p:cNvPr>
          <p:cNvSpPr>
            <a:spLocks xmlns:a="http://schemas.openxmlformats.org/drawingml/2006/main" noGrp="1"/>
          </p:cNvSpPr>
          <p:nvPr/>
        </p:nvSpPr>
        <p:spPr>
          <a:xfrm xmlns:a="http://schemas.openxmlformats.org/drawingml/2006/main">
            <a:off x="437769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3" name="rect-2-632">
            <a:extLst xmlns:a="http://schemas.openxmlformats.org/drawingml/2006/main">
              <a:ext uri="{FF2B5EF4-FFF2-40B4-BE49-F238E27FC236}">
                <a16:creationId xmlns:a16="http://schemas.microsoft.com/office/drawing/2014/main" id="{CDCCA811-E9D8-464A-9BE3-70CD94292686}"/>
              </a:ext>
            </a:extLst>
          </p:cNvPr>
          <p:cNvSpPr>
            <a:spLocks xmlns:a="http://schemas.openxmlformats.org/drawingml/2006/main" noGrp="1"/>
          </p:cNvSpPr>
          <p:nvPr/>
        </p:nvSpPr>
        <p:spPr>
          <a:xfrm xmlns:a="http://schemas.openxmlformats.org/drawingml/2006/main">
            <a:off x="4419600" y="27012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4" name="rect-2-633">
            <a:extLst xmlns:a="http://schemas.openxmlformats.org/drawingml/2006/main">
              <a:ext uri="{FF2B5EF4-FFF2-40B4-BE49-F238E27FC236}">
                <a16:creationId xmlns:a16="http://schemas.microsoft.com/office/drawing/2014/main" id="{8E7B8421-14DD-4803-8CF2-B85815D01258}"/>
              </a:ext>
            </a:extLst>
          </p:cNvPr>
          <p:cNvSpPr>
            <a:spLocks xmlns:a="http://schemas.openxmlformats.org/drawingml/2006/main" noGrp="1"/>
          </p:cNvSpPr>
          <p:nvPr/>
        </p:nvSpPr>
        <p:spPr>
          <a:xfrm xmlns:a="http://schemas.openxmlformats.org/drawingml/2006/main">
            <a:off x="379095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5" name="rect-2-634">
            <a:extLst xmlns:a="http://schemas.openxmlformats.org/drawingml/2006/main">
              <a:ext uri="{FF2B5EF4-FFF2-40B4-BE49-F238E27FC236}">
                <a16:creationId xmlns:a16="http://schemas.microsoft.com/office/drawing/2014/main" id="{E28E6084-4F76-4408-9B72-0968A651DEAA}"/>
              </a:ext>
            </a:extLst>
          </p:cNvPr>
          <p:cNvSpPr>
            <a:spLocks xmlns:a="http://schemas.openxmlformats.org/drawingml/2006/main" noGrp="1"/>
          </p:cNvSpPr>
          <p:nvPr/>
        </p:nvSpPr>
        <p:spPr>
          <a:xfrm xmlns:a="http://schemas.openxmlformats.org/drawingml/2006/main">
            <a:off x="383286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6" name="rect-2-635">
            <a:extLst xmlns:a="http://schemas.openxmlformats.org/drawingml/2006/main">
              <a:ext uri="{FF2B5EF4-FFF2-40B4-BE49-F238E27FC236}">
                <a16:creationId xmlns:a16="http://schemas.microsoft.com/office/drawing/2014/main" id="{92C84733-5BB7-4DA1-A967-813823911D51}"/>
              </a:ext>
            </a:extLst>
          </p:cNvPr>
          <p:cNvSpPr>
            <a:spLocks xmlns:a="http://schemas.openxmlformats.org/drawingml/2006/main" noGrp="1"/>
          </p:cNvSpPr>
          <p:nvPr/>
        </p:nvSpPr>
        <p:spPr>
          <a:xfrm xmlns:a="http://schemas.openxmlformats.org/drawingml/2006/main">
            <a:off x="387477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7" name="rect-2-636">
            <a:extLst xmlns:a="http://schemas.openxmlformats.org/drawingml/2006/main">
              <a:ext uri="{FF2B5EF4-FFF2-40B4-BE49-F238E27FC236}">
                <a16:creationId xmlns:a16="http://schemas.microsoft.com/office/drawing/2014/main" id="{A5A0021E-9F95-4FF4-8221-88BE3A3E7E06}"/>
              </a:ext>
            </a:extLst>
          </p:cNvPr>
          <p:cNvSpPr>
            <a:spLocks xmlns:a="http://schemas.openxmlformats.org/drawingml/2006/main" noGrp="1"/>
          </p:cNvSpPr>
          <p:nvPr/>
        </p:nvSpPr>
        <p:spPr>
          <a:xfrm xmlns:a="http://schemas.openxmlformats.org/drawingml/2006/main">
            <a:off x="391668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8" name="rect-2-637">
            <a:extLst xmlns:a="http://schemas.openxmlformats.org/drawingml/2006/main">
              <a:ext uri="{FF2B5EF4-FFF2-40B4-BE49-F238E27FC236}">
                <a16:creationId xmlns:a16="http://schemas.microsoft.com/office/drawing/2014/main" id="{4CA53B2A-773B-407A-85A2-CA59D99FD9FA}"/>
              </a:ext>
            </a:extLst>
          </p:cNvPr>
          <p:cNvSpPr>
            <a:spLocks xmlns:a="http://schemas.openxmlformats.org/drawingml/2006/main" noGrp="1"/>
          </p:cNvSpPr>
          <p:nvPr/>
        </p:nvSpPr>
        <p:spPr>
          <a:xfrm xmlns:a="http://schemas.openxmlformats.org/drawingml/2006/main">
            <a:off x="395859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39" name="rect-2-638">
            <a:extLst xmlns:a="http://schemas.openxmlformats.org/drawingml/2006/main">
              <a:ext uri="{FF2B5EF4-FFF2-40B4-BE49-F238E27FC236}">
                <a16:creationId xmlns:a16="http://schemas.microsoft.com/office/drawing/2014/main" id="{844C890E-3F67-434B-A1F5-CEC719F53AC2}"/>
              </a:ext>
            </a:extLst>
          </p:cNvPr>
          <p:cNvSpPr>
            <a:spLocks xmlns:a="http://schemas.openxmlformats.org/drawingml/2006/main" noGrp="1"/>
          </p:cNvSpPr>
          <p:nvPr/>
        </p:nvSpPr>
        <p:spPr>
          <a:xfrm xmlns:a="http://schemas.openxmlformats.org/drawingml/2006/main">
            <a:off x="400050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0" name="rect-2-639">
            <a:extLst xmlns:a="http://schemas.openxmlformats.org/drawingml/2006/main">
              <a:ext uri="{FF2B5EF4-FFF2-40B4-BE49-F238E27FC236}">
                <a16:creationId xmlns:a16="http://schemas.microsoft.com/office/drawing/2014/main" id="{7B96790E-DC60-4078-8B54-3293986FBD75}"/>
              </a:ext>
            </a:extLst>
          </p:cNvPr>
          <p:cNvSpPr>
            <a:spLocks xmlns:a="http://schemas.openxmlformats.org/drawingml/2006/main" noGrp="1"/>
          </p:cNvSpPr>
          <p:nvPr/>
        </p:nvSpPr>
        <p:spPr>
          <a:xfrm xmlns:a="http://schemas.openxmlformats.org/drawingml/2006/main">
            <a:off x="404241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1" name="rect-2-640">
            <a:extLst xmlns:a="http://schemas.openxmlformats.org/drawingml/2006/main">
              <a:ext uri="{FF2B5EF4-FFF2-40B4-BE49-F238E27FC236}">
                <a16:creationId xmlns:a16="http://schemas.microsoft.com/office/drawing/2014/main" id="{7DD5483A-6228-4A3E-8BD0-BE541B317310}"/>
              </a:ext>
            </a:extLst>
          </p:cNvPr>
          <p:cNvSpPr>
            <a:spLocks xmlns:a="http://schemas.openxmlformats.org/drawingml/2006/main" noGrp="1"/>
          </p:cNvSpPr>
          <p:nvPr/>
        </p:nvSpPr>
        <p:spPr>
          <a:xfrm xmlns:a="http://schemas.openxmlformats.org/drawingml/2006/main">
            <a:off x="408432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2" name="rect-2-641">
            <a:extLst xmlns:a="http://schemas.openxmlformats.org/drawingml/2006/main">
              <a:ext uri="{FF2B5EF4-FFF2-40B4-BE49-F238E27FC236}">
                <a16:creationId xmlns:a16="http://schemas.microsoft.com/office/drawing/2014/main" id="{E8EEB8B0-9836-468B-93DC-705F93DE842B}"/>
              </a:ext>
            </a:extLst>
          </p:cNvPr>
          <p:cNvSpPr>
            <a:spLocks xmlns:a="http://schemas.openxmlformats.org/drawingml/2006/main" noGrp="1"/>
          </p:cNvSpPr>
          <p:nvPr/>
        </p:nvSpPr>
        <p:spPr>
          <a:xfrm xmlns:a="http://schemas.openxmlformats.org/drawingml/2006/main">
            <a:off x="412623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3" name="rect-2-642">
            <a:extLst xmlns:a="http://schemas.openxmlformats.org/drawingml/2006/main">
              <a:ext uri="{FF2B5EF4-FFF2-40B4-BE49-F238E27FC236}">
                <a16:creationId xmlns:a16="http://schemas.microsoft.com/office/drawing/2014/main" id="{B2787070-7A7E-451A-9976-3A69F1481794}"/>
              </a:ext>
            </a:extLst>
          </p:cNvPr>
          <p:cNvSpPr>
            <a:spLocks xmlns:a="http://schemas.openxmlformats.org/drawingml/2006/main" noGrp="1"/>
          </p:cNvSpPr>
          <p:nvPr/>
        </p:nvSpPr>
        <p:spPr>
          <a:xfrm xmlns:a="http://schemas.openxmlformats.org/drawingml/2006/main">
            <a:off x="416814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4" name="rect-2-643">
            <a:extLst xmlns:a="http://schemas.openxmlformats.org/drawingml/2006/main">
              <a:ext uri="{FF2B5EF4-FFF2-40B4-BE49-F238E27FC236}">
                <a16:creationId xmlns:a16="http://schemas.microsoft.com/office/drawing/2014/main" id="{8105F8B8-BC5C-40A2-BA56-CF64B7B47D3E}"/>
              </a:ext>
            </a:extLst>
          </p:cNvPr>
          <p:cNvSpPr>
            <a:spLocks xmlns:a="http://schemas.openxmlformats.org/drawingml/2006/main" noGrp="1"/>
          </p:cNvSpPr>
          <p:nvPr/>
        </p:nvSpPr>
        <p:spPr>
          <a:xfrm xmlns:a="http://schemas.openxmlformats.org/drawingml/2006/main">
            <a:off x="421005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5" name="rect-2-644">
            <a:extLst xmlns:a="http://schemas.openxmlformats.org/drawingml/2006/main">
              <a:ext uri="{FF2B5EF4-FFF2-40B4-BE49-F238E27FC236}">
                <a16:creationId xmlns:a16="http://schemas.microsoft.com/office/drawing/2014/main" id="{E0232813-030F-459A-A558-029E79CD8F66}"/>
              </a:ext>
            </a:extLst>
          </p:cNvPr>
          <p:cNvSpPr>
            <a:spLocks xmlns:a="http://schemas.openxmlformats.org/drawingml/2006/main" noGrp="1"/>
          </p:cNvSpPr>
          <p:nvPr/>
        </p:nvSpPr>
        <p:spPr>
          <a:xfrm xmlns:a="http://schemas.openxmlformats.org/drawingml/2006/main">
            <a:off x="425196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6" name="rect-2-645">
            <a:extLst xmlns:a="http://schemas.openxmlformats.org/drawingml/2006/main">
              <a:ext uri="{FF2B5EF4-FFF2-40B4-BE49-F238E27FC236}">
                <a16:creationId xmlns:a16="http://schemas.microsoft.com/office/drawing/2014/main" id="{123B6EA5-8687-48C3-A3A9-2455EF7A4E8D}"/>
              </a:ext>
            </a:extLst>
          </p:cNvPr>
          <p:cNvSpPr>
            <a:spLocks xmlns:a="http://schemas.openxmlformats.org/drawingml/2006/main" noGrp="1"/>
          </p:cNvSpPr>
          <p:nvPr/>
        </p:nvSpPr>
        <p:spPr>
          <a:xfrm xmlns:a="http://schemas.openxmlformats.org/drawingml/2006/main">
            <a:off x="433578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7" name="rect-2-646">
            <a:extLst xmlns:a="http://schemas.openxmlformats.org/drawingml/2006/main">
              <a:ext uri="{FF2B5EF4-FFF2-40B4-BE49-F238E27FC236}">
                <a16:creationId xmlns:a16="http://schemas.microsoft.com/office/drawing/2014/main" id="{9951A06E-3487-4142-B90F-C2A53EC7E7EA}"/>
              </a:ext>
            </a:extLst>
          </p:cNvPr>
          <p:cNvSpPr>
            <a:spLocks xmlns:a="http://schemas.openxmlformats.org/drawingml/2006/main" noGrp="1"/>
          </p:cNvSpPr>
          <p:nvPr/>
        </p:nvSpPr>
        <p:spPr>
          <a:xfrm xmlns:a="http://schemas.openxmlformats.org/drawingml/2006/main">
            <a:off x="437769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8" name="rect-2-647">
            <a:extLst xmlns:a="http://schemas.openxmlformats.org/drawingml/2006/main">
              <a:ext uri="{FF2B5EF4-FFF2-40B4-BE49-F238E27FC236}">
                <a16:creationId xmlns:a16="http://schemas.microsoft.com/office/drawing/2014/main" id="{D758B12B-9038-4EB7-8872-A1CB0E061BAA}"/>
              </a:ext>
            </a:extLst>
          </p:cNvPr>
          <p:cNvSpPr>
            <a:spLocks xmlns:a="http://schemas.openxmlformats.org/drawingml/2006/main" noGrp="1"/>
          </p:cNvSpPr>
          <p:nvPr/>
        </p:nvSpPr>
        <p:spPr>
          <a:xfrm xmlns:a="http://schemas.openxmlformats.org/drawingml/2006/main">
            <a:off x="4419600" y="27432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49" name="rect-2-648">
            <a:extLst xmlns:a="http://schemas.openxmlformats.org/drawingml/2006/main">
              <a:ext uri="{FF2B5EF4-FFF2-40B4-BE49-F238E27FC236}">
                <a16:creationId xmlns:a16="http://schemas.microsoft.com/office/drawing/2014/main" id="{5EB341DC-D3A0-4571-997A-E0541BAF99BA}"/>
              </a:ext>
            </a:extLst>
          </p:cNvPr>
          <p:cNvSpPr>
            <a:spLocks xmlns:a="http://schemas.openxmlformats.org/drawingml/2006/main" noGrp="1"/>
          </p:cNvSpPr>
          <p:nvPr/>
        </p:nvSpPr>
        <p:spPr>
          <a:xfrm xmlns:a="http://schemas.openxmlformats.org/drawingml/2006/main">
            <a:off x="383286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0" name="rect-2-649">
            <a:extLst xmlns:a="http://schemas.openxmlformats.org/drawingml/2006/main">
              <a:ext uri="{FF2B5EF4-FFF2-40B4-BE49-F238E27FC236}">
                <a16:creationId xmlns:a16="http://schemas.microsoft.com/office/drawing/2014/main" id="{16ADAB6A-A706-4BD2-95EE-3507146B7172}"/>
              </a:ext>
            </a:extLst>
          </p:cNvPr>
          <p:cNvSpPr>
            <a:spLocks xmlns:a="http://schemas.openxmlformats.org/drawingml/2006/main" noGrp="1"/>
          </p:cNvSpPr>
          <p:nvPr/>
        </p:nvSpPr>
        <p:spPr>
          <a:xfrm xmlns:a="http://schemas.openxmlformats.org/drawingml/2006/main">
            <a:off x="387477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1" name="rect-2-650">
            <a:extLst xmlns:a="http://schemas.openxmlformats.org/drawingml/2006/main">
              <a:ext uri="{FF2B5EF4-FFF2-40B4-BE49-F238E27FC236}">
                <a16:creationId xmlns:a16="http://schemas.microsoft.com/office/drawing/2014/main" id="{334BB4F5-C592-4209-AF9F-E415BE9DCD7C}"/>
              </a:ext>
            </a:extLst>
          </p:cNvPr>
          <p:cNvSpPr>
            <a:spLocks xmlns:a="http://schemas.openxmlformats.org/drawingml/2006/main" noGrp="1"/>
          </p:cNvSpPr>
          <p:nvPr/>
        </p:nvSpPr>
        <p:spPr>
          <a:xfrm xmlns:a="http://schemas.openxmlformats.org/drawingml/2006/main">
            <a:off x="391668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2" name="rect-2-651">
            <a:extLst xmlns:a="http://schemas.openxmlformats.org/drawingml/2006/main">
              <a:ext uri="{FF2B5EF4-FFF2-40B4-BE49-F238E27FC236}">
                <a16:creationId xmlns:a16="http://schemas.microsoft.com/office/drawing/2014/main" id="{99C9FD80-3FC8-4FCA-A226-71B98C075E52}"/>
              </a:ext>
            </a:extLst>
          </p:cNvPr>
          <p:cNvSpPr>
            <a:spLocks xmlns:a="http://schemas.openxmlformats.org/drawingml/2006/main" noGrp="1"/>
          </p:cNvSpPr>
          <p:nvPr/>
        </p:nvSpPr>
        <p:spPr>
          <a:xfrm xmlns:a="http://schemas.openxmlformats.org/drawingml/2006/main">
            <a:off x="395859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3" name="rect-2-652">
            <a:extLst xmlns:a="http://schemas.openxmlformats.org/drawingml/2006/main">
              <a:ext uri="{FF2B5EF4-FFF2-40B4-BE49-F238E27FC236}">
                <a16:creationId xmlns:a16="http://schemas.microsoft.com/office/drawing/2014/main" id="{66EE3221-8250-4AAC-9687-3CFBF19D6E2B}"/>
              </a:ext>
            </a:extLst>
          </p:cNvPr>
          <p:cNvSpPr>
            <a:spLocks xmlns:a="http://schemas.openxmlformats.org/drawingml/2006/main" noGrp="1"/>
          </p:cNvSpPr>
          <p:nvPr/>
        </p:nvSpPr>
        <p:spPr>
          <a:xfrm xmlns:a="http://schemas.openxmlformats.org/drawingml/2006/main">
            <a:off x="400050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4" name="rect-2-653">
            <a:extLst xmlns:a="http://schemas.openxmlformats.org/drawingml/2006/main">
              <a:ext uri="{FF2B5EF4-FFF2-40B4-BE49-F238E27FC236}">
                <a16:creationId xmlns:a16="http://schemas.microsoft.com/office/drawing/2014/main" id="{D00DC11E-C8DC-4593-AC73-A360B13F1502}"/>
              </a:ext>
            </a:extLst>
          </p:cNvPr>
          <p:cNvSpPr>
            <a:spLocks xmlns:a="http://schemas.openxmlformats.org/drawingml/2006/main" noGrp="1"/>
          </p:cNvSpPr>
          <p:nvPr/>
        </p:nvSpPr>
        <p:spPr>
          <a:xfrm xmlns:a="http://schemas.openxmlformats.org/drawingml/2006/main">
            <a:off x="404241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5" name="rect-2-654">
            <a:extLst xmlns:a="http://schemas.openxmlformats.org/drawingml/2006/main">
              <a:ext uri="{FF2B5EF4-FFF2-40B4-BE49-F238E27FC236}">
                <a16:creationId xmlns:a16="http://schemas.microsoft.com/office/drawing/2014/main" id="{A719AA69-C670-491E-844D-F167BA07E6CE}"/>
              </a:ext>
            </a:extLst>
          </p:cNvPr>
          <p:cNvSpPr>
            <a:spLocks xmlns:a="http://schemas.openxmlformats.org/drawingml/2006/main" noGrp="1"/>
          </p:cNvSpPr>
          <p:nvPr/>
        </p:nvSpPr>
        <p:spPr>
          <a:xfrm xmlns:a="http://schemas.openxmlformats.org/drawingml/2006/main">
            <a:off x="408432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6" name="rect-2-655">
            <a:extLst xmlns:a="http://schemas.openxmlformats.org/drawingml/2006/main">
              <a:ext uri="{FF2B5EF4-FFF2-40B4-BE49-F238E27FC236}">
                <a16:creationId xmlns:a16="http://schemas.microsoft.com/office/drawing/2014/main" id="{77DC850D-11D5-47CC-8CCB-4E9EB1F6BCBA}"/>
              </a:ext>
            </a:extLst>
          </p:cNvPr>
          <p:cNvSpPr>
            <a:spLocks xmlns:a="http://schemas.openxmlformats.org/drawingml/2006/main" noGrp="1"/>
          </p:cNvSpPr>
          <p:nvPr/>
        </p:nvSpPr>
        <p:spPr>
          <a:xfrm xmlns:a="http://schemas.openxmlformats.org/drawingml/2006/main">
            <a:off x="412623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7" name="rect-2-656">
            <a:extLst xmlns:a="http://schemas.openxmlformats.org/drawingml/2006/main">
              <a:ext uri="{FF2B5EF4-FFF2-40B4-BE49-F238E27FC236}">
                <a16:creationId xmlns:a16="http://schemas.microsoft.com/office/drawing/2014/main" id="{43FB7971-A290-4434-9421-32BF4528AD1E}"/>
              </a:ext>
            </a:extLst>
          </p:cNvPr>
          <p:cNvSpPr>
            <a:spLocks xmlns:a="http://schemas.openxmlformats.org/drawingml/2006/main" noGrp="1"/>
          </p:cNvSpPr>
          <p:nvPr/>
        </p:nvSpPr>
        <p:spPr>
          <a:xfrm xmlns:a="http://schemas.openxmlformats.org/drawingml/2006/main">
            <a:off x="421005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8" name="rect-2-657">
            <a:extLst xmlns:a="http://schemas.openxmlformats.org/drawingml/2006/main">
              <a:ext uri="{FF2B5EF4-FFF2-40B4-BE49-F238E27FC236}">
                <a16:creationId xmlns:a16="http://schemas.microsoft.com/office/drawing/2014/main" id="{2B444232-DFC9-4764-98F1-201080056F91}"/>
              </a:ext>
            </a:extLst>
          </p:cNvPr>
          <p:cNvSpPr>
            <a:spLocks xmlns:a="http://schemas.openxmlformats.org/drawingml/2006/main" noGrp="1"/>
          </p:cNvSpPr>
          <p:nvPr/>
        </p:nvSpPr>
        <p:spPr>
          <a:xfrm xmlns:a="http://schemas.openxmlformats.org/drawingml/2006/main">
            <a:off x="4251960" y="27851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59" name="rect-2-658">
            <a:extLst xmlns:a="http://schemas.openxmlformats.org/drawingml/2006/main">
              <a:ext uri="{FF2B5EF4-FFF2-40B4-BE49-F238E27FC236}">
                <a16:creationId xmlns:a16="http://schemas.microsoft.com/office/drawing/2014/main" id="{19BF9593-E5D5-486B-BFCC-5FA294D5DEDF}"/>
              </a:ext>
            </a:extLst>
          </p:cNvPr>
          <p:cNvSpPr>
            <a:spLocks xmlns:a="http://schemas.openxmlformats.org/drawingml/2006/main" noGrp="1"/>
          </p:cNvSpPr>
          <p:nvPr/>
        </p:nvSpPr>
        <p:spPr>
          <a:xfrm xmlns:a="http://schemas.openxmlformats.org/drawingml/2006/main">
            <a:off x="3832860" y="28270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0" name="rect-2-659">
            <a:extLst xmlns:a="http://schemas.openxmlformats.org/drawingml/2006/main">
              <a:ext uri="{FF2B5EF4-FFF2-40B4-BE49-F238E27FC236}">
                <a16:creationId xmlns:a16="http://schemas.microsoft.com/office/drawing/2014/main" id="{EBE7EB5A-6741-4981-A2D5-EFCB7A89D06D}"/>
              </a:ext>
            </a:extLst>
          </p:cNvPr>
          <p:cNvSpPr>
            <a:spLocks xmlns:a="http://schemas.openxmlformats.org/drawingml/2006/main" noGrp="1"/>
          </p:cNvSpPr>
          <p:nvPr/>
        </p:nvSpPr>
        <p:spPr>
          <a:xfrm xmlns:a="http://schemas.openxmlformats.org/drawingml/2006/main">
            <a:off x="3874770" y="28270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1" name="rect-2-660">
            <a:extLst xmlns:a="http://schemas.openxmlformats.org/drawingml/2006/main">
              <a:ext uri="{FF2B5EF4-FFF2-40B4-BE49-F238E27FC236}">
                <a16:creationId xmlns:a16="http://schemas.microsoft.com/office/drawing/2014/main" id="{F40E110D-3148-4D36-B528-3A8F5346903F}"/>
              </a:ext>
            </a:extLst>
          </p:cNvPr>
          <p:cNvSpPr>
            <a:spLocks xmlns:a="http://schemas.openxmlformats.org/drawingml/2006/main" noGrp="1"/>
          </p:cNvSpPr>
          <p:nvPr/>
        </p:nvSpPr>
        <p:spPr>
          <a:xfrm xmlns:a="http://schemas.openxmlformats.org/drawingml/2006/main">
            <a:off x="3916680" y="28270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2" name="rect-2-661">
            <a:extLst xmlns:a="http://schemas.openxmlformats.org/drawingml/2006/main">
              <a:ext uri="{FF2B5EF4-FFF2-40B4-BE49-F238E27FC236}">
                <a16:creationId xmlns:a16="http://schemas.microsoft.com/office/drawing/2014/main" id="{05ACFC8A-8EC3-490C-9E62-97C95C7D792C}"/>
              </a:ext>
            </a:extLst>
          </p:cNvPr>
          <p:cNvSpPr>
            <a:spLocks xmlns:a="http://schemas.openxmlformats.org/drawingml/2006/main" noGrp="1"/>
          </p:cNvSpPr>
          <p:nvPr/>
        </p:nvSpPr>
        <p:spPr>
          <a:xfrm xmlns:a="http://schemas.openxmlformats.org/drawingml/2006/main">
            <a:off x="3958590" y="28270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3" name="rect-2-662">
            <a:extLst xmlns:a="http://schemas.openxmlformats.org/drawingml/2006/main">
              <a:ext uri="{FF2B5EF4-FFF2-40B4-BE49-F238E27FC236}">
                <a16:creationId xmlns:a16="http://schemas.microsoft.com/office/drawing/2014/main" id="{7EA9CECD-EB06-4876-8212-69BDD63E083C}"/>
              </a:ext>
            </a:extLst>
          </p:cNvPr>
          <p:cNvSpPr>
            <a:spLocks xmlns:a="http://schemas.openxmlformats.org/drawingml/2006/main" noGrp="1"/>
          </p:cNvSpPr>
          <p:nvPr/>
        </p:nvSpPr>
        <p:spPr>
          <a:xfrm xmlns:a="http://schemas.openxmlformats.org/drawingml/2006/main">
            <a:off x="4000500" y="28270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4" name="rect-2-663">
            <a:extLst xmlns:a="http://schemas.openxmlformats.org/drawingml/2006/main">
              <a:ext uri="{FF2B5EF4-FFF2-40B4-BE49-F238E27FC236}">
                <a16:creationId xmlns:a16="http://schemas.microsoft.com/office/drawing/2014/main" id="{3905B5E1-B648-4505-A88E-61597EEF7D1D}"/>
              </a:ext>
            </a:extLst>
          </p:cNvPr>
          <p:cNvSpPr>
            <a:spLocks xmlns:a="http://schemas.openxmlformats.org/drawingml/2006/main" noGrp="1"/>
          </p:cNvSpPr>
          <p:nvPr/>
        </p:nvSpPr>
        <p:spPr>
          <a:xfrm xmlns:a="http://schemas.openxmlformats.org/drawingml/2006/main">
            <a:off x="4042410" y="28270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5" name="rect-2-664">
            <a:extLst xmlns:a="http://schemas.openxmlformats.org/drawingml/2006/main">
              <a:ext uri="{FF2B5EF4-FFF2-40B4-BE49-F238E27FC236}">
                <a16:creationId xmlns:a16="http://schemas.microsoft.com/office/drawing/2014/main" id="{6942F59E-FDCA-4602-9664-7828FDFAA173}"/>
              </a:ext>
            </a:extLst>
          </p:cNvPr>
          <p:cNvSpPr>
            <a:spLocks xmlns:a="http://schemas.openxmlformats.org/drawingml/2006/main" noGrp="1"/>
          </p:cNvSpPr>
          <p:nvPr/>
        </p:nvSpPr>
        <p:spPr>
          <a:xfrm xmlns:a="http://schemas.openxmlformats.org/drawingml/2006/main">
            <a:off x="4084320" y="28270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6" name="rect-2-665">
            <a:extLst xmlns:a="http://schemas.openxmlformats.org/drawingml/2006/main">
              <a:ext uri="{FF2B5EF4-FFF2-40B4-BE49-F238E27FC236}">
                <a16:creationId xmlns:a16="http://schemas.microsoft.com/office/drawing/2014/main" id="{407C9425-D43C-4611-8639-0EB053974C6C}"/>
              </a:ext>
            </a:extLst>
          </p:cNvPr>
          <p:cNvSpPr>
            <a:spLocks xmlns:a="http://schemas.openxmlformats.org/drawingml/2006/main" noGrp="1"/>
          </p:cNvSpPr>
          <p:nvPr/>
        </p:nvSpPr>
        <p:spPr>
          <a:xfrm xmlns:a="http://schemas.openxmlformats.org/drawingml/2006/main">
            <a:off x="3874770" y="28689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7" name="rect-2-666">
            <a:extLst xmlns:a="http://schemas.openxmlformats.org/drawingml/2006/main">
              <a:ext uri="{FF2B5EF4-FFF2-40B4-BE49-F238E27FC236}">
                <a16:creationId xmlns:a16="http://schemas.microsoft.com/office/drawing/2014/main" id="{FDCE9786-6EC8-4C23-8C36-75E86E022FC6}"/>
              </a:ext>
            </a:extLst>
          </p:cNvPr>
          <p:cNvSpPr>
            <a:spLocks xmlns:a="http://schemas.openxmlformats.org/drawingml/2006/main" noGrp="1"/>
          </p:cNvSpPr>
          <p:nvPr/>
        </p:nvSpPr>
        <p:spPr>
          <a:xfrm xmlns:a="http://schemas.openxmlformats.org/drawingml/2006/main">
            <a:off x="3916680" y="28689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8" name="rect-2-667">
            <a:extLst xmlns:a="http://schemas.openxmlformats.org/drawingml/2006/main">
              <a:ext uri="{FF2B5EF4-FFF2-40B4-BE49-F238E27FC236}">
                <a16:creationId xmlns:a16="http://schemas.microsoft.com/office/drawing/2014/main" id="{C136DC2B-2107-4903-89A8-18356401A69E}"/>
              </a:ext>
            </a:extLst>
          </p:cNvPr>
          <p:cNvSpPr>
            <a:spLocks xmlns:a="http://schemas.openxmlformats.org/drawingml/2006/main" noGrp="1"/>
          </p:cNvSpPr>
          <p:nvPr/>
        </p:nvSpPr>
        <p:spPr>
          <a:xfrm xmlns:a="http://schemas.openxmlformats.org/drawingml/2006/main">
            <a:off x="4293870" y="28689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69" name="rect-2-668">
            <a:extLst xmlns:a="http://schemas.openxmlformats.org/drawingml/2006/main">
              <a:ext uri="{FF2B5EF4-FFF2-40B4-BE49-F238E27FC236}">
                <a16:creationId xmlns:a16="http://schemas.microsoft.com/office/drawing/2014/main" id="{34CCB42A-77C5-4EAB-83C4-537A8CAE3FC7}"/>
              </a:ext>
            </a:extLst>
          </p:cNvPr>
          <p:cNvSpPr>
            <a:spLocks xmlns:a="http://schemas.openxmlformats.org/drawingml/2006/main" noGrp="1"/>
          </p:cNvSpPr>
          <p:nvPr/>
        </p:nvSpPr>
        <p:spPr>
          <a:xfrm xmlns:a="http://schemas.openxmlformats.org/drawingml/2006/main">
            <a:off x="4377690" y="28689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0" name="rect-2-669">
            <a:extLst xmlns:a="http://schemas.openxmlformats.org/drawingml/2006/main">
              <a:ext uri="{FF2B5EF4-FFF2-40B4-BE49-F238E27FC236}">
                <a16:creationId xmlns:a16="http://schemas.microsoft.com/office/drawing/2014/main" id="{4A9448E3-C5CE-4875-8565-6A00AF976364}"/>
              </a:ext>
            </a:extLst>
          </p:cNvPr>
          <p:cNvSpPr>
            <a:spLocks xmlns:a="http://schemas.openxmlformats.org/drawingml/2006/main" noGrp="1"/>
          </p:cNvSpPr>
          <p:nvPr/>
        </p:nvSpPr>
        <p:spPr>
          <a:xfrm xmlns:a="http://schemas.openxmlformats.org/drawingml/2006/main">
            <a:off x="4419600" y="28689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1" name="rect-2-670">
            <a:extLst xmlns:a="http://schemas.openxmlformats.org/drawingml/2006/main">
              <a:ext uri="{FF2B5EF4-FFF2-40B4-BE49-F238E27FC236}">
                <a16:creationId xmlns:a16="http://schemas.microsoft.com/office/drawing/2014/main" id="{01FE7F36-11DF-49F9-8DF1-50F9886C8601}"/>
              </a:ext>
            </a:extLst>
          </p:cNvPr>
          <p:cNvSpPr>
            <a:spLocks xmlns:a="http://schemas.openxmlformats.org/drawingml/2006/main" noGrp="1"/>
          </p:cNvSpPr>
          <p:nvPr/>
        </p:nvSpPr>
        <p:spPr>
          <a:xfrm xmlns:a="http://schemas.openxmlformats.org/drawingml/2006/main">
            <a:off x="395859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2" name="rect-2-671">
            <a:extLst xmlns:a="http://schemas.openxmlformats.org/drawingml/2006/main">
              <a:ext uri="{FF2B5EF4-FFF2-40B4-BE49-F238E27FC236}">
                <a16:creationId xmlns:a16="http://schemas.microsoft.com/office/drawing/2014/main" id="{3288492B-DFFC-42C8-B62A-8892E0EA45E7}"/>
              </a:ext>
            </a:extLst>
          </p:cNvPr>
          <p:cNvSpPr>
            <a:spLocks xmlns:a="http://schemas.openxmlformats.org/drawingml/2006/main" noGrp="1"/>
          </p:cNvSpPr>
          <p:nvPr/>
        </p:nvSpPr>
        <p:spPr>
          <a:xfrm xmlns:a="http://schemas.openxmlformats.org/drawingml/2006/main">
            <a:off x="400050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3" name="rect-2-672">
            <a:extLst xmlns:a="http://schemas.openxmlformats.org/drawingml/2006/main">
              <a:ext uri="{FF2B5EF4-FFF2-40B4-BE49-F238E27FC236}">
                <a16:creationId xmlns:a16="http://schemas.microsoft.com/office/drawing/2014/main" id="{0F5C8B16-FCC3-485B-9DE5-9ACBB6C77B46}"/>
              </a:ext>
            </a:extLst>
          </p:cNvPr>
          <p:cNvSpPr>
            <a:spLocks xmlns:a="http://schemas.openxmlformats.org/drawingml/2006/main" noGrp="1"/>
          </p:cNvSpPr>
          <p:nvPr/>
        </p:nvSpPr>
        <p:spPr>
          <a:xfrm xmlns:a="http://schemas.openxmlformats.org/drawingml/2006/main">
            <a:off x="404241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4" name="rect-2-673">
            <a:extLst xmlns:a="http://schemas.openxmlformats.org/drawingml/2006/main">
              <a:ext uri="{FF2B5EF4-FFF2-40B4-BE49-F238E27FC236}">
                <a16:creationId xmlns:a16="http://schemas.microsoft.com/office/drawing/2014/main" id="{D2AD0618-6E1F-4F54-AA1D-E02EAA2E942E}"/>
              </a:ext>
            </a:extLst>
          </p:cNvPr>
          <p:cNvSpPr>
            <a:spLocks xmlns:a="http://schemas.openxmlformats.org/drawingml/2006/main" noGrp="1"/>
          </p:cNvSpPr>
          <p:nvPr/>
        </p:nvSpPr>
        <p:spPr>
          <a:xfrm xmlns:a="http://schemas.openxmlformats.org/drawingml/2006/main">
            <a:off x="408432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5" name="rect-2-674">
            <a:extLst xmlns:a="http://schemas.openxmlformats.org/drawingml/2006/main">
              <a:ext uri="{FF2B5EF4-FFF2-40B4-BE49-F238E27FC236}">
                <a16:creationId xmlns:a16="http://schemas.microsoft.com/office/drawing/2014/main" id="{D36A227B-EF98-4F60-9231-FE591A831D8C}"/>
              </a:ext>
            </a:extLst>
          </p:cNvPr>
          <p:cNvSpPr>
            <a:spLocks xmlns:a="http://schemas.openxmlformats.org/drawingml/2006/main" noGrp="1"/>
          </p:cNvSpPr>
          <p:nvPr/>
        </p:nvSpPr>
        <p:spPr>
          <a:xfrm xmlns:a="http://schemas.openxmlformats.org/drawingml/2006/main">
            <a:off x="412623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6" name="rect-2-675">
            <a:extLst xmlns:a="http://schemas.openxmlformats.org/drawingml/2006/main">
              <a:ext uri="{FF2B5EF4-FFF2-40B4-BE49-F238E27FC236}">
                <a16:creationId xmlns:a16="http://schemas.microsoft.com/office/drawing/2014/main" id="{8E2754F8-AC1B-4684-A3D2-84A22BDE0ADD}"/>
              </a:ext>
            </a:extLst>
          </p:cNvPr>
          <p:cNvSpPr>
            <a:spLocks xmlns:a="http://schemas.openxmlformats.org/drawingml/2006/main" noGrp="1"/>
          </p:cNvSpPr>
          <p:nvPr/>
        </p:nvSpPr>
        <p:spPr>
          <a:xfrm xmlns:a="http://schemas.openxmlformats.org/drawingml/2006/main">
            <a:off x="416814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7" name="rect-2-676">
            <a:extLst xmlns:a="http://schemas.openxmlformats.org/drawingml/2006/main">
              <a:ext uri="{FF2B5EF4-FFF2-40B4-BE49-F238E27FC236}">
                <a16:creationId xmlns:a16="http://schemas.microsoft.com/office/drawing/2014/main" id="{B5B689C9-9DDF-40CF-9E00-211B04A16309}"/>
              </a:ext>
            </a:extLst>
          </p:cNvPr>
          <p:cNvSpPr>
            <a:spLocks xmlns:a="http://schemas.openxmlformats.org/drawingml/2006/main" noGrp="1"/>
          </p:cNvSpPr>
          <p:nvPr/>
        </p:nvSpPr>
        <p:spPr>
          <a:xfrm xmlns:a="http://schemas.openxmlformats.org/drawingml/2006/main">
            <a:off x="421005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8" name="rect-2-677">
            <a:extLst xmlns:a="http://schemas.openxmlformats.org/drawingml/2006/main">
              <a:ext uri="{FF2B5EF4-FFF2-40B4-BE49-F238E27FC236}">
                <a16:creationId xmlns:a16="http://schemas.microsoft.com/office/drawing/2014/main" id="{1F64CC0C-FEFE-4888-A29B-B99B0EFE86EE}"/>
              </a:ext>
            </a:extLst>
          </p:cNvPr>
          <p:cNvSpPr>
            <a:spLocks xmlns:a="http://schemas.openxmlformats.org/drawingml/2006/main" noGrp="1"/>
          </p:cNvSpPr>
          <p:nvPr/>
        </p:nvSpPr>
        <p:spPr>
          <a:xfrm xmlns:a="http://schemas.openxmlformats.org/drawingml/2006/main">
            <a:off x="425196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79" name="rect-2-678">
            <a:extLst xmlns:a="http://schemas.openxmlformats.org/drawingml/2006/main">
              <a:ext uri="{FF2B5EF4-FFF2-40B4-BE49-F238E27FC236}">
                <a16:creationId xmlns:a16="http://schemas.microsoft.com/office/drawing/2014/main" id="{5FFFE803-BF20-41B3-B0CC-9AC294FE6B39}"/>
              </a:ext>
            </a:extLst>
          </p:cNvPr>
          <p:cNvSpPr>
            <a:spLocks xmlns:a="http://schemas.openxmlformats.org/drawingml/2006/main" noGrp="1"/>
          </p:cNvSpPr>
          <p:nvPr/>
        </p:nvSpPr>
        <p:spPr>
          <a:xfrm xmlns:a="http://schemas.openxmlformats.org/drawingml/2006/main">
            <a:off x="429387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0" name="rect-2-679">
            <a:extLst xmlns:a="http://schemas.openxmlformats.org/drawingml/2006/main">
              <a:ext uri="{FF2B5EF4-FFF2-40B4-BE49-F238E27FC236}">
                <a16:creationId xmlns:a16="http://schemas.microsoft.com/office/drawing/2014/main" id="{42434EC4-FAD3-44F1-8E5D-EE456AD1229F}"/>
              </a:ext>
            </a:extLst>
          </p:cNvPr>
          <p:cNvSpPr>
            <a:spLocks xmlns:a="http://schemas.openxmlformats.org/drawingml/2006/main" noGrp="1"/>
          </p:cNvSpPr>
          <p:nvPr/>
        </p:nvSpPr>
        <p:spPr>
          <a:xfrm xmlns:a="http://schemas.openxmlformats.org/drawingml/2006/main">
            <a:off x="433578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1" name="rect-2-680">
            <a:extLst xmlns:a="http://schemas.openxmlformats.org/drawingml/2006/main">
              <a:ext uri="{FF2B5EF4-FFF2-40B4-BE49-F238E27FC236}">
                <a16:creationId xmlns:a16="http://schemas.microsoft.com/office/drawing/2014/main" id="{B6175A84-7B39-4EA6-944B-3588AF0D33F9}"/>
              </a:ext>
            </a:extLst>
          </p:cNvPr>
          <p:cNvSpPr>
            <a:spLocks xmlns:a="http://schemas.openxmlformats.org/drawingml/2006/main" noGrp="1"/>
          </p:cNvSpPr>
          <p:nvPr/>
        </p:nvSpPr>
        <p:spPr>
          <a:xfrm xmlns:a="http://schemas.openxmlformats.org/drawingml/2006/main">
            <a:off x="437769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2" name="rect-2-681">
            <a:extLst xmlns:a="http://schemas.openxmlformats.org/drawingml/2006/main">
              <a:ext uri="{FF2B5EF4-FFF2-40B4-BE49-F238E27FC236}">
                <a16:creationId xmlns:a16="http://schemas.microsoft.com/office/drawing/2014/main" id="{A204F540-8190-4F1D-921D-499FB68A211D}"/>
              </a:ext>
            </a:extLst>
          </p:cNvPr>
          <p:cNvSpPr>
            <a:spLocks xmlns:a="http://schemas.openxmlformats.org/drawingml/2006/main" noGrp="1"/>
          </p:cNvSpPr>
          <p:nvPr/>
        </p:nvSpPr>
        <p:spPr>
          <a:xfrm xmlns:a="http://schemas.openxmlformats.org/drawingml/2006/main">
            <a:off x="4419600" y="29108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3" name="rect-2-682">
            <a:extLst xmlns:a="http://schemas.openxmlformats.org/drawingml/2006/main">
              <a:ext uri="{FF2B5EF4-FFF2-40B4-BE49-F238E27FC236}">
                <a16:creationId xmlns:a16="http://schemas.microsoft.com/office/drawing/2014/main" id="{DBD7ED1D-7BB4-44A8-939D-058B3BAA94CD}"/>
              </a:ext>
            </a:extLst>
          </p:cNvPr>
          <p:cNvSpPr>
            <a:spLocks xmlns:a="http://schemas.openxmlformats.org/drawingml/2006/main" noGrp="1"/>
          </p:cNvSpPr>
          <p:nvPr/>
        </p:nvSpPr>
        <p:spPr>
          <a:xfrm xmlns:a="http://schemas.openxmlformats.org/drawingml/2006/main">
            <a:off x="395859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4" name="rect-2-683">
            <a:extLst xmlns:a="http://schemas.openxmlformats.org/drawingml/2006/main">
              <a:ext uri="{FF2B5EF4-FFF2-40B4-BE49-F238E27FC236}">
                <a16:creationId xmlns:a16="http://schemas.microsoft.com/office/drawing/2014/main" id="{E7C133A2-0C2B-41C2-B900-7C2732206A67}"/>
              </a:ext>
            </a:extLst>
          </p:cNvPr>
          <p:cNvSpPr>
            <a:spLocks xmlns:a="http://schemas.openxmlformats.org/drawingml/2006/main" noGrp="1"/>
          </p:cNvSpPr>
          <p:nvPr/>
        </p:nvSpPr>
        <p:spPr>
          <a:xfrm xmlns:a="http://schemas.openxmlformats.org/drawingml/2006/main">
            <a:off x="400050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5" name="rect-2-684">
            <a:extLst xmlns:a="http://schemas.openxmlformats.org/drawingml/2006/main">
              <a:ext uri="{FF2B5EF4-FFF2-40B4-BE49-F238E27FC236}">
                <a16:creationId xmlns:a16="http://schemas.microsoft.com/office/drawing/2014/main" id="{AFB4CB01-C6A9-421B-9994-8280A7619B77}"/>
              </a:ext>
            </a:extLst>
          </p:cNvPr>
          <p:cNvSpPr>
            <a:spLocks xmlns:a="http://schemas.openxmlformats.org/drawingml/2006/main" noGrp="1"/>
          </p:cNvSpPr>
          <p:nvPr/>
        </p:nvSpPr>
        <p:spPr>
          <a:xfrm xmlns:a="http://schemas.openxmlformats.org/drawingml/2006/main">
            <a:off x="404241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6" name="rect-2-685">
            <a:extLst xmlns:a="http://schemas.openxmlformats.org/drawingml/2006/main">
              <a:ext uri="{FF2B5EF4-FFF2-40B4-BE49-F238E27FC236}">
                <a16:creationId xmlns:a16="http://schemas.microsoft.com/office/drawing/2014/main" id="{BCE6B41A-C31A-4894-BCBC-D19365496AEB}"/>
              </a:ext>
            </a:extLst>
          </p:cNvPr>
          <p:cNvSpPr>
            <a:spLocks xmlns:a="http://schemas.openxmlformats.org/drawingml/2006/main" noGrp="1"/>
          </p:cNvSpPr>
          <p:nvPr/>
        </p:nvSpPr>
        <p:spPr>
          <a:xfrm xmlns:a="http://schemas.openxmlformats.org/drawingml/2006/main">
            <a:off x="408432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7" name="rect-2-686">
            <a:extLst xmlns:a="http://schemas.openxmlformats.org/drawingml/2006/main">
              <a:ext uri="{FF2B5EF4-FFF2-40B4-BE49-F238E27FC236}">
                <a16:creationId xmlns:a16="http://schemas.microsoft.com/office/drawing/2014/main" id="{1AD53F67-D8B3-467F-9805-22F13D47C2E8}"/>
              </a:ext>
            </a:extLst>
          </p:cNvPr>
          <p:cNvSpPr>
            <a:spLocks xmlns:a="http://schemas.openxmlformats.org/drawingml/2006/main" noGrp="1"/>
          </p:cNvSpPr>
          <p:nvPr/>
        </p:nvSpPr>
        <p:spPr>
          <a:xfrm xmlns:a="http://schemas.openxmlformats.org/drawingml/2006/main">
            <a:off x="412623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8" name="rect-2-687">
            <a:extLst xmlns:a="http://schemas.openxmlformats.org/drawingml/2006/main">
              <a:ext uri="{FF2B5EF4-FFF2-40B4-BE49-F238E27FC236}">
                <a16:creationId xmlns:a16="http://schemas.microsoft.com/office/drawing/2014/main" id="{64140A60-08A2-4850-A2D1-5878C7C24423}"/>
              </a:ext>
            </a:extLst>
          </p:cNvPr>
          <p:cNvSpPr>
            <a:spLocks xmlns:a="http://schemas.openxmlformats.org/drawingml/2006/main" noGrp="1"/>
          </p:cNvSpPr>
          <p:nvPr/>
        </p:nvSpPr>
        <p:spPr>
          <a:xfrm xmlns:a="http://schemas.openxmlformats.org/drawingml/2006/main">
            <a:off x="416814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89" name="rect-2-688">
            <a:extLst xmlns:a="http://schemas.openxmlformats.org/drawingml/2006/main">
              <a:ext uri="{FF2B5EF4-FFF2-40B4-BE49-F238E27FC236}">
                <a16:creationId xmlns:a16="http://schemas.microsoft.com/office/drawing/2014/main" id="{89D83D91-5E29-44C8-BEEA-514C9E66FF94}"/>
              </a:ext>
            </a:extLst>
          </p:cNvPr>
          <p:cNvSpPr>
            <a:spLocks xmlns:a="http://schemas.openxmlformats.org/drawingml/2006/main" noGrp="1"/>
          </p:cNvSpPr>
          <p:nvPr/>
        </p:nvSpPr>
        <p:spPr>
          <a:xfrm xmlns:a="http://schemas.openxmlformats.org/drawingml/2006/main">
            <a:off x="421005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0" name="rect-2-689">
            <a:extLst xmlns:a="http://schemas.openxmlformats.org/drawingml/2006/main">
              <a:ext uri="{FF2B5EF4-FFF2-40B4-BE49-F238E27FC236}">
                <a16:creationId xmlns:a16="http://schemas.microsoft.com/office/drawing/2014/main" id="{C113C1DA-0180-43B5-8A5A-3B88832DB09B}"/>
              </a:ext>
            </a:extLst>
          </p:cNvPr>
          <p:cNvSpPr>
            <a:spLocks xmlns:a="http://schemas.openxmlformats.org/drawingml/2006/main" noGrp="1"/>
          </p:cNvSpPr>
          <p:nvPr/>
        </p:nvSpPr>
        <p:spPr>
          <a:xfrm xmlns:a="http://schemas.openxmlformats.org/drawingml/2006/main">
            <a:off x="425196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1" name="rect-2-690">
            <a:extLst xmlns:a="http://schemas.openxmlformats.org/drawingml/2006/main">
              <a:ext uri="{FF2B5EF4-FFF2-40B4-BE49-F238E27FC236}">
                <a16:creationId xmlns:a16="http://schemas.microsoft.com/office/drawing/2014/main" id="{1524F6EC-0D5A-4E5C-9388-78AD1BD169F9}"/>
              </a:ext>
            </a:extLst>
          </p:cNvPr>
          <p:cNvSpPr>
            <a:spLocks xmlns:a="http://schemas.openxmlformats.org/drawingml/2006/main" noGrp="1"/>
          </p:cNvSpPr>
          <p:nvPr/>
        </p:nvSpPr>
        <p:spPr>
          <a:xfrm xmlns:a="http://schemas.openxmlformats.org/drawingml/2006/main">
            <a:off x="429387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2" name="rect-2-691">
            <a:extLst xmlns:a="http://schemas.openxmlformats.org/drawingml/2006/main">
              <a:ext uri="{FF2B5EF4-FFF2-40B4-BE49-F238E27FC236}">
                <a16:creationId xmlns:a16="http://schemas.microsoft.com/office/drawing/2014/main" id="{03B4BEDF-E445-4337-8992-15C56A45D9FE}"/>
              </a:ext>
            </a:extLst>
          </p:cNvPr>
          <p:cNvSpPr>
            <a:spLocks xmlns:a="http://schemas.openxmlformats.org/drawingml/2006/main" noGrp="1"/>
          </p:cNvSpPr>
          <p:nvPr/>
        </p:nvSpPr>
        <p:spPr>
          <a:xfrm xmlns:a="http://schemas.openxmlformats.org/drawingml/2006/main">
            <a:off x="433578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3" name="rect-2-692">
            <a:extLst xmlns:a="http://schemas.openxmlformats.org/drawingml/2006/main">
              <a:ext uri="{FF2B5EF4-FFF2-40B4-BE49-F238E27FC236}">
                <a16:creationId xmlns:a16="http://schemas.microsoft.com/office/drawing/2014/main" id="{23EE978A-D604-440E-A281-DC15291C3218}"/>
              </a:ext>
            </a:extLst>
          </p:cNvPr>
          <p:cNvSpPr>
            <a:spLocks xmlns:a="http://schemas.openxmlformats.org/drawingml/2006/main" noGrp="1"/>
          </p:cNvSpPr>
          <p:nvPr/>
        </p:nvSpPr>
        <p:spPr>
          <a:xfrm xmlns:a="http://schemas.openxmlformats.org/drawingml/2006/main">
            <a:off x="437769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4" name="rect-2-693">
            <a:extLst xmlns:a="http://schemas.openxmlformats.org/drawingml/2006/main">
              <a:ext uri="{FF2B5EF4-FFF2-40B4-BE49-F238E27FC236}">
                <a16:creationId xmlns:a16="http://schemas.microsoft.com/office/drawing/2014/main" id="{215EDA25-DC04-4E4E-A28B-53D4D38F5130}"/>
              </a:ext>
            </a:extLst>
          </p:cNvPr>
          <p:cNvSpPr>
            <a:spLocks xmlns:a="http://schemas.openxmlformats.org/drawingml/2006/main" noGrp="1"/>
          </p:cNvSpPr>
          <p:nvPr/>
        </p:nvSpPr>
        <p:spPr>
          <a:xfrm xmlns:a="http://schemas.openxmlformats.org/drawingml/2006/main">
            <a:off x="4419600" y="29527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5" name="rect-2-694">
            <a:extLst xmlns:a="http://schemas.openxmlformats.org/drawingml/2006/main">
              <a:ext uri="{FF2B5EF4-FFF2-40B4-BE49-F238E27FC236}">
                <a16:creationId xmlns:a16="http://schemas.microsoft.com/office/drawing/2014/main" id="{CE1E9AFE-FD48-4C5D-849B-7AE79D8D4F01}"/>
              </a:ext>
            </a:extLst>
          </p:cNvPr>
          <p:cNvSpPr>
            <a:spLocks xmlns:a="http://schemas.openxmlformats.org/drawingml/2006/main" noGrp="1"/>
          </p:cNvSpPr>
          <p:nvPr/>
        </p:nvSpPr>
        <p:spPr>
          <a:xfrm xmlns:a="http://schemas.openxmlformats.org/drawingml/2006/main">
            <a:off x="387477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6" name="rect-2-695">
            <a:extLst xmlns:a="http://schemas.openxmlformats.org/drawingml/2006/main">
              <a:ext uri="{FF2B5EF4-FFF2-40B4-BE49-F238E27FC236}">
                <a16:creationId xmlns:a16="http://schemas.microsoft.com/office/drawing/2014/main" id="{A7DF8B2F-5465-48E4-9A2B-54B9E5BC1289}"/>
              </a:ext>
            </a:extLst>
          </p:cNvPr>
          <p:cNvSpPr>
            <a:spLocks xmlns:a="http://schemas.openxmlformats.org/drawingml/2006/main" noGrp="1"/>
          </p:cNvSpPr>
          <p:nvPr/>
        </p:nvSpPr>
        <p:spPr>
          <a:xfrm xmlns:a="http://schemas.openxmlformats.org/drawingml/2006/main">
            <a:off x="391668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7" name="rect-2-696">
            <a:extLst xmlns:a="http://schemas.openxmlformats.org/drawingml/2006/main">
              <a:ext uri="{FF2B5EF4-FFF2-40B4-BE49-F238E27FC236}">
                <a16:creationId xmlns:a16="http://schemas.microsoft.com/office/drawing/2014/main" id="{8E8FA940-8258-4F82-B033-CE1835631DE0}"/>
              </a:ext>
            </a:extLst>
          </p:cNvPr>
          <p:cNvSpPr>
            <a:spLocks xmlns:a="http://schemas.openxmlformats.org/drawingml/2006/main" noGrp="1"/>
          </p:cNvSpPr>
          <p:nvPr/>
        </p:nvSpPr>
        <p:spPr>
          <a:xfrm xmlns:a="http://schemas.openxmlformats.org/drawingml/2006/main">
            <a:off x="395859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8" name="rect-2-697">
            <a:extLst xmlns:a="http://schemas.openxmlformats.org/drawingml/2006/main">
              <a:ext uri="{FF2B5EF4-FFF2-40B4-BE49-F238E27FC236}">
                <a16:creationId xmlns:a16="http://schemas.microsoft.com/office/drawing/2014/main" id="{3DC4F524-8CAC-457F-B928-11B43E1758EF}"/>
              </a:ext>
            </a:extLst>
          </p:cNvPr>
          <p:cNvSpPr>
            <a:spLocks xmlns:a="http://schemas.openxmlformats.org/drawingml/2006/main" noGrp="1"/>
          </p:cNvSpPr>
          <p:nvPr/>
        </p:nvSpPr>
        <p:spPr>
          <a:xfrm xmlns:a="http://schemas.openxmlformats.org/drawingml/2006/main">
            <a:off x="400050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699" name="rect-2-698">
            <a:extLst xmlns:a="http://schemas.openxmlformats.org/drawingml/2006/main">
              <a:ext uri="{FF2B5EF4-FFF2-40B4-BE49-F238E27FC236}">
                <a16:creationId xmlns:a16="http://schemas.microsoft.com/office/drawing/2014/main" id="{5ED3CCFF-9B10-4DC3-9613-6F1B4A3AE770}"/>
              </a:ext>
            </a:extLst>
          </p:cNvPr>
          <p:cNvSpPr>
            <a:spLocks xmlns:a="http://schemas.openxmlformats.org/drawingml/2006/main" noGrp="1"/>
          </p:cNvSpPr>
          <p:nvPr/>
        </p:nvSpPr>
        <p:spPr>
          <a:xfrm xmlns:a="http://schemas.openxmlformats.org/drawingml/2006/main">
            <a:off x="404241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0" name="rect-2-699">
            <a:extLst xmlns:a="http://schemas.openxmlformats.org/drawingml/2006/main">
              <a:ext uri="{FF2B5EF4-FFF2-40B4-BE49-F238E27FC236}">
                <a16:creationId xmlns:a16="http://schemas.microsoft.com/office/drawing/2014/main" id="{3DEEE844-C5F3-4F21-BA5A-84827CEBA57C}"/>
              </a:ext>
            </a:extLst>
          </p:cNvPr>
          <p:cNvSpPr>
            <a:spLocks xmlns:a="http://schemas.openxmlformats.org/drawingml/2006/main" noGrp="1"/>
          </p:cNvSpPr>
          <p:nvPr/>
        </p:nvSpPr>
        <p:spPr>
          <a:xfrm xmlns:a="http://schemas.openxmlformats.org/drawingml/2006/main">
            <a:off x="408432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1" name="rect-2-700">
            <a:extLst xmlns:a="http://schemas.openxmlformats.org/drawingml/2006/main">
              <a:ext uri="{FF2B5EF4-FFF2-40B4-BE49-F238E27FC236}">
                <a16:creationId xmlns:a16="http://schemas.microsoft.com/office/drawing/2014/main" id="{D572535B-4D92-4D46-8925-F4729A02076F}"/>
              </a:ext>
            </a:extLst>
          </p:cNvPr>
          <p:cNvSpPr>
            <a:spLocks xmlns:a="http://schemas.openxmlformats.org/drawingml/2006/main" noGrp="1"/>
          </p:cNvSpPr>
          <p:nvPr/>
        </p:nvSpPr>
        <p:spPr>
          <a:xfrm xmlns:a="http://schemas.openxmlformats.org/drawingml/2006/main">
            <a:off x="412623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2" name="rect-2-701">
            <a:extLst xmlns:a="http://schemas.openxmlformats.org/drawingml/2006/main">
              <a:ext uri="{FF2B5EF4-FFF2-40B4-BE49-F238E27FC236}">
                <a16:creationId xmlns:a16="http://schemas.microsoft.com/office/drawing/2014/main" id="{5A6990CC-87AB-4898-864E-57A4BE2F15E0}"/>
              </a:ext>
            </a:extLst>
          </p:cNvPr>
          <p:cNvSpPr>
            <a:spLocks xmlns:a="http://schemas.openxmlformats.org/drawingml/2006/main" noGrp="1"/>
          </p:cNvSpPr>
          <p:nvPr/>
        </p:nvSpPr>
        <p:spPr>
          <a:xfrm xmlns:a="http://schemas.openxmlformats.org/drawingml/2006/main">
            <a:off x="416814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3" name="rect-2-702">
            <a:extLst xmlns:a="http://schemas.openxmlformats.org/drawingml/2006/main">
              <a:ext uri="{FF2B5EF4-FFF2-40B4-BE49-F238E27FC236}">
                <a16:creationId xmlns:a16="http://schemas.microsoft.com/office/drawing/2014/main" id="{8AA5CB2C-0BA7-4552-B84A-3EFB9918F03D}"/>
              </a:ext>
            </a:extLst>
          </p:cNvPr>
          <p:cNvSpPr>
            <a:spLocks xmlns:a="http://schemas.openxmlformats.org/drawingml/2006/main" noGrp="1"/>
          </p:cNvSpPr>
          <p:nvPr/>
        </p:nvSpPr>
        <p:spPr>
          <a:xfrm xmlns:a="http://schemas.openxmlformats.org/drawingml/2006/main">
            <a:off x="421005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4" name="rect-2-703">
            <a:extLst xmlns:a="http://schemas.openxmlformats.org/drawingml/2006/main">
              <a:ext uri="{FF2B5EF4-FFF2-40B4-BE49-F238E27FC236}">
                <a16:creationId xmlns:a16="http://schemas.microsoft.com/office/drawing/2014/main" id="{BF5BCB98-E6F5-4D38-BAA3-A1B469D646F2}"/>
              </a:ext>
            </a:extLst>
          </p:cNvPr>
          <p:cNvSpPr>
            <a:spLocks xmlns:a="http://schemas.openxmlformats.org/drawingml/2006/main" noGrp="1"/>
          </p:cNvSpPr>
          <p:nvPr/>
        </p:nvSpPr>
        <p:spPr>
          <a:xfrm xmlns:a="http://schemas.openxmlformats.org/drawingml/2006/main">
            <a:off x="425196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5" name="rect-2-704">
            <a:extLst xmlns:a="http://schemas.openxmlformats.org/drawingml/2006/main">
              <a:ext uri="{FF2B5EF4-FFF2-40B4-BE49-F238E27FC236}">
                <a16:creationId xmlns:a16="http://schemas.microsoft.com/office/drawing/2014/main" id="{0FBC2AA2-3DC5-4414-9634-36F1F5A03327}"/>
              </a:ext>
            </a:extLst>
          </p:cNvPr>
          <p:cNvSpPr>
            <a:spLocks xmlns:a="http://schemas.openxmlformats.org/drawingml/2006/main" noGrp="1"/>
          </p:cNvSpPr>
          <p:nvPr/>
        </p:nvSpPr>
        <p:spPr>
          <a:xfrm xmlns:a="http://schemas.openxmlformats.org/drawingml/2006/main">
            <a:off x="429387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6" name="rect-2-705">
            <a:extLst xmlns:a="http://schemas.openxmlformats.org/drawingml/2006/main">
              <a:ext uri="{FF2B5EF4-FFF2-40B4-BE49-F238E27FC236}">
                <a16:creationId xmlns:a16="http://schemas.microsoft.com/office/drawing/2014/main" id="{838CF5D1-55ED-428B-A9DE-3A58AEB095F6}"/>
              </a:ext>
            </a:extLst>
          </p:cNvPr>
          <p:cNvSpPr>
            <a:spLocks xmlns:a="http://schemas.openxmlformats.org/drawingml/2006/main" noGrp="1"/>
          </p:cNvSpPr>
          <p:nvPr/>
        </p:nvSpPr>
        <p:spPr>
          <a:xfrm xmlns:a="http://schemas.openxmlformats.org/drawingml/2006/main">
            <a:off x="433578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7" name="rect-2-706">
            <a:extLst xmlns:a="http://schemas.openxmlformats.org/drawingml/2006/main">
              <a:ext uri="{FF2B5EF4-FFF2-40B4-BE49-F238E27FC236}">
                <a16:creationId xmlns:a16="http://schemas.microsoft.com/office/drawing/2014/main" id="{337E54EE-5A33-4032-8596-4FB5F61D89B2}"/>
              </a:ext>
            </a:extLst>
          </p:cNvPr>
          <p:cNvSpPr>
            <a:spLocks xmlns:a="http://schemas.openxmlformats.org/drawingml/2006/main" noGrp="1"/>
          </p:cNvSpPr>
          <p:nvPr/>
        </p:nvSpPr>
        <p:spPr>
          <a:xfrm xmlns:a="http://schemas.openxmlformats.org/drawingml/2006/main">
            <a:off x="437769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8" name="rect-2-707">
            <a:extLst xmlns:a="http://schemas.openxmlformats.org/drawingml/2006/main">
              <a:ext uri="{FF2B5EF4-FFF2-40B4-BE49-F238E27FC236}">
                <a16:creationId xmlns:a16="http://schemas.microsoft.com/office/drawing/2014/main" id="{85877515-CFDD-4645-B0E4-AF34FA071E36}"/>
              </a:ext>
            </a:extLst>
          </p:cNvPr>
          <p:cNvSpPr>
            <a:spLocks xmlns:a="http://schemas.openxmlformats.org/drawingml/2006/main" noGrp="1"/>
          </p:cNvSpPr>
          <p:nvPr/>
        </p:nvSpPr>
        <p:spPr>
          <a:xfrm xmlns:a="http://schemas.openxmlformats.org/drawingml/2006/main">
            <a:off x="4419600" y="29946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09" name="rect-2-708">
            <a:extLst xmlns:a="http://schemas.openxmlformats.org/drawingml/2006/main">
              <a:ext uri="{FF2B5EF4-FFF2-40B4-BE49-F238E27FC236}">
                <a16:creationId xmlns:a16="http://schemas.microsoft.com/office/drawing/2014/main" id="{0A9CAFB8-F9FF-4266-ACD9-1382AA136C45}"/>
              </a:ext>
            </a:extLst>
          </p:cNvPr>
          <p:cNvSpPr>
            <a:spLocks xmlns:a="http://schemas.openxmlformats.org/drawingml/2006/main" noGrp="1"/>
          </p:cNvSpPr>
          <p:nvPr/>
        </p:nvSpPr>
        <p:spPr>
          <a:xfrm xmlns:a="http://schemas.openxmlformats.org/drawingml/2006/main">
            <a:off x="387477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0" name="rect-2-709">
            <a:extLst xmlns:a="http://schemas.openxmlformats.org/drawingml/2006/main">
              <a:ext uri="{FF2B5EF4-FFF2-40B4-BE49-F238E27FC236}">
                <a16:creationId xmlns:a16="http://schemas.microsoft.com/office/drawing/2014/main" id="{D7D9373B-A694-4B7F-BFEE-E5CBB22821EC}"/>
              </a:ext>
            </a:extLst>
          </p:cNvPr>
          <p:cNvSpPr>
            <a:spLocks xmlns:a="http://schemas.openxmlformats.org/drawingml/2006/main" noGrp="1"/>
          </p:cNvSpPr>
          <p:nvPr/>
        </p:nvSpPr>
        <p:spPr>
          <a:xfrm xmlns:a="http://schemas.openxmlformats.org/drawingml/2006/main">
            <a:off x="391668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1" name="rect-2-710">
            <a:extLst xmlns:a="http://schemas.openxmlformats.org/drawingml/2006/main">
              <a:ext uri="{FF2B5EF4-FFF2-40B4-BE49-F238E27FC236}">
                <a16:creationId xmlns:a16="http://schemas.microsoft.com/office/drawing/2014/main" id="{FA9E897D-DC31-44DB-9066-7385787B4B2B}"/>
              </a:ext>
            </a:extLst>
          </p:cNvPr>
          <p:cNvSpPr>
            <a:spLocks xmlns:a="http://schemas.openxmlformats.org/drawingml/2006/main" noGrp="1"/>
          </p:cNvSpPr>
          <p:nvPr/>
        </p:nvSpPr>
        <p:spPr>
          <a:xfrm xmlns:a="http://schemas.openxmlformats.org/drawingml/2006/main">
            <a:off x="395859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2" name="rect-2-711">
            <a:extLst xmlns:a="http://schemas.openxmlformats.org/drawingml/2006/main">
              <a:ext uri="{FF2B5EF4-FFF2-40B4-BE49-F238E27FC236}">
                <a16:creationId xmlns:a16="http://schemas.microsoft.com/office/drawing/2014/main" id="{97796C42-8587-412B-93F9-5CD67B6975FC}"/>
              </a:ext>
            </a:extLst>
          </p:cNvPr>
          <p:cNvSpPr>
            <a:spLocks xmlns:a="http://schemas.openxmlformats.org/drawingml/2006/main" noGrp="1"/>
          </p:cNvSpPr>
          <p:nvPr/>
        </p:nvSpPr>
        <p:spPr>
          <a:xfrm xmlns:a="http://schemas.openxmlformats.org/drawingml/2006/main">
            <a:off x="400050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3" name="rect-2-712">
            <a:extLst xmlns:a="http://schemas.openxmlformats.org/drawingml/2006/main">
              <a:ext uri="{FF2B5EF4-FFF2-40B4-BE49-F238E27FC236}">
                <a16:creationId xmlns:a16="http://schemas.microsoft.com/office/drawing/2014/main" id="{6ACDBB07-543B-4909-AC0F-86A2B7FDB9B5}"/>
              </a:ext>
            </a:extLst>
          </p:cNvPr>
          <p:cNvSpPr>
            <a:spLocks xmlns:a="http://schemas.openxmlformats.org/drawingml/2006/main" noGrp="1"/>
          </p:cNvSpPr>
          <p:nvPr/>
        </p:nvSpPr>
        <p:spPr>
          <a:xfrm xmlns:a="http://schemas.openxmlformats.org/drawingml/2006/main">
            <a:off x="404241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4" name="rect-2-713">
            <a:extLst xmlns:a="http://schemas.openxmlformats.org/drawingml/2006/main">
              <a:ext uri="{FF2B5EF4-FFF2-40B4-BE49-F238E27FC236}">
                <a16:creationId xmlns:a16="http://schemas.microsoft.com/office/drawing/2014/main" id="{63D485B6-9B99-4C1E-A4CD-BB5E6E46B2DA}"/>
              </a:ext>
            </a:extLst>
          </p:cNvPr>
          <p:cNvSpPr>
            <a:spLocks xmlns:a="http://schemas.openxmlformats.org/drawingml/2006/main" noGrp="1"/>
          </p:cNvSpPr>
          <p:nvPr/>
        </p:nvSpPr>
        <p:spPr>
          <a:xfrm xmlns:a="http://schemas.openxmlformats.org/drawingml/2006/main">
            <a:off x="408432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5" name="rect-2-714">
            <a:extLst xmlns:a="http://schemas.openxmlformats.org/drawingml/2006/main">
              <a:ext uri="{FF2B5EF4-FFF2-40B4-BE49-F238E27FC236}">
                <a16:creationId xmlns:a16="http://schemas.microsoft.com/office/drawing/2014/main" id="{3478A2D1-414D-4C9D-9222-56C4F1FF2D93}"/>
              </a:ext>
            </a:extLst>
          </p:cNvPr>
          <p:cNvSpPr>
            <a:spLocks xmlns:a="http://schemas.openxmlformats.org/drawingml/2006/main" noGrp="1"/>
          </p:cNvSpPr>
          <p:nvPr/>
        </p:nvSpPr>
        <p:spPr>
          <a:xfrm xmlns:a="http://schemas.openxmlformats.org/drawingml/2006/main">
            <a:off x="412623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6" name="rect-2-715">
            <a:extLst xmlns:a="http://schemas.openxmlformats.org/drawingml/2006/main">
              <a:ext uri="{FF2B5EF4-FFF2-40B4-BE49-F238E27FC236}">
                <a16:creationId xmlns:a16="http://schemas.microsoft.com/office/drawing/2014/main" id="{77403E19-F8E4-48BB-9BD0-779446B432A4}"/>
              </a:ext>
            </a:extLst>
          </p:cNvPr>
          <p:cNvSpPr>
            <a:spLocks xmlns:a="http://schemas.openxmlformats.org/drawingml/2006/main" noGrp="1"/>
          </p:cNvSpPr>
          <p:nvPr/>
        </p:nvSpPr>
        <p:spPr>
          <a:xfrm xmlns:a="http://schemas.openxmlformats.org/drawingml/2006/main">
            <a:off x="416814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7" name="rect-2-716">
            <a:extLst xmlns:a="http://schemas.openxmlformats.org/drawingml/2006/main">
              <a:ext uri="{FF2B5EF4-FFF2-40B4-BE49-F238E27FC236}">
                <a16:creationId xmlns:a16="http://schemas.microsoft.com/office/drawing/2014/main" id="{9CD077C6-E1D0-49BB-AB53-4F45E71879F0}"/>
              </a:ext>
            </a:extLst>
          </p:cNvPr>
          <p:cNvSpPr>
            <a:spLocks xmlns:a="http://schemas.openxmlformats.org/drawingml/2006/main" noGrp="1"/>
          </p:cNvSpPr>
          <p:nvPr/>
        </p:nvSpPr>
        <p:spPr>
          <a:xfrm xmlns:a="http://schemas.openxmlformats.org/drawingml/2006/main">
            <a:off x="421005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8" name="rect-2-717">
            <a:extLst xmlns:a="http://schemas.openxmlformats.org/drawingml/2006/main">
              <a:ext uri="{FF2B5EF4-FFF2-40B4-BE49-F238E27FC236}">
                <a16:creationId xmlns:a16="http://schemas.microsoft.com/office/drawing/2014/main" id="{FE3083D8-094D-433B-B0BF-B2A05B8442AB}"/>
              </a:ext>
            </a:extLst>
          </p:cNvPr>
          <p:cNvSpPr>
            <a:spLocks xmlns:a="http://schemas.openxmlformats.org/drawingml/2006/main" noGrp="1"/>
          </p:cNvSpPr>
          <p:nvPr/>
        </p:nvSpPr>
        <p:spPr>
          <a:xfrm xmlns:a="http://schemas.openxmlformats.org/drawingml/2006/main">
            <a:off x="425196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19" name="rect-2-718">
            <a:extLst xmlns:a="http://schemas.openxmlformats.org/drawingml/2006/main">
              <a:ext uri="{FF2B5EF4-FFF2-40B4-BE49-F238E27FC236}">
                <a16:creationId xmlns:a16="http://schemas.microsoft.com/office/drawing/2014/main" id="{5FDC97EF-9F20-40A6-A647-EC0FFAC09F06}"/>
              </a:ext>
            </a:extLst>
          </p:cNvPr>
          <p:cNvSpPr>
            <a:spLocks xmlns:a="http://schemas.openxmlformats.org/drawingml/2006/main" noGrp="1"/>
          </p:cNvSpPr>
          <p:nvPr/>
        </p:nvSpPr>
        <p:spPr>
          <a:xfrm xmlns:a="http://schemas.openxmlformats.org/drawingml/2006/main">
            <a:off x="429387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0" name="rect-2-719">
            <a:extLst xmlns:a="http://schemas.openxmlformats.org/drawingml/2006/main">
              <a:ext uri="{FF2B5EF4-FFF2-40B4-BE49-F238E27FC236}">
                <a16:creationId xmlns:a16="http://schemas.microsoft.com/office/drawing/2014/main" id="{FF3C2EBF-E0C0-42D0-AE7E-3A853F092CE7}"/>
              </a:ext>
            </a:extLst>
          </p:cNvPr>
          <p:cNvSpPr>
            <a:spLocks xmlns:a="http://schemas.openxmlformats.org/drawingml/2006/main" noGrp="1"/>
          </p:cNvSpPr>
          <p:nvPr/>
        </p:nvSpPr>
        <p:spPr>
          <a:xfrm xmlns:a="http://schemas.openxmlformats.org/drawingml/2006/main">
            <a:off x="433578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1" name="rect-2-720">
            <a:extLst xmlns:a="http://schemas.openxmlformats.org/drawingml/2006/main">
              <a:ext uri="{FF2B5EF4-FFF2-40B4-BE49-F238E27FC236}">
                <a16:creationId xmlns:a16="http://schemas.microsoft.com/office/drawing/2014/main" id="{61DB7E1B-E3E0-4F74-9219-DDC7E761D69B}"/>
              </a:ext>
            </a:extLst>
          </p:cNvPr>
          <p:cNvSpPr>
            <a:spLocks xmlns:a="http://schemas.openxmlformats.org/drawingml/2006/main" noGrp="1"/>
          </p:cNvSpPr>
          <p:nvPr/>
        </p:nvSpPr>
        <p:spPr>
          <a:xfrm xmlns:a="http://schemas.openxmlformats.org/drawingml/2006/main">
            <a:off x="437769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2" name="rect-2-721">
            <a:extLst xmlns:a="http://schemas.openxmlformats.org/drawingml/2006/main">
              <a:ext uri="{FF2B5EF4-FFF2-40B4-BE49-F238E27FC236}">
                <a16:creationId xmlns:a16="http://schemas.microsoft.com/office/drawing/2014/main" id="{7B405449-F960-462A-A2E1-C6A15A197EFB}"/>
              </a:ext>
            </a:extLst>
          </p:cNvPr>
          <p:cNvSpPr>
            <a:spLocks xmlns:a="http://schemas.openxmlformats.org/drawingml/2006/main" noGrp="1"/>
          </p:cNvSpPr>
          <p:nvPr/>
        </p:nvSpPr>
        <p:spPr>
          <a:xfrm xmlns:a="http://schemas.openxmlformats.org/drawingml/2006/main">
            <a:off x="441960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3" name="rect-2-722">
            <a:extLst xmlns:a="http://schemas.openxmlformats.org/drawingml/2006/main">
              <a:ext uri="{FF2B5EF4-FFF2-40B4-BE49-F238E27FC236}">
                <a16:creationId xmlns:a16="http://schemas.microsoft.com/office/drawing/2014/main" id="{DE77F013-F653-4C1B-A690-E250954C3CE8}"/>
              </a:ext>
            </a:extLst>
          </p:cNvPr>
          <p:cNvSpPr>
            <a:spLocks xmlns:a="http://schemas.openxmlformats.org/drawingml/2006/main" noGrp="1"/>
          </p:cNvSpPr>
          <p:nvPr/>
        </p:nvSpPr>
        <p:spPr>
          <a:xfrm xmlns:a="http://schemas.openxmlformats.org/drawingml/2006/main">
            <a:off x="4461510" y="30365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4" name="rect-2-723">
            <a:extLst xmlns:a="http://schemas.openxmlformats.org/drawingml/2006/main">
              <a:ext uri="{FF2B5EF4-FFF2-40B4-BE49-F238E27FC236}">
                <a16:creationId xmlns:a16="http://schemas.microsoft.com/office/drawing/2014/main" id="{55271680-6319-43A7-8D0E-28ADA714D44B}"/>
              </a:ext>
            </a:extLst>
          </p:cNvPr>
          <p:cNvSpPr>
            <a:spLocks xmlns:a="http://schemas.openxmlformats.org/drawingml/2006/main" noGrp="1"/>
          </p:cNvSpPr>
          <p:nvPr/>
        </p:nvSpPr>
        <p:spPr>
          <a:xfrm xmlns:a="http://schemas.openxmlformats.org/drawingml/2006/main">
            <a:off x="383286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5" name="rect-2-724">
            <a:extLst xmlns:a="http://schemas.openxmlformats.org/drawingml/2006/main">
              <a:ext uri="{FF2B5EF4-FFF2-40B4-BE49-F238E27FC236}">
                <a16:creationId xmlns:a16="http://schemas.microsoft.com/office/drawing/2014/main" id="{ECBA97D3-6890-45BC-ADD0-6053BAE43899}"/>
              </a:ext>
            </a:extLst>
          </p:cNvPr>
          <p:cNvSpPr>
            <a:spLocks xmlns:a="http://schemas.openxmlformats.org/drawingml/2006/main" noGrp="1"/>
          </p:cNvSpPr>
          <p:nvPr/>
        </p:nvSpPr>
        <p:spPr>
          <a:xfrm xmlns:a="http://schemas.openxmlformats.org/drawingml/2006/main">
            <a:off x="387477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6" name="rect-2-725">
            <a:extLst xmlns:a="http://schemas.openxmlformats.org/drawingml/2006/main">
              <a:ext uri="{FF2B5EF4-FFF2-40B4-BE49-F238E27FC236}">
                <a16:creationId xmlns:a16="http://schemas.microsoft.com/office/drawing/2014/main" id="{1EE4848C-3FF0-4C8C-AF39-D03AE7AA8560}"/>
              </a:ext>
            </a:extLst>
          </p:cNvPr>
          <p:cNvSpPr>
            <a:spLocks xmlns:a="http://schemas.openxmlformats.org/drawingml/2006/main" noGrp="1"/>
          </p:cNvSpPr>
          <p:nvPr/>
        </p:nvSpPr>
        <p:spPr>
          <a:xfrm xmlns:a="http://schemas.openxmlformats.org/drawingml/2006/main">
            <a:off x="391668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7" name="rect-2-726">
            <a:extLst xmlns:a="http://schemas.openxmlformats.org/drawingml/2006/main">
              <a:ext uri="{FF2B5EF4-FFF2-40B4-BE49-F238E27FC236}">
                <a16:creationId xmlns:a16="http://schemas.microsoft.com/office/drawing/2014/main" id="{E5D838B3-2E7B-4F50-A327-F4376E88CF87}"/>
              </a:ext>
            </a:extLst>
          </p:cNvPr>
          <p:cNvSpPr>
            <a:spLocks xmlns:a="http://schemas.openxmlformats.org/drawingml/2006/main" noGrp="1"/>
          </p:cNvSpPr>
          <p:nvPr/>
        </p:nvSpPr>
        <p:spPr>
          <a:xfrm xmlns:a="http://schemas.openxmlformats.org/drawingml/2006/main">
            <a:off x="395859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8" name="rect-2-727">
            <a:extLst xmlns:a="http://schemas.openxmlformats.org/drawingml/2006/main">
              <a:ext uri="{FF2B5EF4-FFF2-40B4-BE49-F238E27FC236}">
                <a16:creationId xmlns:a16="http://schemas.microsoft.com/office/drawing/2014/main" id="{87719F67-5A56-4EDC-A44A-ED597840B78D}"/>
              </a:ext>
            </a:extLst>
          </p:cNvPr>
          <p:cNvSpPr>
            <a:spLocks xmlns:a="http://schemas.openxmlformats.org/drawingml/2006/main" noGrp="1"/>
          </p:cNvSpPr>
          <p:nvPr/>
        </p:nvSpPr>
        <p:spPr>
          <a:xfrm xmlns:a="http://schemas.openxmlformats.org/drawingml/2006/main">
            <a:off x="400050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29" name="rect-2-728">
            <a:extLst xmlns:a="http://schemas.openxmlformats.org/drawingml/2006/main">
              <a:ext uri="{FF2B5EF4-FFF2-40B4-BE49-F238E27FC236}">
                <a16:creationId xmlns:a16="http://schemas.microsoft.com/office/drawing/2014/main" id="{E74BA0D3-2930-461F-97C5-DAA882324189}"/>
              </a:ext>
            </a:extLst>
          </p:cNvPr>
          <p:cNvSpPr>
            <a:spLocks xmlns:a="http://schemas.openxmlformats.org/drawingml/2006/main" noGrp="1"/>
          </p:cNvSpPr>
          <p:nvPr/>
        </p:nvSpPr>
        <p:spPr>
          <a:xfrm xmlns:a="http://schemas.openxmlformats.org/drawingml/2006/main">
            <a:off x="404241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0" name="rect-2-729">
            <a:extLst xmlns:a="http://schemas.openxmlformats.org/drawingml/2006/main">
              <a:ext uri="{FF2B5EF4-FFF2-40B4-BE49-F238E27FC236}">
                <a16:creationId xmlns:a16="http://schemas.microsoft.com/office/drawing/2014/main" id="{72268817-478E-444B-9232-D70D612E254C}"/>
              </a:ext>
            </a:extLst>
          </p:cNvPr>
          <p:cNvSpPr>
            <a:spLocks xmlns:a="http://schemas.openxmlformats.org/drawingml/2006/main" noGrp="1"/>
          </p:cNvSpPr>
          <p:nvPr/>
        </p:nvSpPr>
        <p:spPr>
          <a:xfrm xmlns:a="http://schemas.openxmlformats.org/drawingml/2006/main">
            <a:off x="408432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1" name="rect-2-730">
            <a:extLst xmlns:a="http://schemas.openxmlformats.org/drawingml/2006/main">
              <a:ext uri="{FF2B5EF4-FFF2-40B4-BE49-F238E27FC236}">
                <a16:creationId xmlns:a16="http://schemas.microsoft.com/office/drawing/2014/main" id="{3433C44A-992E-42DC-A89C-E86FBE272D92}"/>
              </a:ext>
            </a:extLst>
          </p:cNvPr>
          <p:cNvSpPr>
            <a:spLocks xmlns:a="http://schemas.openxmlformats.org/drawingml/2006/main" noGrp="1"/>
          </p:cNvSpPr>
          <p:nvPr/>
        </p:nvSpPr>
        <p:spPr>
          <a:xfrm xmlns:a="http://schemas.openxmlformats.org/drawingml/2006/main">
            <a:off x="412623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2" name="rect-2-731">
            <a:extLst xmlns:a="http://schemas.openxmlformats.org/drawingml/2006/main">
              <a:ext uri="{FF2B5EF4-FFF2-40B4-BE49-F238E27FC236}">
                <a16:creationId xmlns:a16="http://schemas.microsoft.com/office/drawing/2014/main" id="{42397401-5655-405A-9F5B-CA03EE83937A}"/>
              </a:ext>
            </a:extLst>
          </p:cNvPr>
          <p:cNvSpPr>
            <a:spLocks xmlns:a="http://schemas.openxmlformats.org/drawingml/2006/main" noGrp="1"/>
          </p:cNvSpPr>
          <p:nvPr/>
        </p:nvSpPr>
        <p:spPr>
          <a:xfrm xmlns:a="http://schemas.openxmlformats.org/drawingml/2006/main">
            <a:off x="416814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3" name="rect-2-732">
            <a:extLst xmlns:a="http://schemas.openxmlformats.org/drawingml/2006/main">
              <a:ext uri="{FF2B5EF4-FFF2-40B4-BE49-F238E27FC236}">
                <a16:creationId xmlns:a16="http://schemas.microsoft.com/office/drawing/2014/main" id="{E6500751-57A2-4598-8F0D-62EE56AB2BD9}"/>
              </a:ext>
            </a:extLst>
          </p:cNvPr>
          <p:cNvSpPr>
            <a:spLocks xmlns:a="http://schemas.openxmlformats.org/drawingml/2006/main" noGrp="1"/>
          </p:cNvSpPr>
          <p:nvPr/>
        </p:nvSpPr>
        <p:spPr>
          <a:xfrm xmlns:a="http://schemas.openxmlformats.org/drawingml/2006/main">
            <a:off x="421005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4" name="rect-2-733">
            <a:extLst xmlns:a="http://schemas.openxmlformats.org/drawingml/2006/main">
              <a:ext uri="{FF2B5EF4-FFF2-40B4-BE49-F238E27FC236}">
                <a16:creationId xmlns:a16="http://schemas.microsoft.com/office/drawing/2014/main" id="{1CEAC1C2-F51F-48D7-91E6-481C9BBDF645}"/>
              </a:ext>
            </a:extLst>
          </p:cNvPr>
          <p:cNvSpPr>
            <a:spLocks xmlns:a="http://schemas.openxmlformats.org/drawingml/2006/main" noGrp="1"/>
          </p:cNvSpPr>
          <p:nvPr/>
        </p:nvSpPr>
        <p:spPr>
          <a:xfrm xmlns:a="http://schemas.openxmlformats.org/drawingml/2006/main">
            <a:off x="425196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5" name="rect-2-734">
            <a:extLst xmlns:a="http://schemas.openxmlformats.org/drawingml/2006/main">
              <a:ext uri="{FF2B5EF4-FFF2-40B4-BE49-F238E27FC236}">
                <a16:creationId xmlns:a16="http://schemas.microsoft.com/office/drawing/2014/main" id="{65E7ED02-62F8-4F4A-A519-05119DF40385}"/>
              </a:ext>
            </a:extLst>
          </p:cNvPr>
          <p:cNvSpPr>
            <a:spLocks xmlns:a="http://schemas.openxmlformats.org/drawingml/2006/main" noGrp="1"/>
          </p:cNvSpPr>
          <p:nvPr/>
        </p:nvSpPr>
        <p:spPr>
          <a:xfrm xmlns:a="http://schemas.openxmlformats.org/drawingml/2006/main">
            <a:off x="429387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6" name="rect-2-735">
            <a:extLst xmlns:a="http://schemas.openxmlformats.org/drawingml/2006/main">
              <a:ext uri="{FF2B5EF4-FFF2-40B4-BE49-F238E27FC236}">
                <a16:creationId xmlns:a16="http://schemas.microsoft.com/office/drawing/2014/main" id="{E408FE5B-9204-4D8F-AE38-18811840EE19}"/>
              </a:ext>
            </a:extLst>
          </p:cNvPr>
          <p:cNvSpPr>
            <a:spLocks xmlns:a="http://schemas.openxmlformats.org/drawingml/2006/main" noGrp="1"/>
          </p:cNvSpPr>
          <p:nvPr/>
        </p:nvSpPr>
        <p:spPr>
          <a:xfrm xmlns:a="http://schemas.openxmlformats.org/drawingml/2006/main">
            <a:off x="433578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7" name="rect-2-736">
            <a:extLst xmlns:a="http://schemas.openxmlformats.org/drawingml/2006/main">
              <a:ext uri="{FF2B5EF4-FFF2-40B4-BE49-F238E27FC236}">
                <a16:creationId xmlns:a16="http://schemas.microsoft.com/office/drawing/2014/main" id="{10411161-944B-4940-BA48-DDABBBA94D72}"/>
              </a:ext>
            </a:extLst>
          </p:cNvPr>
          <p:cNvSpPr>
            <a:spLocks xmlns:a="http://schemas.openxmlformats.org/drawingml/2006/main" noGrp="1"/>
          </p:cNvSpPr>
          <p:nvPr/>
        </p:nvSpPr>
        <p:spPr>
          <a:xfrm xmlns:a="http://schemas.openxmlformats.org/drawingml/2006/main">
            <a:off x="437769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8" name="rect-2-737">
            <a:extLst xmlns:a="http://schemas.openxmlformats.org/drawingml/2006/main">
              <a:ext uri="{FF2B5EF4-FFF2-40B4-BE49-F238E27FC236}">
                <a16:creationId xmlns:a16="http://schemas.microsoft.com/office/drawing/2014/main" id="{65AE6BF5-EA5D-49E5-9746-A67F62E0B673}"/>
              </a:ext>
            </a:extLst>
          </p:cNvPr>
          <p:cNvSpPr>
            <a:spLocks xmlns:a="http://schemas.openxmlformats.org/drawingml/2006/main" noGrp="1"/>
          </p:cNvSpPr>
          <p:nvPr/>
        </p:nvSpPr>
        <p:spPr>
          <a:xfrm xmlns:a="http://schemas.openxmlformats.org/drawingml/2006/main">
            <a:off x="441960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39" name="rect-2-738">
            <a:extLst xmlns:a="http://schemas.openxmlformats.org/drawingml/2006/main">
              <a:ext uri="{FF2B5EF4-FFF2-40B4-BE49-F238E27FC236}">
                <a16:creationId xmlns:a16="http://schemas.microsoft.com/office/drawing/2014/main" id="{1894FF74-E559-4A31-B4E0-E296FAB65BA0}"/>
              </a:ext>
            </a:extLst>
          </p:cNvPr>
          <p:cNvSpPr>
            <a:spLocks xmlns:a="http://schemas.openxmlformats.org/drawingml/2006/main" noGrp="1"/>
          </p:cNvSpPr>
          <p:nvPr/>
        </p:nvSpPr>
        <p:spPr>
          <a:xfrm xmlns:a="http://schemas.openxmlformats.org/drawingml/2006/main">
            <a:off x="446151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0" name="rect-2-739">
            <a:extLst xmlns:a="http://schemas.openxmlformats.org/drawingml/2006/main">
              <a:ext uri="{FF2B5EF4-FFF2-40B4-BE49-F238E27FC236}">
                <a16:creationId xmlns:a16="http://schemas.microsoft.com/office/drawing/2014/main" id="{092544F3-B495-4F34-8297-2F56DE99E7EF}"/>
              </a:ext>
            </a:extLst>
          </p:cNvPr>
          <p:cNvSpPr>
            <a:spLocks xmlns:a="http://schemas.openxmlformats.org/drawingml/2006/main" noGrp="1"/>
          </p:cNvSpPr>
          <p:nvPr/>
        </p:nvSpPr>
        <p:spPr>
          <a:xfrm xmlns:a="http://schemas.openxmlformats.org/drawingml/2006/main">
            <a:off x="4503420" y="30784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1" name="rect-2-740">
            <a:extLst xmlns:a="http://schemas.openxmlformats.org/drawingml/2006/main">
              <a:ext uri="{FF2B5EF4-FFF2-40B4-BE49-F238E27FC236}">
                <a16:creationId xmlns:a16="http://schemas.microsoft.com/office/drawing/2014/main" id="{A89FE244-3609-4349-AD8F-F7259612677B}"/>
              </a:ext>
            </a:extLst>
          </p:cNvPr>
          <p:cNvSpPr>
            <a:spLocks xmlns:a="http://schemas.openxmlformats.org/drawingml/2006/main" noGrp="1"/>
          </p:cNvSpPr>
          <p:nvPr/>
        </p:nvSpPr>
        <p:spPr>
          <a:xfrm xmlns:a="http://schemas.openxmlformats.org/drawingml/2006/main">
            <a:off x="387477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2" name="rect-2-741">
            <a:extLst xmlns:a="http://schemas.openxmlformats.org/drawingml/2006/main">
              <a:ext uri="{FF2B5EF4-FFF2-40B4-BE49-F238E27FC236}">
                <a16:creationId xmlns:a16="http://schemas.microsoft.com/office/drawing/2014/main" id="{07B285EC-0D56-42C7-ADDF-04452D8006FC}"/>
              </a:ext>
            </a:extLst>
          </p:cNvPr>
          <p:cNvSpPr>
            <a:spLocks xmlns:a="http://schemas.openxmlformats.org/drawingml/2006/main" noGrp="1"/>
          </p:cNvSpPr>
          <p:nvPr/>
        </p:nvSpPr>
        <p:spPr>
          <a:xfrm xmlns:a="http://schemas.openxmlformats.org/drawingml/2006/main">
            <a:off x="391668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3" name="rect-2-742">
            <a:extLst xmlns:a="http://schemas.openxmlformats.org/drawingml/2006/main">
              <a:ext uri="{FF2B5EF4-FFF2-40B4-BE49-F238E27FC236}">
                <a16:creationId xmlns:a16="http://schemas.microsoft.com/office/drawing/2014/main" id="{A5D851B0-FA0C-4C76-9763-A9B9B1A514FC}"/>
              </a:ext>
            </a:extLst>
          </p:cNvPr>
          <p:cNvSpPr>
            <a:spLocks xmlns:a="http://schemas.openxmlformats.org/drawingml/2006/main" noGrp="1"/>
          </p:cNvSpPr>
          <p:nvPr/>
        </p:nvSpPr>
        <p:spPr>
          <a:xfrm xmlns:a="http://schemas.openxmlformats.org/drawingml/2006/main">
            <a:off x="395859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4" name="rect-2-743">
            <a:extLst xmlns:a="http://schemas.openxmlformats.org/drawingml/2006/main">
              <a:ext uri="{FF2B5EF4-FFF2-40B4-BE49-F238E27FC236}">
                <a16:creationId xmlns:a16="http://schemas.microsoft.com/office/drawing/2014/main" id="{6A816762-7CC5-44B9-B06E-8FD1AC0A514B}"/>
              </a:ext>
            </a:extLst>
          </p:cNvPr>
          <p:cNvSpPr>
            <a:spLocks xmlns:a="http://schemas.openxmlformats.org/drawingml/2006/main" noGrp="1"/>
          </p:cNvSpPr>
          <p:nvPr/>
        </p:nvSpPr>
        <p:spPr>
          <a:xfrm xmlns:a="http://schemas.openxmlformats.org/drawingml/2006/main">
            <a:off x="400050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5" name="rect-2-744">
            <a:extLst xmlns:a="http://schemas.openxmlformats.org/drawingml/2006/main">
              <a:ext uri="{FF2B5EF4-FFF2-40B4-BE49-F238E27FC236}">
                <a16:creationId xmlns:a16="http://schemas.microsoft.com/office/drawing/2014/main" id="{F93FCA3D-1D25-44EC-A252-7D6B47B36927}"/>
              </a:ext>
            </a:extLst>
          </p:cNvPr>
          <p:cNvSpPr>
            <a:spLocks xmlns:a="http://schemas.openxmlformats.org/drawingml/2006/main" noGrp="1"/>
          </p:cNvSpPr>
          <p:nvPr/>
        </p:nvSpPr>
        <p:spPr>
          <a:xfrm xmlns:a="http://schemas.openxmlformats.org/drawingml/2006/main">
            <a:off x="404241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6" name="rect-2-745">
            <a:extLst xmlns:a="http://schemas.openxmlformats.org/drawingml/2006/main">
              <a:ext uri="{FF2B5EF4-FFF2-40B4-BE49-F238E27FC236}">
                <a16:creationId xmlns:a16="http://schemas.microsoft.com/office/drawing/2014/main" id="{B4CE5E49-ADBD-4C13-BE0B-1B1B9F42AED2}"/>
              </a:ext>
            </a:extLst>
          </p:cNvPr>
          <p:cNvSpPr>
            <a:spLocks xmlns:a="http://schemas.openxmlformats.org/drawingml/2006/main" noGrp="1"/>
          </p:cNvSpPr>
          <p:nvPr/>
        </p:nvSpPr>
        <p:spPr>
          <a:xfrm xmlns:a="http://schemas.openxmlformats.org/drawingml/2006/main">
            <a:off x="408432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7" name="rect-2-746">
            <a:extLst xmlns:a="http://schemas.openxmlformats.org/drawingml/2006/main">
              <a:ext uri="{FF2B5EF4-FFF2-40B4-BE49-F238E27FC236}">
                <a16:creationId xmlns:a16="http://schemas.microsoft.com/office/drawing/2014/main" id="{426D5FF2-16C6-42AF-8334-03141948AE72}"/>
              </a:ext>
            </a:extLst>
          </p:cNvPr>
          <p:cNvSpPr>
            <a:spLocks xmlns:a="http://schemas.openxmlformats.org/drawingml/2006/main" noGrp="1"/>
          </p:cNvSpPr>
          <p:nvPr/>
        </p:nvSpPr>
        <p:spPr>
          <a:xfrm xmlns:a="http://schemas.openxmlformats.org/drawingml/2006/main">
            <a:off x="412623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8" name="rect-2-747">
            <a:extLst xmlns:a="http://schemas.openxmlformats.org/drawingml/2006/main">
              <a:ext uri="{FF2B5EF4-FFF2-40B4-BE49-F238E27FC236}">
                <a16:creationId xmlns:a16="http://schemas.microsoft.com/office/drawing/2014/main" id="{0B344897-FFF6-4CCC-BB24-7DC4514A53C2}"/>
              </a:ext>
            </a:extLst>
          </p:cNvPr>
          <p:cNvSpPr>
            <a:spLocks xmlns:a="http://schemas.openxmlformats.org/drawingml/2006/main" noGrp="1"/>
          </p:cNvSpPr>
          <p:nvPr/>
        </p:nvSpPr>
        <p:spPr>
          <a:xfrm xmlns:a="http://schemas.openxmlformats.org/drawingml/2006/main">
            <a:off x="416814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49" name="rect-2-748">
            <a:extLst xmlns:a="http://schemas.openxmlformats.org/drawingml/2006/main">
              <a:ext uri="{FF2B5EF4-FFF2-40B4-BE49-F238E27FC236}">
                <a16:creationId xmlns:a16="http://schemas.microsoft.com/office/drawing/2014/main" id="{07F30D9A-ED56-4595-AB95-7BCCA3622760}"/>
              </a:ext>
            </a:extLst>
          </p:cNvPr>
          <p:cNvSpPr>
            <a:spLocks xmlns:a="http://schemas.openxmlformats.org/drawingml/2006/main" noGrp="1"/>
          </p:cNvSpPr>
          <p:nvPr/>
        </p:nvSpPr>
        <p:spPr>
          <a:xfrm xmlns:a="http://schemas.openxmlformats.org/drawingml/2006/main">
            <a:off x="421005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0" name="rect-2-749">
            <a:extLst xmlns:a="http://schemas.openxmlformats.org/drawingml/2006/main">
              <a:ext uri="{FF2B5EF4-FFF2-40B4-BE49-F238E27FC236}">
                <a16:creationId xmlns:a16="http://schemas.microsoft.com/office/drawing/2014/main" id="{708DC258-282D-485E-B5DD-D77B9F6F9B37}"/>
              </a:ext>
            </a:extLst>
          </p:cNvPr>
          <p:cNvSpPr>
            <a:spLocks xmlns:a="http://schemas.openxmlformats.org/drawingml/2006/main" noGrp="1"/>
          </p:cNvSpPr>
          <p:nvPr/>
        </p:nvSpPr>
        <p:spPr>
          <a:xfrm xmlns:a="http://schemas.openxmlformats.org/drawingml/2006/main">
            <a:off x="425196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1" name="rect-2-750">
            <a:extLst xmlns:a="http://schemas.openxmlformats.org/drawingml/2006/main">
              <a:ext uri="{FF2B5EF4-FFF2-40B4-BE49-F238E27FC236}">
                <a16:creationId xmlns:a16="http://schemas.microsoft.com/office/drawing/2014/main" id="{2849E903-6BD7-4DFD-A661-31E5B280A904}"/>
              </a:ext>
            </a:extLst>
          </p:cNvPr>
          <p:cNvSpPr>
            <a:spLocks xmlns:a="http://schemas.openxmlformats.org/drawingml/2006/main" noGrp="1"/>
          </p:cNvSpPr>
          <p:nvPr/>
        </p:nvSpPr>
        <p:spPr>
          <a:xfrm xmlns:a="http://schemas.openxmlformats.org/drawingml/2006/main">
            <a:off x="429387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2" name="rect-2-751">
            <a:extLst xmlns:a="http://schemas.openxmlformats.org/drawingml/2006/main">
              <a:ext uri="{FF2B5EF4-FFF2-40B4-BE49-F238E27FC236}">
                <a16:creationId xmlns:a16="http://schemas.microsoft.com/office/drawing/2014/main" id="{C8F6D7DF-E2BF-4510-B77A-29B01BCA0A29}"/>
              </a:ext>
            </a:extLst>
          </p:cNvPr>
          <p:cNvSpPr>
            <a:spLocks xmlns:a="http://schemas.openxmlformats.org/drawingml/2006/main" noGrp="1"/>
          </p:cNvSpPr>
          <p:nvPr/>
        </p:nvSpPr>
        <p:spPr>
          <a:xfrm xmlns:a="http://schemas.openxmlformats.org/drawingml/2006/main">
            <a:off x="433578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3" name="rect-2-752">
            <a:extLst xmlns:a="http://schemas.openxmlformats.org/drawingml/2006/main">
              <a:ext uri="{FF2B5EF4-FFF2-40B4-BE49-F238E27FC236}">
                <a16:creationId xmlns:a16="http://schemas.microsoft.com/office/drawing/2014/main" id="{B091A817-CBA3-4C53-9943-12759FA34534}"/>
              </a:ext>
            </a:extLst>
          </p:cNvPr>
          <p:cNvSpPr>
            <a:spLocks xmlns:a="http://schemas.openxmlformats.org/drawingml/2006/main" noGrp="1"/>
          </p:cNvSpPr>
          <p:nvPr/>
        </p:nvSpPr>
        <p:spPr>
          <a:xfrm xmlns:a="http://schemas.openxmlformats.org/drawingml/2006/main">
            <a:off x="437769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4" name="rect-2-753">
            <a:extLst xmlns:a="http://schemas.openxmlformats.org/drawingml/2006/main">
              <a:ext uri="{FF2B5EF4-FFF2-40B4-BE49-F238E27FC236}">
                <a16:creationId xmlns:a16="http://schemas.microsoft.com/office/drawing/2014/main" id="{CB91DDBE-C9B8-410F-AE12-F608AEFB7C7C}"/>
              </a:ext>
            </a:extLst>
          </p:cNvPr>
          <p:cNvSpPr>
            <a:spLocks xmlns:a="http://schemas.openxmlformats.org/drawingml/2006/main" noGrp="1"/>
          </p:cNvSpPr>
          <p:nvPr/>
        </p:nvSpPr>
        <p:spPr>
          <a:xfrm xmlns:a="http://schemas.openxmlformats.org/drawingml/2006/main">
            <a:off x="441960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5" name="rect-2-754">
            <a:extLst xmlns:a="http://schemas.openxmlformats.org/drawingml/2006/main">
              <a:ext uri="{FF2B5EF4-FFF2-40B4-BE49-F238E27FC236}">
                <a16:creationId xmlns:a16="http://schemas.microsoft.com/office/drawing/2014/main" id="{2C6C868B-CB93-4DC2-BF1B-3C7B8EE89AB7}"/>
              </a:ext>
            </a:extLst>
          </p:cNvPr>
          <p:cNvSpPr>
            <a:spLocks xmlns:a="http://schemas.openxmlformats.org/drawingml/2006/main" noGrp="1"/>
          </p:cNvSpPr>
          <p:nvPr/>
        </p:nvSpPr>
        <p:spPr>
          <a:xfrm xmlns:a="http://schemas.openxmlformats.org/drawingml/2006/main">
            <a:off x="446151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6" name="rect-2-755">
            <a:extLst xmlns:a="http://schemas.openxmlformats.org/drawingml/2006/main">
              <a:ext uri="{FF2B5EF4-FFF2-40B4-BE49-F238E27FC236}">
                <a16:creationId xmlns:a16="http://schemas.microsoft.com/office/drawing/2014/main" id="{6DF6C0BE-334F-4489-B8A9-32CA77576012}"/>
              </a:ext>
            </a:extLst>
          </p:cNvPr>
          <p:cNvSpPr>
            <a:spLocks xmlns:a="http://schemas.openxmlformats.org/drawingml/2006/main" noGrp="1"/>
          </p:cNvSpPr>
          <p:nvPr/>
        </p:nvSpPr>
        <p:spPr>
          <a:xfrm xmlns:a="http://schemas.openxmlformats.org/drawingml/2006/main">
            <a:off x="4503420" y="31203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7" name="rect-2-756">
            <a:extLst xmlns:a="http://schemas.openxmlformats.org/drawingml/2006/main">
              <a:ext uri="{FF2B5EF4-FFF2-40B4-BE49-F238E27FC236}">
                <a16:creationId xmlns:a16="http://schemas.microsoft.com/office/drawing/2014/main" id="{2C0EE2C0-01BB-47B8-BDEE-F301974D57C9}"/>
              </a:ext>
            </a:extLst>
          </p:cNvPr>
          <p:cNvSpPr>
            <a:spLocks xmlns:a="http://schemas.openxmlformats.org/drawingml/2006/main" noGrp="1"/>
          </p:cNvSpPr>
          <p:nvPr/>
        </p:nvSpPr>
        <p:spPr>
          <a:xfrm xmlns:a="http://schemas.openxmlformats.org/drawingml/2006/main">
            <a:off x="383286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8" name="rect-2-757">
            <a:extLst xmlns:a="http://schemas.openxmlformats.org/drawingml/2006/main">
              <a:ext uri="{FF2B5EF4-FFF2-40B4-BE49-F238E27FC236}">
                <a16:creationId xmlns:a16="http://schemas.microsoft.com/office/drawing/2014/main" id="{3D6326FC-1B1F-4C24-AA15-B0A97CE0C573}"/>
              </a:ext>
            </a:extLst>
          </p:cNvPr>
          <p:cNvSpPr>
            <a:spLocks xmlns:a="http://schemas.openxmlformats.org/drawingml/2006/main" noGrp="1"/>
          </p:cNvSpPr>
          <p:nvPr/>
        </p:nvSpPr>
        <p:spPr>
          <a:xfrm xmlns:a="http://schemas.openxmlformats.org/drawingml/2006/main">
            <a:off x="387477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59" name="rect-2-758">
            <a:extLst xmlns:a="http://schemas.openxmlformats.org/drawingml/2006/main">
              <a:ext uri="{FF2B5EF4-FFF2-40B4-BE49-F238E27FC236}">
                <a16:creationId xmlns:a16="http://schemas.microsoft.com/office/drawing/2014/main" id="{355A3270-7878-4872-AA48-BC7DB3CB7EC5}"/>
              </a:ext>
            </a:extLst>
          </p:cNvPr>
          <p:cNvSpPr>
            <a:spLocks xmlns:a="http://schemas.openxmlformats.org/drawingml/2006/main" noGrp="1"/>
          </p:cNvSpPr>
          <p:nvPr/>
        </p:nvSpPr>
        <p:spPr>
          <a:xfrm xmlns:a="http://schemas.openxmlformats.org/drawingml/2006/main">
            <a:off x="391668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0" name="rect-2-759">
            <a:extLst xmlns:a="http://schemas.openxmlformats.org/drawingml/2006/main">
              <a:ext uri="{FF2B5EF4-FFF2-40B4-BE49-F238E27FC236}">
                <a16:creationId xmlns:a16="http://schemas.microsoft.com/office/drawing/2014/main" id="{681B3A5F-27E7-46DD-9A54-69344C052B15}"/>
              </a:ext>
            </a:extLst>
          </p:cNvPr>
          <p:cNvSpPr>
            <a:spLocks xmlns:a="http://schemas.openxmlformats.org/drawingml/2006/main" noGrp="1"/>
          </p:cNvSpPr>
          <p:nvPr/>
        </p:nvSpPr>
        <p:spPr>
          <a:xfrm xmlns:a="http://schemas.openxmlformats.org/drawingml/2006/main">
            <a:off x="395859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1" name="rect-2-760">
            <a:extLst xmlns:a="http://schemas.openxmlformats.org/drawingml/2006/main">
              <a:ext uri="{FF2B5EF4-FFF2-40B4-BE49-F238E27FC236}">
                <a16:creationId xmlns:a16="http://schemas.microsoft.com/office/drawing/2014/main" id="{834EBABF-5A69-4D5C-95A2-D0B906A40AE0}"/>
              </a:ext>
            </a:extLst>
          </p:cNvPr>
          <p:cNvSpPr>
            <a:spLocks xmlns:a="http://schemas.openxmlformats.org/drawingml/2006/main" noGrp="1"/>
          </p:cNvSpPr>
          <p:nvPr/>
        </p:nvSpPr>
        <p:spPr>
          <a:xfrm xmlns:a="http://schemas.openxmlformats.org/drawingml/2006/main">
            <a:off x="400050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2" name="rect-2-761">
            <a:extLst xmlns:a="http://schemas.openxmlformats.org/drawingml/2006/main">
              <a:ext uri="{FF2B5EF4-FFF2-40B4-BE49-F238E27FC236}">
                <a16:creationId xmlns:a16="http://schemas.microsoft.com/office/drawing/2014/main" id="{2439834C-4F6C-43E0-8E49-BB90FEB6D92A}"/>
              </a:ext>
            </a:extLst>
          </p:cNvPr>
          <p:cNvSpPr>
            <a:spLocks xmlns:a="http://schemas.openxmlformats.org/drawingml/2006/main" noGrp="1"/>
          </p:cNvSpPr>
          <p:nvPr/>
        </p:nvSpPr>
        <p:spPr>
          <a:xfrm xmlns:a="http://schemas.openxmlformats.org/drawingml/2006/main">
            <a:off x="404241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3" name="rect-2-762">
            <a:extLst xmlns:a="http://schemas.openxmlformats.org/drawingml/2006/main">
              <a:ext uri="{FF2B5EF4-FFF2-40B4-BE49-F238E27FC236}">
                <a16:creationId xmlns:a16="http://schemas.microsoft.com/office/drawing/2014/main" id="{9AC06116-6940-474A-9768-889B9945641D}"/>
              </a:ext>
            </a:extLst>
          </p:cNvPr>
          <p:cNvSpPr>
            <a:spLocks xmlns:a="http://schemas.openxmlformats.org/drawingml/2006/main" noGrp="1"/>
          </p:cNvSpPr>
          <p:nvPr/>
        </p:nvSpPr>
        <p:spPr>
          <a:xfrm xmlns:a="http://schemas.openxmlformats.org/drawingml/2006/main">
            <a:off x="408432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4" name="rect-2-763">
            <a:extLst xmlns:a="http://schemas.openxmlformats.org/drawingml/2006/main">
              <a:ext uri="{FF2B5EF4-FFF2-40B4-BE49-F238E27FC236}">
                <a16:creationId xmlns:a16="http://schemas.microsoft.com/office/drawing/2014/main" id="{61F3A349-1D1F-4114-B528-4D7C056E8CAE}"/>
              </a:ext>
            </a:extLst>
          </p:cNvPr>
          <p:cNvSpPr>
            <a:spLocks xmlns:a="http://schemas.openxmlformats.org/drawingml/2006/main" noGrp="1"/>
          </p:cNvSpPr>
          <p:nvPr/>
        </p:nvSpPr>
        <p:spPr>
          <a:xfrm xmlns:a="http://schemas.openxmlformats.org/drawingml/2006/main">
            <a:off x="412623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5" name="rect-2-764">
            <a:extLst xmlns:a="http://schemas.openxmlformats.org/drawingml/2006/main">
              <a:ext uri="{FF2B5EF4-FFF2-40B4-BE49-F238E27FC236}">
                <a16:creationId xmlns:a16="http://schemas.microsoft.com/office/drawing/2014/main" id="{D4731DD1-3976-4B47-9312-CFFD803289B2}"/>
              </a:ext>
            </a:extLst>
          </p:cNvPr>
          <p:cNvSpPr>
            <a:spLocks xmlns:a="http://schemas.openxmlformats.org/drawingml/2006/main" noGrp="1"/>
          </p:cNvSpPr>
          <p:nvPr/>
        </p:nvSpPr>
        <p:spPr>
          <a:xfrm xmlns:a="http://schemas.openxmlformats.org/drawingml/2006/main">
            <a:off x="416814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6" name="rect-2-765">
            <a:extLst xmlns:a="http://schemas.openxmlformats.org/drawingml/2006/main">
              <a:ext uri="{FF2B5EF4-FFF2-40B4-BE49-F238E27FC236}">
                <a16:creationId xmlns:a16="http://schemas.microsoft.com/office/drawing/2014/main" id="{A602654F-29E0-47E0-A9DA-2A6C60F66ADD}"/>
              </a:ext>
            </a:extLst>
          </p:cNvPr>
          <p:cNvSpPr>
            <a:spLocks xmlns:a="http://schemas.openxmlformats.org/drawingml/2006/main" noGrp="1"/>
          </p:cNvSpPr>
          <p:nvPr/>
        </p:nvSpPr>
        <p:spPr>
          <a:xfrm xmlns:a="http://schemas.openxmlformats.org/drawingml/2006/main">
            <a:off x="421005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7" name="rect-2-766">
            <a:extLst xmlns:a="http://schemas.openxmlformats.org/drawingml/2006/main">
              <a:ext uri="{FF2B5EF4-FFF2-40B4-BE49-F238E27FC236}">
                <a16:creationId xmlns:a16="http://schemas.microsoft.com/office/drawing/2014/main" id="{97236F37-94C5-4A3B-9722-2F82606684E2}"/>
              </a:ext>
            </a:extLst>
          </p:cNvPr>
          <p:cNvSpPr>
            <a:spLocks xmlns:a="http://schemas.openxmlformats.org/drawingml/2006/main" noGrp="1"/>
          </p:cNvSpPr>
          <p:nvPr/>
        </p:nvSpPr>
        <p:spPr>
          <a:xfrm xmlns:a="http://schemas.openxmlformats.org/drawingml/2006/main">
            <a:off x="425196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8" name="rect-2-767">
            <a:extLst xmlns:a="http://schemas.openxmlformats.org/drawingml/2006/main">
              <a:ext uri="{FF2B5EF4-FFF2-40B4-BE49-F238E27FC236}">
                <a16:creationId xmlns:a16="http://schemas.microsoft.com/office/drawing/2014/main" id="{B9ACAFF7-1FFD-43C2-AA24-3F6B46EF81EC}"/>
              </a:ext>
            </a:extLst>
          </p:cNvPr>
          <p:cNvSpPr>
            <a:spLocks xmlns:a="http://schemas.openxmlformats.org/drawingml/2006/main" noGrp="1"/>
          </p:cNvSpPr>
          <p:nvPr/>
        </p:nvSpPr>
        <p:spPr>
          <a:xfrm xmlns:a="http://schemas.openxmlformats.org/drawingml/2006/main">
            <a:off x="429387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69" name="rect-2-768">
            <a:extLst xmlns:a="http://schemas.openxmlformats.org/drawingml/2006/main">
              <a:ext uri="{FF2B5EF4-FFF2-40B4-BE49-F238E27FC236}">
                <a16:creationId xmlns:a16="http://schemas.microsoft.com/office/drawing/2014/main" id="{8252CA2B-86C1-41AF-8C8B-7B7D63373C44}"/>
              </a:ext>
            </a:extLst>
          </p:cNvPr>
          <p:cNvSpPr>
            <a:spLocks xmlns:a="http://schemas.openxmlformats.org/drawingml/2006/main" noGrp="1"/>
          </p:cNvSpPr>
          <p:nvPr/>
        </p:nvSpPr>
        <p:spPr>
          <a:xfrm xmlns:a="http://schemas.openxmlformats.org/drawingml/2006/main">
            <a:off x="433578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0" name="rect-2-769">
            <a:extLst xmlns:a="http://schemas.openxmlformats.org/drawingml/2006/main">
              <a:ext uri="{FF2B5EF4-FFF2-40B4-BE49-F238E27FC236}">
                <a16:creationId xmlns:a16="http://schemas.microsoft.com/office/drawing/2014/main" id="{49D15DD2-5CDF-4533-8214-CA2BE9A73932}"/>
              </a:ext>
            </a:extLst>
          </p:cNvPr>
          <p:cNvSpPr>
            <a:spLocks xmlns:a="http://schemas.openxmlformats.org/drawingml/2006/main" noGrp="1"/>
          </p:cNvSpPr>
          <p:nvPr/>
        </p:nvSpPr>
        <p:spPr>
          <a:xfrm xmlns:a="http://schemas.openxmlformats.org/drawingml/2006/main">
            <a:off x="437769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1" name="rect-2-770">
            <a:extLst xmlns:a="http://schemas.openxmlformats.org/drawingml/2006/main">
              <a:ext uri="{FF2B5EF4-FFF2-40B4-BE49-F238E27FC236}">
                <a16:creationId xmlns:a16="http://schemas.microsoft.com/office/drawing/2014/main" id="{1C4265A7-85CA-474D-9AC9-964DAC3397AC}"/>
              </a:ext>
            </a:extLst>
          </p:cNvPr>
          <p:cNvSpPr>
            <a:spLocks xmlns:a="http://schemas.openxmlformats.org/drawingml/2006/main" noGrp="1"/>
          </p:cNvSpPr>
          <p:nvPr/>
        </p:nvSpPr>
        <p:spPr>
          <a:xfrm xmlns:a="http://schemas.openxmlformats.org/drawingml/2006/main">
            <a:off x="441960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2" name="rect-2-771">
            <a:extLst xmlns:a="http://schemas.openxmlformats.org/drawingml/2006/main">
              <a:ext uri="{FF2B5EF4-FFF2-40B4-BE49-F238E27FC236}">
                <a16:creationId xmlns:a16="http://schemas.microsoft.com/office/drawing/2014/main" id="{761AD365-A7B2-4A27-A436-AEF2AFD434D2}"/>
              </a:ext>
            </a:extLst>
          </p:cNvPr>
          <p:cNvSpPr>
            <a:spLocks xmlns:a="http://schemas.openxmlformats.org/drawingml/2006/main" noGrp="1"/>
          </p:cNvSpPr>
          <p:nvPr/>
        </p:nvSpPr>
        <p:spPr>
          <a:xfrm xmlns:a="http://schemas.openxmlformats.org/drawingml/2006/main">
            <a:off x="446151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3" name="rect-2-772">
            <a:extLst xmlns:a="http://schemas.openxmlformats.org/drawingml/2006/main">
              <a:ext uri="{FF2B5EF4-FFF2-40B4-BE49-F238E27FC236}">
                <a16:creationId xmlns:a16="http://schemas.microsoft.com/office/drawing/2014/main" id="{5F949EE2-5726-419C-ADAC-E5CA265B55DD}"/>
              </a:ext>
            </a:extLst>
          </p:cNvPr>
          <p:cNvSpPr>
            <a:spLocks xmlns:a="http://schemas.openxmlformats.org/drawingml/2006/main" noGrp="1"/>
          </p:cNvSpPr>
          <p:nvPr/>
        </p:nvSpPr>
        <p:spPr>
          <a:xfrm xmlns:a="http://schemas.openxmlformats.org/drawingml/2006/main">
            <a:off x="4503420" y="31623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4" name="rect-2-773">
            <a:extLst xmlns:a="http://schemas.openxmlformats.org/drawingml/2006/main">
              <a:ext uri="{FF2B5EF4-FFF2-40B4-BE49-F238E27FC236}">
                <a16:creationId xmlns:a16="http://schemas.microsoft.com/office/drawing/2014/main" id="{0DBEBBF2-5877-4557-86A6-BECD60C18D6B}"/>
              </a:ext>
            </a:extLst>
          </p:cNvPr>
          <p:cNvSpPr>
            <a:spLocks xmlns:a="http://schemas.openxmlformats.org/drawingml/2006/main" noGrp="1"/>
          </p:cNvSpPr>
          <p:nvPr/>
        </p:nvSpPr>
        <p:spPr>
          <a:xfrm xmlns:a="http://schemas.openxmlformats.org/drawingml/2006/main">
            <a:off x="383286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5" name="rect-2-774">
            <a:extLst xmlns:a="http://schemas.openxmlformats.org/drawingml/2006/main">
              <a:ext uri="{FF2B5EF4-FFF2-40B4-BE49-F238E27FC236}">
                <a16:creationId xmlns:a16="http://schemas.microsoft.com/office/drawing/2014/main" id="{67DE54D1-D8C3-4AD7-84F5-DCF003FCD789}"/>
              </a:ext>
            </a:extLst>
          </p:cNvPr>
          <p:cNvSpPr>
            <a:spLocks xmlns:a="http://schemas.openxmlformats.org/drawingml/2006/main" noGrp="1"/>
          </p:cNvSpPr>
          <p:nvPr/>
        </p:nvSpPr>
        <p:spPr>
          <a:xfrm xmlns:a="http://schemas.openxmlformats.org/drawingml/2006/main">
            <a:off x="387477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6" name="rect-2-775">
            <a:extLst xmlns:a="http://schemas.openxmlformats.org/drawingml/2006/main">
              <a:ext uri="{FF2B5EF4-FFF2-40B4-BE49-F238E27FC236}">
                <a16:creationId xmlns:a16="http://schemas.microsoft.com/office/drawing/2014/main" id="{0D166910-88A5-4EE3-991D-5C5A4D1BBE24}"/>
              </a:ext>
            </a:extLst>
          </p:cNvPr>
          <p:cNvSpPr>
            <a:spLocks xmlns:a="http://schemas.openxmlformats.org/drawingml/2006/main" noGrp="1"/>
          </p:cNvSpPr>
          <p:nvPr/>
        </p:nvSpPr>
        <p:spPr>
          <a:xfrm xmlns:a="http://schemas.openxmlformats.org/drawingml/2006/main">
            <a:off x="391668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7" name="rect-2-776">
            <a:extLst xmlns:a="http://schemas.openxmlformats.org/drawingml/2006/main">
              <a:ext uri="{FF2B5EF4-FFF2-40B4-BE49-F238E27FC236}">
                <a16:creationId xmlns:a16="http://schemas.microsoft.com/office/drawing/2014/main" id="{E7343401-0637-4BFB-94C5-BE95307E6DEB}"/>
              </a:ext>
            </a:extLst>
          </p:cNvPr>
          <p:cNvSpPr>
            <a:spLocks xmlns:a="http://schemas.openxmlformats.org/drawingml/2006/main" noGrp="1"/>
          </p:cNvSpPr>
          <p:nvPr/>
        </p:nvSpPr>
        <p:spPr>
          <a:xfrm xmlns:a="http://schemas.openxmlformats.org/drawingml/2006/main">
            <a:off x="395859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8" name="rect-2-777">
            <a:extLst xmlns:a="http://schemas.openxmlformats.org/drawingml/2006/main">
              <a:ext uri="{FF2B5EF4-FFF2-40B4-BE49-F238E27FC236}">
                <a16:creationId xmlns:a16="http://schemas.microsoft.com/office/drawing/2014/main" id="{0BFA80AE-8BB6-4F6B-82F9-8ADCE4DE8B0F}"/>
              </a:ext>
            </a:extLst>
          </p:cNvPr>
          <p:cNvSpPr>
            <a:spLocks xmlns:a="http://schemas.openxmlformats.org/drawingml/2006/main" noGrp="1"/>
          </p:cNvSpPr>
          <p:nvPr/>
        </p:nvSpPr>
        <p:spPr>
          <a:xfrm xmlns:a="http://schemas.openxmlformats.org/drawingml/2006/main">
            <a:off x="400050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79" name="rect-2-778">
            <a:extLst xmlns:a="http://schemas.openxmlformats.org/drawingml/2006/main">
              <a:ext uri="{FF2B5EF4-FFF2-40B4-BE49-F238E27FC236}">
                <a16:creationId xmlns:a16="http://schemas.microsoft.com/office/drawing/2014/main" id="{6BF9CFAB-C52A-4849-86C2-56BD057738D4}"/>
              </a:ext>
            </a:extLst>
          </p:cNvPr>
          <p:cNvSpPr>
            <a:spLocks xmlns:a="http://schemas.openxmlformats.org/drawingml/2006/main" noGrp="1"/>
          </p:cNvSpPr>
          <p:nvPr/>
        </p:nvSpPr>
        <p:spPr>
          <a:xfrm xmlns:a="http://schemas.openxmlformats.org/drawingml/2006/main">
            <a:off x="404241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0" name="rect-2-779">
            <a:extLst xmlns:a="http://schemas.openxmlformats.org/drawingml/2006/main">
              <a:ext uri="{FF2B5EF4-FFF2-40B4-BE49-F238E27FC236}">
                <a16:creationId xmlns:a16="http://schemas.microsoft.com/office/drawing/2014/main" id="{BCD025D6-266E-443F-9C6C-1F43EE92C4E6}"/>
              </a:ext>
            </a:extLst>
          </p:cNvPr>
          <p:cNvSpPr>
            <a:spLocks xmlns:a="http://schemas.openxmlformats.org/drawingml/2006/main" noGrp="1"/>
          </p:cNvSpPr>
          <p:nvPr/>
        </p:nvSpPr>
        <p:spPr>
          <a:xfrm xmlns:a="http://schemas.openxmlformats.org/drawingml/2006/main">
            <a:off x="408432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1" name="rect-2-780">
            <a:extLst xmlns:a="http://schemas.openxmlformats.org/drawingml/2006/main">
              <a:ext uri="{FF2B5EF4-FFF2-40B4-BE49-F238E27FC236}">
                <a16:creationId xmlns:a16="http://schemas.microsoft.com/office/drawing/2014/main" id="{8D567FD1-280B-469A-801C-CBE25C0F5341}"/>
              </a:ext>
            </a:extLst>
          </p:cNvPr>
          <p:cNvSpPr>
            <a:spLocks xmlns:a="http://schemas.openxmlformats.org/drawingml/2006/main" noGrp="1"/>
          </p:cNvSpPr>
          <p:nvPr/>
        </p:nvSpPr>
        <p:spPr>
          <a:xfrm xmlns:a="http://schemas.openxmlformats.org/drawingml/2006/main">
            <a:off x="412623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2" name="rect-2-781">
            <a:extLst xmlns:a="http://schemas.openxmlformats.org/drawingml/2006/main">
              <a:ext uri="{FF2B5EF4-FFF2-40B4-BE49-F238E27FC236}">
                <a16:creationId xmlns:a16="http://schemas.microsoft.com/office/drawing/2014/main" id="{4D2A1165-BFD5-454B-BFB0-7B232FAB6C57}"/>
              </a:ext>
            </a:extLst>
          </p:cNvPr>
          <p:cNvSpPr>
            <a:spLocks xmlns:a="http://schemas.openxmlformats.org/drawingml/2006/main" noGrp="1"/>
          </p:cNvSpPr>
          <p:nvPr/>
        </p:nvSpPr>
        <p:spPr>
          <a:xfrm xmlns:a="http://schemas.openxmlformats.org/drawingml/2006/main">
            <a:off x="416814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3" name="rect-2-782">
            <a:extLst xmlns:a="http://schemas.openxmlformats.org/drawingml/2006/main">
              <a:ext uri="{FF2B5EF4-FFF2-40B4-BE49-F238E27FC236}">
                <a16:creationId xmlns:a16="http://schemas.microsoft.com/office/drawing/2014/main" id="{6456A353-CA94-44AC-9D62-30D8A02B2843}"/>
              </a:ext>
            </a:extLst>
          </p:cNvPr>
          <p:cNvSpPr>
            <a:spLocks xmlns:a="http://schemas.openxmlformats.org/drawingml/2006/main" noGrp="1"/>
          </p:cNvSpPr>
          <p:nvPr/>
        </p:nvSpPr>
        <p:spPr>
          <a:xfrm xmlns:a="http://schemas.openxmlformats.org/drawingml/2006/main">
            <a:off x="421005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4" name="rect-2-783">
            <a:extLst xmlns:a="http://schemas.openxmlformats.org/drawingml/2006/main">
              <a:ext uri="{FF2B5EF4-FFF2-40B4-BE49-F238E27FC236}">
                <a16:creationId xmlns:a16="http://schemas.microsoft.com/office/drawing/2014/main" id="{7C412CCF-CBF6-478F-8906-7456BCED970D}"/>
              </a:ext>
            </a:extLst>
          </p:cNvPr>
          <p:cNvSpPr>
            <a:spLocks xmlns:a="http://schemas.openxmlformats.org/drawingml/2006/main" noGrp="1"/>
          </p:cNvSpPr>
          <p:nvPr/>
        </p:nvSpPr>
        <p:spPr>
          <a:xfrm xmlns:a="http://schemas.openxmlformats.org/drawingml/2006/main">
            <a:off x="425196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5" name="rect-2-784">
            <a:extLst xmlns:a="http://schemas.openxmlformats.org/drawingml/2006/main">
              <a:ext uri="{FF2B5EF4-FFF2-40B4-BE49-F238E27FC236}">
                <a16:creationId xmlns:a16="http://schemas.microsoft.com/office/drawing/2014/main" id="{65114235-CA7A-404B-9B89-31E1451F1211}"/>
              </a:ext>
            </a:extLst>
          </p:cNvPr>
          <p:cNvSpPr>
            <a:spLocks xmlns:a="http://schemas.openxmlformats.org/drawingml/2006/main" noGrp="1"/>
          </p:cNvSpPr>
          <p:nvPr/>
        </p:nvSpPr>
        <p:spPr>
          <a:xfrm xmlns:a="http://schemas.openxmlformats.org/drawingml/2006/main">
            <a:off x="429387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6" name="rect-2-785">
            <a:extLst xmlns:a="http://schemas.openxmlformats.org/drawingml/2006/main">
              <a:ext uri="{FF2B5EF4-FFF2-40B4-BE49-F238E27FC236}">
                <a16:creationId xmlns:a16="http://schemas.microsoft.com/office/drawing/2014/main" id="{07EE1065-4FC1-4CBD-A5CE-3638475123EC}"/>
              </a:ext>
            </a:extLst>
          </p:cNvPr>
          <p:cNvSpPr>
            <a:spLocks xmlns:a="http://schemas.openxmlformats.org/drawingml/2006/main" noGrp="1"/>
          </p:cNvSpPr>
          <p:nvPr/>
        </p:nvSpPr>
        <p:spPr>
          <a:xfrm xmlns:a="http://schemas.openxmlformats.org/drawingml/2006/main">
            <a:off x="433578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7" name="rect-2-786">
            <a:extLst xmlns:a="http://schemas.openxmlformats.org/drawingml/2006/main">
              <a:ext uri="{FF2B5EF4-FFF2-40B4-BE49-F238E27FC236}">
                <a16:creationId xmlns:a16="http://schemas.microsoft.com/office/drawing/2014/main" id="{D23C1D50-4CA8-47F3-B11D-EA2575F43283}"/>
              </a:ext>
            </a:extLst>
          </p:cNvPr>
          <p:cNvSpPr>
            <a:spLocks xmlns:a="http://schemas.openxmlformats.org/drawingml/2006/main" noGrp="1"/>
          </p:cNvSpPr>
          <p:nvPr/>
        </p:nvSpPr>
        <p:spPr>
          <a:xfrm xmlns:a="http://schemas.openxmlformats.org/drawingml/2006/main">
            <a:off x="437769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8" name="rect-2-787">
            <a:extLst xmlns:a="http://schemas.openxmlformats.org/drawingml/2006/main">
              <a:ext uri="{FF2B5EF4-FFF2-40B4-BE49-F238E27FC236}">
                <a16:creationId xmlns:a16="http://schemas.microsoft.com/office/drawing/2014/main" id="{6B7B2CA6-B89E-4B9A-9DDF-B673590A3D25}"/>
              </a:ext>
            </a:extLst>
          </p:cNvPr>
          <p:cNvSpPr>
            <a:spLocks xmlns:a="http://schemas.openxmlformats.org/drawingml/2006/main" noGrp="1"/>
          </p:cNvSpPr>
          <p:nvPr/>
        </p:nvSpPr>
        <p:spPr>
          <a:xfrm xmlns:a="http://schemas.openxmlformats.org/drawingml/2006/main">
            <a:off x="441960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89" name="rect-2-788">
            <a:extLst xmlns:a="http://schemas.openxmlformats.org/drawingml/2006/main">
              <a:ext uri="{FF2B5EF4-FFF2-40B4-BE49-F238E27FC236}">
                <a16:creationId xmlns:a16="http://schemas.microsoft.com/office/drawing/2014/main" id="{55EF83D1-95A7-4CE3-915E-227828BA8D29}"/>
              </a:ext>
            </a:extLst>
          </p:cNvPr>
          <p:cNvSpPr>
            <a:spLocks xmlns:a="http://schemas.openxmlformats.org/drawingml/2006/main" noGrp="1"/>
          </p:cNvSpPr>
          <p:nvPr/>
        </p:nvSpPr>
        <p:spPr>
          <a:xfrm xmlns:a="http://schemas.openxmlformats.org/drawingml/2006/main">
            <a:off x="446151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0" name="rect-2-789">
            <a:extLst xmlns:a="http://schemas.openxmlformats.org/drawingml/2006/main">
              <a:ext uri="{FF2B5EF4-FFF2-40B4-BE49-F238E27FC236}">
                <a16:creationId xmlns:a16="http://schemas.microsoft.com/office/drawing/2014/main" id="{9B2956E5-28C2-4F64-9CBE-B0B684745E7E}"/>
              </a:ext>
            </a:extLst>
          </p:cNvPr>
          <p:cNvSpPr>
            <a:spLocks xmlns:a="http://schemas.openxmlformats.org/drawingml/2006/main" noGrp="1"/>
          </p:cNvSpPr>
          <p:nvPr/>
        </p:nvSpPr>
        <p:spPr>
          <a:xfrm xmlns:a="http://schemas.openxmlformats.org/drawingml/2006/main">
            <a:off x="450342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1" name="rect-2-790">
            <a:extLst xmlns:a="http://schemas.openxmlformats.org/drawingml/2006/main">
              <a:ext uri="{FF2B5EF4-FFF2-40B4-BE49-F238E27FC236}">
                <a16:creationId xmlns:a16="http://schemas.microsoft.com/office/drawing/2014/main" id="{9309F77D-2EEA-4171-8CBB-115586428D60}"/>
              </a:ext>
            </a:extLst>
          </p:cNvPr>
          <p:cNvSpPr>
            <a:spLocks xmlns:a="http://schemas.openxmlformats.org/drawingml/2006/main" noGrp="1"/>
          </p:cNvSpPr>
          <p:nvPr/>
        </p:nvSpPr>
        <p:spPr>
          <a:xfrm xmlns:a="http://schemas.openxmlformats.org/drawingml/2006/main">
            <a:off x="454533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2" name="rect-2-791">
            <a:extLst xmlns:a="http://schemas.openxmlformats.org/drawingml/2006/main">
              <a:ext uri="{FF2B5EF4-FFF2-40B4-BE49-F238E27FC236}">
                <a16:creationId xmlns:a16="http://schemas.microsoft.com/office/drawing/2014/main" id="{C0DAA0AB-AF68-4269-9DE8-3CCB9C9AD8EE}"/>
              </a:ext>
            </a:extLst>
          </p:cNvPr>
          <p:cNvSpPr>
            <a:spLocks xmlns:a="http://schemas.openxmlformats.org/drawingml/2006/main" noGrp="1"/>
          </p:cNvSpPr>
          <p:nvPr/>
        </p:nvSpPr>
        <p:spPr>
          <a:xfrm xmlns:a="http://schemas.openxmlformats.org/drawingml/2006/main">
            <a:off x="4587240" y="32042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3" name="rect-2-792">
            <a:extLst xmlns:a="http://schemas.openxmlformats.org/drawingml/2006/main">
              <a:ext uri="{FF2B5EF4-FFF2-40B4-BE49-F238E27FC236}">
                <a16:creationId xmlns:a16="http://schemas.microsoft.com/office/drawing/2014/main" id="{3EE6467F-8F73-43B4-9731-7794E08D5ED3}"/>
              </a:ext>
            </a:extLst>
          </p:cNvPr>
          <p:cNvSpPr>
            <a:spLocks xmlns:a="http://schemas.openxmlformats.org/drawingml/2006/main" noGrp="1"/>
          </p:cNvSpPr>
          <p:nvPr/>
        </p:nvSpPr>
        <p:spPr>
          <a:xfrm xmlns:a="http://schemas.openxmlformats.org/drawingml/2006/main">
            <a:off x="387477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4" name="rect-2-793">
            <a:extLst xmlns:a="http://schemas.openxmlformats.org/drawingml/2006/main">
              <a:ext uri="{FF2B5EF4-FFF2-40B4-BE49-F238E27FC236}">
                <a16:creationId xmlns:a16="http://schemas.microsoft.com/office/drawing/2014/main" id="{94B8AC6A-7848-4459-ADA3-9E120273503B}"/>
              </a:ext>
            </a:extLst>
          </p:cNvPr>
          <p:cNvSpPr>
            <a:spLocks xmlns:a="http://schemas.openxmlformats.org/drawingml/2006/main" noGrp="1"/>
          </p:cNvSpPr>
          <p:nvPr/>
        </p:nvSpPr>
        <p:spPr>
          <a:xfrm xmlns:a="http://schemas.openxmlformats.org/drawingml/2006/main">
            <a:off x="391668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5" name="rect-2-794">
            <a:extLst xmlns:a="http://schemas.openxmlformats.org/drawingml/2006/main">
              <a:ext uri="{FF2B5EF4-FFF2-40B4-BE49-F238E27FC236}">
                <a16:creationId xmlns:a16="http://schemas.microsoft.com/office/drawing/2014/main" id="{0B80E134-9E1D-4F68-9456-3702DE111885}"/>
              </a:ext>
            </a:extLst>
          </p:cNvPr>
          <p:cNvSpPr>
            <a:spLocks xmlns:a="http://schemas.openxmlformats.org/drawingml/2006/main" noGrp="1"/>
          </p:cNvSpPr>
          <p:nvPr/>
        </p:nvSpPr>
        <p:spPr>
          <a:xfrm xmlns:a="http://schemas.openxmlformats.org/drawingml/2006/main">
            <a:off x="395859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6" name="rect-2-795">
            <a:extLst xmlns:a="http://schemas.openxmlformats.org/drawingml/2006/main">
              <a:ext uri="{FF2B5EF4-FFF2-40B4-BE49-F238E27FC236}">
                <a16:creationId xmlns:a16="http://schemas.microsoft.com/office/drawing/2014/main" id="{0ECB4D87-8215-4A1C-A15D-C33AB8800DB6}"/>
              </a:ext>
            </a:extLst>
          </p:cNvPr>
          <p:cNvSpPr>
            <a:spLocks xmlns:a="http://schemas.openxmlformats.org/drawingml/2006/main" noGrp="1"/>
          </p:cNvSpPr>
          <p:nvPr/>
        </p:nvSpPr>
        <p:spPr>
          <a:xfrm xmlns:a="http://schemas.openxmlformats.org/drawingml/2006/main">
            <a:off x="400050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7" name="rect-2-796">
            <a:extLst xmlns:a="http://schemas.openxmlformats.org/drawingml/2006/main">
              <a:ext uri="{FF2B5EF4-FFF2-40B4-BE49-F238E27FC236}">
                <a16:creationId xmlns:a16="http://schemas.microsoft.com/office/drawing/2014/main" id="{5BD72372-BEE6-4F00-8B89-8CA7A610E620}"/>
              </a:ext>
            </a:extLst>
          </p:cNvPr>
          <p:cNvSpPr>
            <a:spLocks xmlns:a="http://schemas.openxmlformats.org/drawingml/2006/main" noGrp="1"/>
          </p:cNvSpPr>
          <p:nvPr/>
        </p:nvSpPr>
        <p:spPr>
          <a:xfrm xmlns:a="http://schemas.openxmlformats.org/drawingml/2006/main">
            <a:off x="404241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8" name="rect-2-797">
            <a:extLst xmlns:a="http://schemas.openxmlformats.org/drawingml/2006/main">
              <a:ext uri="{FF2B5EF4-FFF2-40B4-BE49-F238E27FC236}">
                <a16:creationId xmlns:a16="http://schemas.microsoft.com/office/drawing/2014/main" id="{0FB60E40-BEF3-463C-AA62-D05D1E3A1537}"/>
              </a:ext>
            </a:extLst>
          </p:cNvPr>
          <p:cNvSpPr>
            <a:spLocks xmlns:a="http://schemas.openxmlformats.org/drawingml/2006/main" noGrp="1"/>
          </p:cNvSpPr>
          <p:nvPr/>
        </p:nvSpPr>
        <p:spPr>
          <a:xfrm xmlns:a="http://schemas.openxmlformats.org/drawingml/2006/main">
            <a:off x="408432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799" name="rect-2-798">
            <a:extLst xmlns:a="http://schemas.openxmlformats.org/drawingml/2006/main">
              <a:ext uri="{FF2B5EF4-FFF2-40B4-BE49-F238E27FC236}">
                <a16:creationId xmlns:a16="http://schemas.microsoft.com/office/drawing/2014/main" id="{4108142B-3ABC-4ABF-8308-AB64BEA58519}"/>
              </a:ext>
            </a:extLst>
          </p:cNvPr>
          <p:cNvSpPr>
            <a:spLocks xmlns:a="http://schemas.openxmlformats.org/drawingml/2006/main" noGrp="1"/>
          </p:cNvSpPr>
          <p:nvPr/>
        </p:nvSpPr>
        <p:spPr>
          <a:xfrm xmlns:a="http://schemas.openxmlformats.org/drawingml/2006/main">
            <a:off x="412623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0" name="rect-2-799">
            <a:extLst xmlns:a="http://schemas.openxmlformats.org/drawingml/2006/main">
              <a:ext uri="{FF2B5EF4-FFF2-40B4-BE49-F238E27FC236}">
                <a16:creationId xmlns:a16="http://schemas.microsoft.com/office/drawing/2014/main" id="{D0F9A5CF-628A-46DC-A360-1394FA27703B}"/>
              </a:ext>
            </a:extLst>
          </p:cNvPr>
          <p:cNvSpPr>
            <a:spLocks xmlns:a="http://schemas.openxmlformats.org/drawingml/2006/main" noGrp="1"/>
          </p:cNvSpPr>
          <p:nvPr/>
        </p:nvSpPr>
        <p:spPr>
          <a:xfrm xmlns:a="http://schemas.openxmlformats.org/drawingml/2006/main">
            <a:off x="416814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1" name="rect-2-800">
            <a:extLst xmlns:a="http://schemas.openxmlformats.org/drawingml/2006/main">
              <a:ext uri="{FF2B5EF4-FFF2-40B4-BE49-F238E27FC236}">
                <a16:creationId xmlns:a16="http://schemas.microsoft.com/office/drawing/2014/main" id="{DACD3A08-A459-44A9-9331-5AA252AC8D56}"/>
              </a:ext>
            </a:extLst>
          </p:cNvPr>
          <p:cNvSpPr>
            <a:spLocks xmlns:a="http://schemas.openxmlformats.org/drawingml/2006/main" noGrp="1"/>
          </p:cNvSpPr>
          <p:nvPr/>
        </p:nvSpPr>
        <p:spPr>
          <a:xfrm xmlns:a="http://schemas.openxmlformats.org/drawingml/2006/main">
            <a:off x="421005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2" name="rect-2-801">
            <a:extLst xmlns:a="http://schemas.openxmlformats.org/drawingml/2006/main">
              <a:ext uri="{FF2B5EF4-FFF2-40B4-BE49-F238E27FC236}">
                <a16:creationId xmlns:a16="http://schemas.microsoft.com/office/drawing/2014/main" id="{1911766E-293E-4219-BD8C-B028F4275D71}"/>
              </a:ext>
            </a:extLst>
          </p:cNvPr>
          <p:cNvSpPr>
            <a:spLocks xmlns:a="http://schemas.openxmlformats.org/drawingml/2006/main" noGrp="1"/>
          </p:cNvSpPr>
          <p:nvPr/>
        </p:nvSpPr>
        <p:spPr>
          <a:xfrm xmlns:a="http://schemas.openxmlformats.org/drawingml/2006/main">
            <a:off x="425196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3" name="rect-2-802">
            <a:extLst xmlns:a="http://schemas.openxmlformats.org/drawingml/2006/main">
              <a:ext uri="{FF2B5EF4-FFF2-40B4-BE49-F238E27FC236}">
                <a16:creationId xmlns:a16="http://schemas.microsoft.com/office/drawing/2014/main" id="{72C8D02F-A422-4CD7-95AB-802108C19267}"/>
              </a:ext>
            </a:extLst>
          </p:cNvPr>
          <p:cNvSpPr>
            <a:spLocks xmlns:a="http://schemas.openxmlformats.org/drawingml/2006/main" noGrp="1"/>
          </p:cNvSpPr>
          <p:nvPr/>
        </p:nvSpPr>
        <p:spPr>
          <a:xfrm xmlns:a="http://schemas.openxmlformats.org/drawingml/2006/main">
            <a:off x="429387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4" name="rect-2-803">
            <a:extLst xmlns:a="http://schemas.openxmlformats.org/drawingml/2006/main">
              <a:ext uri="{FF2B5EF4-FFF2-40B4-BE49-F238E27FC236}">
                <a16:creationId xmlns:a16="http://schemas.microsoft.com/office/drawing/2014/main" id="{6EBA73AC-4537-4C56-8284-78CF1C5695B2}"/>
              </a:ext>
            </a:extLst>
          </p:cNvPr>
          <p:cNvSpPr>
            <a:spLocks xmlns:a="http://schemas.openxmlformats.org/drawingml/2006/main" noGrp="1"/>
          </p:cNvSpPr>
          <p:nvPr/>
        </p:nvSpPr>
        <p:spPr>
          <a:xfrm xmlns:a="http://schemas.openxmlformats.org/drawingml/2006/main">
            <a:off x="433578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5" name="rect-2-804">
            <a:extLst xmlns:a="http://schemas.openxmlformats.org/drawingml/2006/main">
              <a:ext uri="{FF2B5EF4-FFF2-40B4-BE49-F238E27FC236}">
                <a16:creationId xmlns:a16="http://schemas.microsoft.com/office/drawing/2014/main" id="{509DBD14-2D3B-483F-BF10-1FF3AFA3AD54}"/>
              </a:ext>
            </a:extLst>
          </p:cNvPr>
          <p:cNvSpPr>
            <a:spLocks xmlns:a="http://schemas.openxmlformats.org/drawingml/2006/main" noGrp="1"/>
          </p:cNvSpPr>
          <p:nvPr/>
        </p:nvSpPr>
        <p:spPr>
          <a:xfrm xmlns:a="http://schemas.openxmlformats.org/drawingml/2006/main">
            <a:off x="437769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6" name="rect-2-805">
            <a:extLst xmlns:a="http://schemas.openxmlformats.org/drawingml/2006/main">
              <a:ext uri="{FF2B5EF4-FFF2-40B4-BE49-F238E27FC236}">
                <a16:creationId xmlns:a16="http://schemas.microsoft.com/office/drawing/2014/main" id="{022B7506-B81E-4E3F-B7E8-70EE3D24329D}"/>
              </a:ext>
            </a:extLst>
          </p:cNvPr>
          <p:cNvSpPr>
            <a:spLocks xmlns:a="http://schemas.openxmlformats.org/drawingml/2006/main" noGrp="1"/>
          </p:cNvSpPr>
          <p:nvPr/>
        </p:nvSpPr>
        <p:spPr>
          <a:xfrm xmlns:a="http://schemas.openxmlformats.org/drawingml/2006/main">
            <a:off x="441960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7" name="rect-2-806">
            <a:extLst xmlns:a="http://schemas.openxmlformats.org/drawingml/2006/main">
              <a:ext uri="{FF2B5EF4-FFF2-40B4-BE49-F238E27FC236}">
                <a16:creationId xmlns:a16="http://schemas.microsoft.com/office/drawing/2014/main" id="{80080707-C74F-4416-82D3-9FC21A5B4F26}"/>
              </a:ext>
            </a:extLst>
          </p:cNvPr>
          <p:cNvSpPr>
            <a:spLocks xmlns:a="http://schemas.openxmlformats.org/drawingml/2006/main" noGrp="1"/>
          </p:cNvSpPr>
          <p:nvPr/>
        </p:nvSpPr>
        <p:spPr>
          <a:xfrm xmlns:a="http://schemas.openxmlformats.org/drawingml/2006/main">
            <a:off x="446151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8" name="rect-2-807">
            <a:extLst xmlns:a="http://schemas.openxmlformats.org/drawingml/2006/main">
              <a:ext uri="{FF2B5EF4-FFF2-40B4-BE49-F238E27FC236}">
                <a16:creationId xmlns:a16="http://schemas.microsoft.com/office/drawing/2014/main" id="{7E034E76-9E69-410E-9E41-70493157B6E3}"/>
              </a:ext>
            </a:extLst>
          </p:cNvPr>
          <p:cNvSpPr>
            <a:spLocks xmlns:a="http://schemas.openxmlformats.org/drawingml/2006/main" noGrp="1"/>
          </p:cNvSpPr>
          <p:nvPr/>
        </p:nvSpPr>
        <p:spPr>
          <a:xfrm xmlns:a="http://schemas.openxmlformats.org/drawingml/2006/main">
            <a:off x="450342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09" name="rect-2-808">
            <a:extLst xmlns:a="http://schemas.openxmlformats.org/drawingml/2006/main">
              <a:ext uri="{FF2B5EF4-FFF2-40B4-BE49-F238E27FC236}">
                <a16:creationId xmlns:a16="http://schemas.microsoft.com/office/drawing/2014/main" id="{72CBB796-AAE5-449D-871D-52BE657E0778}"/>
              </a:ext>
            </a:extLst>
          </p:cNvPr>
          <p:cNvSpPr>
            <a:spLocks xmlns:a="http://schemas.openxmlformats.org/drawingml/2006/main" noGrp="1"/>
          </p:cNvSpPr>
          <p:nvPr/>
        </p:nvSpPr>
        <p:spPr>
          <a:xfrm xmlns:a="http://schemas.openxmlformats.org/drawingml/2006/main">
            <a:off x="454533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0" name="rect-2-809">
            <a:extLst xmlns:a="http://schemas.openxmlformats.org/drawingml/2006/main">
              <a:ext uri="{FF2B5EF4-FFF2-40B4-BE49-F238E27FC236}">
                <a16:creationId xmlns:a16="http://schemas.microsoft.com/office/drawing/2014/main" id="{D283269B-6613-4D46-A024-CDE1082A404C}"/>
              </a:ext>
            </a:extLst>
          </p:cNvPr>
          <p:cNvSpPr>
            <a:spLocks xmlns:a="http://schemas.openxmlformats.org/drawingml/2006/main" noGrp="1"/>
          </p:cNvSpPr>
          <p:nvPr/>
        </p:nvSpPr>
        <p:spPr>
          <a:xfrm xmlns:a="http://schemas.openxmlformats.org/drawingml/2006/main">
            <a:off x="4587240" y="32461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1" name="rect-2-810">
            <a:extLst xmlns:a="http://schemas.openxmlformats.org/drawingml/2006/main">
              <a:ext uri="{FF2B5EF4-FFF2-40B4-BE49-F238E27FC236}">
                <a16:creationId xmlns:a16="http://schemas.microsoft.com/office/drawing/2014/main" id="{503EC5DF-C4C2-4F40-8FB2-A45CDA8F6773}"/>
              </a:ext>
            </a:extLst>
          </p:cNvPr>
          <p:cNvSpPr>
            <a:spLocks xmlns:a="http://schemas.openxmlformats.org/drawingml/2006/main" noGrp="1"/>
          </p:cNvSpPr>
          <p:nvPr/>
        </p:nvSpPr>
        <p:spPr>
          <a:xfrm xmlns:a="http://schemas.openxmlformats.org/drawingml/2006/main">
            <a:off x="391668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2" name="rect-2-811">
            <a:extLst xmlns:a="http://schemas.openxmlformats.org/drawingml/2006/main">
              <a:ext uri="{FF2B5EF4-FFF2-40B4-BE49-F238E27FC236}">
                <a16:creationId xmlns:a16="http://schemas.microsoft.com/office/drawing/2014/main" id="{87D31833-4663-44BC-86DC-0EDB900CA86A}"/>
              </a:ext>
            </a:extLst>
          </p:cNvPr>
          <p:cNvSpPr>
            <a:spLocks xmlns:a="http://schemas.openxmlformats.org/drawingml/2006/main" noGrp="1"/>
          </p:cNvSpPr>
          <p:nvPr/>
        </p:nvSpPr>
        <p:spPr>
          <a:xfrm xmlns:a="http://schemas.openxmlformats.org/drawingml/2006/main">
            <a:off x="395859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3" name="rect-2-812">
            <a:extLst xmlns:a="http://schemas.openxmlformats.org/drawingml/2006/main">
              <a:ext uri="{FF2B5EF4-FFF2-40B4-BE49-F238E27FC236}">
                <a16:creationId xmlns:a16="http://schemas.microsoft.com/office/drawing/2014/main" id="{89A09D3E-AF00-4EC1-B862-CF863A956409}"/>
              </a:ext>
            </a:extLst>
          </p:cNvPr>
          <p:cNvSpPr>
            <a:spLocks xmlns:a="http://schemas.openxmlformats.org/drawingml/2006/main" noGrp="1"/>
          </p:cNvSpPr>
          <p:nvPr/>
        </p:nvSpPr>
        <p:spPr>
          <a:xfrm xmlns:a="http://schemas.openxmlformats.org/drawingml/2006/main">
            <a:off x="400050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4" name="rect-2-813">
            <a:extLst xmlns:a="http://schemas.openxmlformats.org/drawingml/2006/main">
              <a:ext uri="{FF2B5EF4-FFF2-40B4-BE49-F238E27FC236}">
                <a16:creationId xmlns:a16="http://schemas.microsoft.com/office/drawing/2014/main" id="{9748B177-DACF-476C-9D26-F4B1F93AC240}"/>
              </a:ext>
            </a:extLst>
          </p:cNvPr>
          <p:cNvSpPr>
            <a:spLocks xmlns:a="http://schemas.openxmlformats.org/drawingml/2006/main" noGrp="1"/>
          </p:cNvSpPr>
          <p:nvPr/>
        </p:nvSpPr>
        <p:spPr>
          <a:xfrm xmlns:a="http://schemas.openxmlformats.org/drawingml/2006/main">
            <a:off x="404241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5" name="rect-2-814">
            <a:extLst xmlns:a="http://schemas.openxmlformats.org/drawingml/2006/main">
              <a:ext uri="{FF2B5EF4-FFF2-40B4-BE49-F238E27FC236}">
                <a16:creationId xmlns:a16="http://schemas.microsoft.com/office/drawing/2014/main" id="{B921025A-9CD3-4B42-AFE5-08F2D4090B46}"/>
              </a:ext>
            </a:extLst>
          </p:cNvPr>
          <p:cNvSpPr>
            <a:spLocks xmlns:a="http://schemas.openxmlformats.org/drawingml/2006/main" noGrp="1"/>
          </p:cNvSpPr>
          <p:nvPr/>
        </p:nvSpPr>
        <p:spPr>
          <a:xfrm xmlns:a="http://schemas.openxmlformats.org/drawingml/2006/main">
            <a:off x="408432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6" name="rect-2-815">
            <a:extLst xmlns:a="http://schemas.openxmlformats.org/drawingml/2006/main">
              <a:ext uri="{FF2B5EF4-FFF2-40B4-BE49-F238E27FC236}">
                <a16:creationId xmlns:a16="http://schemas.microsoft.com/office/drawing/2014/main" id="{38C55786-779C-4DBB-A200-1A903999E367}"/>
              </a:ext>
            </a:extLst>
          </p:cNvPr>
          <p:cNvSpPr>
            <a:spLocks xmlns:a="http://schemas.openxmlformats.org/drawingml/2006/main" noGrp="1"/>
          </p:cNvSpPr>
          <p:nvPr/>
        </p:nvSpPr>
        <p:spPr>
          <a:xfrm xmlns:a="http://schemas.openxmlformats.org/drawingml/2006/main">
            <a:off x="412623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7" name="rect-2-816">
            <a:extLst xmlns:a="http://schemas.openxmlformats.org/drawingml/2006/main">
              <a:ext uri="{FF2B5EF4-FFF2-40B4-BE49-F238E27FC236}">
                <a16:creationId xmlns:a16="http://schemas.microsoft.com/office/drawing/2014/main" id="{FDE44AEB-95E2-43BA-B080-FE59F3E78F0D}"/>
              </a:ext>
            </a:extLst>
          </p:cNvPr>
          <p:cNvSpPr>
            <a:spLocks xmlns:a="http://schemas.openxmlformats.org/drawingml/2006/main" noGrp="1"/>
          </p:cNvSpPr>
          <p:nvPr/>
        </p:nvSpPr>
        <p:spPr>
          <a:xfrm xmlns:a="http://schemas.openxmlformats.org/drawingml/2006/main">
            <a:off x="416814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8" name="rect-2-817">
            <a:extLst xmlns:a="http://schemas.openxmlformats.org/drawingml/2006/main">
              <a:ext uri="{FF2B5EF4-FFF2-40B4-BE49-F238E27FC236}">
                <a16:creationId xmlns:a16="http://schemas.microsoft.com/office/drawing/2014/main" id="{EEE00D56-01B1-45D0-B42A-E071BEB4C6B3}"/>
              </a:ext>
            </a:extLst>
          </p:cNvPr>
          <p:cNvSpPr>
            <a:spLocks xmlns:a="http://schemas.openxmlformats.org/drawingml/2006/main" noGrp="1"/>
          </p:cNvSpPr>
          <p:nvPr/>
        </p:nvSpPr>
        <p:spPr>
          <a:xfrm xmlns:a="http://schemas.openxmlformats.org/drawingml/2006/main">
            <a:off x="421005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19" name="rect-2-818">
            <a:extLst xmlns:a="http://schemas.openxmlformats.org/drawingml/2006/main">
              <a:ext uri="{FF2B5EF4-FFF2-40B4-BE49-F238E27FC236}">
                <a16:creationId xmlns:a16="http://schemas.microsoft.com/office/drawing/2014/main" id="{4F4405B4-E0CD-4586-A279-B266771EDCB0}"/>
              </a:ext>
            </a:extLst>
          </p:cNvPr>
          <p:cNvSpPr>
            <a:spLocks xmlns:a="http://schemas.openxmlformats.org/drawingml/2006/main" noGrp="1"/>
          </p:cNvSpPr>
          <p:nvPr/>
        </p:nvSpPr>
        <p:spPr>
          <a:xfrm xmlns:a="http://schemas.openxmlformats.org/drawingml/2006/main">
            <a:off x="425196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0" name="rect-2-819">
            <a:extLst xmlns:a="http://schemas.openxmlformats.org/drawingml/2006/main">
              <a:ext uri="{FF2B5EF4-FFF2-40B4-BE49-F238E27FC236}">
                <a16:creationId xmlns:a16="http://schemas.microsoft.com/office/drawing/2014/main" id="{A960DF39-3BA6-4B01-A81F-3E9E5269F66B}"/>
              </a:ext>
            </a:extLst>
          </p:cNvPr>
          <p:cNvSpPr>
            <a:spLocks xmlns:a="http://schemas.openxmlformats.org/drawingml/2006/main" noGrp="1"/>
          </p:cNvSpPr>
          <p:nvPr/>
        </p:nvSpPr>
        <p:spPr>
          <a:xfrm xmlns:a="http://schemas.openxmlformats.org/drawingml/2006/main">
            <a:off x="429387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1" name="rect-2-820">
            <a:extLst xmlns:a="http://schemas.openxmlformats.org/drawingml/2006/main">
              <a:ext uri="{FF2B5EF4-FFF2-40B4-BE49-F238E27FC236}">
                <a16:creationId xmlns:a16="http://schemas.microsoft.com/office/drawing/2014/main" id="{21D76E59-791F-4116-B1E3-132FA00C22A1}"/>
              </a:ext>
            </a:extLst>
          </p:cNvPr>
          <p:cNvSpPr>
            <a:spLocks xmlns:a="http://schemas.openxmlformats.org/drawingml/2006/main" noGrp="1"/>
          </p:cNvSpPr>
          <p:nvPr/>
        </p:nvSpPr>
        <p:spPr>
          <a:xfrm xmlns:a="http://schemas.openxmlformats.org/drawingml/2006/main">
            <a:off x="433578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2" name="rect-2-821">
            <a:extLst xmlns:a="http://schemas.openxmlformats.org/drawingml/2006/main">
              <a:ext uri="{FF2B5EF4-FFF2-40B4-BE49-F238E27FC236}">
                <a16:creationId xmlns:a16="http://schemas.microsoft.com/office/drawing/2014/main" id="{4A80A89F-8285-43D4-AFAC-9F11A58B0CEA}"/>
              </a:ext>
            </a:extLst>
          </p:cNvPr>
          <p:cNvSpPr>
            <a:spLocks xmlns:a="http://schemas.openxmlformats.org/drawingml/2006/main" noGrp="1"/>
          </p:cNvSpPr>
          <p:nvPr/>
        </p:nvSpPr>
        <p:spPr>
          <a:xfrm xmlns:a="http://schemas.openxmlformats.org/drawingml/2006/main">
            <a:off x="437769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3" name="rect-2-822">
            <a:extLst xmlns:a="http://schemas.openxmlformats.org/drawingml/2006/main">
              <a:ext uri="{FF2B5EF4-FFF2-40B4-BE49-F238E27FC236}">
                <a16:creationId xmlns:a16="http://schemas.microsoft.com/office/drawing/2014/main" id="{776B78EC-5F6A-4DCA-B4CD-02983757E65A}"/>
              </a:ext>
            </a:extLst>
          </p:cNvPr>
          <p:cNvSpPr>
            <a:spLocks xmlns:a="http://schemas.openxmlformats.org/drawingml/2006/main" noGrp="1"/>
          </p:cNvSpPr>
          <p:nvPr/>
        </p:nvSpPr>
        <p:spPr>
          <a:xfrm xmlns:a="http://schemas.openxmlformats.org/drawingml/2006/main">
            <a:off x="441960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4" name="rect-2-823">
            <a:extLst xmlns:a="http://schemas.openxmlformats.org/drawingml/2006/main">
              <a:ext uri="{FF2B5EF4-FFF2-40B4-BE49-F238E27FC236}">
                <a16:creationId xmlns:a16="http://schemas.microsoft.com/office/drawing/2014/main" id="{B16E849B-F474-4020-9ECC-4541BB61E5F9}"/>
              </a:ext>
            </a:extLst>
          </p:cNvPr>
          <p:cNvSpPr>
            <a:spLocks xmlns:a="http://schemas.openxmlformats.org/drawingml/2006/main" noGrp="1"/>
          </p:cNvSpPr>
          <p:nvPr/>
        </p:nvSpPr>
        <p:spPr>
          <a:xfrm xmlns:a="http://schemas.openxmlformats.org/drawingml/2006/main">
            <a:off x="446151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5" name="rect-2-824">
            <a:extLst xmlns:a="http://schemas.openxmlformats.org/drawingml/2006/main">
              <a:ext uri="{FF2B5EF4-FFF2-40B4-BE49-F238E27FC236}">
                <a16:creationId xmlns:a16="http://schemas.microsoft.com/office/drawing/2014/main" id="{2F8F5DE7-CB31-4D07-A0E1-65EC27ED0F5D}"/>
              </a:ext>
            </a:extLst>
          </p:cNvPr>
          <p:cNvSpPr>
            <a:spLocks xmlns:a="http://schemas.openxmlformats.org/drawingml/2006/main" noGrp="1"/>
          </p:cNvSpPr>
          <p:nvPr/>
        </p:nvSpPr>
        <p:spPr>
          <a:xfrm xmlns:a="http://schemas.openxmlformats.org/drawingml/2006/main">
            <a:off x="450342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6" name="rect-2-825">
            <a:extLst xmlns:a="http://schemas.openxmlformats.org/drawingml/2006/main">
              <a:ext uri="{FF2B5EF4-FFF2-40B4-BE49-F238E27FC236}">
                <a16:creationId xmlns:a16="http://schemas.microsoft.com/office/drawing/2014/main" id="{65F97A65-F75D-4E77-AE58-BC98D3E8533C}"/>
              </a:ext>
            </a:extLst>
          </p:cNvPr>
          <p:cNvSpPr>
            <a:spLocks xmlns:a="http://schemas.openxmlformats.org/drawingml/2006/main" noGrp="1"/>
          </p:cNvSpPr>
          <p:nvPr/>
        </p:nvSpPr>
        <p:spPr>
          <a:xfrm xmlns:a="http://schemas.openxmlformats.org/drawingml/2006/main">
            <a:off x="454533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7" name="rect-2-826">
            <a:extLst xmlns:a="http://schemas.openxmlformats.org/drawingml/2006/main">
              <a:ext uri="{FF2B5EF4-FFF2-40B4-BE49-F238E27FC236}">
                <a16:creationId xmlns:a16="http://schemas.microsoft.com/office/drawing/2014/main" id="{01821B3E-8316-4321-9C7E-37BE8718A73E}"/>
              </a:ext>
            </a:extLst>
          </p:cNvPr>
          <p:cNvSpPr>
            <a:spLocks xmlns:a="http://schemas.openxmlformats.org/drawingml/2006/main" noGrp="1"/>
          </p:cNvSpPr>
          <p:nvPr/>
        </p:nvSpPr>
        <p:spPr>
          <a:xfrm xmlns:a="http://schemas.openxmlformats.org/drawingml/2006/main">
            <a:off x="4587240" y="32880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8" name="rect-2-827">
            <a:extLst xmlns:a="http://schemas.openxmlformats.org/drawingml/2006/main">
              <a:ext uri="{FF2B5EF4-FFF2-40B4-BE49-F238E27FC236}">
                <a16:creationId xmlns:a16="http://schemas.microsoft.com/office/drawing/2014/main" id="{0FCE617D-403C-48DE-902D-85CEFB7A559C}"/>
              </a:ext>
            </a:extLst>
          </p:cNvPr>
          <p:cNvSpPr>
            <a:spLocks xmlns:a="http://schemas.openxmlformats.org/drawingml/2006/main" noGrp="1"/>
          </p:cNvSpPr>
          <p:nvPr/>
        </p:nvSpPr>
        <p:spPr>
          <a:xfrm xmlns:a="http://schemas.openxmlformats.org/drawingml/2006/main">
            <a:off x="391668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29" name="rect-2-828">
            <a:extLst xmlns:a="http://schemas.openxmlformats.org/drawingml/2006/main">
              <a:ext uri="{FF2B5EF4-FFF2-40B4-BE49-F238E27FC236}">
                <a16:creationId xmlns:a16="http://schemas.microsoft.com/office/drawing/2014/main" id="{7BD10CE5-6C8B-45E8-AD96-15ACCA56377E}"/>
              </a:ext>
            </a:extLst>
          </p:cNvPr>
          <p:cNvSpPr>
            <a:spLocks xmlns:a="http://schemas.openxmlformats.org/drawingml/2006/main" noGrp="1"/>
          </p:cNvSpPr>
          <p:nvPr/>
        </p:nvSpPr>
        <p:spPr>
          <a:xfrm xmlns:a="http://schemas.openxmlformats.org/drawingml/2006/main">
            <a:off x="395859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0" name="rect-2-829">
            <a:extLst xmlns:a="http://schemas.openxmlformats.org/drawingml/2006/main">
              <a:ext uri="{FF2B5EF4-FFF2-40B4-BE49-F238E27FC236}">
                <a16:creationId xmlns:a16="http://schemas.microsoft.com/office/drawing/2014/main" id="{1FA7D8D6-D238-4844-8B70-BDD40F65D59B}"/>
              </a:ext>
            </a:extLst>
          </p:cNvPr>
          <p:cNvSpPr>
            <a:spLocks xmlns:a="http://schemas.openxmlformats.org/drawingml/2006/main" noGrp="1"/>
          </p:cNvSpPr>
          <p:nvPr/>
        </p:nvSpPr>
        <p:spPr>
          <a:xfrm xmlns:a="http://schemas.openxmlformats.org/drawingml/2006/main">
            <a:off x="400050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1" name="rect-2-830">
            <a:extLst xmlns:a="http://schemas.openxmlformats.org/drawingml/2006/main">
              <a:ext uri="{FF2B5EF4-FFF2-40B4-BE49-F238E27FC236}">
                <a16:creationId xmlns:a16="http://schemas.microsoft.com/office/drawing/2014/main" id="{CD07821A-F88F-4C04-8C27-D23F7F08F94B}"/>
              </a:ext>
            </a:extLst>
          </p:cNvPr>
          <p:cNvSpPr>
            <a:spLocks xmlns:a="http://schemas.openxmlformats.org/drawingml/2006/main" noGrp="1"/>
          </p:cNvSpPr>
          <p:nvPr/>
        </p:nvSpPr>
        <p:spPr>
          <a:xfrm xmlns:a="http://schemas.openxmlformats.org/drawingml/2006/main">
            <a:off x="404241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2" name="rect-2-831">
            <a:extLst xmlns:a="http://schemas.openxmlformats.org/drawingml/2006/main">
              <a:ext uri="{FF2B5EF4-FFF2-40B4-BE49-F238E27FC236}">
                <a16:creationId xmlns:a16="http://schemas.microsoft.com/office/drawing/2014/main" id="{BD6642BF-6B5B-4CD7-B6C7-B94C93DE34AF}"/>
              </a:ext>
            </a:extLst>
          </p:cNvPr>
          <p:cNvSpPr>
            <a:spLocks xmlns:a="http://schemas.openxmlformats.org/drawingml/2006/main" noGrp="1"/>
          </p:cNvSpPr>
          <p:nvPr/>
        </p:nvSpPr>
        <p:spPr>
          <a:xfrm xmlns:a="http://schemas.openxmlformats.org/drawingml/2006/main">
            <a:off x="408432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3" name="rect-2-832">
            <a:extLst xmlns:a="http://schemas.openxmlformats.org/drawingml/2006/main">
              <a:ext uri="{FF2B5EF4-FFF2-40B4-BE49-F238E27FC236}">
                <a16:creationId xmlns:a16="http://schemas.microsoft.com/office/drawing/2014/main" id="{2C93A01D-248E-4F3F-B35E-46558C85A88B}"/>
              </a:ext>
            </a:extLst>
          </p:cNvPr>
          <p:cNvSpPr>
            <a:spLocks xmlns:a="http://schemas.openxmlformats.org/drawingml/2006/main" noGrp="1"/>
          </p:cNvSpPr>
          <p:nvPr/>
        </p:nvSpPr>
        <p:spPr>
          <a:xfrm xmlns:a="http://schemas.openxmlformats.org/drawingml/2006/main">
            <a:off x="412623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4" name="rect-2-833">
            <a:extLst xmlns:a="http://schemas.openxmlformats.org/drawingml/2006/main">
              <a:ext uri="{FF2B5EF4-FFF2-40B4-BE49-F238E27FC236}">
                <a16:creationId xmlns:a16="http://schemas.microsoft.com/office/drawing/2014/main" id="{0CFD0B4E-F06A-4968-B336-182EE73C169B}"/>
              </a:ext>
            </a:extLst>
          </p:cNvPr>
          <p:cNvSpPr>
            <a:spLocks xmlns:a="http://schemas.openxmlformats.org/drawingml/2006/main" noGrp="1"/>
          </p:cNvSpPr>
          <p:nvPr/>
        </p:nvSpPr>
        <p:spPr>
          <a:xfrm xmlns:a="http://schemas.openxmlformats.org/drawingml/2006/main">
            <a:off x="416814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5" name="rect-2-834">
            <a:extLst xmlns:a="http://schemas.openxmlformats.org/drawingml/2006/main">
              <a:ext uri="{FF2B5EF4-FFF2-40B4-BE49-F238E27FC236}">
                <a16:creationId xmlns:a16="http://schemas.microsoft.com/office/drawing/2014/main" id="{15915067-0E32-4912-BE91-178F42E4A7B5}"/>
              </a:ext>
            </a:extLst>
          </p:cNvPr>
          <p:cNvSpPr>
            <a:spLocks xmlns:a="http://schemas.openxmlformats.org/drawingml/2006/main" noGrp="1"/>
          </p:cNvSpPr>
          <p:nvPr/>
        </p:nvSpPr>
        <p:spPr>
          <a:xfrm xmlns:a="http://schemas.openxmlformats.org/drawingml/2006/main">
            <a:off x="421005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6" name="rect-2-835">
            <a:extLst xmlns:a="http://schemas.openxmlformats.org/drawingml/2006/main">
              <a:ext uri="{FF2B5EF4-FFF2-40B4-BE49-F238E27FC236}">
                <a16:creationId xmlns:a16="http://schemas.microsoft.com/office/drawing/2014/main" id="{6989DE09-E75B-420E-8C14-0D954F23D564}"/>
              </a:ext>
            </a:extLst>
          </p:cNvPr>
          <p:cNvSpPr>
            <a:spLocks xmlns:a="http://schemas.openxmlformats.org/drawingml/2006/main" noGrp="1"/>
          </p:cNvSpPr>
          <p:nvPr/>
        </p:nvSpPr>
        <p:spPr>
          <a:xfrm xmlns:a="http://schemas.openxmlformats.org/drawingml/2006/main">
            <a:off x="425196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7" name="rect-2-836">
            <a:extLst xmlns:a="http://schemas.openxmlformats.org/drawingml/2006/main">
              <a:ext uri="{FF2B5EF4-FFF2-40B4-BE49-F238E27FC236}">
                <a16:creationId xmlns:a16="http://schemas.microsoft.com/office/drawing/2014/main" id="{4C885EE8-0D9D-4138-A638-8EE142D3D367}"/>
              </a:ext>
            </a:extLst>
          </p:cNvPr>
          <p:cNvSpPr>
            <a:spLocks xmlns:a="http://schemas.openxmlformats.org/drawingml/2006/main" noGrp="1"/>
          </p:cNvSpPr>
          <p:nvPr/>
        </p:nvSpPr>
        <p:spPr>
          <a:xfrm xmlns:a="http://schemas.openxmlformats.org/drawingml/2006/main">
            <a:off x="429387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8" name="rect-2-837">
            <a:extLst xmlns:a="http://schemas.openxmlformats.org/drawingml/2006/main">
              <a:ext uri="{FF2B5EF4-FFF2-40B4-BE49-F238E27FC236}">
                <a16:creationId xmlns:a16="http://schemas.microsoft.com/office/drawing/2014/main" id="{5BAF78B8-7C91-46EF-B511-3BB2D51D4555}"/>
              </a:ext>
            </a:extLst>
          </p:cNvPr>
          <p:cNvSpPr>
            <a:spLocks xmlns:a="http://schemas.openxmlformats.org/drawingml/2006/main" noGrp="1"/>
          </p:cNvSpPr>
          <p:nvPr/>
        </p:nvSpPr>
        <p:spPr>
          <a:xfrm xmlns:a="http://schemas.openxmlformats.org/drawingml/2006/main">
            <a:off x="433578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39" name="rect-2-838">
            <a:extLst xmlns:a="http://schemas.openxmlformats.org/drawingml/2006/main">
              <a:ext uri="{FF2B5EF4-FFF2-40B4-BE49-F238E27FC236}">
                <a16:creationId xmlns:a16="http://schemas.microsoft.com/office/drawing/2014/main" id="{4FDF4186-9450-4C84-8284-ADAD1D304DFC}"/>
              </a:ext>
            </a:extLst>
          </p:cNvPr>
          <p:cNvSpPr>
            <a:spLocks xmlns:a="http://schemas.openxmlformats.org/drawingml/2006/main" noGrp="1"/>
          </p:cNvSpPr>
          <p:nvPr/>
        </p:nvSpPr>
        <p:spPr>
          <a:xfrm xmlns:a="http://schemas.openxmlformats.org/drawingml/2006/main">
            <a:off x="437769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0" name="rect-2-839">
            <a:extLst xmlns:a="http://schemas.openxmlformats.org/drawingml/2006/main">
              <a:ext uri="{FF2B5EF4-FFF2-40B4-BE49-F238E27FC236}">
                <a16:creationId xmlns:a16="http://schemas.microsoft.com/office/drawing/2014/main" id="{2828DEC2-4461-4AEC-BC70-3A6E6B294127}"/>
              </a:ext>
            </a:extLst>
          </p:cNvPr>
          <p:cNvSpPr>
            <a:spLocks xmlns:a="http://schemas.openxmlformats.org/drawingml/2006/main" noGrp="1"/>
          </p:cNvSpPr>
          <p:nvPr/>
        </p:nvSpPr>
        <p:spPr>
          <a:xfrm xmlns:a="http://schemas.openxmlformats.org/drawingml/2006/main">
            <a:off x="441960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1" name="rect-2-840">
            <a:extLst xmlns:a="http://schemas.openxmlformats.org/drawingml/2006/main">
              <a:ext uri="{FF2B5EF4-FFF2-40B4-BE49-F238E27FC236}">
                <a16:creationId xmlns:a16="http://schemas.microsoft.com/office/drawing/2014/main" id="{97688E31-8FA1-4484-8FC8-41C12A30F46E}"/>
              </a:ext>
            </a:extLst>
          </p:cNvPr>
          <p:cNvSpPr>
            <a:spLocks xmlns:a="http://schemas.openxmlformats.org/drawingml/2006/main" noGrp="1"/>
          </p:cNvSpPr>
          <p:nvPr/>
        </p:nvSpPr>
        <p:spPr>
          <a:xfrm xmlns:a="http://schemas.openxmlformats.org/drawingml/2006/main">
            <a:off x="446151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2" name="rect-2-841">
            <a:extLst xmlns:a="http://schemas.openxmlformats.org/drawingml/2006/main">
              <a:ext uri="{FF2B5EF4-FFF2-40B4-BE49-F238E27FC236}">
                <a16:creationId xmlns:a16="http://schemas.microsoft.com/office/drawing/2014/main" id="{3A77CE65-A919-4CAC-9E9B-BE3041A23C80}"/>
              </a:ext>
            </a:extLst>
          </p:cNvPr>
          <p:cNvSpPr>
            <a:spLocks xmlns:a="http://schemas.openxmlformats.org/drawingml/2006/main" noGrp="1"/>
          </p:cNvSpPr>
          <p:nvPr/>
        </p:nvSpPr>
        <p:spPr>
          <a:xfrm xmlns:a="http://schemas.openxmlformats.org/drawingml/2006/main">
            <a:off x="450342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3" name="rect-2-842">
            <a:extLst xmlns:a="http://schemas.openxmlformats.org/drawingml/2006/main">
              <a:ext uri="{FF2B5EF4-FFF2-40B4-BE49-F238E27FC236}">
                <a16:creationId xmlns:a16="http://schemas.microsoft.com/office/drawing/2014/main" id="{F00C6F7E-82C5-446C-A764-D5C43591268B}"/>
              </a:ext>
            </a:extLst>
          </p:cNvPr>
          <p:cNvSpPr>
            <a:spLocks xmlns:a="http://schemas.openxmlformats.org/drawingml/2006/main" noGrp="1"/>
          </p:cNvSpPr>
          <p:nvPr/>
        </p:nvSpPr>
        <p:spPr>
          <a:xfrm xmlns:a="http://schemas.openxmlformats.org/drawingml/2006/main">
            <a:off x="454533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4" name="rect-2-843">
            <a:extLst xmlns:a="http://schemas.openxmlformats.org/drawingml/2006/main">
              <a:ext uri="{FF2B5EF4-FFF2-40B4-BE49-F238E27FC236}">
                <a16:creationId xmlns:a16="http://schemas.microsoft.com/office/drawing/2014/main" id="{06D00AC0-D3E0-4ADD-92D1-68FD221CE83F}"/>
              </a:ext>
            </a:extLst>
          </p:cNvPr>
          <p:cNvSpPr>
            <a:spLocks xmlns:a="http://schemas.openxmlformats.org/drawingml/2006/main" noGrp="1"/>
          </p:cNvSpPr>
          <p:nvPr/>
        </p:nvSpPr>
        <p:spPr>
          <a:xfrm xmlns:a="http://schemas.openxmlformats.org/drawingml/2006/main">
            <a:off x="4587240" y="33299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5" name="rect-2-844">
            <a:extLst xmlns:a="http://schemas.openxmlformats.org/drawingml/2006/main">
              <a:ext uri="{FF2B5EF4-FFF2-40B4-BE49-F238E27FC236}">
                <a16:creationId xmlns:a16="http://schemas.microsoft.com/office/drawing/2014/main" id="{1A9EA38C-CCF7-45DC-B59D-34A68015C267}"/>
              </a:ext>
            </a:extLst>
          </p:cNvPr>
          <p:cNvSpPr>
            <a:spLocks xmlns:a="http://schemas.openxmlformats.org/drawingml/2006/main" noGrp="1"/>
          </p:cNvSpPr>
          <p:nvPr/>
        </p:nvSpPr>
        <p:spPr>
          <a:xfrm xmlns:a="http://schemas.openxmlformats.org/drawingml/2006/main">
            <a:off x="391668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6" name="rect-2-845">
            <a:extLst xmlns:a="http://schemas.openxmlformats.org/drawingml/2006/main">
              <a:ext uri="{FF2B5EF4-FFF2-40B4-BE49-F238E27FC236}">
                <a16:creationId xmlns:a16="http://schemas.microsoft.com/office/drawing/2014/main" id="{60F2837A-0AEE-4AE9-8176-5E3D3C7120B7}"/>
              </a:ext>
            </a:extLst>
          </p:cNvPr>
          <p:cNvSpPr>
            <a:spLocks xmlns:a="http://schemas.openxmlformats.org/drawingml/2006/main" noGrp="1"/>
          </p:cNvSpPr>
          <p:nvPr/>
        </p:nvSpPr>
        <p:spPr>
          <a:xfrm xmlns:a="http://schemas.openxmlformats.org/drawingml/2006/main">
            <a:off x="395859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7" name="rect-2-846">
            <a:extLst xmlns:a="http://schemas.openxmlformats.org/drawingml/2006/main">
              <a:ext uri="{FF2B5EF4-FFF2-40B4-BE49-F238E27FC236}">
                <a16:creationId xmlns:a16="http://schemas.microsoft.com/office/drawing/2014/main" id="{C5C95F8D-8DC4-4E21-B557-E57ABE389A69}"/>
              </a:ext>
            </a:extLst>
          </p:cNvPr>
          <p:cNvSpPr>
            <a:spLocks xmlns:a="http://schemas.openxmlformats.org/drawingml/2006/main" noGrp="1"/>
          </p:cNvSpPr>
          <p:nvPr/>
        </p:nvSpPr>
        <p:spPr>
          <a:xfrm xmlns:a="http://schemas.openxmlformats.org/drawingml/2006/main">
            <a:off x="400050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8" name="rect-2-847">
            <a:extLst xmlns:a="http://schemas.openxmlformats.org/drawingml/2006/main">
              <a:ext uri="{FF2B5EF4-FFF2-40B4-BE49-F238E27FC236}">
                <a16:creationId xmlns:a16="http://schemas.microsoft.com/office/drawing/2014/main" id="{647977CC-58CC-4942-9948-14E269A40E55}"/>
              </a:ext>
            </a:extLst>
          </p:cNvPr>
          <p:cNvSpPr>
            <a:spLocks xmlns:a="http://schemas.openxmlformats.org/drawingml/2006/main" noGrp="1"/>
          </p:cNvSpPr>
          <p:nvPr/>
        </p:nvSpPr>
        <p:spPr>
          <a:xfrm xmlns:a="http://schemas.openxmlformats.org/drawingml/2006/main">
            <a:off x="404241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49" name="rect-2-848">
            <a:extLst xmlns:a="http://schemas.openxmlformats.org/drawingml/2006/main">
              <a:ext uri="{FF2B5EF4-FFF2-40B4-BE49-F238E27FC236}">
                <a16:creationId xmlns:a16="http://schemas.microsoft.com/office/drawing/2014/main" id="{1F9019A6-4211-48EB-BD88-CE6AE3188F49}"/>
              </a:ext>
            </a:extLst>
          </p:cNvPr>
          <p:cNvSpPr>
            <a:spLocks xmlns:a="http://schemas.openxmlformats.org/drawingml/2006/main" noGrp="1"/>
          </p:cNvSpPr>
          <p:nvPr/>
        </p:nvSpPr>
        <p:spPr>
          <a:xfrm xmlns:a="http://schemas.openxmlformats.org/drawingml/2006/main">
            <a:off x="408432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0" name="rect-2-849">
            <a:extLst xmlns:a="http://schemas.openxmlformats.org/drawingml/2006/main">
              <a:ext uri="{FF2B5EF4-FFF2-40B4-BE49-F238E27FC236}">
                <a16:creationId xmlns:a16="http://schemas.microsoft.com/office/drawing/2014/main" id="{9D96CECE-4F74-4034-8F19-B93396E99B12}"/>
              </a:ext>
            </a:extLst>
          </p:cNvPr>
          <p:cNvSpPr>
            <a:spLocks xmlns:a="http://schemas.openxmlformats.org/drawingml/2006/main" noGrp="1"/>
          </p:cNvSpPr>
          <p:nvPr/>
        </p:nvSpPr>
        <p:spPr>
          <a:xfrm xmlns:a="http://schemas.openxmlformats.org/drawingml/2006/main">
            <a:off x="412623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1" name="rect-2-850">
            <a:extLst xmlns:a="http://schemas.openxmlformats.org/drawingml/2006/main">
              <a:ext uri="{FF2B5EF4-FFF2-40B4-BE49-F238E27FC236}">
                <a16:creationId xmlns:a16="http://schemas.microsoft.com/office/drawing/2014/main" id="{CA24A079-F608-426E-ADD5-4BFF48B00FF9}"/>
              </a:ext>
            </a:extLst>
          </p:cNvPr>
          <p:cNvSpPr>
            <a:spLocks xmlns:a="http://schemas.openxmlformats.org/drawingml/2006/main" noGrp="1"/>
          </p:cNvSpPr>
          <p:nvPr/>
        </p:nvSpPr>
        <p:spPr>
          <a:xfrm xmlns:a="http://schemas.openxmlformats.org/drawingml/2006/main">
            <a:off x="416814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2" name="rect-2-851">
            <a:extLst xmlns:a="http://schemas.openxmlformats.org/drawingml/2006/main">
              <a:ext uri="{FF2B5EF4-FFF2-40B4-BE49-F238E27FC236}">
                <a16:creationId xmlns:a16="http://schemas.microsoft.com/office/drawing/2014/main" id="{F4A64C51-2CE7-45EE-BB08-ADFA36E429C7}"/>
              </a:ext>
            </a:extLst>
          </p:cNvPr>
          <p:cNvSpPr>
            <a:spLocks xmlns:a="http://schemas.openxmlformats.org/drawingml/2006/main" noGrp="1"/>
          </p:cNvSpPr>
          <p:nvPr/>
        </p:nvSpPr>
        <p:spPr>
          <a:xfrm xmlns:a="http://schemas.openxmlformats.org/drawingml/2006/main">
            <a:off x="421005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3" name="rect-2-852">
            <a:extLst xmlns:a="http://schemas.openxmlformats.org/drawingml/2006/main">
              <a:ext uri="{FF2B5EF4-FFF2-40B4-BE49-F238E27FC236}">
                <a16:creationId xmlns:a16="http://schemas.microsoft.com/office/drawing/2014/main" id="{FC61F723-3EC3-42F4-B503-E6CF65C5C3F0}"/>
              </a:ext>
            </a:extLst>
          </p:cNvPr>
          <p:cNvSpPr>
            <a:spLocks xmlns:a="http://schemas.openxmlformats.org/drawingml/2006/main" noGrp="1"/>
          </p:cNvSpPr>
          <p:nvPr/>
        </p:nvSpPr>
        <p:spPr>
          <a:xfrm xmlns:a="http://schemas.openxmlformats.org/drawingml/2006/main">
            <a:off x="425196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4" name="rect-2-853">
            <a:extLst xmlns:a="http://schemas.openxmlformats.org/drawingml/2006/main">
              <a:ext uri="{FF2B5EF4-FFF2-40B4-BE49-F238E27FC236}">
                <a16:creationId xmlns:a16="http://schemas.microsoft.com/office/drawing/2014/main" id="{7B72055C-8A09-471E-A5BB-01758BE91459}"/>
              </a:ext>
            </a:extLst>
          </p:cNvPr>
          <p:cNvSpPr>
            <a:spLocks xmlns:a="http://schemas.openxmlformats.org/drawingml/2006/main" noGrp="1"/>
          </p:cNvSpPr>
          <p:nvPr/>
        </p:nvSpPr>
        <p:spPr>
          <a:xfrm xmlns:a="http://schemas.openxmlformats.org/drawingml/2006/main">
            <a:off x="429387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5" name="rect-2-854">
            <a:extLst xmlns:a="http://schemas.openxmlformats.org/drawingml/2006/main">
              <a:ext uri="{FF2B5EF4-FFF2-40B4-BE49-F238E27FC236}">
                <a16:creationId xmlns:a16="http://schemas.microsoft.com/office/drawing/2014/main" id="{BFC50066-47C4-46A3-87B2-B134ECEF5F3D}"/>
              </a:ext>
            </a:extLst>
          </p:cNvPr>
          <p:cNvSpPr>
            <a:spLocks xmlns:a="http://schemas.openxmlformats.org/drawingml/2006/main" noGrp="1"/>
          </p:cNvSpPr>
          <p:nvPr/>
        </p:nvSpPr>
        <p:spPr>
          <a:xfrm xmlns:a="http://schemas.openxmlformats.org/drawingml/2006/main">
            <a:off x="433578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6" name="rect-2-855">
            <a:extLst xmlns:a="http://schemas.openxmlformats.org/drawingml/2006/main">
              <a:ext uri="{FF2B5EF4-FFF2-40B4-BE49-F238E27FC236}">
                <a16:creationId xmlns:a16="http://schemas.microsoft.com/office/drawing/2014/main" id="{FE2C71DC-8BF0-45CC-8374-E0133BA7B4CE}"/>
              </a:ext>
            </a:extLst>
          </p:cNvPr>
          <p:cNvSpPr>
            <a:spLocks xmlns:a="http://schemas.openxmlformats.org/drawingml/2006/main" noGrp="1"/>
          </p:cNvSpPr>
          <p:nvPr/>
        </p:nvSpPr>
        <p:spPr>
          <a:xfrm xmlns:a="http://schemas.openxmlformats.org/drawingml/2006/main">
            <a:off x="437769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7" name="rect-2-856">
            <a:extLst xmlns:a="http://schemas.openxmlformats.org/drawingml/2006/main">
              <a:ext uri="{FF2B5EF4-FFF2-40B4-BE49-F238E27FC236}">
                <a16:creationId xmlns:a16="http://schemas.microsoft.com/office/drawing/2014/main" id="{B6AA3F55-1426-47BE-B2A1-04EEC14BAFF0}"/>
              </a:ext>
            </a:extLst>
          </p:cNvPr>
          <p:cNvSpPr>
            <a:spLocks xmlns:a="http://schemas.openxmlformats.org/drawingml/2006/main" noGrp="1"/>
          </p:cNvSpPr>
          <p:nvPr/>
        </p:nvSpPr>
        <p:spPr>
          <a:xfrm xmlns:a="http://schemas.openxmlformats.org/drawingml/2006/main">
            <a:off x="441960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8" name="rect-2-857">
            <a:extLst xmlns:a="http://schemas.openxmlformats.org/drawingml/2006/main">
              <a:ext uri="{FF2B5EF4-FFF2-40B4-BE49-F238E27FC236}">
                <a16:creationId xmlns:a16="http://schemas.microsoft.com/office/drawing/2014/main" id="{7C251AA1-F949-4A48-BDA7-F14B86B026CB}"/>
              </a:ext>
            </a:extLst>
          </p:cNvPr>
          <p:cNvSpPr>
            <a:spLocks xmlns:a="http://schemas.openxmlformats.org/drawingml/2006/main" noGrp="1"/>
          </p:cNvSpPr>
          <p:nvPr/>
        </p:nvSpPr>
        <p:spPr>
          <a:xfrm xmlns:a="http://schemas.openxmlformats.org/drawingml/2006/main">
            <a:off x="446151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59" name="rect-2-858">
            <a:extLst xmlns:a="http://schemas.openxmlformats.org/drawingml/2006/main">
              <a:ext uri="{FF2B5EF4-FFF2-40B4-BE49-F238E27FC236}">
                <a16:creationId xmlns:a16="http://schemas.microsoft.com/office/drawing/2014/main" id="{BCD01D9F-E2B4-477E-89D6-CEE2514A4572}"/>
              </a:ext>
            </a:extLst>
          </p:cNvPr>
          <p:cNvSpPr>
            <a:spLocks xmlns:a="http://schemas.openxmlformats.org/drawingml/2006/main" noGrp="1"/>
          </p:cNvSpPr>
          <p:nvPr/>
        </p:nvSpPr>
        <p:spPr>
          <a:xfrm xmlns:a="http://schemas.openxmlformats.org/drawingml/2006/main">
            <a:off x="450342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0" name="rect-2-859">
            <a:extLst xmlns:a="http://schemas.openxmlformats.org/drawingml/2006/main">
              <a:ext uri="{FF2B5EF4-FFF2-40B4-BE49-F238E27FC236}">
                <a16:creationId xmlns:a16="http://schemas.microsoft.com/office/drawing/2014/main" id="{7609413A-70C5-4D68-9762-BA15E4E39EAD}"/>
              </a:ext>
            </a:extLst>
          </p:cNvPr>
          <p:cNvSpPr>
            <a:spLocks xmlns:a="http://schemas.openxmlformats.org/drawingml/2006/main" noGrp="1"/>
          </p:cNvSpPr>
          <p:nvPr/>
        </p:nvSpPr>
        <p:spPr>
          <a:xfrm xmlns:a="http://schemas.openxmlformats.org/drawingml/2006/main">
            <a:off x="454533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1" name="rect-2-860">
            <a:extLst xmlns:a="http://schemas.openxmlformats.org/drawingml/2006/main">
              <a:ext uri="{FF2B5EF4-FFF2-40B4-BE49-F238E27FC236}">
                <a16:creationId xmlns:a16="http://schemas.microsoft.com/office/drawing/2014/main" id="{8B05796D-F59A-4D03-83B5-E375B9815661}"/>
              </a:ext>
            </a:extLst>
          </p:cNvPr>
          <p:cNvSpPr>
            <a:spLocks xmlns:a="http://schemas.openxmlformats.org/drawingml/2006/main" noGrp="1"/>
          </p:cNvSpPr>
          <p:nvPr/>
        </p:nvSpPr>
        <p:spPr>
          <a:xfrm xmlns:a="http://schemas.openxmlformats.org/drawingml/2006/main">
            <a:off x="458724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2" name="rect-2-861">
            <a:extLst xmlns:a="http://schemas.openxmlformats.org/drawingml/2006/main">
              <a:ext uri="{FF2B5EF4-FFF2-40B4-BE49-F238E27FC236}">
                <a16:creationId xmlns:a16="http://schemas.microsoft.com/office/drawing/2014/main" id="{7730CEB9-EA1C-432E-92E8-8D7F74FEEF68}"/>
              </a:ext>
            </a:extLst>
          </p:cNvPr>
          <p:cNvSpPr>
            <a:spLocks xmlns:a="http://schemas.openxmlformats.org/drawingml/2006/main" noGrp="1"/>
          </p:cNvSpPr>
          <p:nvPr/>
        </p:nvSpPr>
        <p:spPr>
          <a:xfrm xmlns:a="http://schemas.openxmlformats.org/drawingml/2006/main">
            <a:off x="4629150" y="33718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3" name="rect-2-862">
            <a:extLst xmlns:a="http://schemas.openxmlformats.org/drawingml/2006/main">
              <a:ext uri="{FF2B5EF4-FFF2-40B4-BE49-F238E27FC236}">
                <a16:creationId xmlns:a16="http://schemas.microsoft.com/office/drawing/2014/main" id="{FD935FAD-3A2C-4AD9-8051-48A174CDE123}"/>
              </a:ext>
            </a:extLst>
          </p:cNvPr>
          <p:cNvSpPr>
            <a:spLocks xmlns:a="http://schemas.openxmlformats.org/drawingml/2006/main" noGrp="1"/>
          </p:cNvSpPr>
          <p:nvPr/>
        </p:nvSpPr>
        <p:spPr>
          <a:xfrm xmlns:a="http://schemas.openxmlformats.org/drawingml/2006/main">
            <a:off x="395859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4" name="rect-2-863">
            <a:extLst xmlns:a="http://schemas.openxmlformats.org/drawingml/2006/main">
              <a:ext uri="{FF2B5EF4-FFF2-40B4-BE49-F238E27FC236}">
                <a16:creationId xmlns:a16="http://schemas.microsoft.com/office/drawing/2014/main" id="{2202AA42-9B7E-4D59-841D-EE8CBAD0F340}"/>
              </a:ext>
            </a:extLst>
          </p:cNvPr>
          <p:cNvSpPr>
            <a:spLocks xmlns:a="http://schemas.openxmlformats.org/drawingml/2006/main" noGrp="1"/>
          </p:cNvSpPr>
          <p:nvPr/>
        </p:nvSpPr>
        <p:spPr>
          <a:xfrm xmlns:a="http://schemas.openxmlformats.org/drawingml/2006/main">
            <a:off x="400050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5" name="rect-2-864">
            <a:extLst xmlns:a="http://schemas.openxmlformats.org/drawingml/2006/main">
              <a:ext uri="{FF2B5EF4-FFF2-40B4-BE49-F238E27FC236}">
                <a16:creationId xmlns:a16="http://schemas.microsoft.com/office/drawing/2014/main" id="{81BE52E8-855B-49D1-8D16-63CC2043C304}"/>
              </a:ext>
            </a:extLst>
          </p:cNvPr>
          <p:cNvSpPr>
            <a:spLocks xmlns:a="http://schemas.openxmlformats.org/drawingml/2006/main" noGrp="1"/>
          </p:cNvSpPr>
          <p:nvPr/>
        </p:nvSpPr>
        <p:spPr>
          <a:xfrm xmlns:a="http://schemas.openxmlformats.org/drawingml/2006/main">
            <a:off x="412623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6" name="rect-2-865">
            <a:extLst xmlns:a="http://schemas.openxmlformats.org/drawingml/2006/main">
              <a:ext uri="{FF2B5EF4-FFF2-40B4-BE49-F238E27FC236}">
                <a16:creationId xmlns:a16="http://schemas.microsoft.com/office/drawing/2014/main" id="{FBEB10D4-CA51-45F3-81AB-AC6A7358EFFD}"/>
              </a:ext>
            </a:extLst>
          </p:cNvPr>
          <p:cNvSpPr>
            <a:spLocks xmlns:a="http://schemas.openxmlformats.org/drawingml/2006/main" noGrp="1"/>
          </p:cNvSpPr>
          <p:nvPr/>
        </p:nvSpPr>
        <p:spPr>
          <a:xfrm xmlns:a="http://schemas.openxmlformats.org/drawingml/2006/main">
            <a:off x="416814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7" name="rect-2-866">
            <a:extLst xmlns:a="http://schemas.openxmlformats.org/drawingml/2006/main">
              <a:ext uri="{FF2B5EF4-FFF2-40B4-BE49-F238E27FC236}">
                <a16:creationId xmlns:a16="http://schemas.microsoft.com/office/drawing/2014/main" id="{DB13965C-123B-4A23-ADFF-86EC7855860F}"/>
              </a:ext>
            </a:extLst>
          </p:cNvPr>
          <p:cNvSpPr>
            <a:spLocks xmlns:a="http://schemas.openxmlformats.org/drawingml/2006/main" noGrp="1"/>
          </p:cNvSpPr>
          <p:nvPr/>
        </p:nvSpPr>
        <p:spPr>
          <a:xfrm xmlns:a="http://schemas.openxmlformats.org/drawingml/2006/main">
            <a:off x="421005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8" name="rect-2-867">
            <a:extLst xmlns:a="http://schemas.openxmlformats.org/drawingml/2006/main">
              <a:ext uri="{FF2B5EF4-FFF2-40B4-BE49-F238E27FC236}">
                <a16:creationId xmlns:a16="http://schemas.microsoft.com/office/drawing/2014/main" id="{438A3883-627B-4EB5-BB72-B05C66ADB4C4}"/>
              </a:ext>
            </a:extLst>
          </p:cNvPr>
          <p:cNvSpPr>
            <a:spLocks xmlns:a="http://schemas.openxmlformats.org/drawingml/2006/main" noGrp="1"/>
          </p:cNvSpPr>
          <p:nvPr/>
        </p:nvSpPr>
        <p:spPr>
          <a:xfrm xmlns:a="http://schemas.openxmlformats.org/drawingml/2006/main">
            <a:off x="425196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69" name="rect-2-868">
            <a:extLst xmlns:a="http://schemas.openxmlformats.org/drawingml/2006/main">
              <a:ext uri="{FF2B5EF4-FFF2-40B4-BE49-F238E27FC236}">
                <a16:creationId xmlns:a16="http://schemas.microsoft.com/office/drawing/2014/main" id="{96A553C5-2DEC-47F0-91D5-8C092C907735}"/>
              </a:ext>
            </a:extLst>
          </p:cNvPr>
          <p:cNvSpPr>
            <a:spLocks xmlns:a="http://schemas.openxmlformats.org/drawingml/2006/main" noGrp="1"/>
          </p:cNvSpPr>
          <p:nvPr/>
        </p:nvSpPr>
        <p:spPr>
          <a:xfrm xmlns:a="http://schemas.openxmlformats.org/drawingml/2006/main">
            <a:off x="429387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0" name="rect-2-869">
            <a:extLst xmlns:a="http://schemas.openxmlformats.org/drawingml/2006/main">
              <a:ext uri="{FF2B5EF4-FFF2-40B4-BE49-F238E27FC236}">
                <a16:creationId xmlns:a16="http://schemas.microsoft.com/office/drawing/2014/main" id="{E7A15AB0-EAEC-4B56-8459-702718C610FD}"/>
              </a:ext>
            </a:extLst>
          </p:cNvPr>
          <p:cNvSpPr>
            <a:spLocks xmlns:a="http://schemas.openxmlformats.org/drawingml/2006/main" noGrp="1"/>
          </p:cNvSpPr>
          <p:nvPr/>
        </p:nvSpPr>
        <p:spPr>
          <a:xfrm xmlns:a="http://schemas.openxmlformats.org/drawingml/2006/main">
            <a:off x="433578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1" name="rect-2-870">
            <a:extLst xmlns:a="http://schemas.openxmlformats.org/drawingml/2006/main">
              <a:ext uri="{FF2B5EF4-FFF2-40B4-BE49-F238E27FC236}">
                <a16:creationId xmlns:a16="http://schemas.microsoft.com/office/drawing/2014/main" id="{0129781C-58E9-4363-A602-12BBF2C674D9}"/>
              </a:ext>
            </a:extLst>
          </p:cNvPr>
          <p:cNvSpPr>
            <a:spLocks xmlns:a="http://schemas.openxmlformats.org/drawingml/2006/main" noGrp="1"/>
          </p:cNvSpPr>
          <p:nvPr/>
        </p:nvSpPr>
        <p:spPr>
          <a:xfrm xmlns:a="http://schemas.openxmlformats.org/drawingml/2006/main">
            <a:off x="437769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2" name="rect-2-871">
            <a:extLst xmlns:a="http://schemas.openxmlformats.org/drawingml/2006/main">
              <a:ext uri="{FF2B5EF4-FFF2-40B4-BE49-F238E27FC236}">
                <a16:creationId xmlns:a16="http://schemas.microsoft.com/office/drawing/2014/main" id="{FE3D706C-C073-48C1-97A4-F8B4E464CD99}"/>
              </a:ext>
            </a:extLst>
          </p:cNvPr>
          <p:cNvSpPr>
            <a:spLocks xmlns:a="http://schemas.openxmlformats.org/drawingml/2006/main" noGrp="1"/>
          </p:cNvSpPr>
          <p:nvPr/>
        </p:nvSpPr>
        <p:spPr>
          <a:xfrm xmlns:a="http://schemas.openxmlformats.org/drawingml/2006/main">
            <a:off x="441960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3" name="rect-2-872">
            <a:extLst xmlns:a="http://schemas.openxmlformats.org/drawingml/2006/main">
              <a:ext uri="{FF2B5EF4-FFF2-40B4-BE49-F238E27FC236}">
                <a16:creationId xmlns:a16="http://schemas.microsoft.com/office/drawing/2014/main" id="{C002889F-917C-4787-A3CA-32B0407821D0}"/>
              </a:ext>
            </a:extLst>
          </p:cNvPr>
          <p:cNvSpPr>
            <a:spLocks xmlns:a="http://schemas.openxmlformats.org/drawingml/2006/main" noGrp="1"/>
          </p:cNvSpPr>
          <p:nvPr/>
        </p:nvSpPr>
        <p:spPr>
          <a:xfrm xmlns:a="http://schemas.openxmlformats.org/drawingml/2006/main">
            <a:off x="446151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4" name="rect-2-873">
            <a:extLst xmlns:a="http://schemas.openxmlformats.org/drawingml/2006/main">
              <a:ext uri="{FF2B5EF4-FFF2-40B4-BE49-F238E27FC236}">
                <a16:creationId xmlns:a16="http://schemas.microsoft.com/office/drawing/2014/main" id="{1BD9C399-F6D6-4FD4-A2A9-C6F83CB39FC1}"/>
              </a:ext>
            </a:extLst>
          </p:cNvPr>
          <p:cNvSpPr>
            <a:spLocks xmlns:a="http://schemas.openxmlformats.org/drawingml/2006/main" noGrp="1"/>
          </p:cNvSpPr>
          <p:nvPr/>
        </p:nvSpPr>
        <p:spPr>
          <a:xfrm xmlns:a="http://schemas.openxmlformats.org/drawingml/2006/main">
            <a:off x="450342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5" name="rect-2-874">
            <a:extLst xmlns:a="http://schemas.openxmlformats.org/drawingml/2006/main">
              <a:ext uri="{FF2B5EF4-FFF2-40B4-BE49-F238E27FC236}">
                <a16:creationId xmlns:a16="http://schemas.microsoft.com/office/drawing/2014/main" id="{A50DCC20-EF1A-43DA-B923-880493CF6803}"/>
              </a:ext>
            </a:extLst>
          </p:cNvPr>
          <p:cNvSpPr>
            <a:spLocks xmlns:a="http://schemas.openxmlformats.org/drawingml/2006/main" noGrp="1"/>
          </p:cNvSpPr>
          <p:nvPr/>
        </p:nvSpPr>
        <p:spPr>
          <a:xfrm xmlns:a="http://schemas.openxmlformats.org/drawingml/2006/main">
            <a:off x="454533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6" name="rect-2-875">
            <a:extLst xmlns:a="http://schemas.openxmlformats.org/drawingml/2006/main">
              <a:ext uri="{FF2B5EF4-FFF2-40B4-BE49-F238E27FC236}">
                <a16:creationId xmlns:a16="http://schemas.microsoft.com/office/drawing/2014/main" id="{6D366E31-9548-4D70-8B05-823984D60B55}"/>
              </a:ext>
            </a:extLst>
          </p:cNvPr>
          <p:cNvSpPr>
            <a:spLocks xmlns:a="http://schemas.openxmlformats.org/drawingml/2006/main" noGrp="1"/>
          </p:cNvSpPr>
          <p:nvPr/>
        </p:nvSpPr>
        <p:spPr>
          <a:xfrm xmlns:a="http://schemas.openxmlformats.org/drawingml/2006/main">
            <a:off x="458724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7" name="rect-2-876">
            <a:extLst xmlns:a="http://schemas.openxmlformats.org/drawingml/2006/main">
              <a:ext uri="{FF2B5EF4-FFF2-40B4-BE49-F238E27FC236}">
                <a16:creationId xmlns:a16="http://schemas.microsoft.com/office/drawing/2014/main" id="{50DE4ECA-9868-4CDE-BC37-331B18DBD933}"/>
              </a:ext>
            </a:extLst>
          </p:cNvPr>
          <p:cNvSpPr>
            <a:spLocks xmlns:a="http://schemas.openxmlformats.org/drawingml/2006/main" noGrp="1"/>
          </p:cNvSpPr>
          <p:nvPr/>
        </p:nvSpPr>
        <p:spPr>
          <a:xfrm xmlns:a="http://schemas.openxmlformats.org/drawingml/2006/main">
            <a:off x="4629150" y="34137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8" name="rect-2-877">
            <a:extLst xmlns:a="http://schemas.openxmlformats.org/drawingml/2006/main">
              <a:ext uri="{FF2B5EF4-FFF2-40B4-BE49-F238E27FC236}">
                <a16:creationId xmlns:a16="http://schemas.microsoft.com/office/drawing/2014/main" id="{A9144F25-D7FF-4F71-9133-B05EBB0A43A1}"/>
              </a:ext>
            </a:extLst>
          </p:cNvPr>
          <p:cNvSpPr>
            <a:spLocks xmlns:a="http://schemas.openxmlformats.org/drawingml/2006/main" noGrp="1"/>
          </p:cNvSpPr>
          <p:nvPr/>
        </p:nvSpPr>
        <p:spPr>
          <a:xfrm xmlns:a="http://schemas.openxmlformats.org/drawingml/2006/main">
            <a:off x="416814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79" name="rect-2-878">
            <a:extLst xmlns:a="http://schemas.openxmlformats.org/drawingml/2006/main">
              <a:ext uri="{FF2B5EF4-FFF2-40B4-BE49-F238E27FC236}">
                <a16:creationId xmlns:a16="http://schemas.microsoft.com/office/drawing/2014/main" id="{F00B3612-309B-4E8C-81C5-3905DAB6B8DE}"/>
              </a:ext>
            </a:extLst>
          </p:cNvPr>
          <p:cNvSpPr>
            <a:spLocks xmlns:a="http://schemas.openxmlformats.org/drawingml/2006/main" noGrp="1"/>
          </p:cNvSpPr>
          <p:nvPr/>
        </p:nvSpPr>
        <p:spPr>
          <a:xfrm xmlns:a="http://schemas.openxmlformats.org/drawingml/2006/main">
            <a:off x="421005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0" name="rect-2-879">
            <a:extLst xmlns:a="http://schemas.openxmlformats.org/drawingml/2006/main">
              <a:ext uri="{FF2B5EF4-FFF2-40B4-BE49-F238E27FC236}">
                <a16:creationId xmlns:a16="http://schemas.microsoft.com/office/drawing/2014/main" id="{2841D89F-1C72-4A25-8CED-7FB595D25049}"/>
              </a:ext>
            </a:extLst>
          </p:cNvPr>
          <p:cNvSpPr>
            <a:spLocks xmlns:a="http://schemas.openxmlformats.org/drawingml/2006/main" noGrp="1"/>
          </p:cNvSpPr>
          <p:nvPr/>
        </p:nvSpPr>
        <p:spPr>
          <a:xfrm xmlns:a="http://schemas.openxmlformats.org/drawingml/2006/main">
            <a:off x="425196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1" name="rect-2-880">
            <a:extLst xmlns:a="http://schemas.openxmlformats.org/drawingml/2006/main">
              <a:ext uri="{FF2B5EF4-FFF2-40B4-BE49-F238E27FC236}">
                <a16:creationId xmlns:a16="http://schemas.microsoft.com/office/drawing/2014/main" id="{9C9CE3C2-C118-4629-947C-3FE3C3DC98FB}"/>
              </a:ext>
            </a:extLst>
          </p:cNvPr>
          <p:cNvSpPr>
            <a:spLocks xmlns:a="http://schemas.openxmlformats.org/drawingml/2006/main" noGrp="1"/>
          </p:cNvSpPr>
          <p:nvPr/>
        </p:nvSpPr>
        <p:spPr>
          <a:xfrm xmlns:a="http://schemas.openxmlformats.org/drawingml/2006/main">
            <a:off x="429387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2" name="rect-2-881">
            <a:extLst xmlns:a="http://schemas.openxmlformats.org/drawingml/2006/main">
              <a:ext uri="{FF2B5EF4-FFF2-40B4-BE49-F238E27FC236}">
                <a16:creationId xmlns:a16="http://schemas.microsoft.com/office/drawing/2014/main" id="{DAF3E81E-3060-4B48-ACAD-F0800CC2A0A2}"/>
              </a:ext>
            </a:extLst>
          </p:cNvPr>
          <p:cNvSpPr>
            <a:spLocks xmlns:a="http://schemas.openxmlformats.org/drawingml/2006/main" noGrp="1"/>
          </p:cNvSpPr>
          <p:nvPr/>
        </p:nvSpPr>
        <p:spPr>
          <a:xfrm xmlns:a="http://schemas.openxmlformats.org/drawingml/2006/main">
            <a:off x="433578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3" name="rect-2-882">
            <a:extLst xmlns:a="http://schemas.openxmlformats.org/drawingml/2006/main">
              <a:ext uri="{FF2B5EF4-FFF2-40B4-BE49-F238E27FC236}">
                <a16:creationId xmlns:a16="http://schemas.microsoft.com/office/drawing/2014/main" id="{BE8B7897-F72A-45FC-8283-25BE4CA713C2}"/>
              </a:ext>
            </a:extLst>
          </p:cNvPr>
          <p:cNvSpPr>
            <a:spLocks xmlns:a="http://schemas.openxmlformats.org/drawingml/2006/main" noGrp="1"/>
          </p:cNvSpPr>
          <p:nvPr/>
        </p:nvSpPr>
        <p:spPr>
          <a:xfrm xmlns:a="http://schemas.openxmlformats.org/drawingml/2006/main">
            <a:off x="437769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4" name="rect-2-883">
            <a:extLst xmlns:a="http://schemas.openxmlformats.org/drawingml/2006/main">
              <a:ext uri="{FF2B5EF4-FFF2-40B4-BE49-F238E27FC236}">
                <a16:creationId xmlns:a16="http://schemas.microsoft.com/office/drawing/2014/main" id="{86B83003-A55C-40BA-8321-D4E20B594A78}"/>
              </a:ext>
            </a:extLst>
          </p:cNvPr>
          <p:cNvSpPr>
            <a:spLocks xmlns:a="http://schemas.openxmlformats.org/drawingml/2006/main" noGrp="1"/>
          </p:cNvSpPr>
          <p:nvPr/>
        </p:nvSpPr>
        <p:spPr>
          <a:xfrm xmlns:a="http://schemas.openxmlformats.org/drawingml/2006/main">
            <a:off x="441960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5" name="rect-2-884">
            <a:extLst xmlns:a="http://schemas.openxmlformats.org/drawingml/2006/main">
              <a:ext uri="{FF2B5EF4-FFF2-40B4-BE49-F238E27FC236}">
                <a16:creationId xmlns:a16="http://schemas.microsoft.com/office/drawing/2014/main" id="{A558F740-6A39-4844-8E33-86F2D760300D}"/>
              </a:ext>
            </a:extLst>
          </p:cNvPr>
          <p:cNvSpPr>
            <a:spLocks xmlns:a="http://schemas.openxmlformats.org/drawingml/2006/main" noGrp="1"/>
          </p:cNvSpPr>
          <p:nvPr/>
        </p:nvSpPr>
        <p:spPr>
          <a:xfrm xmlns:a="http://schemas.openxmlformats.org/drawingml/2006/main">
            <a:off x="446151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6" name="rect-2-885">
            <a:extLst xmlns:a="http://schemas.openxmlformats.org/drawingml/2006/main">
              <a:ext uri="{FF2B5EF4-FFF2-40B4-BE49-F238E27FC236}">
                <a16:creationId xmlns:a16="http://schemas.microsoft.com/office/drawing/2014/main" id="{1BB370F6-798A-4A29-B833-DC9883A37822}"/>
              </a:ext>
            </a:extLst>
          </p:cNvPr>
          <p:cNvSpPr>
            <a:spLocks xmlns:a="http://schemas.openxmlformats.org/drawingml/2006/main" noGrp="1"/>
          </p:cNvSpPr>
          <p:nvPr/>
        </p:nvSpPr>
        <p:spPr>
          <a:xfrm xmlns:a="http://schemas.openxmlformats.org/drawingml/2006/main">
            <a:off x="450342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7" name="rect-2-886">
            <a:extLst xmlns:a="http://schemas.openxmlformats.org/drawingml/2006/main">
              <a:ext uri="{FF2B5EF4-FFF2-40B4-BE49-F238E27FC236}">
                <a16:creationId xmlns:a16="http://schemas.microsoft.com/office/drawing/2014/main" id="{4A04956F-E1AB-4E68-A072-0D0F7BC52DAF}"/>
              </a:ext>
            </a:extLst>
          </p:cNvPr>
          <p:cNvSpPr>
            <a:spLocks xmlns:a="http://schemas.openxmlformats.org/drawingml/2006/main" noGrp="1"/>
          </p:cNvSpPr>
          <p:nvPr/>
        </p:nvSpPr>
        <p:spPr>
          <a:xfrm xmlns:a="http://schemas.openxmlformats.org/drawingml/2006/main">
            <a:off x="454533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8" name="rect-2-887">
            <a:extLst xmlns:a="http://schemas.openxmlformats.org/drawingml/2006/main">
              <a:ext uri="{FF2B5EF4-FFF2-40B4-BE49-F238E27FC236}">
                <a16:creationId xmlns:a16="http://schemas.microsoft.com/office/drawing/2014/main" id="{5225EF80-798A-4F2E-9244-92515BE508A6}"/>
              </a:ext>
            </a:extLst>
          </p:cNvPr>
          <p:cNvSpPr>
            <a:spLocks xmlns:a="http://schemas.openxmlformats.org/drawingml/2006/main" noGrp="1"/>
          </p:cNvSpPr>
          <p:nvPr/>
        </p:nvSpPr>
        <p:spPr>
          <a:xfrm xmlns:a="http://schemas.openxmlformats.org/drawingml/2006/main">
            <a:off x="4587240" y="34556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89" name="rect-2-888">
            <a:extLst xmlns:a="http://schemas.openxmlformats.org/drawingml/2006/main">
              <a:ext uri="{FF2B5EF4-FFF2-40B4-BE49-F238E27FC236}">
                <a16:creationId xmlns:a16="http://schemas.microsoft.com/office/drawing/2014/main" id="{23E41D7C-4E39-4D71-982B-4894C271686C}"/>
              </a:ext>
            </a:extLst>
          </p:cNvPr>
          <p:cNvSpPr>
            <a:spLocks xmlns:a="http://schemas.openxmlformats.org/drawingml/2006/main" noGrp="1"/>
          </p:cNvSpPr>
          <p:nvPr/>
        </p:nvSpPr>
        <p:spPr>
          <a:xfrm xmlns:a="http://schemas.openxmlformats.org/drawingml/2006/main">
            <a:off x="4251960" y="34975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0" name="rect-2-889">
            <a:extLst xmlns:a="http://schemas.openxmlformats.org/drawingml/2006/main">
              <a:ext uri="{FF2B5EF4-FFF2-40B4-BE49-F238E27FC236}">
                <a16:creationId xmlns:a16="http://schemas.microsoft.com/office/drawing/2014/main" id="{8BCAF647-AEC4-45CE-B47E-D9A886904920}"/>
              </a:ext>
            </a:extLst>
          </p:cNvPr>
          <p:cNvSpPr>
            <a:spLocks xmlns:a="http://schemas.openxmlformats.org/drawingml/2006/main" noGrp="1"/>
          </p:cNvSpPr>
          <p:nvPr/>
        </p:nvSpPr>
        <p:spPr>
          <a:xfrm xmlns:a="http://schemas.openxmlformats.org/drawingml/2006/main">
            <a:off x="4293870" y="34975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1" name="rect-2-890">
            <a:extLst xmlns:a="http://schemas.openxmlformats.org/drawingml/2006/main">
              <a:ext uri="{FF2B5EF4-FFF2-40B4-BE49-F238E27FC236}">
                <a16:creationId xmlns:a16="http://schemas.microsoft.com/office/drawing/2014/main" id="{92CBBCBE-0EF5-43E9-9F3C-0A223C9988FF}"/>
              </a:ext>
            </a:extLst>
          </p:cNvPr>
          <p:cNvSpPr>
            <a:spLocks xmlns:a="http://schemas.openxmlformats.org/drawingml/2006/main" noGrp="1"/>
          </p:cNvSpPr>
          <p:nvPr/>
        </p:nvSpPr>
        <p:spPr>
          <a:xfrm xmlns:a="http://schemas.openxmlformats.org/drawingml/2006/main">
            <a:off x="4335780" y="34975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2" name="rect-2-891">
            <a:extLst xmlns:a="http://schemas.openxmlformats.org/drawingml/2006/main">
              <a:ext uri="{FF2B5EF4-FFF2-40B4-BE49-F238E27FC236}">
                <a16:creationId xmlns:a16="http://schemas.microsoft.com/office/drawing/2014/main" id="{20811FCB-031D-4CE3-8681-F94D171CD065}"/>
              </a:ext>
            </a:extLst>
          </p:cNvPr>
          <p:cNvSpPr>
            <a:spLocks xmlns:a="http://schemas.openxmlformats.org/drawingml/2006/main" noGrp="1"/>
          </p:cNvSpPr>
          <p:nvPr/>
        </p:nvSpPr>
        <p:spPr>
          <a:xfrm xmlns:a="http://schemas.openxmlformats.org/drawingml/2006/main">
            <a:off x="4377690" y="34975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3" name="rect-2-892">
            <a:extLst xmlns:a="http://schemas.openxmlformats.org/drawingml/2006/main">
              <a:ext uri="{FF2B5EF4-FFF2-40B4-BE49-F238E27FC236}">
                <a16:creationId xmlns:a16="http://schemas.microsoft.com/office/drawing/2014/main" id="{65EA6D7F-3964-4EE6-82FF-9E3019D1281D}"/>
              </a:ext>
            </a:extLst>
          </p:cNvPr>
          <p:cNvSpPr>
            <a:spLocks xmlns:a="http://schemas.openxmlformats.org/drawingml/2006/main" noGrp="1"/>
          </p:cNvSpPr>
          <p:nvPr/>
        </p:nvSpPr>
        <p:spPr>
          <a:xfrm xmlns:a="http://schemas.openxmlformats.org/drawingml/2006/main">
            <a:off x="4419600" y="34975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4" name="rect-2-893">
            <a:extLst xmlns:a="http://schemas.openxmlformats.org/drawingml/2006/main">
              <a:ext uri="{FF2B5EF4-FFF2-40B4-BE49-F238E27FC236}">
                <a16:creationId xmlns:a16="http://schemas.microsoft.com/office/drawing/2014/main" id="{E9F8B643-43E0-43BD-9C90-425B2F7904C9}"/>
              </a:ext>
            </a:extLst>
          </p:cNvPr>
          <p:cNvSpPr>
            <a:spLocks xmlns:a="http://schemas.openxmlformats.org/drawingml/2006/main" noGrp="1"/>
          </p:cNvSpPr>
          <p:nvPr/>
        </p:nvSpPr>
        <p:spPr>
          <a:xfrm xmlns:a="http://schemas.openxmlformats.org/drawingml/2006/main">
            <a:off x="4461510" y="34975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5" name="rect-2-894">
            <a:extLst xmlns:a="http://schemas.openxmlformats.org/drawingml/2006/main">
              <a:ext uri="{FF2B5EF4-FFF2-40B4-BE49-F238E27FC236}">
                <a16:creationId xmlns:a16="http://schemas.microsoft.com/office/drawing/2014/main" id="{C0AA368C-6E19-44D1-89B6-B42BBD903CD0}"/>
              </a:ext>
            </a:extLst>
          </p:cNvPr>
          <p:cNvSpPr>
            <a:spLocks xmlns:a="http://schemas.openxmlformats.org/drawingml/2006/main" noGrp="1"/>
          </p:cNvSpPr>
          <p:nvPr/>
        </p:nvSpPr>
        <p:spPr>
          <a:xfrm xmlns:a="http://schemas.openxmlformats.org/drawingml/2006/main">
            <a:off x="4503420" y="34975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6" name="rect-2-895">
            <a:extLst xmlns:a="http://schemas.openxmlformats.org/drawingml/2006/main">
              <a:ext uri="{FF2B5EF4-FFF2-40B4-BE49-F238E27FC236}">
                <a16:creationId xmlns:a16="http://schemas.microsoft.com/office/drawing/2014/main" id="{8CA6278F-9D52-4EDE-8B37-1AFDB4780ADC}"/>
              </a:ext>
            </a:extLst>
          </p:cNvPr>
          <p:cNvSpPr>
            <a:spLocks xmlns:a="http://schemas.openxmlformats.org/drawingml/2006/main" noGrp="1"/>
          </p:cNvSpPr>
          <p:nvPr/>
        </p:nvSpPr>
        <p:spPr>
          <a:xfrm xmlns:a="http://schemas.openxmlformats.org/drawingml/2006/main">
            <a:off x="4545330" y="34975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7" name="rect-2-896">
            <a:extLst xmlns:a="http://schemas.openxmlformats.org/drawingml/2006/main">
              <a:ext uri="{FF2B5EF4-FFF2-40B4-BE49-F238E27FC236}">
                <a16:creationId xmlns:a16="http://schemas.microsoft.com/office/drawing/2014/main" id="{290F5028-74B0-4B3D-95A1-5E96BA95B344}"/>
              </a:ext>
            </a:extLst>
          </p:cNvPr>
          <p:cNvSpPr>
            <a:spLocks xmlns:a="http://schemas.openxmlformats.org/drawingml/2006/main" noGrp="1"/>
          </p:cNvSpPr>
          <p:nvPr/>
        </p:nvSpPr>
        <p:spPr>
          <a:xfrm xmlns:a="http://schemas.openxmlformats.org/drawingml/2006/main">
            <a:off x="4084320"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8" name="rect-2-897">
            <a:extLst xmlns:a="http://schemas.openxmlformats.org/drawingml/2006/main">
              <a:ext uri="{FF2B5EF4-FFF2-40B4-BE49-F238E27FC236}">
                <a16:creationId xmlns:a16="http://schemas.microsoft.com/office/drawing/2014/main" id="{0A038685-88E7-4E12-A0CD-F9C63A0E4DFC}"/>
              </a:ext>
            </a:extLst>
          </p:cNvPr>
          <p:cNvSpPr>
            <a:spLocks xmlns:a="http://schemas.openxmlformats.org/drawingml/2006/main" noGrp="1"/>
          </p:cNvSpPr>
          <p:nvPr/>
        </p:nvSpPr>
        <p:spPr>
          <a:xfrm xmlns:a="http://schemas.openxmlformats.org/drawingml/2006/main">
            <a:off x="4210050"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899" name="rect-2-898">
            <a:extLst xmlns:a="http://schemas.openxmlformats.org/drawingml/2006/main">
              <a:ext uri="{FF2B5EF4-FFF2-40B4-BE49-F238E27FC236}">
                <a16:creationId xmlns:a16="http://schemas.microsoft.com/office/drawing/2014/main" id="{EF58E0E8-BCF8-4A82-89A8-519DE0E8D80D}"/>
              </a:ext>
            </a:extLst>
          </p:cNvPr>
          <p:cNvSpPr>
            <a:spLocks xmlns:a="http://schemas.openxmlformats.org/drawingml/2006/main" noGrp="1"/>
          </p:cNvSpPr>
          <p:nvPr/>
        </p:nvSpPr>
        <p:spPr>
          <a:xfrm xmlns:a="http://schemas.openxmlformats.org/drawingml/2006/main">
            <a:off x="4251960"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0" name="rect-2-899">
            <a:extLst xmlns:a="http://schemas.openxmlformats.org/drawingml/2006/main">
              <a:ext uri="{FF2B5EF4-FFF2-40B4-BE49-F238E27FC236}">
                <a16:creationId xmlns:a16="http://schemas.microsoft.com/office/drawing/2014/main" id="{FB4C3B5C-2F29-4BC9-B5F3-1D0B6725F419}"/>
              </a:ext>
            </a:extLst>
          </p:cNvPr>
          <p:cNvSpPr>
            <a:spLocks xmlns:a="http://schemas.openxmlformats.org/drawingml/2006/main" noGrp="1"/>
          </p:cNvSpPr>
          <p:nvPr/>
        </p:nvSpPr>
        <p:spPr>
          <a:xfrm xmlns:a="http://schemas.openxmlformats.org/drawingml/2006/main">
            <a:off x="4335780"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1" name="rect-2-900">
            <a:extLst xmlns:a="http://schemas.openxmlformats.org/drawingml/2006/main">
              <a:ext uri="{FF2B5EF4-FFF2-40B4-BE49-F238E27FC236}">
                <a16:creationId xmlns:a16="http://schemas.microsoft.com/office/drawing/2014/main" id="{7FC2C0B0-0C20-45E7-B9D4-676B21E65AC4}"/>
              </a:ext>
            </a:extLst>
          </p:cNvPr>
          <p:cNvSpPr>
            <a:spLocks xmlns:a="http://schemas.openxmlformats.org/drawingml/2006/main" noGrp="1"/>
          </p:cNvSpPr>
          <p:nvPr/>
        </p:nvSpPr>
        <p:spPr>
          <a:xfrm xmlns:a="http://schemas.openxmlformats.org/drawingml/2006/main">
            <a:off x="4377690"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2" name="rect-2-901">
            <a:extLst xmlns:a="http://schemas.openxmlformats.org/drawingml/2006/main">
              <a:ext uri="{FF2B5EF4-FFF2-40B4-BE49-F238E27FC236}">
                <a16:creationId xmlns:a16="http://schemas.microsoft.com/office/drawing/2014/main" id="{ED0EDFF7-2807-4D9F-97FC-437D3E2524C8}"/>
              </a:ext>
            </a:extLst>
          </p:cNvPr>
          <p:cNvSpPr>
            <a:spLocks xmlns:a="http://schemas.openxmlformats.org/drawingml/2006/main" noGrp="1"/>
          </p:cNvSpPr>
          <p:nvPr/>
        </p:nvSpPr>
        <p:spPr>
          <a:xfrm xmlns:a="http://schemas.openxmlformats.org/drawingml/2006/main">
            <a:off x="4419600"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3" name="rect-2-902">
            <a:extLst xmlns:a="http://schemas.openxmlformats.org/drawingml/2006/main">
              <a:ext uri="{FF2B5EF4-FFF2-40B4-BE49-F238E27FC236}">
                <a16:creationId xmlns:a16="http://schemas.microsoft.com/office/drawing/2014/main" id="{5FA0010D-7C26-4EF1-B3CA-F2D4BD0D8FC7}"/>
              </a:ext>
            </a:extLst>
          </p:cNvPr>
          <p:cNvSpPr>
            <a:spLocks xmlns:a="http://schemas.openxmlformats.org/drawingml/2006/main" noGrp="1"/>
          </p:cNvSpPr>
          <p:nvPr/>
        </p:nvSpPr>
        <p:spPr>
          <a:xfrm xmlns:a="http://schemas.openxmlformats.org/drawingml/2006/main">
            <a:off x="4461510"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4" name="rect-2-903">
            <a:extLst xmlns:a="http://schemas.openxmlformats.org/drawingml/2006/main">
              <a:ext uri="{FF2B5EF4-FFF2-40B4-BE49-F238E27FC236}">
                <a16:creationId xmlns:a16="http://schemas.microsoft.com/office/drawing/2014/main" id="{3EF467C8-1602-4B46-9E3E-7BD28C873044}"/>
              </a:ext>
            </a:extLst>
          </p:cNvPr>
          <p:cNvSpPr>
            <a:spLocks xmlns:a="http://schemas.openxmlformats.org/drawingml/2006/main" noGrp="1"/>
          </p:cNvSpPr>
          <p:nvPr/>
        </p:nvSpPr>
        <p:spPr>
          <a:xfrm xmlns:a="http://schemas.openxmlformats.org/drawingml/2006/main">
            <a:off x="4503420"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5" name="rect-2-904">
            <a:extLst xmlns:a="http://schemas.openxmlformats.org/drawingml/2006/main">
              <a:ext uri="{FF2B5EF4-FFF2-40B4-BE49-F238E27FC236}">
                <a16:creationId xmlns:a16="http://schemas.microsoft.com/office/drawing/2014/main" id="{9DA59418-51A0-434F-A378-90352DD66783}"/>
              </a:ext>
            </a:extLst>
          </p:cNvPr>
          <p:cNvSpPr>
            <a:spLocks xmlns:a="http://schemas.openxmlformats.org/drawingml/2006/main" noGrp="1"/>
          </p:cNvSpPr>
          <p:nvPr/>
        </p:nvSpPr>
        <p:spPr>
          <a:xfrm xmlns:a="http://schemas.openxmlformats.org/drawingml/2006/main">
            <a:off x="4545330" y="35394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6" name="rect-2-905">
            <a:extLst xmlns:a="http://schemas.openxmlformats.org/drawingml/2006/main">
              <a:ext uri="{FF2B5EF4-FFF2-40B4-BE49-F238E27FC236}">
                <a16:creationId xmlns:a16="http://schemas.microsoft.com/office/drawing/2014/main" id="{0E037235-B3C7-4A62-84CC-DACEE8BA2D65}"/>
              </a:ext>
            </a:extLst>
          </p:cNvPr>
          <p:cNvSpPr>
            <a:spLocks xmlns:a="http://schemas.openxmlformats.org/drawingml/2006/main" noGrp="1"/>
          </p:cNvSpPr>
          <p:nvPr/>
        </p:nvSpPr>
        <p:spPr>
          <a:xfrm xmlns:a="http://schemas.openxmlformats.org/drawingml/2006/main">
            <a:off x="4251960" y="35814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7" name="rect-2-906">
            <a:extLst xmlns:a="http://schemas.openxmlformats.org/drawingml/2006/main">
              <a:ext uri="{FF2B5EF4-FFF2-40B4-BE49-F238E27FC236}">
                <a16:creationId xmlns:a16="http://schemas.microsoft.com/office/drawing/2014/main" id="{A830B128-7FB2-4140-A66C-EEEFEF5035C5}"/>
              </a:ext>
            </a:extLst>
          </p:cNvPr>
          <p:cNvSpPr>
            <a:spLocks xmlns:a="http://schemas.openxmlformats.org/drawingml/2006/main" noGrp="1"/>
          </p:cNvSpPr>
          <p:nvPr/>
        </p:nvSpPr>
        <p:spPr>
          <a:xfrm xmlns:a="http://schemas.openxmlformats.org/drawingml/2006/main">
            <a:off x="4293870" y="35814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8" name="rect-2-907">
            <a:extLst xmlns:a="http://schemas.openxmlformats.org/drawingml/2006/main">
              <a:ext uri="{FF2B5EF4-FFF2-40B4-BE49-F238E27FC236}">
                <a16:creationId xmlns:a16="http://schemas.microsoft.com/office/drawing/2014/main" id="{26DC1194-D9F8-41F3-9FC6-AE4BC2B69368}"/>
              </a:ext>
            </a:extLst>
          </p:cNvPr>
          <p:cNvSpPr>
            <a:spLocks xmlns:a="http://schemas.openxmlformats.org/drawingml/2006/main" noGrp="1"/>
          </p:cNvSpPr>
          <p:nvPr/>
        </p:nvSpPr>
        <p:spPr>
          <a:xfrm xmlns:a="http://schemas.openxmlformats.org/drawingml/2006/main">
            <a:off x="4335780" y="35814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09" name="rect-2-908">
            <a:extLst xmlns:a="http://schemas.openxmlformats.org/drawingml/2006/main">
              <a:ext uri="{FF2B5EF4-FFF2-40B4-BE49-F238E27FC236}">
                <a16:creationId xmlns:a16="http://schemas.microsoft.com/office/drawing/2014/main" id="{88E02BB4-B3D8-4F32-B028-3A0C24D6A2D1}"/>
              </a:ext>
            </a:extLst>
          </p:cNvPr>
          <p:cNvSpPr>
            <a:spLocks xmlns:a="http://schemas.openxmlformats.org/drawingml/2006/main" noGrp="1"/>
          </p:cNvSpPr>
          <p:nvPr/>
        </p:nvSpPr>
        <p:spPr>
          <a:xfrm xmlns:a="http://schemas.openxmlformats.org/drawingml/2006/main">
            <a:off x="4377690" y="35814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0" name="rect-2-909">
            <a:extLst xmlns:a="http://schemas.openxmlformats.org/drawingml/2006/main">
              <a:ext uri="{FF2B5EF4-FFF2-40B4-BE49-F238E27FC236}">
                <a16:creationId xmlns:a16="http://schemas.microsoft.com/office/drawing/2014/main" id="{3F46EC64-B5CC-4BB7-AAFF-FB322CD35382}"/>
              </a:ext>
            </a:extLst>
          </p:cNvPr>
          <p:cNvSpPr>
            <a:spLocks xmlns:a="http://schemas.openxmlformats.org/drawingml/2006/main" noGrp="1"/>
          </p:cNvSpPr>
          <p:nvPr/>
        </p:nvSpPr>
        <p:spPr>
          <a:xfrm xmlns:a="http://schemas.openxmlformats.org/drawingml/2006/main">
            <a:off x="4419600" y="35814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1" name="rect-2-910">
            <a:extLst xmlns:a="http://schemas.openxmlformats.org/drawingml/2006/main">
              <a:ext uri="{FF2B5EF4-FFF2-40B4-BE49-F238E27FC236}">
                <a16:creationId xmlns:a16="http://schemas.microsoft.com/office/drawing/2014/main" id="{78E83E11-C369-4DAC-B0B5-B94F26D1ABF6}"/>
              </a:ext>
            </a:extLst>
          </p:cNvPr>
          <p:cNvSpPr>
            <a:spLocks xmlns:a="http://schemas.openxmlformats.org/drawingml/2006/main" noGrp="1"/>
          </p:cNvSpPr>
          <p:nvPr/>
        </p:nvSpPr>
        <p:spPr>
          <a:xfrm xmlns:a="http://schemas.openxmlformats.org/drawingml/2006/main">
            <a:off x="4461510" y="35814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2" name="rect-2-911">
            <a:extLst xmlns:a="http://schemas.openxmlformats.org/drawingml/2006/main">
              <a:ext uri="{FF2B5EF4-FFF2-40B4-BE49-F238E27FC236}">
                <a16:creationId xmlns:a16="http://schemas.microsoft.com/office/drawing/2014/main" id="{0E072B82-3D7E-4E4B-BA1D-A2D66621CC47}"/>
              </a:ext>
            </a:extLst>
          </p:cNvPr>
          <p:cNvSpPr>
            <a:spLocks xmlns:a="http://schemas.openxmlformats.org/drawingml/2006/main" noGrp="1"/>
          </p:cNvSpPr>
          <p:nvPr/>
        </p:nvSpPr>
        <p:spPr>
          <a:xfrm xmlns:a="http://schemas.openxmlformats.org/drawingml/2006/main">
            <a:off x="4503420" y="35814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3" name="rect-2-912">
            <a:extLst xmlns:a="http://schemas.openxmlformats.org/drawingml/2006/main">
              <a:ext uri="{FF2B5EF4-FFF2-40B4-BE49-F238E27FC236}">
                <a16:creationId xmlns:a16="http://schemas.microsoft.com/office/drawing/2014/main" id="{A0A9BEDA-A922-4C28-8396-C858D8190B60}"/>
              </a:ext>
            </a:extLst>
          </p:cNvPr>
          <p:cNvSpPr>
            <a:spLocks xmlns:a="http://schemas.openxmlformats.org/drawingml/2006/main" noGrp="1"/>
          </p:cNvSpPr>
          <p:nvPr/>
        </p:nvSpPr>
        <p:spPr>
          <a:xfrm xmlns:a="http://schemas.openxmlformats.org/drawingml/2006/main">
            <a:off x="4545330" y="35814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4" name="rect-2-913">
            <a:extLst xmlns:a="http://schemas.openxmlformats.org/drawingml/2006/main">
              <a:ext uri="{FF2B5EF4-FFF2-40B4-BE49-F238E27FC236}">
                <a16:creationId xmlns:a16="http://schemas.microsoft.com/office/drawing/2014/main" id="{854FEF4B-13C5-4F11-9647-7944C0FD14B9}"/>
              </a:ext>
            </a:extLst>
          </p:cNvPr>
          <p:cNvSpPr>
            <a:spLocks xmlns:a="http://schemas.openxmlformats.org/drawingml/2006/main" noGrp="1"/>
          </p:cNvSpPr>
          <p:nvPr/>
        </p:nvSpPr>
        <p:spPr>
          <a:xfrm xmlns:a="http://schemas.openxmlformats.org/drawingml/2006/main">
            <a:off x="4251960" y="36233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5" name="rect-2-914">
            <a:extLst xmlns:a="http://schemas.openxmlformats.org/drawingml/2006/main">
              <a:ext uri="{FF2B5EF4-FFF2-40B4-BE49-F238E27FC236}">
                <a16:creationId xmlns:a16="http://schemas.microsoft.com/office/drawing/2014/main" id="{427ACD64-84F1-4890-8F14-CDABA7BE17AF}"/>
              </a:ext>
            </a:extLst>
          </p:cNvPr>
          <p:cNvSpPr>
            <a:spLocks xmlns:a="http://schemas.openxmlformats.org/drawingml/2006/main" noGrp="1"/>
          </p:cNvSpPr>
          <p:nvPr/>
        </p:nvSpPr>
        <p:spPr>
          <a:xfrm xmlns:a="http://schemas.openxmlformats.org/drawingml/2006/main">
            <a:off x="4293870" y="36233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6" name="rect-2-915">
            <a:extLst xmlns:a="http://schemas.openxmlformats.org/drawingml/2006/main">
              <a:ext uri="{FF2B5EF4-FFF2-40B4-BE49-F238E27FC236}">
                <a16:creationId xmlns:a16="http://schemas.microsoft.com/office/drawing/2014/main" id="{48302CEB-498D-4524-A98B-3A9C67773A32}"/>
              </a:ext>
            </a:extLst>
          </p:cNvPr>
          <p:cNvSpPr>
            <a:spLocks xmlns:a="http://schemas.openxmlformats.org/drawingml/2006/main" noGrp="1"/>
          </p:cNvSpPr>
          <p:nvPr/>
        </p:nvSpPr>
        <p:spPr>
          <a:xfrm xmlns:a="http://schemas.openxmlformats.org/drawingml/2006/main">
            <a:off x="4335780" y="36233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7" name="rect-2-916">
            <a:extLst xmlns:a="http://schemas.openxmlformats.org/drawingml/2006/main">
              <a:ext uri="{FF2B5EF4-FFF2-40B4-BE49-F238E27FC236}">
                <a16:creationId xmlns:a16="http://schemas.microsoft.com/office/drawing/2014/main" id="{635E78B0-36C4-4A62-BD31-71CDDBDBA699}"/>
              </a:ext>
            </a:extLst>
          </p:cNvPr>
          <p:cNvSpPr>
            <a:spLocks xmlns:a="http://schemas.openxmlformats.org/drawingml/2006/main" noGrp="1"/>
          </p:cNvSpPr>
          <p:nvPr/>
        </p:nvSpPr>
        <p:spPr>
          <a:xfrm xmlns:a="http://schemas.openxmlformats.org/drawingml/2006/main">
            <a:off x="4377690" y="36233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8" name="rect-2-917">
            <a:extLst xmlns:a="http://schemas.openxmlformats.org/drawingml/2006/main">
              <a:ext uri="{FF2B5EF4-FFF2-40B4-BE49-F238E27FC236}">
                <a16:creationId xmlns:a16="http://schemas.microsoft.com/office/drawing/2014/main" id="{307D7611-0DD8-466C-ABC2-00ED924C7840}"/>
              </a:ext>
            </a:extLst>
          </p:cNvPr>
          <p:cNvSpPr>
            <a:spLocks xmlns:a="http://schemas.openxmlformats.org/drawingml/2006/main" noGrp="1"/>
          </p:cNvSpPr>
          <p:nvPr/>
        </p:nvSpPr>
        <p:spPr>
          <a:xfrm xmlns:a="http://schemas.openxmlformats.org/drawingml/2006/main">
            <a:off x="4419600" y="36233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19" name="rect-2-918">
            <a:extLst xmlns:a="http://schemas.openxmlformats.org/drawingml/2006/main">
              <a:ext uri="{FF2B5EF4-FFF2-40B4-BE49-F238E27FC236}">
                <a16:creationId xmlns:a16="http://schemas.microsoft.com/office/drawing/2014/main" id="{15558EBD-7549-4F09-BE82-CD1C468E4185}"/>
              </a:ext>
            </a:extLst>
          </p:cNvPr>
          <p:cNvSpPr>
            <a:spLocks xmlns:a="http://schemas.openxmlformats.org/drawingml/2006/main" noGrp="1"/>
          </p:cNvSpPr>
          <p:nvPr/>
        </p:nvSpPr>
        <p:spPr>
          <a:xfrm xmlns:a="http://schemas.openxmlformats.org/drawingml/2006/main">
            <a:off x="4461510" y="36233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0" name="rect-2-919">
            <a:extLst xmlns:a="http://schemas.openxmlformats.org/drawingml/2006/main">
              <a:ext uri="{FF2B5EF4-FFF2-40B4-BE49-F238E27FC236}">
                <a16:creationId xmlns:a16="http://schemas.microsoft.com/office/drawing/2014/main" id="{AB17F80A-3F28-4733-9A3F-E41480B8E6C4}"/>
              </a:ext>
            </a:extLst>
          </p:cNvPr>
          <p:cNvSpPr>
            <a:spLocks xmlns:a="http://schemas.openxmlformats.org/drawingml/2006/main" noGrp="1"/>
          </p:cNvSpPr>
          <p:nvPr/>
        </p:nvSpPr>
        <p:spPr>
          <a:xfrm xmlns:a="http://schemas.openxmlformats.org/drawingml/2006/main">
            <a:off x="4251960" y="36652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1" name="rect-2-920">
            <a:extLst xmlns:a="http://schemas.openxmlformats.org/drawingml/2006/main">
              <a:ext uri="{FF2B5EF4-FFF2-40B4-BE49-F238E27FC236}">
                <a16:creationId xmlns:a16="http://schemas.microsoft.com/office/drawing/2014/main" id="{079239A7-06A3-465B-84B9-279E79677B8A}"/>
              </a:ext>
            </a:extLst>
          </p:cNvPr>
          <p:cNvSpPr>
            <a:spLocks xmlns:a="http://schemas.openxmlformats.org/drawingml/2006/main" noGrp="1"/>
          </p:cNvSpPr>
          <p:nvPr/>
        </p:nvSpPr>
        <p:spPr>
          <a:xfrm xmlns:a="http://schemas.openxmlformats.org/drawingml/2006/main">
            <a:off x="4293870" y="36652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2" name="rect-2-921">
            <a:extLst xmlns:a="http://schemas.openxmlformats.org/drawingml/2006/main">
              <a:ext uri="{FF2B5EF4-FFF2-40B4-BE49-F238E27FC236}">
                <a16:creationId xmlns:a16="http://schemas.microsoft.com/office/drawing/2014/main" id="{1E18F0B9-A0AB-45F9-93C3-5C049CEAD8E9}"/>
              </a:ext>
            </a:extLst>
          </p:cNvPr>
          <p:cNvSpPr>
            <a:spLocks xmlns:a="http://schemas.openxmlformats.org/drawingml/2006/main" noGrp="1"/>
          </p:cNvSpPr>
          <p:nvPr/>
        </p:nvSpPr>
        <p:spPr>
          <a:xfrm xmlns:a="http://schemas.openxmlformats.org/drawingml/2006/main">
            <a:off x="4335780" y="36652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3" name="rect-2-922">
            <a:extLst xmlns:a="http://schemas.openxmlformats.org/drawingml/2006/main">
              <a:ext uri="{FF2B5EF4-FFF2-40B4-BE49-F238E27FC236}">
                <a16:creationId xmlns:a16="http://schemas.microsoft.com/office/drawing/2014/main" id="{2B50284C-9DB4-46FE-949F-77E4538E9DA7}"/>
              </a:ext>
            </a:extLst>
          </p:cNvPr>
          <p:cNvSpPr>
            <a:spLocks xmlns:a="http://schemas.openxmlformats.org/drawingml/2006/main" noGrp="1"/>
          </p:cNvSpPr>
          <p:nvPr/>
        </p:nvSpPr>
        <p:spPr>
          <a:xfrm xmlns:a="http://schemas.openxmlformats.org/drawingml/2006/main">
            <a:off x="4377690" y="36652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4" name="rect-2-923">
            <a:extLst xmlns:a="http://schemas.openxmlformats.org/drawingml/2006/main">
              <a:ext uri="{FF2B5EF4-FFF2-40B4-BE49-F238E27FC236}">
                <a16:creationId xmlns:a16="http://schemas.microsoft.com/office/drawing/2014/main" id="{9B325F36-6EB1-4791-8247-9DC75A15F72E}"/>
              </a:ext>
            </a:extLst>
          </p:cNvPr>
          <p:cNvSpPr>
            <a:spLocks xmlns:a="http://schemas.openxmlformats.org/drawingml/2006/main" noGrp="1"/>
          </p:cNvSpPr>
          <p:nvPr/>
        </p:nvSpPr>
        <p:spPr>
          <a:xfrm xmlns:a="http://schemas.openxmlformats.org/drawingml/2006/main">
            <a:off x="4419600" y="36652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5" name="rect-2-924">
            <a:extLst xmlns:a="http://schemas.openxmlformats.org/drawingml/2006/main">
              <a:ext uri="{FF2B5EF4-FFF2-40B4-BE49-F238E27FC236}">
                <a16:creationId xmlns:a16="http://schemas.microsoft.com/office/drawing/2014/main" id="{0F8564C8-83D4-4743-B49C-7DF27069A522}"/>
              </a:ext>
            </a:extLst>
          </p:cNvPr>
          <p:cNvSpPr>
            <a:spLocks xmlns:a="http://schemas.openxmlformats.org/drawingml/2006/main" noGrp="1"/>
          </p:cNvSpPr>
          <p:nvPr/>
        </p:nvSpPr>
        <p:spPr>
          <a:xfrm xmlns:a="http://schemas.openxmlformats.org/drawingml/2006/main">
            <a:off x="4461510" y="36652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6" name="rect-2-925">
            <a:extLst xmlns:a="http://schemas.openxmlformats.org/drawingml/2006/main">
              <a:ext uri="{FF2B5EF4-FFF2-40B4-BE49-F238E27FC236}">
                <a16:creationId xmlns:a16="http://schemas.microsoft.com/office/drawing/2014/main" id="{9F5D1283-FF8C-4CC5-9840-7BD0A1BCE9B9}"/>
              </a:ext>
            </a:extLst>
          </p:cNvPr>
          <p:cNvSpPr>
            <a:spLocks xmlns:a="http://schemas.openxmlformats.org/drawingml/2006/main" noGrp="1"/>
          </p:cNvSpPr>
          <p:nvPr/>
        </p:nvSpPr>
        <p:spPr>
          <a:xfrm xmlns:a="http://schemas.openxmlformats.org/drawingml/2006/main">
            <a:off x="4251960" y="37071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7" name="rect-2-926">
            <a:extLst xmlns:a="http://schemas.openxmlformats.org/drawingml/2006/main">
              <a:ext uri="{FF2B5EF4-FFF2-40B4-BE49-F238E27FC236}">
                <a16:creationId xmlns:a16="http://schemas.microsoft.com/office/drawing/2014/main" id="{26F5F872-4624-42AE-9714-6A5974B58069}"/>
              </a:ext>
            </a:extLst>
          </p:cNvPr>
          <p:cNvSpPr>
            <a:spLocks xmlns:a="http://schemas.openxmlformats.org/drawingml/2006/main" noGrp="1"/>
          </p:cNvSpPr>
          <p:nvPr/>
        </p:nvSpPr>
        <p:spPr>
          <a:xfrm xmlns:a="http://schemas.openxmlformats.org/drawingml/2006/main">
            <a:off x="4293870" y="37071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8" name="rect-2-927">
            <a:extLst xmlns:a="http://schemas.openxmlformats.org/drawingml/2006/main">
              <a:ext uri="{FF2B5EF4-FFF2-40B4-BE49-F238E27FC236}">
                <a16:creationId xmlns:a16="http://schemas.microsoft.com/office/drawing/2014/main" id="{98DD70BC-C8CC-4FF3-8DBA-024CC0F20634}"/>
              </a:ext>
            </a:extLst>
          </p:cNvPr>
          <p:cNvSpPr>
            <a:spLocks xmlns:a="http://schemas.openxmlformats.org/drawingml/2006/main" noGrp="1"/>
          </p:cNvSpPr>
          <p:nvPr/>
        </p:nvSpPr>
        <p:spPr>
          <a:xfrm xmlns:a="http://schemas.openxmlformats.org/drawingml/2006/main">
            <a:off x="4335780" y="37071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29" name="rect-2-928">
            <a:extLst xmlns:a="http://schemas.openxmlformats.org/drawingml/2006/main">
              <a:ext uri="{FF2B5EF4-FFF2-40B4-BE49-F238E27FC236}">
                <a16:creationId xmlns:a16="http://schemas.microsoft.com/office/drawing/2014/main" id="{C74998CB-7B17-4B75-8FD2-7E3E128342E8}"/>
              </a:ext>
            </a:extLst>
          </p:cNvPr>
          <p:cNvSpPr>
            <a:spLocks xmlns:a="http://schemas.openxmlformats.org/drawingml/2006/main" noGrp="1"/>
          </p:cNvSpPr>
          <p:nvPr/>
        </p:nvSpPr>
        <p:spPr>
          <a:xfrm xmlns:a="http://schemas.openxmlformats.org/drawingml/2006/main">
            <a:off x="4419600" y="37071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0" name="rect-2-929">
            <a:extLst xmlns:a="http://schemas.openxmlformats.org/drawingml/2006/main">
              <a:ext uri="{FF2B5EF4-FFF2-40B4-BE49-F238E27FC236}">
                <a16:creationId xmlns:a16="http://schemas.microsoft.com/office/drawing/2014/main" id="{19CD21C1-FFB0-4198-97BE-5A4468A0E02F}"/>
              </a:ext>
            </a:extLst>
          </p:cNvPr>
          <p:cNvSpPr>
            <a:spLocks xmlns:a="http://schemas.openxmlformats.org/drawingml/2006/main" noGrp="1"/>
          </p:cNvSpPr>
          <p:nvPr/>
        </p:nvSpPr>
        <p:spPr>
          <a:xfrm xmlns:a="http://schemas.openxmlformats.org/drawingml/2006/main">
            <a:off x="4251960" y="37490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1" name="rect-2-930">
            <a:extLst xmlns:a="http://schemas.openxmlformats.org/drawingml/2006/main">
              <a:ext uri="{FF2B5EF4-FFF2-40B4-BE49-F238E27FC236}">
                <a16:creationId xmlns:a16="http://schemas.microsoft.com/office/drawing/2014/main" id="{1635741C-94EC-4CC7-8AC3-371E5A1F1B8B}"/>
              </a:ext>
            </a:extLst>
          </p:cNvPr>
          <p:cNvSpPr>
            <a:spLocks xmlns:a="http://schemas.openxmlformats.org/drawingml/2006/main" noGrp="1"/>
          </p:cNvSpPr>
          <p:nvPr/>
        </p:nvSpPr>
        <p:spPr>
          <a:xfrm xmlns:a="http://schemas.openxmlformats.org/drawingml/2006/main">
            <a:off x="4293870" y="37490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2" name="rect-2-931">
            <a:extLst xmlns:a="http://schemas.openxmlformats.org/drawingml/2006/main">
              <a:ext uri="{FF2B5EF4-FFF2-40B4-BE49-F238E27FC236}">
                <a16:creationId xmlns:a16="http://schemas.microsoft.com/office/drawing/2014/main" id="{D87FBF76-D3A4-46F0-A0C6-7864312BA17D}"/>
              </a:ext>
            </a:extLst>
          </p:cNvPr>
          <p:cNvSpPr>
            <a:spLocks xmlns:a="http://schemas.openxmlformats.org/drawingml/2006/main" noGrp="1"/>
          </p:cNvSpPr>
          <p:nvPr/>
        </p:nvSpPr>
        <p:spPr>
          <a:xfrm xmlns:a="http://schemas.openxmlformats.org/drawingml/2006/main">
            <a:off x="4377690" y="37490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3" name="rect-2-932">
            <a:extLst xmlns:a="http://schemas.openxmlformats.org/drawingml/2006/main">
              <a:ext uri="{FF2B5EF4-FFF2-40B4-BE49-F238E27FC236}">
                <a16:creationId xmlns:a16="http://schemas.microsoft.com/office/drawing/2014/main" id="{C74B2672-746D-4E01-83D1-41B2DE42FE82}"/>
              </a:ext>
            </a:extLst>
          </p:cNvPr>
          <p:cNvSpPr>
            <a:spLocks xmlns:a="http://schemas.openxmlformats.org/drawingml/2006/main" noGrp="1"/>
          </p:cNvSpPr>
          <p:nvPr/>
        </p:nvSpPr>
        <p:spPr>
          <a:xfrm xmlns:a="http://schemas.openxmlformats.org/drawingml/2006/main">
            <a:off x="4419600" y="37490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4" name="rect-2-933">
            <a:extLst xmlns:a="http://schemas.openxmlformats.org/drawingml/2006/main">
              <a:ext uri="{FF2B5EF4-FFF2-40B4-BE49-F238E27FC236}">
                <a16:creationId xmlns:a16="http://schemas.microsoft.com/office/drawing/2014/main" id="{BBDF4FAD-C341-4C43-85F8-AD3140D5C658}"/>
              </a:ext>
            </a:extLst>
          </p:cNvPr>
          <p:cNvSpPr>
            <a:spLocks xmlns:a="http://schemas.openxmlformats.org/drawingml/2006/main" noGrp="1"/>
          </p:cNvSpPr>
          <p:nvPr/>
        </p:nvSpPr>
        <p:spPr>
          <a:xfrm xmlns:a="http://schemas.openxmlformats.org/drawingml/2006/main">
            <a:off x="4461510" y="37490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5" name="rect-2-934">
            <a:extLst xmlns:a="http://schemas.openxmlformats.org/drawingml/2006/main">
              <a:ext uri="{FF2B5EF4-FFF2-40B4-BE49-F238E27FC236}">
                <a16:creationId xmlns:a16="http://schemas.microsoft.com/office/drawing/2014/main" id="{B09E5B2D-CEFC-4B49-9584-46DAFF1B39F3}"/>
              </a:ext>
            </a:extLst>
          </p:cNvPr>
          <p:cNvSpPr>
            <a:spLocks xmlns:a="http://schemas.openxmlformats.org/drawingml/2006/main" noGrp="1"/>
          </p:cNvSpPr>
          <p:nvPr/>
        </p:nvSpPr>
        <p:spPr>
          <a:xfrm xmlns:a="http://schemas.openxmlformats.org/drawingml/2006/main">
            <a:off x="4251960" y="37909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6" name="rect-2-935">
            <a:extLst xmlns:a="http://schemas.openxmlformats.org/drawingml/2006/main">
              <a:ext uri="{FF2B5EF4-FFF2-40B4-BE49-F238E27FC236}">
                <a16:creationId xmlns:a16="http://schemas.microsoft.com/office/drawing/2014/main" id="{E4B3D229-0A0D-4602-A24C-8259D47C9787}"/>
              </a:ext>
            </a:extLst>
          </p:cNvPr>
          <p:cNvSpPr>
            <a:spLocks xmlns:a="http://schemas.openxmlformats.org/drawingml/2006/main" noGrp="1"/>
          </p:cNvSpPr>
          <p:nvPr/>
        </p:nvSpPr>
        <p:spPr>
          <a:xfrm xmlns:a="http://schemas.openxmlformats.org/drawingml/2006/main">
            <a:off x="4293870" y="37909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7" name="rect-2-936">
            <a:extLst xmlns:a="http://schemas.openxmlformats.org/drawingml/2006/main">
              <a:ext uri="{FF2B5EF4-FFF2-40B4-BE49-F238E27FC236}">
                <a16:creationId xmlns:a16="http://schemas.microsoft.com/office/drawing/2014/main" id="{399A8CD4-675E-42B1-87FE-522607D49BBA}"/>
              </a:ext>
            </a:extLst>
          </p:cNvPr>
          <p:cNvSpPr>
            <a:spLocks xmlns:a="http://schemas.openxmlformats.org/drawingml/2006/main" noGrp="1"/>
          </p:cNvSpPr>
          <p:nvPr/>
        </p:nvSpPr>
        <p:spPr>
          <a:xfrm xmlns:a="http://schemas.openxmlformats.org/drawingml/2006/main">
            <a:off x="4335780" y="37909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8" name="rect-2-937">
            <a:extLst xmlns:a="http://schemas.openxmlformats.org/drawingml/2006/main">
              <a:ext uri="{FF2B5EF4-FFF2-40B4-BE49-F238E27FC236}">
                <a16:creationId xmlns:a16="http://schemas.microsoft.com/office/drawing/2014/main" id="{585A5E9E-1C34-4371-88A9-D39AAAC3C8BC}"/>
              </a:ext>
            </a:extLst>
          </p:cNvPr>
          <p:cNvSpPr>
            <a:spLocks xmlns:a="http://schemas.openxmlformats.org/drawingml/2006/main" noGrp="1"/>
          </p:cNvSpPr>
          <p:nvPr/>
        </p:nvSpPr>
        <p:spPr>
          <a:xfrm xmlns:a="http://schemas.openxmlformats.org/drawingml/2006/main">
            <a:off x="4377690" y="37909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39" name="rect-2-938">
            <a:extLst xmlns:a="http://schemas.openxmlformats.org/drawingml/2006/main">
              <a:ext uri="{FF2B5EF4-FFF2-40B4-BE49-F238E27FC236}">
                <a16:creationId xmlns:a16="http://schemas.microsoft.com/office/drawing/2014/main" id="{6EA4D837-38BF-4849-8C3F-B75305119A22}"/>
              </a:ext>
            </a:extLst>
          </p:cNvPr>
          <p:cNvSpPr>
            <a:spLocks xmlns:a="http://schemas.openxmlformats.org/drawingml/2006/main" noGrp="1"/>
          </p:cNvSpPr>
          <p:nvPr/>
        </p:nvSpPr>
        <p:spPr>
          <a:xfrm xmlns:a="http://schemas.openxmlformats.org/drawingml/2006/main">
            <a:off x="4419600" y="37909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0" name="rect-2-939">
            <a:extLst xmlns:a="http://schemas.openxmlformats.org/drawingml/2006/main">
              <a:ext uri="{FF2B5EF4-FFF2-40B4-BE49-F238E27FC236}">
                <a16:creationId xmlns:a16="http://schemas.microsoft.com/office/drawing/2014/main" id="{488497E4-B6F5-440A-90AC-D6F0F85A4575}"/>
              </a:ext>
            </a:extLst>
          </p:cNvPr>
          <p:cNvSpPr>
            <a:spLocks xmlns:a="http://schemas.openxmlformats.org/drawingml/2006/main" noGrp="1"/>
          </p:cNvSpPr>
          <p:nvPr/>
        </p:nvSpPr>
        <p:spPr>
          <a:xfrm xmlns:a="http://schemas.openxmlformats.org/drawingml/2006/main">
            <a:off x="4461510" y="37909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1" name="rect-2-940">
            <a:extLst xmlns:a="http://schemas.openxmlformats.org/drawingml/2006/main">
              <a:ext uri="{FF2B5EF4-FFF2-40B4-BE49-F238E27FC236}">
                <a16:creationId xmlns:a16="http://schemas.microsoft.com/office/drawing/2014/main" id="{AA226814-FD4C-45A5-9DB5-58C48B51FE9C}"/>
              </a:ext>
            </a:extLst>
          </p:cNvPr>
          <p:cNvSpPr>
            <a:spLocks xmlns:a="http://schemas.openxmlformats.org/drawingml/2006/main" noGrp="1"/>
          </p:cNvSpPr>
          <p:nvPr/>
        </p:nvSpPr>
        <p:spPr>
          <a:xfrm xmlns:a="http://schemas.openxmlformats.org/drawingml/2006/main">
            <a:off x="4251960" y="38328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2" name="rect-2-941">
            <a:extLst xmlns:a="http://schemas.openxmlformats.org/drawingml/2006/main">
              <a:ext uri="{FF2B5EF4-FFF2-40B4-BE49-F238E27FC236}">
                <a16:creationId xmlns:a16="http://schemas.microsoft.com/office/drawing/2014/main" id="{053BAEA3-0C75-4667-9344-17DDB98EE4BC}"/>
              </a:ext>
            </a:extLst>
          </p:cNvPr>
          <p:cNvSpPr>
            <a:spLocks xmlns:a="http://schemas.openxmlformats.org/drawingml/2006/main" noGrp="1"/>
          </p:cNvSpPr>
          <p:nvPr/>
        </p:nvSpPr>
        <p:spPr>
          <a:xfrm xmlns:a="http://schemas.openxmlformats.org/drawingml/2006/main">
            <a:off x="4293870" y="38328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3" name="rect-2-942">
            <a:extLst xmlns:a="http://schemas.openxmlformats.org/drawingml/2006/main">
              <a:ext uri="{FF2B5EF4-FFF2-40B4-BE49-F238E27FC236}">
                <a16:creationId xmlns:a16="http://schemas.microsoft.com/office/drawing/2014/main" id="{4B3ECBE1-4277-4F4C-8ADF-58944B5198F3}"/>
              </a:ext>
            </a:extLst>
          </p:cNvPr>
          <p:cNvSpPr>
            <a:spLocks xmlns:a="http://schemas.openxmlformats.org/drawingml/2006/main" noGrp="1"/>
          </p:cNvSpPr>
          <p:nvPr/>
        </p:nvSpPr>
        <p:spPr>
          <a:xfrm xmlns:a="http://schemas.openxmlformats.org/drawingml/2006/main">
            <a:off x="4335780" y="38328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4" name="rect-2-943">
            <a:extLst xmlns:a="http://schemas.openxmlformats.org/drawingml/2006/main">
              <a:ext uri="{FF2B5EF4-FFF2-40B4-BE49-F238E27FC236}">
                <a16:creationId xmlns:a16="http://schemas.microsoft.com/office/drawing/2014/main" id="{7B9E4381-F9AB-4CC6-8298-E85F3631062F}"/>
              </a:ext>
            </a:extLst>
          </p:cNvPr>
          <p:cNvSpPr>
            <a:spLocks xmlns:a="http://schemas.openxmlformats.org/drawingml/2006/main" noGrp="1"/>
          </p:cNvSpPr>
          <p:nvPr/>
        </p:nvSpPr>
        <p:spPr>
          <a:xfrm xmlns:a="http://schemas.openxmlformats.org/drawingml/2006/main">
            <a:off x="4377690" y="38328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5" name="rect-2-944">
            <a:extLst xmlns:a="http://schemas.openxmlformats.org/drawingml/2006/main">
              <a:ext uri="{FF2B5EF4-FFF2-40B4-BE49-F238E27FC236}">
                <a16:creationId xmlns:a16="http://schemas.microsoft.com/office/drawing/2014/main" id="{6B9BE692-7901-4C37-8921-DE6EDF50F5CA}"/>
              </a:ext>
            </a:extLst>
          </p:cNvPr>
          <p:cNvSpPr>
            <a:spLocks xmlns:a="http://schemas.openxmlformats.org/drawingml/2006/main" noGrp="1"/>
          </p:cNvSpPr>
          <p:nvPr/>
        </p:nvSpPr>
        <p:spPr>
          <a:xfrm xmlns:a="http://schemas.openxmlformats.org/drawingml/2006/main">
            <a:off x="4168140" y="38747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6" name="rect-2-945">
            <a:extLst xmlns:a="http://schemas.openxmlformats.org/drawingml/2006/main">
              <a:ext uri="{FF2B5EF4-FFF2-40B4-BE49-F238E27FC236}">
                <a16:creationId xmlns:a16="http://schemas.microsoft.com/office/drawing/2014/main" id="{2DEBEE4C-1EC6-43E6-AD5F-486454E485CE}"/>
              </a:ext>
            </a:extLst>
          </p:cNvPr>
          <p:cNvSpPr>
            <a:spLocks xmlns:a="http://schemas.openxmlformats.org/drawingml/2006/main" noGrp="1"/>
          </p:cNvSpPr>
          <p:nvPr/>
        </p:nvSpPr>
        <p:spPr>
          <a:xfrm xmlns:a="http://schemas.openxmlformats.org/drawingml/2006/main">
            <a:off x="4210050" y="38747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7" name="rect-2-946">
            <a:extLst xmlns:a="http://schemas.openxmlformats.org/drawingml/2006/main">
              <a:ext uri="{FF2B5EF4-FFF2-40B4-BE49-F238E27FC236}">
                <a16:creationId xmlns:a16="http://schemas.microsoft.com/office/drawing/2014/main" id="{BF71CA3F-429C-476E-BD4B-082348D54B26}"/>
              </a:ext>
            </a:extLst>
          </p:cNvPr>
          <p:cNvSpPr>
            <a:spLocks xmlns:a="http://schemas.openxmlformats.org/drawingml/2006/main" noGrp="1"/>
          </p:cNvSpPr>
          <p:nvPr/>
        </p:nvSpPr>
        <p:spPr>
          <a:xfrm xmlns:a="http://schemas.openxmlformats.org/drawingml/2006/main">
            <a:off x="4251960" y="38747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8" name="rect-2-947">
            <a:extLst xmlns:a="http://schemas.openxmlformats.org/drawingml/2006/main">
              <a:ext uri="{FF2B5EF4-FFF2-40B4-BE49-F238E27FC236}">
                <a16:creationId xmlns:a16="http://schemas.microsoft.com/office/drawing/2014/main" id="{A7B47F06-18F2-42D3-9D5B-F5885FE35E81}"/>
              </a:ext>
            </a:extLst>
          </p:cNvPr>
          <p:cNvSpPr>
            <a:spLocks xmlns:a="http://schemas.openxmlformats.org/drawingml/2006/main" noGrp="1"/>
          </p:cNvSpPr>
          <p:nvPr/>
        </p:nvSpPr>
        <p:spPr>
          <a:xfrm xmlns:a="http://schemas.openxmlformats.org/drawingml/2006/main">
            <a:off x="4293870" y="38747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49" name="rect-2-948">
            <a:extLst xmlns:a="http://schemas.openxmlformats.org/drawingml/2006/main">
              <a:ext uri="{FF2B5EF4-FFF2-40B4-BE49-F238E27FC236}">
                <a16:creationId xmlns:a16="http://schemas.microsoft.com/office/drawing/2014/main" id="{AF61ED32-65D1-408E-9622-EF496BDB7BDF}"/>
              </a:ext>
            </a:extLst>
          </p:cNvPr>
          <p:cNvSpPr>
            <a:spLocks xmlns:a="http://schemas.openxmlformats.org/drawingml/2006/main" noGrp="1"/>
          </p:cNvSpPr>
          <p:nvPr/>
        </p:nvSpPr>
        <p:spPr>
          <a:xfrm xmlns:a="http://schemas.openxmlformats.org/drawingml/2006/main">
            <a:off x="4335780" y="38747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0" name="rect-2-949">
            <a:extLst xmlns:a="http://schemas.openxmlformats.org/drawingml/2006/main">
              <a:ext uri="{FF2B5EF4-FFF2-40B4-BE49-F238E27FC236}">
                <a16:creationId xmlns:a16="http://schemas.microsoft.com/office/drawing/2014/main" id="{9910DDAF-46D6-41A1-B790-8F6C03CA3091}"/>
              </a:ext>
            </a:extLst>
          </p:cNvPr>
          <p:cNvSpPr>
            <a:spLocks xmlns:a="http://schemas.openxmlformats.org/drawingml/2006/main" noGrp="1"/>
          </p:cNvSpPr>
          <p:nvPr/>
        </p:nvSpPr>
        <p:spPr>
          <a:xfrm xmlns:a="http://schemas.openxmlformats.org/drawingml/2006/main">
            <a:off x="4168140" y="39166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1" name="rect-2-950">
            <a:extLst xmlns:a="http://schemas.openxmlformats.org/drawingml/2006/main">
              <a:ext uri="{FF2B5EF4-FFF2-40B4-BE49-F238E27FC236}">
                <a16:creationId xmlns:a16="http://schemas.microsoft.com/office/drawing/2014/main" id="{356D742F-39C1-4309-9C3E-2C9019124E7B}"/>
              </a:ext>
            </a:extLst>
          </p:cNvPr>
          <p:cNvSpPr>
            <a:spLocks xmlns:a="http://schemas.openxmlformats.org/drawingml/2006/main" noGrp="1"/>
          </p:cNvSpPr>
          <p:nvPr/>
        </p:nvSpPr>
        <p:spPr>
          <a:xfrm xmlns:a="http://schemas.openxmlformats.org/drawingml/2006/main">
            <a:off x="4210050" y="39166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2" name="rect-2-951">
            <a:extLst xmlns:a="http://schemas.openxmlformats.org/drawingml/2006/main">
              <a:ext uri="{FF2B5EF4-FFF2-40B4-BE49-F238E27FC236}">
                <a16:creationId xmlns:a16="http://schemas.microsoft.com/office/drawing/2014/main" id="{39B7E092-1A22-47BF-89C3-A80D545797DA}"/>
              </a:ext>
            </a:extLst>
          </p:cNvPr>
          <p:cNvSpPr>
            <a:spLocks xmlns:a="http://schemas.openxmlformats.org/drawingml/2006/main" noGrp="1"/>
          </p:cNvSpPr>
          <p:nvPr/>
        </p:nvSpPr>
        <p:spPr>
          <a:xfrm xmlns:a="http://schemas.openxmlformats.org/drawingml/2006/main">
            <a:off x="4251960" y="39166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3" name="rect-2-952">
            <a:extLst xmlns:a="http://schemas.openxmlformats.org/drawingml/2006/main">
              <a:ext uri="{FF2B5EF4-FFF2-40B4-BE49-F238E27FC236}">
                <a16:creationId xmlns:a16="http://schemas.microsoft.com/office/drawing/2014/main" id="{84D0B16C-16AE-476C-AB2D-71A591758FA2}"/>
              </a:ext>
            </a:extLst>
          </p:cNvPr>
          <p:cNvSpPr>
            <a:spLocks xmlns:a="http://schemas.openxmlformats.org/drawingml/2006/main" noGrp="1"/>
          </p:cNvSpPr>
          <p:nvPr/>
        </p:nvSpPr>
        <p:spPr>
          <a:xfrm xmlns:a="http://schemas.openxmlformats.org/drawingml/2006/main">
            <a:off x="4293870" y="39166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4" name="rect-2-953">
            <a:extLst xmlns:a="http://schemas.openxmlformats.org/drawingml/2006/main">
              <a:ext uri="{FF2B5EF4-FFF2-40B4-BE49-F238E27FC236}">
                <a16:creationId xmlns:a16="http://schemas.microsoft.com/office/drawing/2014/main" id="{BCC05827-C047-4DF3-8EC1-2D7ECEBF7E1E}"/>
              </a:ext>
            </a:extLst>
          </p:cNvPr>
          <p:cNvSpPr>
            <a:spLocks xmlns:a="http://schemas.openxmlformats.org/drawingml/2006/main" noGrp="1"/>
          </p:cNvSpPr>
          <p:nvPr/>
        </p:nvSpPr>
        <p:spPr>
          <a:xfrm xmlns:a="http://schemas.openxmlformats.org/drawingml/2006/main">
            <a:off x="4335780" y="39166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5" name="rect-2-954">
            <a:extLst xmlns:a="http://schemas.openxmlformats.org/drawingml/2006/main">
              <a:ext uri="{FF2B5EF4-FFF2-40B4-BE49-F238E27FC236}">
                <a16:creationId xmlns:a16="http://schemas.microsoft.com/office/drawing/2014/main" id="{9D0D950F-E70E-40C9-90C1-B8F2B4CDEFBC}"/>
              </a:ext>
            </a:extLst>
          </p:cNvPr>
          <p:cNvSpPr>
            <a:spLocks xmlns:a="http://schemas.openxmlformats.org/drawingml/2006/main" noGrp="1"/>
          </p:cNvSpPr>
          <p:nvPr/>
        </p:nvSpPr>
        <p:spPr>
          <a:xfrm xmlns:a="http://schemas.openxmlformats.org/drawingml/2006/main">
            <a:off x="4377690" y="39166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6" name="rect-2-955">
            <a:extLst xmlns:a="http://schemas.openxmlformats.org/drawingml/2006/main">
              <a:ext uri="{FF2B5EF4-FFF2-40B4-BE49-F238E27FC236}">
                <a16:creationId xmlns:a16="http://schemas.microsoft.com/office/drawing/2014/main" id="{4DC0A5F0-4AC8-4B57-99D1-57877EAB3AF7}"/>
              </a:ext>
            </a:extLst>
          </p:cNvPr>
          <p:cNvSpPr>
            <a:spLocks xmlns:a="http://schemas.openxmlformats.org/drawingml/2006/main" noGrp="1"/>
          </p:cNvSpPr>
          <p:nvPr/>
        </p:nvSpPr>
        <p:spPr>
          <a:xfrm xmlns:a="http://schemas.openxmlformats.org/drawingml/2006/main">
            <a:off x="4210050" y="39585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7" name="rect-2-956">
            <a:extLst xmlns:a="http://schemas.openxmlformats.org/drawingml/2006/main">
              <a:ext uri="{FF2B5EF4-FFF2-40B4-BE49-F238E27FC236}">
                <a16:creationId xmlns:a16="http://schemas.microsoft.com/office/drawing/2014/main" id="{8CEC888D-13C5-4C48-A33F-57C1F33396A3}"/>
              </a:ext>
            </a:extLst>
          </p:cNvPr>
          <p:cNvSpPr>
            <a:spLocks xmlns:a="http://schemas.openxmlformats.org/drawingml/2006/main" noGrp="1"/>
          </p:cNvSpPr>
          <p:nvPr/>
        </p:nvSpPr>
        <p:spPr>
          <a:xfrm xmlns:a="http://schemas.openxmlformats.org/drawingml/2006/main">
            <a:off x="4251960" y="39585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8" name="rect-2-957">
            <a:extLst xmlns:a="http://schemas.openxmlformats.org/drawingml/2006/main">
              <a:ext uri="{FF2B5EF4-FFF2-40B4-BE49-F238E27FC236}">
                <a16:creationId xmlns:a16="http://schemas.microsoft.com/office/drawing/2014/main" id="{A0FD930C-BEAF-4CD0-AB05-5FCF2488DAD6}"/>
              </a:ext>
            </a:extLst>
          </p:cNvPr>
          <p:cNvSpPr>
            <a:spLocks xmlns:a="http://schemas.openxmlformats.org/drawingml/2006/main" noGrp="1"/>
          </p:cNvSpPr>
          <p:nvPr/>
        </p:nvSpPr>
        <p:spPr>
          <a:xfrm xmlns:a="http://schemas.openxmlformats.org/drawingml/2006/main">
            <a:off x="4293870" y="39585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59" name="rect-2-958">
            <a:extLst xmlns:a="http://schemas.openxmlformats.org/drawingml/2006/main">
              <a:ext uri="{FF2B5EF4-FFF2-40B4-BE49-F238E27FC236}">
                <a16:creationId xmlns:a16="http://schemas.microsoft.com/office/drawing/2014/main" id="{FE9CE845-72E3-4C7B-878E-551A7EFDCA79}"/>
              </a:ext>
            </a:extLst>
          </p:cNvPr>
          <p:cNvSpPr>
            <a:spLocks xmlns:a="http://schemas.openxmlformats.org/drawingml/2006/main" noGrp="1"/>
          </p:cNvSpPr>
          <p:nvPr/>
        </p:nvSpPr>
        <p:spPr>
          <a:xfrm xmlns:a="http://schemas.openxmlformats.org/drawingml/2006/main">
            <a:off x="4335780" y="39585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0" name="rect-2-959">
            <a:extLst xmlns:a="http://schemas.openxmlformats.org/drawingml/2006/main">
              <a:ext uri="{FF2B5EF4-FFF2-40B4-BE49-F238E27FC236}">
                <a16:creationId xmlns:a16="http://schemas.microsoft.com/office/drawing/2014/main" id="{8C3A6BF0-1CED-45CD-B71D-5047C34D1B7D}"/>
              </a:ext>
            </a:extLst>
          </p:cNvPr>
          <p:cNvSpPr>
            <a:spLocks xmlns:a="http://schemas.openxmlformats.org/drawingml/2006/main" noGrp="1"/>
          </p:cNvSpPr>
          <p:nvPr/>
        </p:nvSpPr>
        <p:spPr>
          <a:xfrm xmlns:a="http://schemas.openxmlformats.org/drawingml/2006/main">
            <a:off x="4377690" y="39585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1" name="rect-2-960">
            <a:extLst xmlns:a="http://schemas.openxmlformats.org/drawingml/2006/main">
              <a:ext uri="{FF2B5EF4-FFF2-40B4-BE49-F238E27FC236}">
                <a16:creationId xmlns:a16="http://schemas.microsoft.com/office/drawing/2014/main" id="{0369351F-DFA0-4389-B926-928547ECDCA6}"/>
              </a:ext>
            </a:extLst>
          </p:cNvPr>
          <p:cNvSpPr>
            <a:spLocks xmlns:a="http://schemas.openxmlformats.org/drawingml/2006/main" noGrp="1"/>
          </p:cNvSpPr>
          <p:nvPr/>
        </p:nvSpPr>
        <p:spPr>
          <a:xfrm xmlns:a="http://schemas.openxmlformats.org/drawingml/2006/main">
            <a:off x="4210050" y="40005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2" name="rect-2-961">
            <a:extLst xmlns:a="http://schemas.openxmlformats.org/drawingml/2006/main">
              <a:ext uri="{FF2B5EF4-FFF2-40B4-BE49-F238E27FC236}">
                <a16:creationId xmlns:a16="http://schemas.microsoft.com/office/drawing/2014/main" id="{02B81A53-A237-4D55-8CC7-6714796EB38A}"/>
              </a:ext>
            </a:extLst>
          </p:cNvPr>
          <p:cNvSpPr>
            <a:spLocks xmlns:a="http://schemas.openxmlformats.org/drawingml/2006/main" noGrp="1"/>
          </p:cNvSpPr>
          <p:nvPr/>
        </p:nvSpPr>
        <p:spPr>
          <a:xfrm xmlns:a="http://schemas.openxmlformats.org/drawingml/2006/main">
            <a:off x="4251960" y="40005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3" name="rect-2-962">
            <a:extLst xmlns:a="http://schemas.openxmlformats.org/drawingml/2006/main">
              <a:ext uri="{FF2B5EF4-FFF2-40B4-BE49-F238E27FC236}">
                <a16:creationId xmlns:a16="http://schemas.microsoft.com/office/drawing/2014/main" id="{FB9082D6-3F45-4BC2-A165-43B2FA60EC6B}"/>
              </a:ext>
            </a:extLst>
          </p:cNvPr>
          <p:cNvSpPr>
            <a:spLocks xmlns:a="http://schemas.openxmlformats.org/drawingml/2006/main" noGrp="1"/>
          </p:cNvSpPr>
          <p:nvPr/>
        </p:nvSpPr>
        <p:spPr>
          <a:xfrm xmlns:a="http://schemas.openxmlformats.org/drawingml/2006/main">
            <a:off x="4293870" y="40005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4" name="rect-2-963">
            <a:extLst xmlns:a="http://schemas.openxmlformats.org/drawingml/2006/main">
              <a:ext uri="{FF2B5EF4-FFF2-40B4-BE49-F238E27FC236}">
                <a16:creationId xmlns:a16="http://schemas.microsoft.com/office/drawing/2014/main" id="{6591B5F1-8A2C-4380-AB1C-95B9C4E1779A}"/>
              </a:ext>
            </a:extLst>
          </p:cNvPr>
          <p:cNvSpPr>
            <a:spLocks xmlns:a="http://schemas.openxmlformats.org/drawingml/2006/main" noGrp="1"/>
          </p:cNvSpPr>
          <p:nvPr/>
        </p:nvSpPr>
        <p:spPr>
          <a:xfrm xmlns:a="http://schemas.openxmlformats.org/drawingml/2006/main">
            <a:off x="4335780" y="40005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5" name="rect-2-964">
            <a:extLst xmlns:a="http://schemas.openxmlformats.org/drawingml/2006/main">
              <a:ext uri="{FF2B5EF4-FFF2-40B4-BE49-F238E27FC236}">
                <a16:creationId xmlns:a16="http://schemas.microsoft.com/office/drawing/2014/main" id="{6AC0A816-F185-4913-B080-658C73D12EFA}"/>
              </a:ext>
            </a:extLst>
          </p:cNvPr>
          <p:cNvSpPr>
            <a:spLocks xmlns:a="http://schemas.openxmlformats.org/drawingml/2006/main" noGrp="1"/>
          </p:cNvSpPr>
          <p:nvPr/>
        </p:nvSpPr>
        <p:spPr>
          <a:xfrm xmlns:a="http://schemas.openxmlformats.org/drawingml/2006/main">
            <a:off x="4210050" y="40424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6" name="rect-2-965">
            <a:extLst xmlns:a="http://schemas.openxmlformats.org/drawingml/2006/main">
              <a:ext uri="{FF2B5EF4-FFF2-40B4-BE49-F238E27FC236}">
                <a16:creationId xmlns:a16="http://schemas.microsoft.com/office/drawing/2014/main" id="{D35AD69B-6449-43AD-8831-D5507DE6640F}"/>
              </a:ext>
            </a:extLst>
          </p:cNvPr>
          <p:cNvSpPr>
            <a:spLocks xmlns:a="http://schemas.openxmlformats.org/drawingml/2006/main" noGrp="1"/>
          </p:cNvSpPr>
          <p:nvPr/>
        </p:nvSpPr>
        <p:spPr>
          <a:xfrm xmlns:a="http://schemas.openxmlformats.org/drawingml/2006/main">
            <a:off x="4251960" y="40424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7" name="rect-2-966">
            <a:extLst xmlns:a="http://schemas.openxmlformats.org/drawingml/2006/main">
              <a:ext uri="{FF2B5EF4-FFF2-40B4-BE49-F238E27FC236}">
                <a16:creationId xmlns:a16="http://schemas.microsoft.com/office/drawing/2014/main" id="{98008047-3601-4D4F-B051-7BB8D9BE297A}"/>
              </a:ext>
            </a:extLst>
          </p:cNvPr>
          <p:cNvSpPr>
            <a:spLocks xmlns:a="http://schemas.openxmlformats.org/drawingml/2006/main" noGrp="1"/>
          </p:cNvSpPr>
          <p:nvPr/>
        </p:nvSpPr>
        <p:spPr>
          <a:xfrm xmlns:a="http://schemas.openxmlformats.org/drawingml/2006/main">
            <a:off x="4293870" y="40424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8" name="rect-2-967">
            <a:extLst xmlns:a="http://schemas.openxmlformats.org/drawingml/2006/main">
              <a:ext uri="{FF2B5EF4-FFF2-40B4-BE49-F238E27FC236}">
                <a16:creationId xmlns:a16="http://schemas.microsoft.com/office/drawing/2014/main" id="{F34BB311-A958-40D1-9F31-842E98305C95}"/>
              </a:ext>
            </a:extLst>
          </p:cNvPr>
          <p:cNvSpPr>
            <a:spLocks xmlns:a="http://schemas.openxmlformats.org/drawingml/2006/main" noGrp="1"/>
          </p:cNvSpPr>
          <p:nvPr/>
        </p:nvSpPr>
        <p:spPr>
          <a:xfrm xmlns:a="http://schemas.openxmlformats.org/drawingml/2006/main">
            <a:off x="4335780" y="40424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69" name="rect-2-968">
            <a:extLst xmlns:a="http://schemas.openxmlformats.org/drawingml/2006/main">
              <a:ext uri="{FF2B5EF4-FFF2-40B4-BE49-F238E27FC236}">
                <a16:creationId xmlns:a16="http://schemas.microsoft.com/office/drawing/2014/main" id="{A34A1076-1656-4309-904B-071D06E9685C}"/>
              </a:ext>
            </a:extLst>
          </p:cNvPr>
          <p:cNvSpPr>
            <a:spLocks xmlns:a="http://schemas.openxmlformats.org/drawingml/2006/main" noGrp="1"/>
          </p:cNvSpPr>
          <p:nvPr/>
        </p:nvSpPr>
        <p:spPr>
          <a:xfrm xmlns:a="http://schemas.openxmlformats.org/drawingml/2006/main">
            <a:off x="4126230" y="40843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0" name="rect-2-969">
            <a:extLst xmlns:a="http://schemas.openxmlformats.org/drawingml/2006/main">
              <a:ext uri="{FF2B5EF4-FFF2-40B4-BE49-F238E27FC236}">
                <a16:creationId xmlns:a16="http://schemas.microsoft.com/office/drawing/2014/main" id="{8F446E41-8064-4AC1-8D85-B71893543958}"/>
              </a:ext>
            </a:extLst>
          </p:cNvPr>
          <p:cNvSpPr>
            <a:spLocks xmlns:a="http://schemas.openxmlformats.org/drawingml/2006/main" noGrp="1"/>
          </p:cNvSpPr>
          <p:nvPr/>
        </p:nvSpPr>
        <p:spPr>
          <a:xfrm xmlns:a="http://schemas.openxmlformats.org/drawingml/2006/main">
            <a:off x="4168140" y="40843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1" name="rect-2-970">
            <a:extLst xmlns:a="http://schemas.openxmlformats.org/drawingml/2006/main">
              <a:ext uri="{FF2B5EF4-FFF2-40B4-BE49-F238E27FC236}">
                <a16:creationId xmlns:a16="http://schemas.microsoft.com/office/drawing/2014/main" id="{6002BED8-60DB-48D5-892C-ECE55FD888C0}"/>
              </a:ext>
            </a:extLst>
          </p:cNvPr>
          <p:cNvSpPr>
            <a:spLocks xmlns:a="http://schemas.openxmlformats.org/drawingml/2006/main" noGrp="1"/>
          </p:cNvSpPr>
          <p:nvPr/>
        </p:nvSpPr>
        <p:spPr>
          <a:xfrm xmlns:a="http://schemas.openxmlformats.org/drawingml/2006/main">
            <a:off x="4210050" y="40843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2" name="rect-2-971">
            <a:extLst xmlns:a="http://schemas.openxmlformats.org/drawingml/2006/main">
              <a:ext uri="{FF2B5EF4-FFF2-40B4-BE49-F238E27FC236}">
                <a16:creationId xmlns:a16="http://schemas.microsoft.com/office/drawing/2014/main" id="{A71B7B94-61A5-4FA7-9E9F-FF496A8BBB29}"/>
              </a:ext>
            </a:extLst>
          </p:cNvPr>
          <p:cNvSpPr>
            <a:spLocks xmlns:a="http://schemas.openxmlformats.org/drawingml/2006/main" noGrp="1"/>
          </p:cNvSpPr>
          <p:nvPr/>
        </p:nvSpPr>
        <p:spPr>
          <a:xfrm xmlns:a="http://schemas.openxmlformats.org/drawingml/2006/main">
            <a:off x="4251960" y="40843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3" name="rect-2-972">
            <a:extLst xmlns:a="http://schemas.openxmlformats.org/drawingml/2006/main">
              <a:ext uri="{FF2B5EF4-FFF2-40B4-BE49-F238E27FC236}">
                <a16:creationId xmlns:a16="http://schemas.microsoft.com/office/drawing/2014/main" id="{AE13F6CD-4E0F-4332-8CBF-61420230CF47}"/>
              </a:ext>
            </a:extLst>
          </p:cNvPr>
          <p:cNvSpPr>
            <a:spLocks xmlns:a="http://schemas.openxmlformats.org/drawingml/2006/main" noGrp="1"/>
          </p:cNvSpPr>
          <p:nvPr/>
        </p:nvSpPr>
        <p:spPr>
          <a:xfrm xmlns:a="http://schemas.openxmlformats.org/drawingml/2006/main">
            <a:off x="4293870" y="40843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4" name="rect-2-973">
            <a:extLst xmlns:a="http://schemas.openxmlformats.org/drawingml/2006/main">
              <a:ext uri="{FF2B5EF4-FFF2-40B4-BE49-F238E27FC236}">
                <a16:creationId xmlns:a16="http://schemas.microsoft.com/office/drawing/2014/main" id="{6333F4C2-41AD-421F-95C3-488A24BE1C83}"/>
              </a:ext>
            </a:extLst>
          </p:cNvPr>
          <p:cNvSpPr>
            <a:spLocks xmlns:a="http://schemas.openxmlformats.org/drawingml/2006/main" noGrp="1"/>
          </p:cNvSpPr>
          <p:nvPr/>
        </p:nvSpPr>
        <p:spPr>
          <a:xfrm xmlns:a="http://schemas.openxmlformats.org/drawingml/2006/main">
            <a:off x="4335780" y="40843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5" name="rect-2-974">
            <a:extLst xmlns:a="http://schemas.openxmlformats.org/drawingml/2006/main">
              <a:ext uri="{FF2B5EF4-FFF2-40B4-BE49-F238E27FC236}">
                <a16:creationId xmlns:a16="http://schemas.microsoft.com/office/drawing/2014/main" id="{972598EF-1495-4D38-9346-2ACD352DA0B1}"/>
              </a:ext>
            </a:extLst>
          </p:cNvPr>
          <p:cNvSpPr>
            <a:spLocks xmlns:a="http://schemas.openxmlformats.org/drawingml/2006/main" noGrp="1"/>
          </p:cNvSpPr>
          <p:nvPr/>
        </p:nvSpPr>
        <p:spPr>
          <a:xfrm xmlns:a="http://schemas.openxmlformats.org/drawingml/2006/main">
            <a:off x="4377690" y="40843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6" name="rect-2-975">
            <a:extLst xmlns:a="http://schemas.openxmlformats.org/drawingml/2006/main">
              <a:ext uri="{FF2B5EF4-FFF2-40B4-BE49-F238E27FC236}">
                <a16:creationId xmlns:a16="http://schemas.microsoft.com/office/drawing/2014/main" id="{4571CEC8-650B-4551-A176-F1125D1B5ED5}"/>
              </a:ext>
            </a:extLst>
          </p:cNvPr>
          <p:cNvSpPr>
            <a:spLocks xmlns:a="http://schemas.openxmlformats.org/drawingml/2006/main" noGrp="1"/>
          </p:cNvSpPr>
          <p:nvPr/>
        </p:nvSpPr>
        <p:spPr>
          <a:xfrm xmlns:a="http://schemas.openxmlformats.org/drawingml/2006/main">
            <a:off x="395859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7" name="rect-2-976">
            <a:extLst xmlns:a="http://schemas.openxmlformats.org/drawingml/2006/main">
              <a:ext uri="{FF2B5EF4-FFF2-40B4-BE49-F238E27FC236}">
                <a16:creationId xmlns:a16="http://schemas.microsoft.com/office/drawing/2014/main" id="{E930A215-096F-401C-A692-A566A16454C1}"/>
              </a:ext>
            </a:extLst>
          </p:cNvPr>
          <p:cNvSpPr>
            <a:spLocks xmlns:a="http://schemas.openxmlformats.org/drawingml/2006/main" noGrp="1"/>
          </p:cNvSpPr>
          <p:nvPr/>
        </p:nvSpPr>
        <p:spPr>
          <a:xfrm xmlns:a="http://schemas.openxmlformats.org/drawingml/2006/main">
            <a:off x="400050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8" name="rect-2-977">
            <a:extLst xmlns:a="http://schemas.openxmlformats.org/drawingml/2006/main">
              <a:ext uri="{FF2B5EF4-FFF2-40B4-BE49-F238E27FC236}">
                <a16:creationId xmlns:a16="http://schemas.microsoft.com/office/drawing/2014/main" id="{37353A5C-3638-4DA3-A2D7-FD828226A7FC}"/>
              </a:ext>
            </a:extLst>
          </p:cNvPr>
          <p:cNvSpPr>
            <a:spLocks xmlns:a="http://schemas.openxmlformats.org/drawingml/2006/main" noGrp="1"/>
          </p:cNvSpPr>
          <p:nvPr/>
        </p:nvSpPr>
        <p:spPr>
          <a:xfrm xmlns:a="http://schemas.openxmlformats.org/drawingml/2006/main">
            <a:off x="404241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79" name="rect-2-978">
            <a:extLst xmlns:a="http://schemas.openxmlformats.org/drawingml/2006/main">
              <a:ext uri="{FF2B5EF4-FFF2-40B4-BE49-F238E27FC236}">
                <a16:creationId xmlns:a16="http://schemas.microsoft.com/office/drawing/2014/main" id="{A74AF414-4DB5-4970-919B-19CF645DFBF6}"/>
              </a:ext>
            </a:extLst>
          </p:cNvPr>
          <p:cNvSpPr>
            <a:spLocks xmlns:a="http://schemas.openxmlformats.org/drawingml/2006/main" noGrp="1"/>
          </p:cNvSpPr>
          <p:nvPr/>
        </p:nvSpPr>
        <p:spPr>
          <a:xfrm xmlns:a="http://schemas.openxmlformats.org/drawingml/2006/main">
            <a:off x="408432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0" name="rect-2-979">
            <a:extLst xmlns:a="http://schemas.openxmlformats.org/drawingml/2006/main">
              <a:ext uri="{FF2B5EF4-FFF2-40B4-BE49-F238E27FC236}">
                <a16:creationId xmlns:a16="http://schemas.microsoft.com/office/drawing/2014/main" id="{B7946A98-C7CF-498B-B1CC-9E27753BCA83}"/>
              </a:ext>
            </a:extLst>
          </p:cNvPr>
          <p:cNvSpPr>
            <a:spLocks xmlns:a="http://schemas.openxmlformats.org/drawingml/2006/main" noGrp="1"/>
          </p:cNvSpPr>
          <p:nvPr/>
        </p:nvSpPr>
        <p:spPr>
          <a:xfrm xmlns:a="http://schemas.openxmlformats.org/drawingml/2006/main">
            <a:off x="412623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1" name="rect-2-980">
            <a:extLst xmlns:a="http://schemas.openxmlformats.org/drawingml/2006/main">
              <a:ext uri="{FF2B5EF4-FFF2-40B4-BE49-F238E27FC236}">
                <a16:creationId xmlns:a16="http://schemas.microsoft.com/office/drawing/2014/main" id="{7C7FD2D5-A404-4910-A744-57CC60B87BCF}"/>
              </a:ext>
            </a:extLst>
          </p:cNvPr>
          <p:cNvSpPr>
            <a:spLocks xmlns:a="http://schemas.openxmlformats.org/drawingml/2006/main" noGrp="1"/>
          </p:cNvSpPr>
          <p:nvPr/>
        </p:nvSpPr>
        <p:spPr>
          <a:xfrm xmlns:a="http://schemas.openxmlformats.org/drawingml/2006/main">
            <a:off x="416814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2" name="rect-2-981">
            <a:extLst xmlns:a="http://schemas.openxmlformats.org/drawingml/2006/main">
              <a:ext uri="{FF2B5EF4-FFF2-40B4-BE49-F238E27FC236}">
                <a16:creationId xmlns:a16="http://schemas.microsoft.com/office/drawing/2014/main" id="{38A41E70-C20D-449E-8C42-AADE1310D476}"/>
              </a:ext>
            </a:extLst>
          </p:cNvPr>
          <p:cNvSpPr>
            <a:spLocks xmlns:a="http://schemas.openxmlformats.org/drawingml/2006/main" noGrp="1"/>
          </p:cNvSpPr>
          <p:nvPr/>
        </p:nvSpPr>
        <p:spPr>
          <a:xfrm xmlns:a="http://schemas.openxmlformats.org/drawingml/2006/main">
            <a:off x="421005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3" name="rect-2-982">
            <a:extLst xmlns:a="http://schemas.openxmlformats.org/drawingml/2006/main">
              <a:ext uri="{FF2B5EF4-FFF2-40B4-BE49-F238E27FC236}">
                <a16:creationId xmlns:a16="http://schemas.microsoft.com/office/drawing/2014/main" id="{EDD08F22-ACC8-40B9-8483-4718F78CB5E0}"/>
              </a:ext>
            </a:extLst>
          </p:cNvPr>
          <p:cNvSpPr>
            <a:spLocks xmlns:a="http://schemas.openxmlformats.org/drawingml/2006/main" noGrp="1"/>
          </p:cNvSpPr>
          <p:nvPr/>
        </p:nvSpPr>
        <p:spPr>
          <a:xfrm xmlns:a="http://schemas.openxmlformats.org/drawingml/2006/main">
            <a:off x="425196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4" name="rect-2-983">
            <a:extLst xmlns:a="http://schemas.openxmlformats.org/drawingml/2006/main">
              <a:ext uri="{FF2B5EF4-FFF2-40B4-BE49-F238E27FC236}">
                <a16:creationId xmlns:a16="http://schemas.microsoft.com/office/drawing/2014/main" id="{40533804-A13A-4AE0-8DED-8364345233BD}"/>
              </a:ext>
            </a:extLst>
          </p:cNvPr>
          <p:cNvSpPr>
            <a:spLocks xmlns:a="http://schemas.openxmlformats.org/drawingml/2006/main" noGrp="1"/>
          </p:cNvSpPr>
          <p:nvPr/>
        </p:nvSpPr>
        <p:spPr>
          <a:xfrm xmlns:a="http://schemas.openxmlformats.org/drawingml/2006/main">
            <a:off x="429387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5" name="rect-2-984">
            <a:extLst xmlns:a="http://schemas.openxmlformats.org/drawingml/2006/main">
              <a:ext uri="{FF2B5EF4-FFF2-40B4-BE49-F238E27FC236}">
                <a16:creationId xmlns:a16="http://schemas.microsoft.com/office/drawing/2014/main" id="{8E03F403-77C7-45AC-8BCE-EF19AF0F0395}"/>
              </a:ext>
            </a:extLst>
          </p:cNvPr>
          <p:cNvSpPr>
            <a:spLocks xmlns:a="http://schemas.openxmlformats.org/drawingml/2006/main" noGrp="1"/>
          </p:cNvSpPr>
          <p:nvPr/>
        </p:nvSpPr>
        <p:spPr>
          <a:xfrm xmlns:a="http://schemas.openxmlformats.org/drawingml/2006/main">
            <a:off x="433578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6" name="rect-2-985">
            <a:extLst xmlns:a="http://schemas.openxmlformats.org/drawingml/2006/main">
              <a:ext uri="{FF2B5EF4-FFF2-40B4-BE49-F238E27FC236}">
                <a16:creationId xmlns:a16="http://schemas.microsoft.com/office/drawing/2014/main" id="{69C24643-DDFF-44E3-BC81-0688EE8521C2}"/>
              </a:ext>
            </a:extLst>
          </p:cNvPr>
          <p:cNvSpPr>
            <a:spLocks xmlns:a="http://schemas.openxmlformats.org/drawingml/2006/main" noGrp="1"/>
          </p:cNvSpPr>
          <p:nvPr/>
        </p:nvSpPr>
        <p:spPr>
          <a:xfrm xmlns:a="http://schemas.openxmlformats.org/drawingml/2006/main">
            <a:off x="4377690" y="41262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7" name="rect-2-986">
            <a:extLst xmlns:a="http://schemas.openxmlformats.org/drawingml/2006/main">
              <a:ext uri="{FF2B5EF4-FFF2-40B4-BE49-F238E27FC236}">
                <a16:creationId xmlns:a16="http://schemas.microsoft.com/office/drawing/2014/main" id="{82D76D10-5AF2-4355-8DCA-7A8536C3F7CE}"/>
              </a:ext>
            </a:extLst>
          </p:cNvPr>
          <p:cNvSpPr>
            <a:spLocks xmlns:a="http://schemas.openxmlformats.org/drawingml/2006/main" noGrp="1"/>
          </p:cNvSpPr>
          <p:nvPr/>
        </p:nvSpPr>
        <p:spPr>
          <a:xfrm xmlns:a="http://schemas.openxmlformats.org/drawingml/2006/main">
            <a:off x="395859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8" name="rect-2-987">
            <a:extLst xmlns:a="http://schemas.openxmlformats.org/drawingml/2006/main">
              <a:ext uri="{FF2B5EF4-FFF2-40B4-BE49-F238E27FC236}">
                <a16:creationId xmlns:a16="http://schemas.microsoft.com/office/drawing/2014/main" id="{A620C09C-11A7-4CF4-BA2E-FFE4AA11FE68}"/>
              </a:ext>
            </a:extLst>
          </p:cNvPr>
          <p:cNvSpPr>
            <a:spLocks xmlns:a="http://schemas.openxmlformats.org/drawingml/2006/main" noGrp="1"/>
          </p:cNvSpPr>
          <p:nvPr/>
        </p:nvSpPr>
        <p:spPr>
          <a:xfrm xmlns:a="http://schemas.openxmlformats.org/drawingml/2006/main">
            <a:off x="400050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89" name="rect-2-988">
            <a:extLst xmlns:a="http://schemas.openxmlformats.org/drawingml/2006/main">
              <a:ext uri="{FF2B5EF4-FFF2-40B4-BE49-F238E27FC236}">
                <a16:creationId xmlns:a16="http://schemas.microsoft.com/office/drawing/2014/main" id="{B9B07DDA-1544-4350-977B-0B7F29777BED}"/>
              </a:ext>
            </a:extLst>
          </p:cNvPr>
          <p:cNvSpPr>
            <a:spLocks xmlns:a="http://schemas.openxmlformats.org/drawingml/2006/main" noGrp="1"/>
          </p:cNvSpPr>
          <p:nvPr/>
        </p:nvSpPr>
        <p:spPr>
          <a:xfrm xmlns:a="http://schemas.openxmlformats.org/drawingml/2006/main">
            <a:off x="404241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0" name="rect-2-989">
            <a:extLst xmlns:a="http://schemas.openxmlformats.org/drawingml/2006/main">
              <a:ext uri="{FF2B5EF4-FFF2-40B4-BE49-F238E27FC236}">
                <a16:creationId xmlns:a16="http://schemas.microsoft.com/office/drawing/2014/main" id="{CD274C93-0DC4-45DA-A921-FD8E8EFE80A3}"/>
              </a:ext>
            </a:extLst>
          </p:cNvPr>
          <p:cNvSpPr>
            <a:spLocks xmlns:a="http://schemas.openxmlformats.org/drawingml/2006/main" noGrp="1"/>
          </p:cNvSpPr>
          <p:nvPr/>
        </p:nvSpPr>
        <p:spPr>
          <a:xfrm xmlns:a="http://schemas.openxmlformats.org/drawingml/2006/main">
            <a:off x="408432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1" name="rect-2-990">
            <a:extLst xmlns:a="http://schemas.openxmlformats.org/drawingml/2006/main">
              <a:ext uri="{FF2B5EF4-FFF2-40B4-BE49-F238E27FC236}">
                <a16:creationId xmlns:a16="http://schemas.microsoft.com/office/drawing/2014/main" id="{1A8EA29F-62CE-4BA4-B500-FF11CC9C870D}"/>
              </a:ext>
            </a:extLst>
          </p:cNvPr>
          <p:cNvSpPr>
            <a:spLocks xmlns:a="http://schemas.openxmlformats.org/drawingml/2006/main" noGrp="1"/>
          </p:cNvSpPr>
          <p:nvPr/>
        </p:nvSpPr>
        <p:spPr>
          <a:xfrm xmlns:a="http://schemas.openxmlformats.org/drawingml/2006/main">
            <a:off x="412623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2" name="rect-2-991">
            <a:extLst xmlns:a="http://schemas.openxmlformats.org/drawingml/2006/main">
              <a:ext uri="{FF2B5EF4-FFF2-40B4-BE49-F238E27FC236}">
                <a16:creationId xmlns:a16="http://schemas.microsoft.com/office/drawing/2014/main" id="{E7E453B7-5472-43CE-899A-5DFC9DD3486C}"/>
              </a:ext>
            </a:extLst>
          </p:cNvPr>
          <p:cNvSpPr>
            <a:spLocks xmlns:a="http://schemas.openxmlformats.org/drawingml/2006/main" noGrp="1"/>
          </p:cNvSpPr>
          <p:nvPr/>
        </p:nvSpPr>
        <p:spPr>
          <a:xfrm xmlns:a="http://schemas.openxmlformats.org/drawingml/2006/main">
            <a:off x="416814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3" name="rect-2-992">
            <a:extLst xmlns:a="http://schemas.openxmlformats.org/drawingml/2006/main">
              <a:ext uri="{FF2B5EF4-FFF2-40B4-BE49-F238E27FC236}">
                <a16:creationId xmlns:a16="http://schemas.microsoft.com/office/drawing/2014/main" id="{3C8968C9-38B1-4D99-8147-A587219A54D5}"/>
              </a:ext>
            </a:extLst>
          </p:cNvPr>
          <p:cNvSpPr>
            <a:spLocks xmlns:a="http://schemas.openxmlformats.org/drawingml/2006/main" noGrp="1"/>
          </p:cNvSpPr>
          <p:nvPr/>
        </p:nvSpPr>
        <p:spPr>
          <a:xfrm xmlns:a="http://schemas.openxmlformats.org/drawingml/2006/main">
            <a:off x="421005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4" name="rect-2-993">
            <a:extLst xmlns:a="http://schemas.openxmlformats.org/drawingml/2006/main">
              <a:ext uri="{FF2B5EF4-FFF2-40B4-BE49-F238E27FC236}">
                <a16:creationId xmlns:a16="http://schemas.microsoft.com/office/drawing/2014/main" id="{6CAC6CE4-CF40-4C12-A734-5517F0352DF0}"/>
              </a:ext>
            </a:extLst>
          </p:cNvPr>
          <p:cNvSpPr>
            <a:spLocks xmlns:a="http://schemas.openxmlformats.org/drawingml/2006/main" noGrp="1"/>
          </p:cNvSpPr>
          <p:nvPr/>
        </p:nvSpPr>
        <p:spPr>
          <a:xfrm xmlns:a="http://schemas.openxmlformats.org/drawingml/2006/main">
            <a:off x="425196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5" name="rect-2-994">
            <a:extLst xmlns:a="http://schemas.openxmlformats.org/drawingml/2006/main">
              <a:ext uri="{FF2B5EF4-FFF2-40B4-BE49-F238E27FC236}">
                <a16:creationId xmlns:a16="http://schemas.microsoft.com/office/drawing/2014/main" id="{51965189-F318-4775-911F-F7A3AD8F95F6}"/>
              </a:ext>
            </a:extLst>
          </p:cNvPr>
          <p:cNvSpPr>
            <a:spLocks xmlns:a="http://schemas.openxmlformats.org/drawingml/2006/main" noGrp="1"/>
          </p:cNvSpPr>
          <p:nvPr/>
        </p:nvSpPr>
        <p:spPr>
          <a:xfrm xmlns:a="http://schemas.openxmlformats.org/drawingml/2006/main">
            <a:off x="429387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6" name="rect-2-995">
            <a:extLst xmlns:a="http://schemas.openxmlformats.org/drawingml/2006/main">
              <a:ext uri="{FF2B5EF4-FFF2-40B4-BE49-F238E27FC236}">
                <a16:creationId xmlns:a16="http://schemas.microsoft.com/office/drawing/2014/main" id="{401E94CA-7C02-4174-BB21-CD0DDFC8128B}"/>
              </a:ext>
            </a:extLst>
          </p:cNvPr>
          <p:cNvSpPr>
            <a:spLocks xmlns:a="http://schemas.openxmlformats.org/drawingml/2006/main" noGrp="1"/>
          </p:cNvSpPr>
          <p:nvPr/>
        </p:nvSpPr>
        <p:spPr>
          <a:xfrm xmlns:a="http://schemas.openxmlformats.org/drawingml/2006/main">
            <a:off x="433578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7" name="rect-2-996">
            <a:extLst xmlns:a="http://schemas.openxmlformats.org/drawingml/2006/main">
              <a:ext uri="{FF2B5EF4-FFF2-40B4-BE49-F238E27FC236}">
                <a16:creationId xmlns:a16="http://schemas.microsoft.com/office/drawing/2014/main" id="{7FEE900F-A941-490E-9449-407F21C4C743}"/>
              </a:ext>
            </a:extLst>
          </p:cNvPr>
          <p:cNvSpPr>
            <a:spLocks xmlns:a="http://schemas.openxmlformats.org/drawingml/2006/main" noGrp="1"/>
          </p:cNvSpPr>
          <p:nvPr/>
        </p:nvSpPr>
        <p:spPr>
          <a:xfrm xmlns:a="http://schemas.openxmlformats.org/drawingml/2006/main">
            <a:off x="4377690" y="41681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8" name="rect-2-997">
            <a:extLst xmlns:a="http://schemas.openxmlformats.org/drawingml/2006/main">
              <a:ext uri="{FF2B5EF4-FFF2-40B4-BE49-F238E27FC236}">
                <a16:creationId xmlns:a16="http://schemas.microsoft.com/office/drawing/2014/main" id="{3D229865-1B55-4737-9B21-2CC92A7324F5}"/>
              </a:ext>
            </a:extLst>
          </p:cNvPr>
          <p:cNvSpPr>
            <a:spLocks xmlns:a="http://schemas.openxmlformats.org/drawingml/2006/main" noGrp="1"/>
          </p:cNvSpPr>
          <p:nvPr/>
        </p:nvSpPr>
        <p:spPr>
          <a:xfrm xmlns:a="http://schemas.openxmlformats.org/drawingml/2006/main">
            <a:off x="395859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999" name="rect-2-998">
            <a:extLst xmlns:a="http://schemas.openxmlformats.org/drawingml/2006/main">
              <a:ext uri="{FF2B5EF4-FFF2-40B4-BE49-F238E27FC236}">
                <a16:creationId xmlns:a16="http://schemas.microsoft.com/office/drawing/2014/main" id="{FA710F0E-520C-47D3-AA90-0006097D20D9}"/>
              </a:ext>
            </a:extLst>
          </p:cNvPr>
          <p:cNvSpPr>
            <a:spLocks xmlns:a="http://schemas.openxmlformats.org/drawingml/2006/main" noGrp="1"/>
          </p:cNvSpPr>
          <p:nvPr/>
        </p:nvSpPr>
        <p:spPr>
          <a:xfrm xmlns:a="http://schemas.openxmlformats.org/drawingml/2006/main">
            <a:off x="400050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0" name="rect-2-999">
            <a:extLst xmlns:a="http://schemas.openxmlformats.org/drawingml/2006/main">
              <a:ext uri="{FF2B5EF4-FFF2-40B4-BE49-F238E27FC236}">
                <a16:creationId xmlns:a16="http://schemas.microsoft.com/office/drawing/2014/main" id="{2FDC7686-0AC6-498D-A736-4621A61B4AEA}"/>
              </a:ext>
            </a:extLst>
          </p:cNvPr>
          <p:cNvSpPr>
            <a:spLocks xmlns:a="http://schemas.openxmlformats.org/drawingml/2006/main" noGrp="1"/>
          </p:cNvSpPr>
          <p:nvPr/>
        </p:nvSpPr>
        <p:spPr>
          <a:xfrm xmlns:a="http://schemas.openxmlformats.org/drawingml/2006/main">
            <a:off x="404241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1" name="rect-2-1000">
            <a:extLst xmlns:a="http://schemas.openxmlformats.org/drawingml/2006/main">
              <a:ext uri="{FF2B5EF4-FFF2-40B4-BE49-F238E27FC236}">
                <a16:creationId xmlns:a16="http://schemas.microsoft.com/office/drawing/2014/main" id="{ACE50B10-EF22-4EBC-8579-7578E66FB002}"/>
              </a:ext>
            </a:extLst>
          </p:cNvPr>
          <p:cNvSpPr>
            <a:spLocks xmlns:a="http://schemas.openxmlformats.org/drawingml/2006/main" noGrp="1"/>
          </p:cNvSpPr>
          <p:nvPr/>
        </p:nvSpPr>
        <p:spPr>
          <a:xfrm xmlns:a="http://schemas.openxmlformats.org/drawingml/2006/main">
            <a:off x="408432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2" name="rect-2-1001">
            <a:extLst xmlns:a="http://schemas.openxmlformats.org/drawingml/2006/main">
              <a:ext uri="{FF2B5EF4-FFF2-40B4-BE49-F238E27FC236}">
                <a16:creationId xmlns:a16="http://schemas.microsoft.com/office/drawing/2014/main" id="{DE4F3174-A8BA-4FFB-AB2F-C11F39C6B121}"/>
              </a:ext>
            </a:extLst>
          </p:cNvPr>
          <p:cNvSpPr>
            <a:spLocks xmlns:a="http://schemas.openxmlformats.org/drawingml/2006/main" noGrp="1"/>
          </p:cNvSpPr>
          <p:nvPr/>
        </p:nvSpPr>
        <p:spPr>
          <a:xfrm xmlns:a="http://schemas.openxmlformats.org/drawingml/2006/main">
            <a:off x="412623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3" name="rect-2-1002">
            <a:extLst xmlns:a="http://schemas.openxmlformats.org/drawingml/2006/main">
              <a:ext uri="{FF2B5EF4-FFF2-40B4-BE49-F238E27FC236}">
                <a16:creationId xmlns:a16="http://schemas.microsoft.com/office/drawing/2014/main" id="{9F3E9317-40C3-455D-8CFC-38A17A385561}"/>
              </a:ext>
            </a:extLst>
          </p:cNvPr>
          <p:cNvSpPr>
            <a:spLocks xmlns:a="http://schemas.openxmlformats.org/drawingml/2006/main" noGrp="1"/>
          </p:cNvSpPr>
          <p:nvPr/>
        </p:nvSpPr>
        <p:spPr>
          <a:xfrm xmlns:a="http://schemas.openxmlformats.org/drawingml/2006/main">
            <a:off x="416814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4" name="rect-2-1003">
            <a:extLst xmlns:a="http://schemas.openxmlformats.org/drawingml/2006/main">
              <a:ext uri="{FF2B5EF4-FFF2-40B4-BE49-F238E27FC236}">
                <a16:creationId xmlns:a16="http://schemas.microsoft.com/office/drawing/2014/main" id="{4A4DF8B4-05ED-42E1-9694-4A70AB3FE1F7}"/>
              </a:ext>
            </a:extLst>
          </p:cNvPr>
          <p:cNvSpPr>
            <a:spLocks xmlns:a="http://schemas.openxmlformats.org/drawingml/2006/main" noGrp="1"/>
          </p:cNvSpPr>
          <p:nvPr/>
        </p:nvSpPr>
        <p:spPr>
          <a:xfrm xmlns:a="http://schemas.openxmlformats.org/drawingml/2006/main">
            <a:off x="421005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5" name="rect-2-1004">
            <a:extLst xmlns:a="http://schemas.openxmlformats.org/drawingml/2006/main">
              <a:ext uri="{FF2B5EF4-FFF2-40B4-BE49-F238E27FC236}">
                <a16:creationId xmlns:a16="http://schemas.microsoft.com/office/drawing/2014/main" id="{7BE882D9-CB30-4FC4-9F0B-BD639D243E13}"/>
              </a:ext>
            </a:extLst>
          </p:cNvPr>
          <p:cNvSpPr>
            <a:spLocks xmlns:a="http://schemas.openxmlformats.org/drawingml/2006/main" noGrp="1"/>
          </p:cNvSpPr>
          <p:nvPr/>
        </p:nvSpPr>
        <p:spPr>
          <a:xfrm xmlns:a="http://schemas.openxmlformats.org/drawingml/2006/main">
            <a:off x="425196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6" name="rect-2-1005">
            <a:extLst xmlns:a="http://schemas.openxmlformats.org/drawingml/2006/main">
              <a:ext uri="{FF2B5EF4-FFF2-40B4-BE49-F238E27FC236}">
                <a16:creationId xmlns:a16="http://schemas.microsoft.com/office/drawing/2014/main" id="{727ADB24-2916-4ECF-8E98-C10ACF0673E0}"/>
              </a:ext>
            </a:extLst>
          </p:cNvPr>
          <p:cNvSpPr>
            <a:spLocks xmlns:a="http://schemas.openxmlformats.org/drawingml/2006/main" noGrp="1"/>
          </p:cNvSpPr>
          <p:nvPr/>
        </p:nvSpPr>
        <p:spPr>
          <a:xfrm xmlns:a="http://schemas.openxmlformats.org/drawingml/2006/main">
            <a:off x="429387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7" name="rect-2-1006">
            <a:extLst xmlns:a="http://schemas.openxmlformats.org/drawingml/2006/main">
              <a:ext uri="{FF2B5EF4-FFF2-40B4-BE49-F238E27FC236}">
                <a16:creationId xmlns:a16="http://schemas.microsoft.com/office/drawing/2014/main" id="{5F42802E-C51C-4ADB-9194-FA58319EDFB8}"/>
              </a:ext>
            </a:extLst>
          </p:cNvPr>
          <p:cNvSpPr>
            <a:spLocks xmlns:a="http://schemas.openxmlformats.org/drawingml/2006/main" noGrp="1"/>
          </p:cNvSpPr>
          <p:nvPr/>
        </p:nvSpPr>
        <p:spPr>
          <a:xfrm xmlns:a="http://schemas.openxmlformats.org/drawingml/2006/main">
            <a:off x="433578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8" name="rect-2-1007">
            <a:extLst xmlns:a="http://schemas.openxmlformats.org/drawingml/2006/main">
              <a:ext uri="{FF2B5EF4-FFF2-40B4-BE49-F238E27FC236}">
                <a16:creationId xmlns:a16="http://schemas.microsoft.com/office/drawing/2014/main" id="{C37F50E3-6ABD-4C15-84FD-8E2C27C91B8F}"/>
              </a:ext>
            </a:extLst>
          </p:cNvPr>
          <p:cNvSpPr>
            <a:spLocks xmlns:a="http://schemas.openxmlformats.org/drawingml/2006/main" noGrp="1"/>
          </p:cNvSpPr>
          <p:nvPr/>
        </p:nvSpPr>
        <p:spPr>
          <a:xfrm xmlns:a="http://schemas.openxmlformats.org/drawingml/2006/main">
            <a:off x="4377690" y="42100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09" name="rect-2-1008">
            <a:extLst xmlns:a="http://schemas.openxmlformats.org/drawingml/2006/main">
              <a:ext uri="{FF2B5EF4-FFF2-40B4-BE49-F238E27FC236}">
                <a16:creationId xmlns:a16="http://schemas.microsoft.com/office/drawing/2014/main" id="{EEC49CA3-CED1-413E-86E8-079524FEE1C0}"/>
              </a:ext>
            </a:extLst>
          </p:cNvPr>
          <p:cNvSpPr>
            <a:spLocks xmlns:a="http://schemas.openxmlformats.org/drawingml/2006/main" noGrp="1"/>
          </p:cNvSpPr>
          <p:nvPr/>
        </p:nvSpPr>
        <p:spPr>
          <a:xfrm xmlns:a="http://schemas.openxmlformats.org/drawingml/2006/main">
            <a:off x="387477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0" name="rect-2-1009">
            <a:extLst xmlns:a="http://schemas.openxmlformats.org/drawingml/2006/main">
              <a:ext uri="{FF2B5EF4-FFF2-40B4-BE49-F238E27FC236}">
                <a16:creationId xmlns:a16="http://schemas.microsoft.com/office/drawing/2014/main" id="{74117032-7FD1-430C-A324-A540B25D36C3}"/>
              </a:ext>
            </a:extLst>
          </p:cNvPr>
          <p:cNvSpPr>
            <a:spLocks xmlns:a="http://schemas.openxmlformats.org/drawingml/2006/main" noGrp="1"/>
          </p:cNvSpPr>
          <p:nvPr/>
        </p:nvSpPr>
        <p:spPr>
          <a:xfrm xmlns:a="http://schemas.openxmlformats.org/drawingml/2006/main">
            <a:off x="391668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1" name="rect-2-1010">
            <a:extLst xmlns:a="http://schemas.openxmlformats.org/drawingml/2006/main">
              <a:ext uri="{FF2B5EF4-FFF2-40B4-BE49-F238E27FC236}">
                <a16:creationId xmlns:a16="http://schemas.microsoft.com/office/drawing/2014/main" id="{A0678679-C3DF-4B2C-8283-EF290B4B44E8}"/>
              </a:ext>
            </a:extLst>
          </p:cNvPr>
          <p:cNvSpPr>
            <a:spLocks xmlns:a="http://schemas.openxmlformats.org/drawingml/2006/main" noGrp="1"/>
          </p:cNvSpPr>
          <p:nvPr/>
        </p:nvSpPr>
        <p:spPr>
          <a:xfrm xmlns:a="http://schemas.openxmlformats.org/drawingml/2006/main">
            <a:off x="395859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2" name="rect-2-1011">
            <a:extLst xmlns:a="http://schemas.openxmlformats.org/drawingml/2006/main">
              <a:ext uri="{FF2B5EF4-FFF2-40B4-BE49-F238E27FC236}">
                <a16:creationId xmlns:a16="http://schemas.microsoft.com/office/drawing/2014/main" id="{E503A44D-05B4-4CC2-B93D-74F6ECC19C3D}"/>
              </a:ext>
            </a:extLst>
          </p:cNvPr>
          <p:cNvSpPr>
            <a:spLocks xmlns:a="http://schemas.openxmlformats.org/drawingml/2006/main" noGrp="1"/>
          </p:cNvSpPr>
          <p:nvPr/>
        </p:nvSpPr>
        <p:spPr>
          <a:xfrm xmlns:a="http://schemas.openxmlformats.org/drawingml/2006/main">
            <a:off x="400050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3" name="rect-2-1012">
            <a:extLst xmlns:a="http://schemas.openxmlformats.org/drawingml/2006/main">
              <a:ext uri="{FF2B5EF4-FFF2-40B4-BE49-F238E27FC236}">
                <a16:creationId xmlns:a16="http://schemas.microsoft.com/office/drawing/2014/main" id="{73EB67DD-AB94-40F1-B37B-5D6E9B28A739}"/>
              </a:ext>
            </a:extLst>
          </p:cNvPr>
          <p:cNvSpPr>
            <a:spLocks xmlns:a="http://schemas.openxmlformats.org/drawingml/2006/main" noGrp="1"/>
          </p:cNvSpPr>
          <p:nvPr/>
        </p:nvSpPr>
        <p:spPr>
          <a:xfrm xmlns:a="http://schemas.openxmlformats.org/drawingml/2006/main">
            <a:off x="404241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4" name="rect-2-1013">
            <a:extLst xmlns:a="http://schemas.openxmlformats.org/drawingml/2006/main">
              <a:ext uri="{FF2B5EF4-FFF2-40B4-BE49-F238E27FC236}">
                <a16:creationId xmlns:a16="http://schemas.microsoft.com/office/drawing/2014/main" id="{3C8F4E65-4A5C-42A1-ADD1-78D94D84D2DE}"/>
              </a:ext>
            </a:extLst>
          </p:cNvPr>
          <p:cNvSpPr>
            <a:spLocks xmlns:a="http://schemas.openxmlformats.org/drawingml/2006/main" noGrp="1"/>
          </p:cNvSpPr>
          <p:nvPr/>
        </p:nvSpPr>
        <p:spPr>
          <a:xfrm xmlns:a="http://schemas.openxmlformats.org/drawingml/2006/main">
            <a:off x="408432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5" name="rect-2-1014">
            <a:extLst xmlns:a="http://schemas.openxmlformats.org/drawingml/2006/main">
              <a:ext uri="{FF2B5EF4-FFF2-40B4-BE49-F238E27FC236}">
                <a16:creationId xmlns:a16="http://schemas.microsoft.com/office/drawing/2014/main" id="{612AF8B4-4592-4AD3-A074-8E81828D504D}"/>
              </a:ext>
            </a:extLst>
          </p:cNvPr>
          <p:cNvSpPr>
            <a:spLocks xmlns:a="http://schemas.openxmlformats.org/drawingml/2006/main" noGrp="1"/>
          </p:cNvSpPr>
          <p:nvPr/>
        </p:nvSpPr>
        <p:spPr>
          <a:xfrm xmlns:a="http://schemas.openxmlformats.org/drawingml/2006/main">
            <a:off x="412623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6" name="rect-2-1015">
            <a:extLst xmlns:a="http://schemas.openxmlformats.org/drawingml/2006/main">
              <a:ext uri="{FF2B5EF4-FFF2-40B4-BE49-F238E27FC236}">
                <a16:creationId xmlns:a16="http://schemas.microsoft.com/office/drawing/2014/main" id="{AA22710A-D93E-4F0A-AD82-5A5550D49D41}"/>
              </a:ext>
            </a:extLst>
          </p:cNvPr>
          <p:cNvSpPr>
            <a:spLocks xmlns:a="http://schemas.openxmlformats.org/drawingml/2006/main" noGrp="1"/>
          </p:cNvSpPr>
          <p:nvPr/>
        </p:nvSpPr>
        <p:spPr>
          <a:xfrm xmlns:a="http://schemas.openxmlformats.org/drawingml/2006/main">
            <a:off x="416814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7" name="rect-2-1016">
            <a:extLst xmlns:a="http://schemas.openxmlformats.org/drawingml/2006/main">
              <a:ext uri="{FF2B5EF4-FFF2-40B4-BE49-F238E27FC236}">
                <a16:creationId xmlns:a16="http://schemas.microsoft.com/office/drawing/2014/main" id="{75DBD11E-F97C-4A49-BC06-CA7032BBD84C}"/>
              </a:ext>
            </a:extLst>
          </p:cNvPr>
          <p:cNvSpPr>
            <a:spLocks xmlns:a="http://schemas.openxmlformats.org/drawingml/2006/main" noGrp="1"/>
          </p:cNvSpPr>
          <p:nvPr/>
        </p:nvSpPr>
        <p:spPr>
          <a:xfrm xmlns:a="http://schemas.openxmlformats.org/drawingml/2006/main">
            <a:off x="421005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8" name="rect-2-1017">
            <a:extLst xmlns:a="http://schemas.openxmlformats.org/drawingml/2006/main">
              <a:ext uri="{FF2B5EF4-FFF2-40B4-BE49-F238E27FC236}">
                <a16:creationId xmlns:a16="http://schemas.microsoft.com/office/drawing/2014/main" id="{7F4FD0A9-7EC4-4D2A-8839-F3C8548518C4}"/>
              </a:ext>
            </a:extLst>
          </p:cNvPr>
          <p:cNvSpPr>
            <a:spLocks xmlns:a="http://schemas.openxmlformats.org/drawingml/2006/main" noGrp="1"/>
          </p:cNvSpPr>
          <p:nvPr/>
        </p:nvSpPr>
        <p:spPr>
          <a:xfrm xmlns:a="http://schemas.openxmlformats.org/drawingml/2006/main">
            <a:off x="425196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19" name="rect-2-1018">
            <a:extLst xmlns:a="http://schemas.openxmlformats.org/drawingml/2006/main">
              <a:ext uri="{FF2B5EF4-FFF2-40B4-BE49-F238E27FC236}">
                <a16:creationId xmlns:a16="http://schemas.microsoft.com/office/drawing/2014/main" id="{2E9877D7-F0DB-4A2C-B140-FD6563F1C1D6}"/>
              </a:ext>
            </a:extLst>
          </p:cNvPr>
          <p:cNvSpPr>
            <a:spLocks xmlns:a="http://schemas.openxmlformats.org/drawingml/2006/main" noGrp="1"/>
          </p:cNvSpPr>
          <p:nvPr/>
        </p:nvSpPr>
        <p:spPr>
          <a:xfrm xmlns:a="http://schemas.openxmlformats.org/drawingml/2006/main">
            <a:off x="429387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0" name="rect-2-1019">
            <a:extLst xmlns:a="http://schemas.openxmlformats.org/drawingml/2006/main">
              <a:ext uri="{FF2B5EF4-FFF2-40B4-BE49-F238E27FC236}">
                <a16:creationId xmlns:a16="http://schemas.microsoft.com/office/drawing/2014/main" id="{CCDF3A5A-EAC5-4522-874A-8517F57EE511}"/>
              </a:ext>
            </a:extLst>
          </p:cNvPr>
          <p:cNvSpPr>
            <a:spLocks xmlns:a="http://schemas.openxmlformats.org/drawingml/2006/main" noGrp="1"/>
          </p:cNvSpPr>
          <p:nvPr/>
        </p:nvSpPr>
        <p:spPr>
          <a:xfrm xmlns:a="http://schemas.openxmlformats.org/drawingml/2006/main">
            <a:off x="433578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1" name="rect-2-1020">
            <a:extLst xmlns:a="http://schemas.openxmlformats.org/drawingml/2006/main">
              <a:ext uri="{FF2B5EF4-FFF2-40B4-BE49-F238E27FC236}">
                <a16:creationId xmlns:a16="http://schemas.microsoft.com/office/drawing/2014/main" id="{5832FBBE-538C-4BD9-9567-8A41F39FADF8}"/>
              </a:ext>
            </a:extLst>
          </p:cNvPr>
          <p:cNvSpPr>
            <a:spLocks xmlns:a="http://schemas.openxmlformats.org/drawingml/2006/main" noGrp="1"/>
          </p:cNvSpPr>
          <p:nvPr/>
        </p:nvSpPr>
        <p:spPr>
          <a:xfrm xmlns:a="http://schemas.openxmlformats.org/drawingml/2006/main">
            <a:off x="437769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2" name="rect-2-1021">
            <a:extLst xmlns:a="http://schemas.openxmlformats.org/drawingml/2006/main">
              <a:ext uri="{FF2B5EF4-FFF2-40B4-BE49-F238E27FC236}">
                <a16:creationId xmlns:a16="http://schemas.microsoft.com/office/drawing/2014/main" id="{A17E41AA-5D77-458B-BC94-69E7C70D156C}"/>
              </a:ext>
            </a:extLst>
          </p:cNvPr>
          <p:cNvSpPr>
            <a:spLocks xmlns:a="http://schemas.openxmlformats.org/drawingml/2006/main" noGrp="1"/>
          </p:cNvSpPr>
          <p:nvPr/>
        </p:nvSpPr>
        <p:spPr>
          <a:xfrm xmlns:a="http://schemas.openxmlformats.org/drawingml/2006/main">
            <a:off x="4419600" y="42519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3" name="rect-2-1022">
            <a:extLst xmlns:a="http://schemas.openxmlformats.org/drawingml/2006/main">
              <a:ext uri="{FF2B5EF4-FFF2-40B4-BE49-F238E27FC236}">
                <a16:creationId xmlns:a16="http://schemas.microsoft.com/office/drawing/2014/main" id="{989943F6-16DD-4D1E-A111-FFA9DC798A60}"/>
              </a:ext>
            </a:extLst>
          </p:cNvPr>
          <p:cNvSpPr>
            <a:spLocks xmlns:a="http://schemas.openxmlformats.org/drawingml/2006/main" noGrp="1"/>
          </p:cNvSpPr>
          <p:nvPr/>
        </p:nvSpPr>
        <p:spPr>
          <a:xfrm xmlns:a="http://schemas.openxmlformats.org/drawingml/2006/main">
            <a:off x="387477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4" name="rect-2-1023">
            <a:extLst xmlns:a="http://schemas.openxmlformats.org/drawingml/2006/main">
              <a:ext uri="{FF2B5EF4-FFF2-40B4-BE49-F238E27FC236}">
                <a16:creationId xmlns:a16="http://schemas.microsoft.com/office/drawing/2014/main" id="{12395B3F-9EB8-4F81-BBFC-3E6BCBF094B0}"/>
              </a:ext>
            </a:extLst>
          </p:cNvPr>
          <p:cNvSpPr>
            <a:spLocks xmlns:a="http://schemas.openxmlformats.org/drawingml/2006/main" noGrp="1"/>
          </p:cNvSpPr>
          <p:nvPr/>
        </p:nvSpPr>
        <p:spPr>
          <a:xfrm xmlns:a="http://schemas.openxmlformats.org/drawingml/2006/main">
            <a:off x="391668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5" name="rect-2-1024">
            <a:extLst xmlns:a="http://schemas.openxmlformats.org/drawingml/2006/main">
              <a:ext uri="{FF2B5EF4-FFF2-40B4-BE49-F238E27FC236}">
                <a16:creationId xmlns:a16="http://schemas.microsoft.com/office/drawing/2014/main" id="{0441D599-CADB-45FD-B8F3-86BE670BDB25}"/>
              </a:ext>
            </a:extLst>
          </p:cNvPr>
          <p:cNvSpPr>
            <a:spLocks xmlns:a="http://schemas.openxmlformats.org/drawingml/2006/main" noGrp="1"/>
          </p:cNvSpPr>
          <p:nvPr/>
        </p:nvSpPr>
        <p:spPr>
          <a:xfrm xmlns:a="http://schemas.openxmlformats.org/drawingml/2006/main">
            <a:off x="395859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6" name="rect-2-1025">
            <a:extLst xmlns:a="http://schemas.openxmlformats.org/drawingml/2006/main">
              <a:ext uri="{FF2B5EF4-FFF2-40B4-BE49-F238E27FC236}">
                <a16:creationId xmlns:a16="http://schemas.microsoft.com/office/drawing/2014/main" id="{CD8F5453-6045-4AD5-9DB3-607E9479A2BB}"/>
              </a:ext>
            </a:extLst>
          </p:cNvPr>
          <p:cNvSpPr>
            <a:spLocks xmlns:a="http://schemas.openxmlformats.org/drawingml/2006/main" noGrp="1"/>
          </p:cNvSpPr>
          <p:nvPr/>
        </p:nvSpPr>
        <p:spPr>
          <a:xfrm xmlns:a="http://schemas.openxmlformats.org/drawingml/2006/main">
            <a:off x="400050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7" name="rect-2-1026">
            <a:extLst xmlns:a="http://schemas.openxmlformats.org/drawingml/2006/main">
              <a:ext uri="{FF2B5EF4-FFF2-40B4-BE49-F238E27FC236}">
                <a16:creationId xmlns:a16="http://schemas.microsoft.com/office/drawing/2014/main" id="{96888079-8FC4-49A4-B7BC-8980D6803411}"/>
              </a:ext>
            </a:extLst>
          </p:cNvPr>
          <p:cNvSpPr>
            <a:spLocks xmlns:a="http://schemas.openxmlformats.org/drawingml/2006/main" noGrp="1"/>
          </p:cNvSpPr>
          <p:nvPr/>
        </p:nvSpPr>
        <p:spPr>
          <a:xfrm xmlns:a="http://schemas.openxmlformats.org/drawingml/2006/main">
            <a:off x="404241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8" name="rect-2-1027">
            <a:extLst xmlns:a="http://schemas.openxmlformats.org/drawingml/2006/main">
              <a:ext uri="{FF2B5EF4-FFF2-40B4-BE49-F238E27FC236}">
                <a16:creationId xmlns:a16="http://schemas.microsoft.com/office/drawing/2014/main" id="{556E304D-DF11-4526-B210-21E9FE53069E}"/>
              </a:ext>
            </a:extLst>
          </p:cNvPr>
          <p:cNvSpPr>
            <a:spLocks xmlns:a="http://schemas.openxmlformats.org/drawingml/2006/main" noGrp="1"/>
          </p:cNvSpPr>
          <p:nvPr/>
        </p:nvSpPr>
        <p:spPr>
          <a:xfrm xmlns:a="http://schemas.openxmlformats.org/drawingml/2006/main">
            <a:off x="408432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29" name="rect-2-1028">
            <a:extLst xmlns:a="http://schemas.openxmlformats.org/drawingml/2006/main">
              <a:ext uri="{FF2B5EF4-FFF2-40B4-BE49-F238E27FC236}">
                <a16:creationId xmlns:a16="http://schemas.microsoft.com/office/drawing/2014/main" id="{6496D305-C71B-40D6-95EB-5C674563F3DD}"/>
              </a:ext>
            </a:extLst>
          </p:cNvPr>
          <p:cNvSpPr>
            <a:spLocks xmlns:a="http://schemas.openxmlformats.org/drawingml/2006/main" noGrp="1"/>
          </p:cNvSpPr>
          <p:nvPr/>
        </p:nvSpPr>
        <p:spPr>
          <a:xfrm xmlns:a="http://schemas.openxmlformats.org/drawingml/2006/main">
            <a:off x="412623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0" name="rect-2-1029">
            <a:extLst xmlns:a="http://schemas.openxmlformats.org/drawingml/2006/main">
              <a:ext uri="{FF2B5EF4-FFF2-40B4-BE49-F238E27FC236}">
                <a16:creationId xmlns:a16="http://schemas.microsoft.com/office/drawing/2014/main" id="{FD74C03C-A09A-429F-9582-11ADAC584A36}"/>
              </a:ext>
            </a:extLst>
          </p:cNvPr>
          <p:cNvSpPr>
            <a:spLocks xmlns:a="http://schemas.openxmlformats.org/drawingml/2006/main" noGrp="1"/>
          </p:cNvSpPr>
          <p:nvPr/>
        </p:nvSpPr>
        <p:spPr>
          <a:xfrm xmlns:a="http://schemas.openxmlformats.org/drawingml/2006/main">
            <a:off x="416814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1" name="rect-2-1030">
            <a:extLst xmlns:a="http://schemas.openxmlformats.org/drawingml/2006/main">
              <a:ext uri="{FF2B5EF4-FFF2-40B4-BE49-F238E27FC236}">
                <a16:creationId xmlns:a16="http://schemas.microsoft.com/office/drawing/2014/main" id="{22A3D6CF-3AE8-42D2-A779-53C37CB22214}"/>
              </a:ext>
            </a:extLst>
          </p:cNvPr>
          <p:cNvSpPr>
            <a:spLocks xmlns:a="http://schemas.openxmlformats.org/drawingml/2006/main" noGrp="1"/>
          </p:cNvSpPr>
          <p:nvPr/>
        </p:nvSpPr>
        <p:spPr>
          <a:xfrm xmlns:a="http://schemas.openxmlformats.org/drawingml/2006/main">
            <a:off x="421005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2" name="rect-2-1031">
            <a:extLst xmlns:a="http://schemas.openxmlformats.org/drawingml/2006/main">
              <a:ext uri="{FF2B5EF4-FFF2-40B4-BE49-F238E27FC236}">
                <a16:creationId xmlns:a16="http://schemas.microsoft.com/office/drawing/2014/main" id="{3A684622-9089-4CF2-939D-9CB12AF61CE2}"/>
              </a:ext>
            </a:extLst>
          </p:cNvPr>
          <p:cNvSpPr>
            <a:spLocks xmlns:a="http://schemas.openxmlformats.org/drawingml/2006/main" noGrp="1"/>
          </p:cNvSpPr>
          <p:nvPr/>
        </p:nvSpPr>
        <p:spPr>
          <a:xfrm xmlns:a="http://schemas.openxmlformats.org/drawingml/2006/main">
            <a:off x="425196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3" name="rect-2-1032">
            <a:extLst xmlns:a="http://schemas.openxmlformats.org/drawingml/2006/main">
              <a:ext uri="{FF2B5EF4-FFF2-40B4-BE49-F238E27FC236}">
                <a16:creationId xmlns:a16="http://schemas.microsoft.com/office/drawing/2014/main" id="{95651EAC-E607-43F3-AE15-5C797CFF0FD7}"/>
              </a:ext>
            </a:extLst>
          </p:cNvPr>
          <p:cNvSpPr>
            <a:spLocks xmlns:a="http://schemas.openxmlformats.org/drawingml/2006/main" noGrp="1"/>
          </p:cNvSpPr>
          <p:nvPr/>
        </p:nvSpPr>
        <p:spPr>
          <a:xfrm xmlns:a="http://schemas.openxmlformats.org/drawingml/2006/main">
            <a:off x="429387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4" name="rect-2-1033">
            <a:extLst xmlns:a="http://schemas.openxmlformats.org/drawingml/2006/main">
              <a:ext uri="{FF2B5EF4-FFF2-40B4-BE49-F238E27FC236}">
                <a16:creationId xmlns:a16="http://schemas.microsoft.com/office/drawing/2014/main" id="{662B48F6-219E-4B6D-BF3F-426DE6D10DCE}"/>
              </a:ext>
            </a:extLst>
          </p:cNvPr>
          <p:cNvSpPr>
            <a:spLocks xmlns:a="http://schemas.openxmlformats.org/drawingml/2006/main" noGrp="1"/>
          </p:cNvSpPr>
          <p:nvPr/>
        </p:nvSpPr>
        <p:spPr>
          <a:xfrm xmlns:a="http://schemas.openxmlformats.org/drawingml/2006/main">
            <a:off x="433578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5" name="rect-2-1034">
            <a:extLst xmlns:a="http://schemas.openxmlformats.org/drawingml/2006/main">
              <a:ext uri="{FF2B5EF4-FFF2-40B4-BE49-F238E27FC236}">
                <a16:creationId xmlns:a16="http://schemas.microsoft.com/office/drawing/2014/main" id="{46FBFD3B-8F19-4EA2-B485-DF27FBE90256}"/>
              </a:ext>
            </a:extLst>
          </p:cNvPr>
          <p:cNvSpPr>
            <a:spLocks xmlns:a="http://schemas.openxmlformats.org/drawingml/2006/main" noGrp="1"/>
          </p:cNvSpPr>
          <p:nvPr/>
        </p:nvSpPr>
        <p:spPr>
          <a:xfrm xmlns:a="http://schemas.openxmlformats.org/drawingml/2006/main">
            <a:off x="4377690" y="42938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6" name="rect-2-1035">
            <a:extLst xmlns:a="http://schemas.openxmlformats.org/drawingml/2006/main">
              <a:ext uri="{FF2B5EF4-FFF2-40B4-BE49-F238E27FC236}">
                <a16:creationId xmlns:a16="http://schemas.microsoft.com/office/drawing/2014/main" id="{826200B8-F1C0-4D2E-A77B-9F9D113BB5F2}"/>
              </a:ext>
            </a:extLst>
          </p:cNvPr>
          <p:cNvSpPr>
            <a:spLocks xmlns:a="http://schemas.openxmlformats.org/drawingml/2006/main" noGrp="1"/>
          </p:cNvSpPr>
          <p:nvPr/>
        </p:nvSpPr>
        <p:spPr>
          <a:xfrm xmlns:a="http://schemas.openxmlformats.org/drawingml/2006/main">
            <a:off x="395859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7" name="rect-2-1036">
            <a:extLst xmlns:a="http://schemas.openxmlformats.org/drawingml/2006/main">
              <a:ext uri="{FF2B5EF4-FFF2-40B4-BE49-F238E27FC236}">
                <a16:creationId xmlns:a16="http://schemas.microsoft.com/office/drawing/2014/main" id="{50EFCE37-1778-4145-BD44-03427F62E6EE}"/>
              </a:ext>
            </a:extLst>
          </p:cNvPr>
          <p:cNvSpPr>
            <a:spLocks xmlns:a="http://schemas.openxmlformats.org/drawingml/2006/main" noGrp="1"/>
          </p:cNvSpPr>
          <p:nvPr/>
        </p:nvSpPr>
        <p:spPr>
          <a:xfrm xmlns:a="http://schemas.openxmlformats.org/drawingml/2006/main">
            <a:off x="400050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8" name="rect-2-1037">
            <a:extLst xmlns:a="http://schemas.openxmlformats.org/drawingml/2006/main">
              <a:ext uri="{FF2B5EF4-FFF2-40B4-BE49-F238E27FC236}">
                <a16:creationId xmlns:a16="http://schemas.microsoft.com/office/drawing/2014/main" id="{F77C022D-EBCE-4B16-A3C2-F05D63D3F038}"/>
              </a:ext>
            </a:extLst>
          </p:cNvPr>
          <p:cNvSpPr>
            <a:spLocks xmlns:a="http://schemas.openxmlformats.org/drawingml/2006/main" noGrp="1"/>
          </p:cNvSpPr>
          <p:nvPr/>
        </p:nvSpPr>
        <p:spPr>
          <a:xfrm xmlns:a="http://schemas.openxmlformats.org/drawingml/2006/main">
            <a:off x="404241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39" name="rect-2-1038">
            <a:extLst xmlns:a="http://schemas.openxmlformats.org/drawingml/2006/main">
              <a:ext uri="{FF2B5EF4-FFF2-40B4-BE49-F238E27FC236}">
                <a16:creationId xmlns:a16="http://schemas.microsoft.com/office/drawing/2014/main" id="{076BA2E2-1541-4CAD-85A1-FE9E4AB4C074}"/>
              </a:ext>
            </a:extLst>
          </p:cNvPr>
          <p:cNvSpPr>
            <a:spLocks xmlns:a="http://schemas.openxmlformats.org/drawingml/2006/main" noGrp="1"/>
          </p:cNvSpPr>
          <p:nvPr/>
        </p:nvSpPr>
        <p:spPr>
          <a:xfrm xmlns:a="http://schemas.openxmlformats.org/drawingml/2006/main">
            <a:off x="408432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0" name="rect-2-1039">
            <a:extLst xmlns:a="http://schemas.openxmlformats.org/drawingml/2006/main">
              <a:ext uri="{FF2B5EF4-FFF2-40B4-BE49-F238E27FC236}">
                <a16:creationId xmlns:a16="http://schemas.microsoft.com/office/drawing/2014/main" id="{726FBED8-965F-4BAE-99B6-826D88092D59}"/>
              </a:ext>
            </a:extLst>
          </p:cNvPr>
          <p:cNvSpPr>
            <a:spLocks xmlns:a="http://schemas.openxmlformats.org/drawingml/2006/main" noGrp="1"/>
          </p:cNvSpPr>
          <p:nvPr/>
        </p:nvSpPr>
        <p:spPr>
          <a:xfrm xmlns:a="http://schemas.openxmlformats.org/drawingml/2006/main">
            <a:off x="412623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1" name="rect-2-1040">
            <a:extLst xmlns:a="http://schemas.openxmlformats.org/drawingml/2006/main">
              <a:ext uri="{FF2B5EF4-FFF2-40B4-BE49-F238E27FC236}">
                <a16:creationId xmlns:a16="http://schemas.microsoft.com/office/drawing/2014/main" id="{738C5184-CA26-462B-B9C8-3612258E0D7B}"/>
              </a:ext>
            </a:extLst>
          </p:cNvPr>
          <p:cNvSpPr>
            <a:spLocks xmlns:a="http://schemas.openxmlformats.org/drawingml/2006/main" noGrp="1"/>
          </p:cNvSpPr>
          <p:nvPr/>
        </p:nvSpPr>
        <p:spPr>
          <a:xfrm xmlns:a="http://schemas.openxmlformats.org/drawingml/2006/main">
            <a:off x="416814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2" name="rect-2-1041">
            <a:extLst xmlns:a="http://schemas.openxmlformats.org/drawingml/2006/main">
              <a:ext uri="{FF2B5EF4-FFF2-40B4-BE49-F238E27FC236}">
                <a16:creationId xmlns:a16="http://schemas.microsoft.com/office/drawing/2014/main" id="{CA8A17DA-4D04-449B-98A9-24FEDB03ABCE}"/>
              </a:ext>
            </a:extLst>
          </p:cNvPr>
          <p:cNvSpPr>
            <a:spLocks xmlns:a="http://schemas.openxmlformats.org/drawingml/2006/main" noGrp="1"/>
          </p:cNvSpPr>
          <p:nvPr/>
        </p:nvSpPr>
        <p:spPr>
          <a:xfrm xmlns:a="http://schemas.openxmlformats.org/drawingml/2006/main">
            <a:off x="421005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3" name="rect-2-1042">
            <a:extLst xmlns:a="http://schemas.openxmlformats.org/drawingml/2006/main">
              <a:ext uri="{FF2B5EF4-FFF2-40B4-BE49-F238E27FC236}">
                <a16:creationId xmlns:a16="http://schemas.microsoft.com/office/drawing/2014/main" id="{BC2CEE25-0C41-4BE8-8696-15AE1F0C3F55}"/>
              </a:ext>
            </a:extLst>
          </p:cNvPr>
          <p:cNvSpPr>
            <a:spLocks xmlns:a="http://schemas.openxmlformats.org/drawingml/2006/main" noGrp="1"/>
          </p:cNvSpPr>
          <p:nvPr/>
        </p:nvSpPr>
        <p:spPr>
          <a:xfrm xmlns:a="http://schemas.openxmlformats.org/drawingml/2006/main">
            <a:off x="425196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4" name="rect-2-1043">
            <a:extLst xmlns:a="http://schemas.openxmlformats.org/drawingml/2006/main">
              <a:ext uri="{FF2B5EF4-FFF2-40B4-BE49-F238E27FC236}">
                <a16:creationId xmlns:a16="http://schemas.microsoft.com/office/drawing/2014/main" id="{989143C4-4054-49DA-A6D7-641B8B6D2503}"/>
              </a:ext>
            </a:extLst>
          </p:cNvPr>
          <p:cNvSpPr>
            <a:spLocks xmlns:a="http://schemas.openxmlformats.org/drawingml/2006/main" noGrp="1"/>
          </p:cNvSpPr>
          <p:nvPr/>
        </p:nvSpPr>
        <p:spPr>
          <a:xfrm xmlns:a="http://schemas.openxmlformats.org/drawingml/2006/main">
            <a:off x="429387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5" name="rect-2-1044">
            <a:extLst xmlns:a="http://schemas.openxmlformats.org/drawingml/2006/main">
              <a:ext uri="{FF2B5EF4-FFF2-40B4-BE49-F238E27FC236}">
                <a16:creationId xmlns:a16="http://schemas.microsoft.com/office/drawing/2014/main" id="{5F155711-A458-411A-8684-21E63092B88D}"/>
              </a:ext>
            </a:extLst>
          </p:cNvPr>
          <p:cNvSpPr>
            <a:spLocks xmlns:a="http://schemas.openxmlformats.org/drawingml/2006/main" noGrp="1"/>
          </p:cNvSpPr>
          <p:nvPr/>
        </p:nvSpPr>
        <p:spPr>
          <a:xfrm xmlns:a="http://schemas.openxmlformats.org/drawingml/2006/main">
            <a:off x="4335780" y="43357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6" name="rect-2-1045">
            <a:extLst xmlns:a="http://schemas.openxmlformats.org/drawingml/2006/main">
              <a:ext uri="{FF2B5EF4-FFF2-40B4-BE49-F238E27FC236}">
                <a16:creationId xmlns:a16="http://schemas.microsoft.com/office/drawing/2014/main" id="{5754838B-BE07-46E3-BD7A-8043494C9C9E}"/>
              </a:ext>
            </a:extLst>
          </p:cNvPr>
          <p:cNvSpPr>
            <a:spLocks xmlns:a="http://schemas.openxmlformats.org/drawingml/2006/main" noGrp="1"/>
          </p:cNvSpPr>
          <p:nvPr/>
        </p:nvSpPr>
        <p:spPr>
          <a:xfrm xmlns:a="http://schemas.openxmlformats.org/drawingml/2006/main">
            <a:off x="391668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7" name="rect-2-1046">
            <a:extLst xmlns:a="http://schemas.openxmlformats.org/drawingml/2006/main">
              <a:ext uri="{FF2B5EF4-FFF2-40B4-BE49-F238E27FC236}">
                <a16:creationId xmlns:a16="http://schemas.microsoft.com/office/drawing/2014/main" id="{5B4AB06A-107D-4956-9E98-9FCF96A90F10}"/>
              </a:ext>
            </a:extLst>
          </p:cNvPr>
          <p:cNvSpPr>
            <a:spLocks xmlns:a="http://schemas.openxmlformats.org/drawingml/2006/main" noGrp="1"/>
          </p:cNvSpPr>
          <p:nvPr/>
        </p:nvSpPr>
        <p:spPr>
          <a:xfrm xmlns:a="http://schemas.openxmlformats.org/drawingml/2006/main">
            <a:off x="395859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8" name="rect-2-1047">
            <a:extLst xmlns:a="http://schemas.openxmlformats.org/drawingml/2006/main">
              <a:ext uri="{FF2B5EF4-FFF2-40B4-BE49-F238E27FC236}">
                <a16:creationId xmlns:a16="http://schemas.microsoft.com/office/drawing/2014/main" id="{FAEB8B2B-9323-4315-8DBB-9C4B79923E83}"/>
              </a:ext>
            </a:extLst>
          </p:cNvPr>
          <p:cNvSpPr>
            <a:spLocks xmlns:a="http://schemas.openxmlformats.org/drawingml/2006/main" noGrp="1"/>
          </p:cNvSpPr>
          <p:nvPr/>
        </p:nvSpPr>
        <p:spPr>
          <a:xfrm xmlns:a="http://schemas.openxmlformats.org/drawingml/2006/main">
            <a:off x="400050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49" name="rect-2-1048">
            <a:extLst xmlns:a="http://schemas.openxmlformats.org/drawingml/2006/main">
              <a:ext uri="{FF2B5EF4-FFF2-40B4-BE49-F238E27FC236}">
                <a16:creationId xmlns:a16="http://schemas.microsoft.com/office/drawing/2014/main" id="{643EA552-D57C-427A-AEBF-B45ECC494410}"/>
              </a:ext>
            </a:extLst>
          </p:cNvPr>
          <p:cNvSpPr>
            <a:spLocks xmlns:a="http://schemas.openxmlformats.org/drawingml/2006/main" noGrp="1"/>
          </p:cNvSpPr>
          <p:nvPr/>
        </p:nvSpPr>
        <p:spPr>
          <a:xfrm xmlns:a="http://schemas.openxmlformats.org/drawingml/2006/main">
            <a:off x="404241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0" name="rect-2-1049">
            <a:extLst xmlns:a="http://schemas.openxmlformats.org/drawingml/2006/main">
              <a:ext uri="{FF2B5EF4-FFF2-40B4-BE49-F238E27FC236}">
                <a16:creationId xmlns:a16="http://schemas.microsoft.com/office/drawing/2014/main" id="{95B4027C-E24A-4830-8310-C9959C1562B6}"/>
              </a:ext>
            </a:extLst>
          </p:cNvPr>
          <p:cNvSpPr>
            <a:spLocks xmlns:a="http://schemas.openxmlformats.org/drawingml/2006/main" noGrp="1"/>
          </p:cNvSpPr>
          <p:nvPr/>
        </p:nvSpPr>
        <p:spPr>
          <a:xfrm xmlns:a="http://schemas.openxmlformats.org/drawingml/2006/main">
            <a:off x="408432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1" name="rect-2-1050">
            <a:extLst xmlns:a="http://schemas.openxmlformats.org/drawingml/2006/main">
              <a:ext uri="{FF2B5EF4-FFF2-40B4-BE49-F238E27FC236}">
                <a16:creationId xmlns:a16="http://schemas.microsoft.com/office/drawing/2014/main" id="{8FA5D093-7FFC-4D1E-848B-EA4E04981F07}"/>
              </a:ext>
            </a:extLst>
          </p:cNvPr>
          <p:cNvSpPr>
            <a:spLocks xmlns:a="http://schemas.openxmlformats.org/drawingml/2006/main" noGrp="1"/>
          </p:cNvSpPr>
          <p:nvPr/>
        </p:nvSpPr>
        <p:spPr>
          <a:xfrm xmlns:a="http://schemas.openxmlformats.org/drawingml/2006/main">
            <a:off x="412623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2" name="rect-2-1051">
            <a:extLst xmlns:a="http://schemas.openxmlformats.org/drawingml/2006/main">
              <a:ext uri="{FF2B5EF4-FFF2-40B4-BE49-F238E27FC236}">
                <a16:creationId xmlns:a16="http://schemas.microsoft.com/office/drawing/2014/main" id="{C9A8A816-59D7-454A-84DB-1E6CCA39ACAA}"/>
              </a:ext>
            </a:extLst>
          </p:cNvPr>
          <p:cNvSpPr>
            <a:spLocks xmlns:a="http://schemas.openxmlformats.org/drawingml/2006/main" noGrp="1"/>
          </p:cNvSpPr>
          <p:nvPr/>
        </p:nvSpPr>
        <p:spPr>
          <a:xfrm xmlns:a="http://schemas.openxmlformats.org/drawingml/2006/main">
            <a:off x="416814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3" name="rect-2-1052">
            <a:extLst xmlns:a="http://schemas.openxmlformats.org/drawingml/2006/main">
              <a:ext uri="{FF2B5EF4-FFF2-40B4-BE49-F238E27FC236}">
                <a16:creationId xmlns:a16="http://schemas.microsoft.com/office/drawing/2014/main" id="{0F99FA68-7C29-453E-BC2E-C51F88DFB45F}"/>
              </a:ext>
            </a:extLst>
          </p:cNvPr>
          <p:cNvSpPr>
            <a:spLocks xmlns:a="http://schemas.openxmlformats.org/drawingml/2006/main" noGrp="1"/>
          </p:cNvSpPr>
          <p:nvPr/>
        </p:nvSpPr>
        <p:spPr>
          <a:xfrm xmlns:a="http://schemas.openxmlformats.org/drawingml/2006/main">
            <a:off x="421005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4" name="rect-2-1053">
            <a:extLst xmlns:a="http://schemas.openxmlformats.org/drawingml/2006/main">
              <a:ext uri="{FF2B5EF4-FFF2-40B4-BE49-F238E27FC236}">
                <a16:creationId xmlns:a16="http://schemas.microsoft.com/office/drawing/2014/main" id="{351553F4-8524-4A87-A19B-BFFB4C044F96}"/>
              </a:ext>
            </a:extLst>
          </p:cNvPr>
          <p:cNvSpPr>
            <a:spLocks xmlns:a="http://schemas.openxmlformats.org/drawingml/2006/main" noGrp="1"/>
          </p:cNvSpPr>
          <p:nvPr/>
        </p:nvSpPr>
        <p:spPr>
          <a:xfrm xmlns:a="http://schemas.openxmlformats.org/drawingml/2006/main">
            <a:off x="425196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5" name="rect-2-1054">
            <a:extLst xmlns:a="http://schemas.openxmlformats.org/drawingml/2006/main">
              <a:ext uri="{FF2B5EF4-FFF2-40B4-BE49-F238E27FC236}">
                <a16:creationId xmlns:a16="http://schemas.microsoft.com/office/drawing/2014/main" id="{AC0ABB60-CC98-4480-A4C2-E6E0DB2DF64B}"/>
              </a:ext>
            </a:extLst>
          </p:cNvPr>
          <p:cNvSpPr>
            <a:spLocks xmlns:a="http://schemas.openxmlformats.org/drawingml/2006/main" noGrp="1"/>
          </p:cNvSpPr>
          <p:nvPr/>
        </p:nvSpPr>
        <p:spPr>
          <a:xfrm xmlns:a="http://schemas.openxmlformats.org/drawingml/2006/main">
            <a:off x="429387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6" name="rect-2-1055">
            <a:extLst xmlns:a="http://schemas.openxmlformats.org/drawingml/2006/main">
              <a:ext uri="{FF2B5EF4-FFF2-40B4-BE49-F238E27FC236}">
                <a16:creationId xmlns:a16="http://schemas.microsoft.com/office/drawing/2014/main" id="{BBEFA1AD-BEE1-48FE-9659-0DEA86572D95}"/>
              </a:ext>
            </a:extLst>
          </p:cNvPr>
          <p:cNvSpPr>
            <a:spLocks xmlns:a="http://schemas.openxmlformats.org/drawingml/2006/main" noGrp="1"/>
          </p:cNvSpPr>
          <p:nvPr/>
        </p:nvSpPr>
        <p:spPr>
          <a:xfrm xmlns:a="http://schemas.openxmlformats.org/drawingml/2006/main">
            <a:off x="4335780" y="43776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7" name="rect-2-1056">
            <a:extLst xmlns:a="http://schemas.openxmlformats.org/drawingml/2006/main">
              <a:ext uri="{FF2B5EF4-FFF2-40B4-BE49-F238E27FC236}">
                <a16:creationId xmlns:a16="http://schemas.microsoft.com/office/drawing/2014/main" id="{57DAF496-804D-4C97-A4DF-86D9DDA72471}"/>
              </a:ext>
            </a:extLst>
          </p:cNvPr>
          <p:cNvSpPr>
            <a:spLocks xmlns:a="http://schemas.openxmlformats.org/drawingml/2006/main" noGrp="1"/>
          </p:cNvSpPr>
          <p:nvPr/>
        </p:nvSpPr>
        <p:spPr>
          <a:xfrm xmlns:a="http://schemas.openxmlformats.org/drawingml/2006/main">
            <a:off x="391668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8" name="rect-2-1057">
            <a:extLst xmlns:a="http://schemas.openxmlformats.org/drawingml/2006/main">
              <a:ext uri="{FF2B5EF4-FFF2-40B4-BE49-F238E27FC236}">
                <a16:creationId xmlns:a16="http://schemas.microsoft.com/office/drawing/2014/main" id="{26ACEC5F-1DE6-4DEC-B109-D246E4324BE5}"/>
              </a:ext>
            </a:extLst>
          </p:cNvPr>
          <p:cNvSpPr>
            <a:spLocks xmlns:a="http://schemas.openxmlformats.org/drawingml/2006/main" noGrp="1"/>
          </p:cNvSpPr>
          <p:nvPr/>
        </p:nvSpPr>
        <p:spPr>
          <a:xfrm xmlns:a="http://schemas.openxmlformats.org/drawingml/2006/main">
            <a:off x="395859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59" name="rect-2-1058">
            <a:extLst xmlns:a="http://schemas.openxmlformats.org/drawingml/2006/main">
              <a:ext uri="{FF2B5EF4-FFF2-40B4-BE49-F238E27FC236}">
                <a16:creationId xmlns:a16="http://schemas.microsoft.com/office/drawing/2014/main" id="{96B820CC-0A9E-45CA-B263-3B6DAD01C19B}"/>
              </a:ext>
            </a:extLst>
          </p:cNvPr>
          <p:cNvSpPr>
            <a:spLocks xmlns:a="http://schemas.openxmlformats.org/drawingml/2006/main" noGrp="1"/>
          </p:cNvSpPr>
          <p:nvPr/>
        </p:nvSpPr>
        <p:spPr>
          <a:xfrm xmlns:a="http://schemas.openxmlformats.org/drawingml/2006/main">
            <a:off x="400050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0" name="rect-2-1059">
            <a:extLst xmlns:a="http://schemas.openxmlformats.org/drawingml/2006/main">
              <a:ext uri="{FF2B5EF4-FFF2-40B4-BE49-F238E27FC236}">
                <a16:creationId xmlns:a16="http://schemas.microsoft.com/office/drawing/2014/main" id="{A0333E42-D522-40A4-AF28-3F1444C633CD}"/>
              </a:ext>
            </a:extLst>
          </p:cNvPr>
          <p:cNvSpPr>
            <a:spLocks xmlns:a="http://schemas.openxmlformats.org/drawingml/2006/main" noGrp="1"/>
          </p:cNvSpPr>
          <p:nvPr/>
        </p:nvSpPr>
        <p:spPr>
          <a:xfrm xmlns:a="http://schemas.openxmlformats.org/drawingml/2006/main">
            <a:off x="404241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1" name="rect-2-1060">
            <a:extLst xmlns:a="http://schemas.openxmlformats.org/drawingml/2006/main">
              <a:ext uri="{FF2B5EF4-FFF2-40B4-BE49-F238E27FC236}">
                <a16:creationId xmlns:a16="http://schemas.microsoft.com/office/drawing/2014/main" id="{5DC5835E-72FE-481F-BD00-40C29DCBD385}"/>
              </a:ext>
            </a:extLst>
          </p:cNvPr>
          <p:cNvSpPr>
            <a:spLocks xmlns:a="http://schemas.openxmlformats.org/drawingml/2006/main" noGrp="1"/>
          </p:cNvSpPr>
          <p:nvPr/>
        </p:nvSpPr>
        <p:spPr>
          <a:xfrm xmlns:a="http://schemas.openxmlformats.org/drawingml/2006/main">
            <a:off x="408432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2" name="rect-2-1061">
            <a:extLst xmlns:a="http://schemas.openxmlformats.org/drawingml/2006/main">
              <a:ext uri="{FF2B5EF4-FFF2-40B4-BE49-F238E27FC236}">
                <a16:creationId xmlns:a16="http://schemas.microsoft.com/office/drawing/2014/main" id="{BE6FA389-C604-425B-B77D-2761F2120D05}"/>
              </a:ext>
            </a:extLst>
          </p:cNvPr>
          <p:cNvSpPr>
            <a:spLocks xmlns:a="http://schemas.openxmlformats.org/drawingml/2006/main" noGrp="1"/>
          </p:cNvSpPr>
          <p:nvPr/>
        </p:nvSpPr>
        <p:spPr>
          <a:xfrm xmlns:a="http://schemas.openxmlformats.org/drawingml/2006/main">
            <a:off x="412623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3" name="rect-2-1062">
            <a:extLst xmlns:a="http://schemas.openxmlformats.org/drawingml/2006/main">
              <a:ext uri="{FF2B5EF4-FFF2-40B4-BE49-F238E27FC236}">
                <a16:creationId xmlns:a16="http://schemas.microsoft.com/office/drawing/2014/main" id="{744BCDC4-11B0-46C0-8430-DB43BF87914A}"/>
              </a:ext>
            </a:extLst>
          </p:cNvPr>
          <p:cNvSpPr>
            <a:spLocks xmlns:a="http://schemas.openxmlformats.org/drawingml/2006/main" noGrp="1"/>
          </p:cNvSpPr>
          <p:nvPr/>
        </p:nvSpPr>
        <p:spPr>
          <a:xfrm xmlns:a="http://schemas.openxmlformats.org/drawingml/2006/main">
            <a:off x="416814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4" name="rect-2-1063">
            <a:extLst xmlns:a="http://schemas.openxmlformats.org/drawingml/2006/main">
              <a:ext uri="{FF2B5EF4-FFF2-40B4-BE49-F238E27FC236}">
                <a16:creationId xmlns:a16="http://schemas.microsoft.com/office/drawing/2014/main" id="{90442BBD-DCFB-4912-B59C-6744EB354B45}"/>
              </a:ext>
            </a:extLst>
          </p:cNvPr>
          <p:cNvSpPr>
            <a:spLocks xmlns:a="http://schemas.openxmlformats.org/drawingml/2006/main" noGrp="1"/>
          </p:cNvSpPr>
          <p:nvPr/>
        </p:nvSpPr>
        <p:spPr>
          <a:xfrm xmlns:a="http://schemas.openxmlformats.org/drawingml/2006/main">
            <a:off x="421005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5" name="rect-2-1064">
            <a:extLst xmlns:a="http://schemas.openxmlformats.org/drawingml/2006/main">
              <a:ext uri="{FF2B5EF4-FFF2-40B4-BE49-F238E27FC236}">
                <a16:creationId xmlns:a16="http://schemas.microsoft.com/office/drawing/2014/main" id="{C3F041A0-35AD-4C70-A69E-35CF064ADCE1}"/>
              </a:ext>
            </a:extLst>
          </p:cNvPr>
          <p:cNvSpPr>
            <a:spLocks xmlns:a="http://schemas.openxmlformats.org/drawingml/2006/main" noGrp="1"/>
          </p:cNvSpPr>
          <p:nvPr/>
        </p:nvSpPr>
        <p:spPr>
          <a:xfrm xmlns:a="http://schemas.openxmlformats.org/drawingml/2006/main">
            <a:off x="425196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6" name="rect-2-1065">
            <a:extLst xmlns:a="http://schemas.openxmlformats.org/drawingml/2006/main">
              <a:ext uri="{FF2B5EF4-FFF2-40B4-BE49-F238E27FC236}">
                <a16:creationId xmlns:a16="http://schemas.microsoft.com/office/drawing/2014/main" id="{56FD3750-2611-4C12-AD97-DBA9C61ACBF5}"/>
              </a:ext>
            </a:extLst>
          </p:cNvPr>
          <p:cNvSpPr>
            <a:spLocks xmlns:a="http://schemas.openxmlformats.org/drawingml/2006/main" noGrp="1"/>
          </p:cNvSpPr>
          <p:nvPr/>
        </p:nvSpPr>
        <p:spPr>
          <a:xfrm xmlns:a="http://schemas.openxmlformats.org/drawingml/2006/main">
            <a:off x="429387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7" name="rect-2-1066">
            <a:extLst xmlns:a="http://schemas.openxmlformats.org/drawingml/2006/main">
              <a:ext uri="{FF2B5EF4-FFF2-40B4-BE49-F238E27FC236}">
                <a16:creationId xmlns:a16="http://schemas.microsoft.com/office/drawing/2014/main" id="{7BDE8975-B9D0-402C-9103-3385A19550EA}"/>
              </a:ext>
            </a:extLst>
          </p:cNvPr>
          <p:cNvSpPr>
            <a:spLocks xmlns:a="http://schemas.openxmlformats.org/drawingml/2006/main" noGrp="1"/>
          </p:cNvSpPr>
          <p:nvPr/>
        </p:nvSpPr>
        <p:spPr>
          <a:xfrm xmlns:a="http://schemas.openxmlformats.org/drawingml/2006/main">
            <a:off x="433578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8" name="rect-2-1067">
            <a:extLst xmlns:a="http://schemas.openxmlformats.org/drawingml/2006/main">
              <a:ext uri="{FF2B5EF4-FFF2-40B4-BE49-F238E27FC236}">
                <a16:creationId xmlns:a16="http://schemas.microsoft.com/office/drawing/2014/main" id="{92C78324-733F-4A7B-A0B1-A728EBD38ADB}"/>
              </a:ext>
            </a:extLst>
          </p:cNvPr>
          <p:cNvSpPr>
            <a:spLocks xmlns:a="http://schemas.openxmlformats.org/drawingml/2006/main" noGrp="1"/>
          </p:cNvSpPr>
          <p:nvPr/>
        </p:nvSpPr>
        <p:spPr>
          <a:xfrm xmlns:a="http://schemas.openxmlformats.org/drawingml/2006/main">
            <a:off x="437769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69" name="rect-2-1068">
            <a:extLst xmlns:a="http://schemas.openxmlformats.org/drawingml/2006/main">
              <a:ext uri="{FF2B5EF4-FFF2-40B4-BE49-F238E27FC236}">
                <a16:creationId xmlns:a16="http://schemas.microsoft.com/office/drawing/2014/main" id="{CC8D818C-1BBD-4253-A487-E8931B1810BB}"/>
              </a:ext>
            </a:extLst>
          </p:cNvPr>
          <p:cNvSpPr>
            <a:spLocks xmlns:a="http://schemas.openxmlformats.org/drawingml/2006/main" noGrp="1"/>
          </p:cNvSpPr>
          <p:nvPr/>
        </p:nvSpPr>
        <p:spPr>
          <a:xfrm xmlns:a="http://schemas.openxmlformats.org/drawingml/2006/main">
            <a:off x="4419600" y="44196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0" name="rect-2-1069">
            <a:extLst xmlns:a="http://schemas.openxmlformats.org/drawingml/2006/main">
              <a:ext uri="{FF2B5EF4-FFF2-40B4-BE49-F238E27FC236}">
                <a16:creationId xmlns:a16="http://schemas.microsoft.com/office/drawing/2014/main" id="{D7F76944-15EE-4DD5-8859-D008B7F011C4}"/>
              </a:ext>
            </a:extLst>
          </p:cNvPr>
          <p:cNvSpPr>
            <a:spLocks xmlns:a="http://schemas.openxmlformats.org/drawingml/2006/main" noGrp="1"/>
          </p:cNvSpPr>
          <p:nvPr/>
        </p:nvSpPr>
        <p:spPr>
          <a:xfrm xmlns:a="http://schemas.openxmlformats.org/drawingml/2006/main">
            <a:off x="391668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1" name="rect-2-1070">
            <a:extLst xmlns:a="http://schemas.openxmlformats.org/drawingml/2006/main">
              <a:ext uri="{FF2B5EF4-FFF2-40B4-BE49-F238E27FC236}">
                <a16:creationId xmlns:a16="http://schemas.microsoft.com/office/drawing/2014/main" id="{5F01CAA7-FF8D-474C-907F-F6081553904F}"/>
              </a:ext>
            </a:extLst>
          </p:cNvPr>
          <p:cNvSpPr>
            <a:spLocks xmlns:a="http://schemas.openxmlformats.org/drawingml/2006/main" noGrp="1"/>
          </p:cNvSpPr>
          <p:nvPr/>
        </p:nvSpPr>
        <p:spPr>
          <a:xfrm xmlns:a="http://schemas.openxmlformats.org/drawingml/2006/main">
            <a:off x="395859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2" name="rect-2-1071">
            <a:extLst xmlns:a="http://schemas.openxmlformats.org/drawingml/2006/main">
              <a:ext uri="{FF2B5EF4-FFF2-40B4-BE49-F238E27FC236}">
                <a16:creationId xmlns:a16="http://schemas.microsoft.com/office/drawing/2014/main" id="{816DC8AE-380B-47F2-B1C6-449F1E1F480F}"/>
              </a:ext>
            </a:extLst>
          </p:cNvPr>
          <p:cNvSpPr>
            <a:spLocks xmlns:a="http://schemas.openxmlformats.org/drawingml/2006/main" noGrp="1"/>
          </p:cNvSpPr>
          <p:nvPr/>
        </p:nvSpPr>
        <p:spPr>
          <a:xfrm xmlns:a="http://schemas.openxmlformats.org/drawingml/2006/main">
            <a:off x="400050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3" name="rect-2-1072">
            <a:extLst xmlns:a="http://schemas.openxmlformats.org/drawingml/2006/main">
              <a:ext uri="{FF2B5EF4-FFF2-40B4-BE49-F238E27FC236}">
                <a16:creationId xmlns:a16="http://schemas.microsoft.com/office/drawing/2014/main" id="{CC274119-D29C-49FD-8CA5-4236E0EEBEE8}"/>
              </a:ext>
            </a:extLst>
          </p:cNvPr>
          <p:cNvSpPr>
            <a:spLocks xmlns:a="http://schemas.openxmlformats.org/drawingml/2006/main" noGrp="1"/>
          </p:cNvSpPr>
          <p:nvPr/>
        </p:nvSpPr>
        <p:spPr>
          <a:xfrm xmlns:a="http://schemas.openxmlformats.org/drawingml/2006/main">
            <a:off x="404241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4" name="rect-2-1073">
            <a:extLst xmlns:a="http://schemas.openxmlformats.org/drawingml/2006/main">
              <a:ext uri="{FF2B5EF4-FFF2-40B4-BE49-F238E27FC236}">
                <a16:creationId xmlns:a16="http://schemas.microsoft.com/office/drawing/2014/main" id="{1F4C079A-A201-4DE0-9615-76EA41ED28CB}"/>
              </a:ext>
            </a:extLst>
          </p:cNvPr>
          <p:cNvSpPr>
            <a:spLocks xmlns:a="http://schemas.openxmlformats.org/drawingml/2006/main" noGrp="1"/>
          </p:cNvSpPr>
          <p:nvPr/>
        </p:nvSpPr>
        <p:spPr>
          <a:xfrm xmlns:a="http://schemas.openxmlformats.org/drawingml/2006/main">
            <a:off x="408432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5" name="rect-2-1074">
            <a:extLst xmlns:a="http://schemas.openxmlformats.org/drawingml/2006/main">
              <a:ext uri="{FF2B5EF4-FFF2-40B4-BE49-F238E27FC236}">
                <a16:creationId xmlns:a16="http://schemas.microsoft.com/office/drawing/2014/main" id="{D41D084C-587D-4BB0-B645-71AD8D2258DD}"/>
              </a:ext>
            </a:extLst>
          </p:cNvPr>
          <p:cNvSpPr>
            <a:spLocks xmlns:a="http://schemas.openxmlformats.org/drawingml/2006/main" noGrp="1"/>
          </p:cNvSpPr>
          <p:nvPr/>
        </p:nvSpPr>
        <p:spPr>
          <a:xfrm xmlns:a="http://schemas.openxmlformats.org/drawingml/2006/main">
            <a:off x="412623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6" name="rect-2-1075">
            <a:extLst xmlns:a="http://schemas.openxmlformats.org/drawingml/2006/main">
              <a:ext uri="{FF2B5EF4-FFF2-40B4-BE49-F238E27FC236}">
                <a16:creationId xmlns:a16="http://schemas.microsoft.com/office/drawing/2014/main" id="{B26DCDE3-8163-4E52-B5C5-C42A364DC247}"/>
              </a:ext>
            </a:extLst>
          </p:cNvPr>
          <p:cNvSpPr>
            <a:spLocks xmlns:a="http://schemas.openxmlformats.org/drawingml/2006/main" noGrp="1"/>
          </p:cNvSpPr>
          <p:nvPr/>
        </p:nvSpPr>
        <p:spPr>
          <a:xfrm xmlns:a="http://schemas.openxmlformats.org/drawingml/2006/main">
            <a:off x="416814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7" name="rect-2-1076">
            <a:extLst xmlns:a="http://schemas.openxmlformats.org/drawingml/2006/main">
              <a:ext uri="{FF2B5EF4-FFF2-40B4-BE49-F238E27FC236}">
                <a16:creationId xmlns:a16="http://schemas.microsoft.com/office/drawing/2014/main" id="{9CFB7F68-E2CB-4EBD-9CEF-9354AC7DC098}"/>
              </a:ext>
            </a:extLst>
          </p:cNvPr>
          <p:cNvSpPr>
            <a:spLocks xmlns:a="http://schemas.openxmlformats.org/drawingml/2006/main" noGrp="1"/>
          </p:cNvSpPr>
          <p:nvPr/>
        </p:nvSpPr>
        <p:spPr>
          <a:xfrm xmlns:a="http://schemas.openxmlformats.org/drawingml/2006/main">
            <a:off x="421005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8" name="rect-2-1077">
            <a:extLst xmlns:a="http://schemas.openxmlformats.org/drawingml/2006/main">
              <a:ext uri="{FF2B5EF4-FFF2-40B4-BE49-F238E27FC236}">
                <a16:creationId xmlns:a16="http://schemas.microsoft.com/office/drawing/2014/main" id="{27D4251A-743E-44F0-AB83-F78D432C29EE}"/>
              </a:ext>
            </a:extLst>
          </p:cNvPr>
          <p:cNvSpPr>
            <a:spLocks xmlns:a="http://schemas.openxmlformats.org/drawingml/2006/main" noGrp="1"/>
          </p:cNvSpPr>
          <p:nvPr/>
        </p:nvSpPr>
        <p:spPr>
          <a:xfrm xmlns:a="http://schemas.openxmlformats.org/drawingml/2006/main">
            <a:off x="425196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79" name="rect-2-1078">
            <a:extLst xmlns:a="http://schemas.openxmlformats.org/drawingml/2006/main">
              <a:ext uri="{FF2B5EF4-FFF2-40B4-BE49-F238E27FC236}">
                <a16:creationId xmlns:a16="http://schemas.microsoft.com/office/drawing/2014/main" id="{3CA7A221-57DF-421A-9752-26632D30FF58}"/>
              </a:ext>
            </a:extLst>
          </p:cNvPr>
          <p:cNvSpPr>
            <a:spLocks xmlns:a="http://schemas.openxmlformats.org/drawingml/2006/main" noGrp="1"/>
          </p:cNvSpPr>
          <p:nvPr/>
        </p:nvSpPr>
        <p:spPr>
          <a:xfrm xmlns:a="http://schemas.openxmlformats.org/drawingml/2006/main">
            <a:off x="429387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0" name="rect-2-1079">
            <a:extLst xmlns:a="http://schemas.openxmlformats.org/drawingml/2006/main">
              <a:ext uri="{FF2B5EF4-FFF2-40B4-BE49-F238E27FC236}">
                <a16:creationId xmlns:a16="http://schemas.microsoft.com/office/drawing/2014/main" id="{B5D392A2-7498-4F1C-A604-C16A5C48B7E8}"/>
              </a:ext>
            </a:extLst>
          </p:cNvPr>
          <p:cNvSpPr>
            <a:spLocks xmlns:a="http://schemas.openxmlformats.org/drawingml/2006/main" noGrp="1"/>
          </p:cNvSpPr>
          <p:nvPr/>
        </p:nvSpPr>
        <p:spPr>
          <a:xfrm xmlns:a="http://schemas.openxmlformats.org/drawingml/2006/main">
            <a:off x="433578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1" name="rect-2-1080">
            <a:extLst xmlns:a="http://schemas.openxmlformats.org/drawingml/2006/main">
              <a:ext uri="{FF2B5EF4-FFF2-40B4-BE49-F238E27FC236}">
                <a16:creationId xmlns:a16="http://schemas.microsoft.com/office/drawing/2014/main" id="{FCE07FDF-97D8-4175-A94D-E05F8D612C5B}"/>
              </a:ext>
            </a:extLst>
          </p:cNvPr>
          <p:cNvSpPr>
            <a:spLocks xmlns:a="http://schemas.openxmlformats.org/drawingml/2006/main" noGrp="1"/>
          </p:cNvSpPr>
          <p:nvPr/>
        </p:nvSpPr>
        <p:spPr>
          <a:xfrm xmlns:a="http://schemas.openxmlformats.org/drawingml/2006/main">
            <a:off x="437769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2" name="rect-2-1081">
            <a:extLst xmlns:a="http://schemas.openxmlformats.org/drawingml/2006/main">
              <a:ext uri="{FF2B5EF4-FFF2-40B4-BE49-F238E27FC236}">
                <a16:creationId xmlns:a16="http://schemas.microsoft.com/office/drawing/2014/main" id="{66769297-31E5-4647-B004-4DAFCCFB5042}"/>
              </a:ext>
            </a:extLst>
          </p:cNvPr>
          <p:cNvSpPr>
            <a:spLocks xmlns:a="http://schemas.openxmlformats.org/drawingml/2006/main" noGrp="1"/>
          </p:cNvSpPr>
          <p:nvPr/>
        </p:nvSpPr>
        <p:spPr>
          <a:xfrm xmlns:a="http://schemas.openxmlformats.org/drawingml/2006/main">
            <a:off x="4419600" y="446151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3" name="rect-2-1082">
            <a:extLst xmlns:a="http://schemas.openxmlformats.org/drawingml/2006/main">
              <a:ext uri="{FF2B5EF4-FFF2-40B4-BE49-F238E27FC236}">
                <a16:creationId xmlns:a16="http://schemas.microsoft.com/office/drawing/2014/main" id="{630BF06C-2B7E-4FD5-A780-7FFB1BFDEBEB}"/>
              </a:ext>
            </a:extLst>
          </p:cNvPr>
          <p:cNvSpPr>
            <a:spLocks xmlns:a="http://schemas.openxmlformats.org/drawingml/2006/main" noGrp="1"/>
          </p:cNvSpPr>
          <p:nvPr/>
        </p:nvSpPr>
        <p:spPr>
          <a:xfrm xmlns:a="http://schemas.openxmlformats.org/drawingml/2006/main">
            <a:off x="395859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4" name="rect-2-1083">
            <a:extLst xmlns:a="http://schemas.openxmlformats.org/drawingml/2006/main">
              <a:ext uri="{FF2B5EF4-FFF2-40B4-BE49-F238E27FC236}">
                <a16:creationId xmlns:a16="http://schemas.microsoft.com/office/drawing/2014/main" id="{9C808001-109B-4BCD-9840-48FD8B1E40A0}"/>
              </a:ext>
            </a:extLst>
          </p:cNvPr>
          <p:cNvSpPr>
            <a:spLocks xmlns:a="http://schemas.openxmlformats.org/drawingml/2006/main" noGrp="1"/>
          </p:cNvSpPr>
          <p:nvPr/>
        </p:nvSpPr>
        <p:spPr>
          <a:xfrm xmlns:a="http://schemas.openxmlformats.org/drawingml/2006/main">
            <a:off x="400050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5" name="rect-2-1084">
            <a:extLst xmlns:a="http://schemas.openxmlformats.org/drawingml/2006/main">
              <a:ext uri="{FF2B5EF4-FFF2-40B4-BE49-F238E27FC236}">
                <a16:creationId xmlns:a16="http://schemas.microsoft.com/office/drawing/2014/main" id="{B1572FA6-502D-4D54-B1B9-4DD97CB41F85}"/>
              </a:ext>
            </a:extLst>
          </p:cNvPr>
          <p:cNvSpPr>
            <a:spLocks xmlns:a="http://schemas.openxmlformats.org/drawingml/2006/main" noGrp="1"/>
          </p:cNvSpPr>
          <p:nvPr/>
        </p:nvSpPr>
        <p:spPr>
          <a:xfrm xmlns:a="http://schemas.openxmlformats.org/drawingml/2006/main">
            <a:off x="404241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6" name="rect-2-1085">
            <a:extLst xmlns:a="http://schemas.openxmlformats.org/drawingml/2006/main">
              <a:ext uri="{FF2B5EF4-FFF2-40B4-BE49-F238E27FC236}">
                <a16:creationId xmlns:a16="http://schemas.microsoft.com/office/drawing/2014/main" id="{FC258750-1251-43AF-B9CB-4A0D69FC4888}"/>
              </a:ext>
            </a:extLst>
          </p:cNvPr>
          <p:cNvSpPr>
            <a:spLocks xmlns:a="http://schemas.openxmlformats.org/drawingml/2006/main" noGrp="1"/>
          </p:cNvSpPr>
          <p:nvPr/>
        </p:nvSpPr>
        <p:spPr>
          <a:xfrm xmlns:a="http://schemas.openxmlformats.org/drawingml/2006/main">
            <a:off x="408432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7" name="rect-2-1086">
            <a:extLst xmlns:a="http://schemas.openxmlformats.org/drawingml/2006/main">
              <a:ext uri="{FF2B5EF4-FFF2-40B4-BE49-F238E27FC236}">
                <a16:creationId xmlns:a16="http://schemas.microsoft.com/office/drawing/2014/main" id="{80EBA84A-FA2F-4910-A920-A8892B9E2278}"/>
              </a:ext>
            </a:extLst>
          </p:cNvPr>
          <p:cNvSpPr>
            <a:spLocks xmlns:a="http://schemas.openxmlformats.org/drawingml/2006/main" noGrp="1"/>
          </p:cNvSpPr>
          <p:nvPr/>
        </p:nvSpPr>
        <p:spPr>
          <a:xfrm xmlns:a="http://schemas.openxmlformats.org/drawingml/2006/main">
            <a:off x="412623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8" name="rect-2-1087">
            <a:extLst xmlns:a="http://schemas.openxmlformats.org/drawingml/2006/main">
              <a:ext uri="{FF2B5EF4-FFF2-40B4-BE49-F238E27FC236}">
                <a16:creationId xmlns:a16="http://schemas.microsoft.com/office/drawing/2014/main" id="{7F70C292-5A20-408E-8530-3C6C87C373AF}"/>
              </a:ext>
            </a:extLst>
          </p:cNvPr>
          <p:cNvSpPr>
            <a:spLocks xmlns:a="http://schemas.openxmlformats.org/drawingml/2006/main" noGrp="1"/>
          </p:cNvSpPr>
          <p:nvPr/>
        </p:nvSpPr>
        <p:spPr>
          <a:xfrm xmlns:a="http://schemas.openxmlformats.org/drawingml/2006/main">
            <a:off x="416814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89" name="rect-2-1088">
            <a:extLst xmlns:a="http://schemas.openxmlformats.org/drawingml/2006/main">
              <a:ext uri="{FF2B5EF4-FFF2-40B4-BE49-F238E27FC236}">
                <a16:creationId xmlns:a16="http://schemas.microsoft.com/office/drawing/2014/main" id="{C9C7915C-8849-4A45-8BB1-FE08A62AC698}"/>
              </a:ext>
            </a:extLst>
          </p:cNvPr>
          <p:cNvSpPr>
            <a:spLocks xmlns:a="http://schemas.openxmlformats.org/drawingml/2006/main" noGrp="1"/>
          </p:cNvSpPr>
          <p:nvPr/>
        </p:nvSpPr>
        <p:spPr>
          <a:xfrm xmlns:a="http://schemas.openxmlformats.org/drawingml/2006/main">
            <a:off x="421005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0" name="rect-2-1089">
            <a:extLst xmlns:a="http://schemas.openxmlformats.org/drawingml/2006/main">
              <a:ext uri="{FF2B5EF4-FFF2-40B4-BE49-F238E27FC236}">
                <a16:creationId xmlns:a16="http://schemas.microsoft.com/office/drawing/2014/main" id="{56B94C3D-F834-4AF5-ABE8-34A93452DB05}"/>
              </a:ext>
            </a:extLst>
          </p:cNvPr>
          <p:cNvSpPr>
            <a:spLocks xmlns:a="http://schemas.openxmlformats.org/drawingml/2006/main" noGrp="1"/>
          </p:cNvSpPr>
          <p:nvPr/>
        </p:nvSpPr>
        <p:spPr>
          <a:xfrm xmlns:a="http://schemas.openxmlformats.org/drawingml/2006/main">
            <a:off x="425196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1" name="rect-2-1090">
            <a:extLst xmlns:a="http://schemas.openxmlformats.org/drawingml/2006/main">
              <a:ext uri="{FF2B5EF4-FFF2-40B4-BE49-F238E27FC236}">
                <a16:creationId xmlns:a16="http://schemas.microsoft.com/office/drawing/2014/main" id="{7C85A8D6-8C95-4CC9-871A-F31D483F20EA}"/>
              </a:ext>
            </a:extLst>
          </p:cNvPr>
          <p:cNvSpPr>
            <a:spLocks xmlns:a="http://schemas.openxmlformats.org/drawingml/2006/main" noGrp="1"/>
          </p:cNvSpPr>
          <p:nvPr/>
        </p:nvSpPr>
        <p:spPr>
          <a:xfrm xmlns:a="http://schemas.openxmlformats.org/drawingml/2006/main">
            <a:off x="429387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2" name="rect-2-1091">
            <a:extLst xmlns:a="http://schemas.openxmlformats.org/drawingml/2006/main">
              <a:ext uri="{FF2B5EF4-FFF2-40B4-BE49-F238E27FC236}">
                <a16:creationId xmlns:a16="http://schemas.microsoft.com/office/drawing/2014/main" id="{DBD9BF09-65F8-43E2-B7B9-B74FC895F9F0}"/>
              </a:ext>
            </a:extLst>
          </p:cNvPr>
          <p:cNvSpPr>
            <a:spLocks xmlns:a="http://schemas.openxmlformats.org/drawingml/2006/main" noGrp="1"/>
          </p:cNvSpPr>
          <p:nvPr/>
        </p:nvSpPr>
        <p:spPr>
          <a:xfrm xmlns:a="http://schemas.openxmlformats.org/drawingml/2006/main">
            <a:off x="4335780" y="450342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3" name="rect-2-1092">
            <a:extLst xmlns:a="http://schemas.openxmlformats.org/drawingml/2006/main">
              <a:ext uri="{FF2B5EF4-FFF2-40B4-BE49-F238E27FC236}">
                <a16:creationId xmlns:a16="http://schemas.microsoft.com/office/drawing/2014/main" id="{DBFFAEA8-4A4A-4A03-8AA1-69652ABD6044}"/>
              </a:ext>
            </a:extLst>
          </p:cNvPr>
          <p:cNvSpPr>
            <a:spLocks xmlns:a="http://schemas.openxmlformats.org/drawingml/2006/main" noGrp="1"/>
          </p:cNvSpPr>
          <p:nvPr/>
        </p:nvSpPr>
        <p:spPr>
          <a:xfrm xmlns:a="http://schemas.openxmlformats.org/drawingml/2006/main">
            <a:off x="391668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4" name="rect-2-1093">
            <a:extLst xmlns:a="http://schemas.openxmlformats.org/drawingml/2006/main">
              <a:ext uri="{FF2B5EF4-FFF2-40B4-BE49-F238E27FC236}">
                <a16:creationId xmlns:a16="http://schemas.microsoft.com/office/drawing/2014/main" id="{38168279-1923-4B39-BB43-10DC6778CFEF}"/>
              </a:ext>
            </a:extLst>
          </p:cNvPr>
          <p:cNvSpPr>
            <a:spLocks xmlns:a="http://schemas.openxmlformats.org/drawingml/2006/main" noGrp="1"/>
          </p:cNvSpPr>
          <p:nvPr/>
        </p:nvSpPr>
        <p:spPr>
          <a:xfrm xmlns:a="http://schemas.openxmlformats.org/drawingml/2006/main">
            <a:off x="395859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5" name="rect-2-1094">
            <a:extLst xmlns:a="http://schemas.openxmlformats.org/drawingml/2006/main">
              <a:ext uri="{FF2B5EF4-FFF2-40B4-BE49-F238E27FC236}">
                <a16:creationId xmlns:a16="http://schemas.microsoft.com/office/drawing/2014/main" id="{E9B5DFF8-45A6-43AB-A7F8-1413213B9593}"/>
              </a:ext>
            </a:extLst>
          </p:cNvPr>
          <p:cNvSpPr>
            <a:spLocks xmlns:a="http://schemas.openxmlformats.org/drawingml/2006/main" noGrp="1"/>
          </p:cNvSpPr>
          <p:nvPr/>
        </p:nvSpPr>
        <p:spPr>
          <a:xfrm xmlns:a="http://schemas.openxmlformats.org/drawingml/2006/main">
            <a:off x="400050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6" name="rect-2-1095">
            <a:extLst xmlns:a="http://schemas.openxmlformats.org/drawingml/2006/main">
              <a:ext uri="{FF2B5EF4-FFF2-40B4-BE49-F238E27FC236}">
                <a16:creationId xmlns:a16="http://schemas.microsoft.com/office/drawing/2014/main" id="{AE3F8BB2-EEAF-4F8B-B11B-54AD0C761753}"/>
              </a:ext>
            </a:extLst>
          </p:cNvPr>
          <p:cNvSpPr>
            <a:spLocks xmlns:a="http://schemas.openxmlformats.org/drawingml/2006/main" noGrp="1"/>
          </p:cNvSpPr>
          <p:nvPr/>
        </p:nvSpPr>
        <p:spPr>
          <a:xfrm xmlns:a="http://schemas.openxmlformats.org/drawingml/2006/main">
            <a:off x="404241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7" name="rect-2-1096">
            <a:extLst xmlns:a="http://schemas.openxmlformats.org/drawingml/2006/main">
              <a:ext uri="{FF2B5EF4-FFF2-40B4-BE49-F238E27FC236}">
                <a16:creationId xmlns:a16="http://schemas.microsoft.com/office/drawing/2014/main" id="{E174FAC8-7E2B-4B1A-AA2A-689B148344C7}"/>
              </a:ext>
            </a:extLst>
          </p:cNvPr>
          <p:cNvSpPr>
            <a:spLocks xmlns:a="http://schemas.openxmlformats.org/drawingml/2006/main" noGrp="1"/>
          </p:cNvSpPr>
          <p:nvPr/>
        </p:nvSpPr>
        <p:spPr>
          <a:xfrm xmlns:a="http://schemas.openxmlformats.org/drawingml/2006/main">
            <a:off x="408432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8" name="rect-2-1097">
            <a:extLst xmlns:a="http://schemas.openxmlformats.org/drawingml/2006/main">
              <a:ext uri="{FF2B5EF4-FFF2-40B4-BE49-F238E27FC236}">
                <a16:creationId xmlns:a16="http://schemas.microsoft.com/office/drawing/2014/main" id="{C74E2AD5-19A0-46B9-BBF1-C0CA5FFB093D}"/>
              </a:ext>
            </a:extLst>
          </p:cNvPr>
          <p:cNvSpPr>
            <a:spLocks xmlns:a="http://schemas.openxmlformats.org/drawingml/2006/main" noGrp="1"/>
          </p:cNvSpPr>
          <p:nvPr/>
        </p:nvSpPr>
        <p:spPr>
          <a:xfrm xmlns:a="http://schemas.openxmlformats.org/drawingml/2006/main">
            <a:off x="412623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099" name="rect-2-1098">
            <a:extLst xmlns:a="http://schemas.openxmlformats.org/drawingml/2006/main">
              <a:ext uri="{FF2B5EF4-FFF2-40B4-BE49-F238E27FC236}">
                <a16:creationId xmlns:a16="http://schemas.microsoft.com/office/drawing/2014/main" id="{B5268E30-3D76-4F60-8591-2A4F3379E95C}"/>
              </a:ext>
            </a:extLst>
          </p:cNvPr>
          <p:cNvSpPr>
            <a:spLocks xmlns:a="http://schemas.openxmlformats.org/drawingml/2006/main" noGrp="1"/>
          </p:cNvSpPr>
          <p:nvPr/>
        </p:nvSpPr>
        <p:spPr>
          <a:xfrm xmlns:a="http://schemas.openxmlformats.org/drawingml/2006/main">
            <a:off x="416814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0" name="rect-2-1099">
            <a:extLst xmlns:a="http://schemas.openxmlformats.org/drawingml/2006/main">
              <a:ext uri="{FF2B5EF4-FFF2-40B4-BE49-F238E27FC236}">
                <a16:creationId xmlns:a16="http://schemas.microsoft.com/office/drawing/2014/main" id="{9E43944D-1CD1-4CCF-A1B8-A82FCC79E1DC}"/>
              </a:ext>
            </a:extLst>
          </p:cNvPr>
          <p:cNvSpPr>
            <a:spLocks xmlns:a="http://schemas.openxmlformats.org/drawingml/2006/main" noGrp="1"/>
          </p:cNvSpPr>
          <p:nvPr/>
        </p:nvSpPr>
        <p:spPr>
          <a:xfrm xmlns:a="http://schemas.openxmlformats.org/drawingml/2006/main">
            <a:off x="421005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1" name="rect-2-1100">
            <a:extLst xmlns:a="http://schemas.openxmlformats.org/drawingml/2006/main">
              <a:ext uri="{FF2B5EF4-FFF2-40B4-BE49-F238E27FC236}">
                <a16:creationId xmlns:a16="http://schemas.microsoft.com/office/drawing/2014/main" id="{0FD07805-CBA0-441B-9AA2-20F98C5CEB0D}"/>
              </a:ext>
            </a:extLst>
          </p:cNvPr>
          <p:cNvSpPr>
            <a:spLocks xmlns:a="http://schemas.openxmlformats.org/drawingml/2006/main" noGrp="1"/>
          </p:cNvSpPr>
          <p:nvPr/>
        </p:nvSpPr>
        <p:spPr>
          <a:xfrm xmlns:a="http://schemas.openxmlformats.org/drawingml/2006/main">
            <a:off x="425196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2" name="rect-2-1101">
            <a:extLst xmlns:a="http://schemas.openxmlformats.org/drawingml/2006/main">
              <a:ext uri="{FF2B5EF4-FFF2-40B4-BE49-F238E27FC236}">
                <a16:creationId xmlns:a16="http://schemas.microsoft.com/office/drawing/2014/main" id="{050C6506-FB89-40D4-945F-AA20331E7128}"/>
              </a:ext>
            </a:extLst>
          </p:cNvPr>
          <p:cNvSpPr>
            <a:spLocks xmlns:a="http://schemas.openxmlformats.org/drawingml/2006/main" noGrp="1"/>
          </p:cNvSpPr>
          <p:nvPr/>
        </p:nvSpPr>
        <p:spPr>
          <a:xfrm xmlns:a="http://schemas.openxmlformats.org/drawingml/2006/main">
            <a:off x="429387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3" name="rect-2-1102">
            <a:extLst xmlns:a="http://schemas.openxmlformats.org/drawingml/2006/main">
              <a:ext uri="{FF2B5EF4-FFF2-40B4-BE49-F238E27FC236}">
                <a16:creationId xmlns:a16="http://schemas.microsoft.com/office/drawing/2014/main" id="{4C490194-8D2F-4753-A248-30B99BC14C35}"/>
              </a:ext>
            </a:extLst>
          </p:cNvPr>
          <p:cNvSpPr>
            <a:spLocks xmlns:a="http://schemas.openxmlformats.org/drawingml/2006/main" noGrp="1"/>
          </p:cNvSpPr>
          <p:nvPr/>
        </p:nvSpPr>
        <p:spPr>
          <a:xfrm xmlns:a="http://schemas.openxmlformats.org/drawingml/2006/main">
            <a:off x="4335780" y="454533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4" name="rect-2-1103">
            <a:extLst xmlns:a="http://schemas.openxmlformats.org/drawingml/2006/main">
              <a:ext uri="{FF2B5EF4-FFF2-40B4-BE49-F238E27FC236}">
                <a16:creationId xmlns:a16="http://schemas.microsoft.com/office/drawing/2014/main" id="{84F6CC4C-BC61-41FC-B12B-ABE3E8E0145D}"/>
              </a:ext>
            </a:extLst>
          </p:cNvPr>
          <p:cNvSpPr>
            <a:spLocks xmlns:a="http://schemas.openxmlformats.org/drawingml/2006/main" noGrp="1"/>
          </p:cNvSpPr>
          <p:nvPr/>
        </p:nvSpPr>
        <p:spPr>
          <a:xfrm xmlns:a="http://schemas.openxmlformats.org/drawingml/2006/main">
            <a:off x="391668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5" name="rect-2-1104">
            <a:extLst xmlns:a="http://schemas.openxmlformats.org/drawingml/2006/main">
              <a:ext uri="{FF2B5EF4-FFF2-40B4-BE49-F238E27FC236}">
                <a16:creationId xmlns:a16="http://schemas.microsoft.com/office/drawing/2014/main" id="{AB89F790-2656-479A-AA60-704FD79E0780}"/>
              </a:ext>
            </a:extLst>
          </p:cNvPr>
          <p:cNvSpPr>
            <a:spLocks xmlns:a="http://schemas.openxmlformats.org/drawingml/2006/main" noGrp="1"/>
          </p:cNvSpPr>
          <p:nvPr/>
        </p:nvSpPr>
        <p:spPr>
          <a:xfrm xmlns:a="http://schemas.openxmlformats.org/drawingml/2006/main">
            <a:off x="395859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6" name="rect-2-1105">
            <a:extLst xmlns:a="http://schemas.openxmlformats.org/drawingml/2006/main">
              <a:ext uri="{FF2B5EF4-FFF2-40B4-BE49-F238E27FC236}">
                <a16:creationId xmlns:a16="http://schemas.microsoft.com/office/drawing/2014/main" id="{23D4C27F-43A5-47A9-AC3D-F3AAAEA667C0}"/>
              </a:ext>
            </a:extLst>
          </p:cNvPr>
          <p:cNvSpPr>
            <a:spLocks xmlns:a="http://schemas.openxmlformats.org/drawingml/2006/main" noGrp="1"/>
          </p:cNvSpPr>
          <p:nvPr/>
        </p:nvSpPr>
        <p:spPr>
          <a:xfrm xmlns:a="http://schemas.openxmlformats.org/drawingml/2006/main">
            <a:off x="400050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7" name="rect-2-1106">
            <a:extLst xmlns:a="http://schemas.openxmlformats.org/drawingml/2006/main">
              <a:ext uri="{FF2B5EF4-FFF2-40B4-BE49-F238E27FC236}">
                <a16:creationId xmlns:a16="http://schemas.microsoft.com/office/drawing/2014/main" id="{5F0E2AB1-19EA-4706-94E4-95EAB767997F}"/>
              </a:ext>
            </a:extLst>
          </p:cNvPr>
          <p:cNvSpPr>
            <a:spLocks xmlns:a="http://schemas.openxmlformats.org/drawingml/2006/main" noGrp="1"/>
          </p:cNvSpPr>
          <p:nvPr/>
        </p:nvSpPr>
        <p:spPr>
          <a:xfrm xmlns:a="http://schemas.openxmlformats.org/drawingml/2006/main">
            <a:off x="404241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8" name="rect-2-1107">
            <a:extLst xmlns:a="http://schemas.openxmlformats.org/drawingml/2006/main">
              <a:ext uri="{FF2B5EF4-FFF2-40B4-BE49-F238E27FC236}">
                <a16:creationId xmlns:a16="http://schemas.microsoft.com/office/drawing/2014/main" id="{BDDC28B5-F87F-4A09-BFBB-301560077824}"/>
              </a:ext>
            </a:extLst>
          </p:cNvPr>
          <p:cNvSpPr>
            <a:spLocks xmlns:a="http://schemas.openxmlformats.org/drawingml/2006/main" noGrp="1"/>
          </p:cNvSpPr>
          <p:nvPr/>
        </p:nvSpPr>
        <p:spPr>
          <a:xfrm xmlns:a="http://schemas.openxmlformats.org/drawingml/2006/main">
            <a:off x="408432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09" name="rect-2-1108">
            <a:extLst xmlns:a="http://schemas.openxmlformats.org/drawingml/2006/main">
              <a:ext uri="{FF2B5EF4-FFF2-40B4-BE49-F238E27FC236}">
                <a16:creationId xmlns:a16="http://schemas.microsoft.com/office/drawing/2014/main" id="{A06503BE-090E-4420-9050-3BACEC480CAF}"/>
              </a:ext>
            </a:extLst>
          </p:cNvPr>
          <p:cNvSpPr>
            <a:spLocks xmlns:a="http://schemas.openxmlformats.org/drawingml/2006/main" noGrp="1"/>
          </p:cNvSpPr>
          <p:nvPr/>
        </p:nvSpPr>
        <p:spPr>
          <a:xfrm xmlns:a="http://schemas.openxmlformats.org/drawingml/2006/main">
            <a:off x="412623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0" name="rect-2-1109">
            <a:extLst xmlns:a="http://schemas.openxmlformats.org/drawingml/2006/main">
              <a:ext uri="{FF2B5EF4-FFF2-40B4-BE49-F238E27FC236}">
                <a16:creationId xmlns:a16="http://schemas.microsoft.com/office/drawing/2014/main" id="{9A4683CF-E7AA-45FD-BCFC-8E6250773FB9}"/>
              </a:ext>
            </a:extLst>
          </p:cNvPr>
          <p:cNvSpPr>
            <a:spLocks xmlns:a="http://schemas.openxmlformats.org/drawingml/2006/main" noGrp="1"/>
          </p:cNvSpPr>
          <p:nvPr/>
        </p:nvSpPr>
        <p:spPr>
          <a:xfrm xmlns:a="http://schemas.openxmlformats.org/drawingml/2006/main">
            <a:off x="416814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1" name="rect-2-1110">
            <a:extLst xmlns:a="http://schemas.openxmlformats.org/drawingml/2006/main">
              <a:ext uri="{FF2B5EF4-FFF2-40B4-BE49-F238E27FC236}">
                <a16:creationId xmlns:a16="http://schemas.microsoft.com/office/drawing/2014/main" id="{0A865DB2-0769-4BCF-9BD1-9431167A9D4E}"/>
              </a:ext>
            </a:extLst>
          </p:cNvPr>
          <p:cNvSpPr>
            <a:spLocks xmlns:a="http://schemas.openxmlformats.org/drawingml/2006/main" noGrp="1"/>
          </p:cNvSpPr>
          <p:nvPr/>
        </p:nvSpPr>
        <p:spPr>
          <a:xfrm xmlns:a="http://schemas.openxmlformats.org/drawingml/2006/main">
            <a:off x="421005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2" name="rect-2-1111">
            <a:extLst xmlns:a="http://schemas.openxmlformats.org/drawingml/2006/main">
              <a:ext uri="{FF2B5EF4-FFF2-40B4-BE49-F238E27FC236}">
                <a16:creationId xmlns:a16="http://schemas.microsoft.com/office/drawing/2014/main" id="{D7BBA146-E5E9-41DB-B35D-F0B3594490B5}"/>
              </a:ext>
            </a:extLst>
          </p:cNvPr>
          <p:cNvSpPr>
            <a:spLocks xmlns:a="http://schemas.openxmlformats.org/drawingml/2006/main" noGrp="1"/>
          </p:cNvSpPr>
          <p:nvPr/>
        </p:nvSpPr>
        <p:spPr>
          <a:xfrm xmlns:a="http://schemas.openxmlformats.org/drawingml/2006/main">
            <a:off x="425196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3" name="rect-2-1112">
            <a:extLst xmlns:a="http://schemas.openxmlformats.org/drawingml/2006/main">
              <a:ext uri="{FF2B5EF4-FFF2-40B4-BE49-F238E27FC236}">
                <a16:creationId xmlns:a16="http://schemas.microsoft.com/office/drawing/2014/main" id="{C8FB9D8D-AF6C-479F-B3BC-C35928BE26ED}"/>
              </a:ext>
            </a:extLst>
          </p:cNvPr>
          <p:cNvSpPr>
            <a:spLocks xmlns:a="http://schemas.openxmlformats.org/drawingml/2006/main" noGrp="1"/>
          </p:cNvSpPr>
          <p:nvPr/>
        </p:nvSpPr>
        <p:spPr>
          <a:xfrm xmlns:a="http://schemas.openxmlformats.org/drawingml/2006/main">
            <a:off x="4293870" y="458724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4" name="rect-2-1113">
            <a:extLst xmlns:a="http://schemas.openxmlformats.org/drawingml/2006/main">
              <a:ext uri="{FF2B5EF4-FFF2-40B4-BE49-F238E27FC236}">
                <a16:creationId xmlns:a16="http://schemas.microsoft.com/office/drawing/2014/main" id="{07314ADB-4E22-452F-86BB-1B696FF161A8}"/>
              </a:ext>
            </a:extLst>
          </p:cNvPr>
          <p:cNvSpPr>
            <a:spLocks xmlns:a="http://schemas.openxmlformats.org/drawingml/2006/main" noGrp="1"/>
          </p:cNvSpPr>
          <p:nvPr/>
        </p:nvSpPr>
        <p:spPr>
          <a:xfrm xmlns:a="http://schemas.openxmlformats.org/drawingml/2006/main">
            <a:off x="391668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5" name="rect-2-1114">
            <a:extLst xmlns:a="http://schemas.openxmlformats.org/drawingml/2006/main">
              <a:ext uri="{FF2B5EF4-FFF2-40B4-BE49-F238E27FC236}">
                <a16:creationId xmlns:a16="http://schemas.microsoft.com/office/drawing/2014/main" id="{C4B1A3C4-D3F5-4555-B130-80DB63E0199D}"/>
              </a:ext>
            </a:extLst>
          </p:cNvPr>
          <p:cNvSpPr>
            <a:spLocks xmlns:a="http://schemas.openxmlformats.org/drawingml/2006/main" noGrp="1"/>
          </p:cNvSpPr>
          <p:nvPr/>
        </p:nvSpPr>
        <p:spPr>
          <a:xfrm xmlns:a="http://schemas.openxmlformats.org/drawingml/2006/main">
            <a:off x="395859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6" name="rect-2-1115">
            <a:extLst xmlns:a="http://schemas.openxmlformats.org/drawingml/2006/main">
              <a:ext uri="{FF2B5EF4-FFF2-40B4-BE49-F238E27FC236}">
                <a16:creationId xmlns:a16="http://schemas.microsoft.com/office/drawing/2014/main" id="{A5CA93A2-457C-493A-A570-A1C6821847FA}"/>
              </a:ext>
            </a:extLst>
          </p:cNvPr>
          <p:cNvSpPr>
            <a:spLocks xmlns:a="http://schemas.openxmlformats.org/drawingml/2006/main" noGrp="1"/>
          </p:cNvSpPr>
          <p:nvPr/>
        </p:nvSpPr>
        <p:spPr>
          <a:xfrm xmlns:a="http://schemas.openxmlformats.org/drawingml/2006/main">
            <a:off x="400050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7" name="rect-2-1116">
            <a:extLst xmlns:a="http://schemas.openxmlformats.org/drawingml/2006/main">
              <a:ext uri="{FF2B5EF4-FFF2-40B4-BE49-F238E27FC236}">
                <a16:creationId xmlns:a16="http://schemas.microsoft.com/office/drawing/2014/main" id="{47E616D4-9FF5-4AE2-AA35-C052091BD54B}"/>
              </a:ext>
            </a:extLst>
          </p:cNvPr>
          <p:cNvSpPr>
            <a:spLocks xmlns:a="http://schemas.openxmlformats.org/drawingml/2006/main" noGrp="1"/>
          </p:cNvSpPr>
          <p:nvPr/>
        </p:nvSpPr>
        <p:spPr>
          <a:xfrm xmlns:a="http://schemas.openxmlformats.org/drawingml/2006/main">
            <a:off x="404241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8" name="rect-2-1117">
            <a:extLst xmlns:a="http://schemas.openxmlformats.org/drawingml/2006/main">
              <a:ext uri="{FF2B5EF4-FFF2-40B4-BE49-F238E27FC236}">
                <a16:creationId xmlns:a16="http://schemas.microsoft.com/office/drawing/2014/main" id="{3F179F68-4574-4729-808E-9894C69BA5AE}"/>
              </a:ext>
            </a:extLst>
          </p:cNvPr>
          <p:cNvSpPr>
            <a:spLocks xmlns:a="http://schemas.openxmlformats.org/drawingml/2006/main" noGrp="1"/>
          </p:cNvSpPr>
          <p:nvPr/>
        </p:nvSpPr>
        <p:spPr>
          <a:xfrm xmlns:a="http://schemas.openxmlformats.org/drawingml/2006/main">
            <a:off x="408432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19" name="rect-2-1118">
            <a:extLst xmlns:a="http://schemas.openxmlformats.org/drawingml/2006/main">
              <a:ext uri="{FF2B5EF4-FFF2-40B4-BE49-F238E27FC236}">
                <a16:creationId xmlns:a16="http://schemas.microsoft.com/office/drawing/2014/main" id="{E1A4D7BD-DC43-43BD-9AD1-F98CFD1917B3}"/>
              </a:ext>
            </a:extLst>
          </p:cNvPr>
          <p:cNvSpPr>
            <a:spLocks xmlns:a="http://schemas.openxmlformats.org/drawingml/2006/main" noGrp="1"/>
          </p:cNvSpPr>
          <p:nvPr/>
        </p:nvSpPr>
        <p:spPr>
          <a:xfrm xmlns:a="http://schemas.openxmlformats.org/drawingml/2006/main">
            <a:off x="412623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0" name="rect-2-1119">
            <a:extLst xmlns:a="http://schemas.openxmlformats.org/drawingml/2006/main">
              <a:ext uri="{FF2B5EF4-FFF2-40B4-BE49-F238E27FC236}">
                <a16:creationId xmlns:a16="http://schemas.microsoft.com/office/drawing/2014/main" id="{411EAF46-A8D9-427A-9627-2B8C03C45798}"/>
              </a:ext>
            </a:extLst>
          </p:cNvPr>
          <p:cNvSpPr>
            <a:spLocks xmlns:a="http://schemas.openxmlformats.org/drawingml/2006/main" noGrp="1"/>
          </p:cNvSpPr>
          <p:nvPr/>
        </p:nvSpPr>
        <p:spPr>
          <a:xfrm xmlns:a="http://schemas.openxmlformats.org/drawingml/2006/main">
            <a:off x="416814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1" name="rect-2-1120">
            <a:extLst xmlns:a="http://schemas.openxmlformats.org/drawingml/2006/main">
              <a:ext uri="{FF2B5EF4-FFF2-40B4-BE49-F238E27FC236}">
                <a16:creationId xmlns:a16="http://schemas.microsoft.com/office/drawing/2014/main" id="{6ADB5825-0DF7-4092-9F38-A68813650191}"/>
              </a:ext>
            </a:extLst>
          </p:cNvPr>
          <p:cNvSpPr>
            <a:spLocks xmlns:a="http://schemas.openxmlformats.org/drawingml/2006/main" noGrp="1"/>
          </p:cNvSpPr>
          <p:nvPr/>
        </p:nvSpPr>
        <p:spPr>
          <a:xfrm xmlns:a="http://schemas.openxmlformats.org/drawingml/2006/main">
            <a:off x="421005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2" name="rect-2-1121">
            <a:extLst xmlns:a="http://schemas.openxmlformats.org/drawingml/2006/main">
              <a:ext uri="{FF2B5EF4-FFF2-40B4-BE49-F238E27FC236}">
                <a16:creationId xmlns:a16="http://schemas.microsoft.com/office/drawing/2014/main" id="{C1FFE30C-BA9F-4A31-A4FD-C908BB6E110F}"/>
              </a:ext>
            </a:extLst>
          </p:cNvPr>
          <p:cNvSpPr>
            <a:spLocks xmlns:a="http://schemas.openxmlformats.org/drawingml/2006/main" noGrp="1"/>
          </p:cNvSpPr>
          <p:nvPr/>
        </p:nvSpPr>
        <p:spPr>
          <a:xfrm xmlns:a="http://schemas.openxmlformats.org/drawingml/2006/main">
            <a:off x="425196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3" name="rect-2-1122">
            <a:extLst xmlns:a="http://schemas.openxmlformats.org/drawingml/2006/main">
              <a:ext uri="{FF2B5EF4-FFF2-40B4-BE49-F238E27FC236}">
                <a16:creationId xmlns:a16="http://schemas.microsoft.com/office/drawing/2014/main" id="{1904DB57-49FE-4D51-9499-FE6AB53CF613}"/>
              </a:ext>
            </a:extLst>
          </p:cNvPr>
          <p:cNvSpPr>
            <a:spLocks xmlns:a="http://schemas.openxmlformats.org/drawingml/2006/main" noGrp="1"/>
          </p:cNvSpPr>
          <p:nvPr/>
        </p:nvSpPr>
        <p:spPr>
          <a:xfrm xmlns:a="http://schemas.openxmlformats.org/drawingml/2006/main">
            <a:off x="429387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4" name="rect-2-1123">
            <a:extLst xmlns:a="http://schemas.openxmlformats.org/drawingml/2006/main">
              <a:ext uri="{FF2B5EF4-FFF2-40B4-BE49-F238E27FC236}">
                <a16:creationId xmlns:a16="http://schemas.microsoft.com/office/drawing/2014/main" id="{34F411D6-5606-4B8F-8AE3-7122BE2539A1}"/>
              </a:ext>
            </a:extLst>
          </p:cNvPr>
          <p:cNvSpPr>
            <a:spLocks xmlns:a="http://schemas.openxmlformats.org/drawingml/2006/main" noGrp="1"/>
          </p:cNvSpPr>
          <p:nvPr/>
        </p:nvSpPr>
        <p:spPr>
          <a:xfrm xmlns:a="http://schemas.openxmlformats.org/drawingml/2006/main">
            <a:off x="4335780" y="462915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5" name="rect-2-1124">
            <a:extLst xmlns:a="http://schemas.openxmlformats.org/drawingml/2006/main">
              <a:ext uri="{FF2B5EF4-FFF2-40B4-BE49-F238E27FC236}">
                <a16:creationId xmlns:a16="http://schemas.microsoft.com/office/drawing/2014/main" id="{CD1BF804-6E5D-46AA-96F3-E43D71CBB85E}"/>
              </a:ext>
            </a:extLst>
          </p:cNvPr>
          <p:cNvSpPr>
            <a:spLocks xmlns:a="http://schemas.openxmlformats.org/drawingml/2006/main" noGrp="1"/>
          </p:cNvSpPr>
          <p:nvPr/>
        </p:nvSpPr>
        <p:spPr>
          <a:xfrm xmlns:a="http://schemas.openxmlformats.org/drawingml/2006/main">
            <a:off x="395859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6" name="rect-2-1125">
            <a:extLst xmlns:a="http://schemas.openxmlformats.org/drawingml/2006/main">
              <a:ext uri="{FF2B5EF4-FFF2-40B4-BE49-F238E27FC236}">
                <a16:creationId xmlns:a16="http://schemas.microsoft.com/office/drawing/2014/main" id="{F8254D1E-AA8E-4A1C-8620-565D282EAD41}"/>
              </a:ext>
            </a:extLst>
          </p:cNvPr>
          <p:cNvSpPr>
            <a:spLocks xmlns:a="http://schemas.openxmlformats.org/drawingml/2006/main" noGrp="1"/>
          </p:cNvSpPr>
          <p:nvPr/>
        </p:nvSpPr>
        <p:spPr>
          <a:xfrm xmlns:a="http://schemas.openxmlformats.org/drawingml/2006/main">
            <a:off x="400050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7" name="rect-2-1126">
            <a:extLst xmlns:a="http://schemas.openxmlformats.org/drawingml/2006/main">
              <a:ext uri="{FF2B5EF4-FFF2-40B4-BE49-F238E27FC236}">
                <a16:creationId xmlns:a16="http://schemas.microsoft.com/office/drawing/2014/main" id="{CE150E80-D701-4915-A967-DECB70590424}"/>
              </a:ext>
            </a:extLst>
          </p:cNvPr>
          <p:cNvSpPr>
            <a:spLocks xmlns:a="http://schemas.openxmlformats.org/drawingml/2006/main" noGrp="1"/>
          </p:cNvSpPr>
          <p:nvPr/>
        </p:nvSpPr>
        <p:spPr>
          <a:xfrm xmlns:a="http://schemas.openxmlformats.org/drawingml/2006/main">
            <a:off x="404241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8" name="rect-2-1127">
            <a:extLst xmlns:a="http://schemas.openxmlformats.org/drawingml/2006/main">
              <a:ext uri="{FF2B5EF4-FFF2-40B4-BE49-F238E27FC236}">
                <a16:creationId xmlns:a16="http://schemas.microsoft.com/office/drawing/2014/main" id="{B34D6E40-C102-454E-B2EC-EE4E7A0C5BA1}"/>
              </a:ext>
            </a:extLst>
          </p:cNvPr>
          <p:cNvSpPr>
            <a:spLocks xmlns:a="http://schemas.openxmlformats.org/drawingml/2006/main" noGrp="1"/>
          </p:cNvSpPr>
          <p:nvPr/>
        </p:nvSpPr>
        <p:spPr>
          <a:xfrm xmlns:a="http://schemas.openxmlformats.org/drawingml/2006/main">
            <a:off x="408432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29" name="rect-2-1128">
            <a:extLst xmlns:a="http://schemas.openxmlformats.org/drawingml/2006/main">
              <a:ext uri="{FF2B5EF4-FFF2-40B4-BE49-F238E27FC236}">
                <a16:creationId xmlns:a16="http://schemas.microsoft.com/office/drawing/2014/main" id="{C5332118-56C9-4A9D-887D-D20C95E64BCA}"/>
              </a:ext>
            </a:extLst>
          </p:cNvPr>
          <p:cNvSpPr>
            <a:spLocks xmlns:a="http://schemas.openxmlformats.org/drawingml/2006/main" noGrp="1"/>
          </p:cNvSpPr>
          <p:nvPr/>
        </p:nvSpPr>
        <p:spPr>
          <a:xfrm xmlns:a="http://schemas.openxmlformats.org/drawingml/2006/main">
            <a:off x="412623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0" name="rect-2-1129">
            <a:extLst xmlns:a="http://schemas.openxmlformats.org/drawingml/2006/main">
              <a:ext uri="{FF2B5EF4-FFF2-40B4-BE49-F238E27FC236}">
                <a16:creationId xmlns:a16="http://schemas.microsoft.com/office/drawing/2014/main" id="{A9625945-B7B1-4091-8F2B-8920B468BDEE}"/>
              </a:ext>
            </a:extLst>
          </p:cNvPr>
          <p:cNvSpPr>
            <a:spLocks xmlns:a="http://schemas.openxmlformats.org/drawingml/2006/main" noGrp="1"/>
          </p:cNvSpPr>
          <p:nvPr/>
        </p:nvSpPr>
        <p:spPr>
          <a:xfrm xmlns:a="http://schemas.openxmlformats.org/drawingml/2006/main">
            <a:off x="416814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1" name="rect-2-1130">
            <a:extLst xmlns:a="http://schemas.openxmlformats.org/drawingml/2006/main">
              <a:ext uri="{FF2B5EF4-FFF2-40B4-BE49-F238E27FC236}">
                <a16:creationId xmlns:a16="http://schemas.microsoft.com/office/drawing/2014/main" id="{B85FDA58-E31A-4DB2-B7F4-1F5D9136D778}"/>
              </a:ext>
            </a:extLst>
          </p:cNvPr>
          <p:cNvSpPr>
            <a:spLocks xmlns:a="http://schemas.openxmlformats.org/drawingml/2006/main" noGrp="1"/>
          </p:cNvSpPr>
          <p:nvPr/>
        </p:nvSpPr>
        <p:spPr>
          <a:xfrm xmlns:a="http://schemas.openxmlformats.org/drawingml/2006/main">
            <a:off x="421005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2" name="rect-2-1131">
            <a:extLst xmlns:a="http://schemas.openxmlformats.org/drawingml/2006/main">
              <a:ext uri="{FF2B5EF4-FFF2-40B4-BE49-F238E27FC236}">
                <a16:creationId xmlns:a16="http://schemas.microsoft.com/office/drawing/2014/main" id="{6D7737C8-EDC9-428B-AC9D-C498591154A9}"/>
              </a:ext>
            </a:extLst>
          </p:cNvPr>
          <p:cNvSpPr>
            <a:spLocks xmlns:a="http://schemas.openxmlformats.org/drawingml/2006/main" noGrp="1"/>
          </p:cNvSpPr>
          <p:nvPr/>
        </p:nvSpPr>
        <p:spPr>
          <a:xfrm xmlns:a="http://schemas.openxmlformats.org/drawingml/2006/main">
            <a:off x="425196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3" name="rect-2-1132">
            <a:extLst xmlns:a="http://schemas.openxmlformats.org/drawingml/2006/main">
              <a:ext uri="{FF2B5EF4-FFF2-40B4-BE49-F238E27FC236}">
                <a16:creationId xmlns:a16="http://schemas.microsoft.com/office/drawing/2014/main" id="{A7069472-6574-4EF5-AB72-A9F5860D8687}"/>
              </a:ext>
            </a:extLst>
          </p:cNvPr>
          <p:cNvSpPr>
            <a:spLocks xmlns:a="http://schemas.openxmlformats.org/drawingml/2006/main" noGrp="1"/>
          </p:cNvSpPr>
          <p:nvPr/>
        </p:nvSpPr>
        <p:spPr>
          <a:xfrm xmlns:a="http://schemas.openxmlformats.org/drawingml/2006/main">
            <a:off x="429387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4" name="rect-2-1133">
            <a:extLst xmlns:a="http://schemas.openxmlformats.org/drawingml/2006/main">
              <a:ext uri="{FF2B5EF4-FFF2-40B4-BE49-F238E27FC236}">
                <a16:creationId xmlns:a16="http://schemas.microsoft.com/office/drawing/2014/main" id="{A75DF74F-AEC9-43CB-AFB8-5B61466D7EA1}"/>
              </a:ext>
            </a:extLst>
          </p:cNvPr>
          <p:cNvSpPr>
            <a:spLocks xmlns:a="http://schemas.openxmlformats.org/drawingml/2006/main" noGrp="1"/>
          </p:cNvSpPr>
          <p:nvPr/>
        </p:nvSpPr>
        <p:spPr>
          <a:xfrm xmlns:a="http://schemas.openxmlformats.org/drawingml/2006/main">
            <a:off x="4335780" y="467106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5" name="rect-2-1134">
            <a:extLst xmlns:a="http://schemas.openxmlformats.org/drawingml/2006/main">
              <a:ext uri="{FF2B5EF4-FFF2-40B4-BE49-F238E27FC236}">
                <a16:creationId xmlns:a16="http://schemas.microsoft.com/office/drawing/2014/main" id="{E28E6D72-95AD-4A35-8168-D9917525CBAA}"/>
              </a:ext>
            </a:extLst>
          </p:cNvPr>
          <p:cNvSpPr>
            <a:spLocks xmlns:a="http://schemas.openxmlformats.org/drawingml/2006/main" noGrp="1"/>
          </p:cNvSpPr>
          <p:nvPr/>
        </p:nvSpPr>
        <p:spPr>
          <a:xfrm xmlns:a="http://schemas.openxmlformats.org/drawingml/2006/main">
            <a:off x="395859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6" name="rect-2-1135">
            <a:extLst xmlns:a="http://schemas.openxmlformats.org/drawingml/2006/main">
              <a:ext uri="{FF2B5EF4-FFF2-40B4-BE49-F238E27FC236}">
                <a16:creationId xmlns:a16="http://schemas.microsoft.com/office/drawing/2014/main" id="{3F6C95CE-D9F8-4D37-9768-14AF16A9B0ED}"/>
              </a:ext>
            </a:extLst>
          </p:cNvPr>
          <p:cNvSpPr>
            <a:spLocks xmlns:a="http://schemas.openxmlformats.org/drawingml/2006/main" noGrp="1"/>
          </p:cNvSpPr>
          <p:nvPr/>
        </p:nvSpPr>
        <p:spPr>
          <a:xfrm xmlns:a="http://schemas.openxmlformats.org/drawingml/2006/main">
            <a:off x="400050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7" name="rect-2-1136">
            <a:extLst xmlns:a="http://schemas.openxmlformats.org/drawingml/2006/main">
              <a:ext uri="{FF2B5EF4-FFF2-40B4-BE49-F238E27FC236}">
                <a16:creationId xmlns:a16="http://schemas.microsoft.com/office/drawing/2014/main" id="{B95901F1-7300-451D-9090-F72379BF857C}"/>
              </a:ext>
            </a:extLst>
          </p:cNvPr>
          <p:cNvSpPr>
            <a:spLocks xmlns:a="http://schemas.openxmlformats.org/drawingml/2006/main" noGrp="1"/>
          </p:cNvSpPr>
          <p:nvPr/>
        </p:nvSpPr>
        <p:spPr>
          <a:xfrm xmlns:a="http://schemas.openxmlformats.org/drawingml/2006/main">
            <a:off x="404241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8" name="rect-2-1137">
            <a:extLst xmlns:a="http://schemas.openxmlformats.org/drawingml/2006/main">
              <a:ext uri="{FF2B5EF4-FFF2-40B4-BE49-F238E27FC236}">
                <a16:creationId xmlns:a16="http://schemas.microsoft.com/office/drawing/2014/main" id="{B53E87D8-645A-49AC-A73C-54F658CE80F0}"/>
              </a:ext>
            </a:extLst>
          </p:cNvPr>
          <p:cNvSpPr>
            <a:spLocks xmlns:a="http://schemas.openxmlformats.org/drawingml/2006/main" noGrp="1"/>
          </p:cNvSpPr>
          <p:nvPr/>
        </p:nvSpPr>
        <p:spPr>
          <a:xfrm xmlns:a="http://schemas.openxmlformats.org/drawingml/2006/main">
            <a:off x="408432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39" name="rect-2-1138">
            <a:extLst xmlns:a="http://schemas.openxmlformats.org/drawingml/2006/main">
              <a:ext uri="{FF2B5EF4-FFF2-40B4-BE49-F238E27FC236}">
                <a16:creationId xmlns:a16="http://schemas.microsoft.com/office/drawing/2014/main" id="{84D1F4BF-90D3-4365-B698-096CB0761B68}"/>
              </a:ext>
            </a:extLst>
          </p:cNvPr>
          <p:cNvSpPr>
            <a:spLocks xmlns:a="http://schemas.openxmlformats.org/drawingml/2006/main" noGrp="1"/>
          </p:cNvSpPr>
          <p:nvPr/>
        </p:nvSpPr>
        <p:spPr>
          <a:xfrm xmlns:a="http://schemas.openxmlformats.org/drawingml/2006/main">
            <a:off x="412623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0" name="rect-2-1139">
            <a:extLst xmlns:a="http://schemas.openxmlformats.org/drawingml/2006/main">
              <a:ext uri="{FF2B5EF4-FFF2-40B4-BE49-F238E27FC236}">
                <a16:creationId xmlns:a16="http://schemas.microsoft.com/office/drawing/2014/main" id="{5DC76B52-9D56-4C83-9731-C09D52FCD7A8}"/>
              </a:ext>
            </a:extLst>
          </p:cNvPr>
          <p:cNvSpPr>
            <a:spLocks xmlns:a="http://schemas.openxmlformats.org/drawingml/2006/main" noGrp="1"/>
          </p:cNvSpPr>
          <p:nvPr/>
        </p:nvSpPr>
        <p:spPr>
          <a:xfrm xmlns:a="http://schemas.openxmlformats.org/drawingml/2006/main">
            <a:off x="416814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1" name="rect-2-1140">
            <a:extLst xmlns:a="http://schemas.openxmlformats.org/drawingml/2006/main">
              <a:ext uri="{FF2B5EF4-FFF2-40B4-BE49-F238E27FC236}">
                <a16:creationId xmlns:a16="http://schemas.microsoft.com/office/drawing/2014/main" id="{F5F1D4E2-332A-49C5-8F55-1544E8F41DB2}"/>
              </a:ext>
            </a:extLst>
          </p:cNvPr>
          <p:cNvSpPr>
            <a:spLocks xmlns:a="http://schemas.openxmlformats.org/drawingml/2006/main" noGrp="1"/>
          </p:cNvSpPr>
          <p:nvPr/>
        </p:nvSpPr>
        <p:spPr>
          <a:xfrm xmlns:a="http://schemas.openxmlformats.org/drawingml/2006/main">
            <a:off x="421005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2" name="rect-2-1141">
            <a:extLst xmlns:a="http://schemas.openxmlformats.org/drawingml/2006/main">
              <a:ext uri="{FF2B5EF4-FFF2-40B4-BE49-F238E27FC236}">
                <a16:creationId xmlns:a16="http://schemas.microsoft.com/office/drawing/2014/main" id="{F6C0BCFD-8A10-4DDF-8802-425713D41CF4}"/>
              </a:ext>
            </a:extLst>
          </p:cNvPr>
          <p:cNvSpPr>
            <a:spLocks xmlns:a="http://schemas.openxmlformats.org/drawingml/2006/main" noGrp="1"/>
          </p:cNvSpPr>
          <p:nvPr/>
        </p:nvSpPr>
        <p:spPr>
          <a:xfrm xmlns:a="http://schemas.openxmlformats.org/drawingml/2006/main">
            <a:off x="425196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3" name="rect-2-1142">
            <a:extLst xmlns:a="http://schemas.openxmlformats.org/drawingml/2006/main">
              <a:ext uri="{FF2B5EF4-FFF2-40B4-BE49-F238E27FC236}">
                <a16:creationId xmlns:a16="http://schemas.microsoft.com/office/drawing/2014/main" id="{96D1C9AE-F97C-47FC-BBDE-9FD343DD7530}"/>
              </a:ext>
            </a:extLst>
          </p:cNvPr>
          <p:cNvSpPr>
            <a:spLocks xmlns:a="http://schemas.openxmlformats.org/drawingml/2006/main" noGrp="1"/>
          </p:cNvSpPr>
          <p:nvPr/>
        </p:nvSpPr>
        <p:spPr>
          <a:xfrm xmlns:a="http://schemas.openxmlformats.org/drawingml/2006/main">
            <a:off x="429387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4" name="rect-2-1143">
            <a:extLst xmlns:a="http://schemas.openxmlformats.org/drawingml/2006/main">
              <a:ext uri="{FF2B5EF4-FFF2-40B4-BE49-F238E27FC236}">
                <a16:creationId xmlns:a16="http://schemas.microsoft.com/office/drawing/2014/main" id="{C923AA73-E25E-4717-83A0-ECD1A5A733DA}"/>
              </a:ext>
            </a:extLst>
          </p:cNvPr>
          <p:cNvSpPr>
            <a:spLocks xmlns:a="http://schemas.openxmlformats.org/drawingml/2006/main" noGrp="1"/>
          </p:cNvSpPr>
          <p:nvPr/>
        </p:nvSpPr>
        <p:spPr>
          <a:xfrm xmlns:a="http://schemas.openxmlformats.org/drawingml/2006/main">
            <a:off x="4335780" y="471297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5" name="rect-2-1144">
            <a:extLst xmlns:a="http://schemas.openxmlformats.org/drawingml/2006/main">
              <a:ext uri="{FF2B5EF4-FFF2-40B4-BE49-F238E27FC236}">
                <a16:creationId xmlns:a16="http://schemas.microsoft.com/office/drawing/2014/main" id="{782509DA-1FE2-42E3-AACA-00A1A4F77DCF}"/>
              </a:ext>
            </a:extLst>
          </p:cNvPr>
          <p:cNvSpPr>
            <a:spLocks xmlns:a="http://schemas.openxmlformats.org/drawingml/2006/main" noGrp="1"/>
          </p:cNvSpPr>
          <p:nvPr/>
        </p:nvSpPr>
        <p:spPr>
          <a:xfrm xmlns:a="http://schemas.openxmlformats.org/drawingml/2006/main">
            <a:off x="395859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6" name="rect-2-1145">
            <a:extLst xmlns:a="http://schemas.openxmlformats.org/drawingml/2006/main">
              <a:ext uri="{FF2B5EF4-FFF2-40B4-BE49-F238E27FC236}">
                <a16:creationId xmlns:a16="http://schemas.microsoft.com/office/drawing/2014/main" id="{2A437841-19A0-4D40-BD4A-A2B84F8F8927}"/>
              </a:ext>
            </a:extLst>
          </p:cNvPr>
          <p:cNvSpPr>
            <a:spLocks xmlns:a="http://schemas.openxmlformats.org/drawingml/2006/main" noGrp="1"/>
          </p:cNvSpPr>
          <p:nvPr/>
        </p:nvSpPr>
        <p:spPr>
          <a:xfrm xmlns:a="http://schemas.openxmlformats.org/drawingml/2006/main">
            <a:off x="400050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7" name="rect-2-1146">
            <a:extLst xmlns:a="http://schemas.openxmlformats.org/drawingml/2006/main">
              <a:ext uri="{FF2B5EF4-FFF2-40B4-BE49-F238E27FC236}">
                <a16:creationId xmlns:a16="http://schemas.microsoft.com/office/drawing/2014/main" id="{130219C6-E59C-4856-B8C2-6B44D552EFA7}"/>
              </a:ext>
            </a:extLst>
          </p:cNvPr>
          <p:cNvSpPr>
            <a:spLocks xmlns:a="http://schemas.openxmlformats.org/drawingml/2006/main" noGrp="1"/>
          </p:cNvSpPr>
          <p:nvPr/>
        </p:nvSpPr>
        <p:spPr>
          <a:xfrm xmlns:a="http://schemas.openxmlformats.org/drawingml/2006/main">
            <a:off x="404241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8" name="rect-2-1147">
            <a:extLst xmlns:a="http://schemas.openxmlformats.org/drawingml/2006/main">
              <a:ext uri="{FF2B5EF4-FFF2-40B4-BE49-F238E27FC236}">
                <a16:creationId xmlns:a16="http://schemas.microsoft.com/office/drawing/2014/main" id="{F2ABAD85-1BA6-4408-923F-5B4B8B11C957}"/>
              </a:ext>
            </a:extLst>
          </p:cNvPr>
          <p:cNvSpPr>
            <a:spLocks xmlns:a="http://schemas.openxmlformats.org/drawingml/2006/main" noGrp="1"/>
          </p:cNvSpPr>
          <p:nvPr/>
        </p:nvSpPr>
        <p:spPr>
          <a:xfrm xmlns:a="http://schemas.openxmlformats.org/drawingml/2006/main">
            <a:off x="408432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49" name="rect-2-1148">
            <a:extLst xmlns:a="http://schemas.openxmlformats.org/drawingml/2006/main">
              <a:ext uri="{FF2B5EF4-FFF2-40B4-BE49-F238E27FC236}">
                <a16:creationId xmlns:a16="http://schemas.microsoft.com/office/drawing/2014/main" id="{A8DE116A-CEEE-4D47-9670-391A102B7AD9}"/>
              </a:ext>
            </a:extLst>
          </p:cNvPr>
          <p:cNvSpPr>
            <a:spLocks xmlns:a="http://schemas.openxmlformats.org/drawingml/2006/main" noGrp="1"/>
          </p:cNvSpPr>
          <p:nvPr/>
        </p:nvSpPr>
        <p:spPr>
          <a:xfrm xmlns:a="http://schemas.openxmlformats.org/drawingml/2006/main">
            <a:off x="412623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0" name="rect-2-1149">
            <a:extLst xmlns:a="http://schemas.openxmlformats.org/drawingml/2006/main">
              <a:ext uri="{FF2B5EF4-FFF2-40B4-BE49-F238E27FC236}">
                <a16:creationId xmlns:a16="http://schemas.microsoft.com/office/drawing/2014/main" id="{3904FDC4-3E38-43B4-A586-0873FD47D5F3}"/>
              </a:ext>
            </a:extLst>
          </p:cNvPr>
          <p:cNvSpPr>
            <a:spLocks xmlns:a="http://schemas.openxmlformats.org/drawingml/2006/main" noGrp="1"/>
          </p:cNvSpPr>
          <p:nvPr/>
        </p:nvSpPr>
        <p:spPr>
          <a:xfrm xmlns:a="http://schemas.openxmlformats.org/drawingml/2006/main">
            <a:off x="416814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1" name="rect-2-1150">
            <a:extLst xmlns:a="http://schemas.openxmlformats.org/drawingml/2006/main">
              <a:ext uri="{FF2B5EF4-FFF2-40B4-BE49-F238E27FC236}">
                <a16:creationId xmlns:a16="http://schemas.microsoft.com/office/drawing/2014/main" id="{5A97B598-B77C-449A-8EC5-C41FDEB8AEFA}"/>
              </a:ext>
            </a:extLst>
          </p:cNvPr>
          <p:cNvSpPr>
            <a:spLocks xmlns:a="http://schemas.openxmlformats.org/drawingml/2006/main" noGrp="1"/>
          </p:cNvSpPr>
          <p:nvPr/>
        </p:nvSpPr>
        <p:spPr>
          <a:xfrm xmlns:a="http://schemas.openxmlformats.org/drawingml/2006/main">
            <a:off x="421005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2" name="rect-2-1151">
            <a:extLst xmlns:a="http://schemas.openxmlformats.org/drawingml/2006/main">
              <a:ext uri="{FF2B5EF4-FFF2-40B4-BE49-F238E27FC236}">
                <a16:creationId xmlns:a16="http://schemas.microsoft.com/office/drawing/2014/main" id="{221DCC9D-DFA5-4634-A944-DB8CA4DA0C38}"/>
              </a:ext>
            </a:extLst>
          </p:cNvPr>
          <p:cNvSpPr>
            <a:spLocks xmlns:a="http://schemas.openxmlformats.org/drawingml/2006/main" noGrp="1"/>
          </p:cNvSpPr>
          <p:nvPr/>
        </p:nvSpPr>
        <p:spPr>
          <a:xfrm xmlns:a="http://schemas.openxmlformats.org/drawingml/2006/main">
            <a:off x="425196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3" name="rect-2-1152">
            <a:extLst xmlns:a="http://schemas.openxmlformats.org/drawingml/2006/main">
              <a:ext uri="{FF2B5EF4-FFF2-40B4-BE49-F238E27FC236}">
                <a16:creationId xmlns:a16="http://schemas.microsoft.com/office/drawing/2014/main" id="{93AC513B-1F5E-4023-9973-2C905AF34CED}"/>
              </a:ext>
            </a:extLst>
          </p:cNvPr>
          <p:cNvSpPr>
            <a:spLocks xmlns:a="http://schemas.openxmlformats.org/drawingml/2006/main" noGrp="1"/>
          </p:cNvSpPr>
          <p:nvPr/>
        </p:nvSpPr>
        <p:spPr>
          <a:xfrm xmlns:a="http://schemas.openxmlformats.org/drawingml/2006/main">
            <a:off x="429387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4" name="rect-2-1153">
            <a:extLst xmlns:a="http://schemas.openxmlformats.org/drawingml/2006/main">
              <a:ext uri="{FF2B5EF4-FFF2-40B4-BE49-F238E27FC236}">
                <a16:creationId xmlns:a16="http://schemas.microsoft.com/office/drawing/2014/main" id="{55C45290-987B-4DE8-9B05-73FB89CF6EB9}"/>
              </a:ext>
            </a:extLst>
          </p:cNvPr>
          <p:cNvSpPr>
            <a:spLocks xmlns:a="http://schemas.openxmlformats.org/drawingml/2006/main" noGrp="1"/>
          </p:cNvSpPr>
          <p:nvPr/>
        </p:nvSpPr>
        <p:spPr>
          <a:xfrm xmlns:a="http://schemas.openxmlformats.org/drawingml/2006/main">
            <a:off x="4335780" y="475488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5" name="rect-2-1154">
            <a:extLst xmlns:a="http://schemas.openxmlformats.org/drawingml/2006/main">
              <a:ext uri="{FF2B5EF4-FFF2-40B4-BE49-F238E27FC236}">
                <a16:creationId xmlns:a16="http://schemas.microsoft.com/office/drawing/2014/main" id="{DB34E2CC-3CEF-4A06-9C13-783A59EE8F92}"/>
              </a:ext>
            </a:extLst>
          </p:cNvPr>
          <p:cNvSpPr>
            <a:spLocks xmlns:a="http://schemas.openxmlformats.org/drawingml/2006/main" noGrp="1"/>
          </p:cNvSpPr>
          <p:nvPr/>
        </p:nvSpPr>
        <p:spPr>
          <a:xfrm xmlns:a="http://schemas.openxmlformats.org/drawingml/2006/main">
            <a:off x="3958590"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6" name="rect-2-1155">
            <a:extLst xmlns:a="http://schemas.openxmlformats.org/drawingml/2006/main">
              <a:ext uri="{FF2B5EF4-FFF2-40B4-BE49-F238E27FC236}">
                <a16:creationId xmlns:a16="http://schemas.microsoft.com/office/drawing/2014/main" id="{594669B1-EC07-4EE7-B186-2D36F1104231}"/>
              </a:ext>
            </a:extLst>
          </p:cNvPr>
          <p:cNvSpPr>
            <a:spLocks xmlns:a="http://schemas.openxmlformats.org/drawingml/2006/main" noGrp="1"/>
          </p:cNvSpPr>
          <p:nvPr/>
        </p:nvSpPr>
        <p:spPr>
          <a:xfrm xmlns:a="http://schemas.openxmlformats.org/drawingml/2006/main">
            <a:off x="4000500"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7" name="rect-2-1156">
            <a:extLst xmlns:a="http://schemas.openxmlformats.org/drawingml/2006/main">
              <a:ext uri="{FF2B5EF4-FFF2-40B4-BE49-F238E27FC236}">
                <a16:creationId xmlns:a16="http://schemas.microsoft.com/office/drawing/2014/main" id="{D18215A6-90E1-49F4-87C8-E2006B4627C9}"/>
              </a:ext>
            </a:extLst>
          </p:cNvPr>
          <p:cNvSpPr>
            <a:spLocks xmlns:a="http://schemas.openxmlformats.org/drawingml/2006/main" noGrp="1"/>
          </p:cNvSpPr>
          <p:nvPr/>
        </p:nvSpPr>
        <p:spPr>
          <a:xfrm xmlns:a="http://schemas.openxmlformats.org/drawingml/2006/main">
            <a:off x="4042410"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8" name="rect-2-1157">
            <a:extLst xmlns:a="http://schemas.openxmlformats.org/drawingml/2006/main">
              <a:ext uri="{FF2B5EF4-FFF2-40B4-BE49-F238E27FC236}">
                <a16:creationId xmlns:a16="http://schemas.microsoft.com/office/drawing/2014/main" id="{BB7DE032-A2C8-40D1-9591-7D951A6D3D6A}"/>
              </a:ext>
            </a:extLst>
          </p:cNvPr>
          <p:cNvSpPr>
            <a:spLocks xmlns:a="http://schemas.openxmlformats.org/drawingml/2006/main" noGrp="1"/>
          </p:cNvSpPr>
          <p:nvPr/>
        </p:nvSpPr>
        <p:spPr>
          <a:xfrm xmlns:a="http://schemas.openxmlformats.org/drawingml/2006/main">
            <a:off x="4084320"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59" name="rect-2-1158">
            <a:extLst xmlns:a="http://schemas.openxmlformats.org/drawingml/2006/main">
              <a:ext uri="{FF2B5EF4-FFF2-40B4-BE49-F238E27FC236}">
                <a16:creationId xmlns:a16="http://schemas.microsoft.com/office/drawing/2014/main" id="{9257B402-88D2-40D2-88EE-355C64D49CF5}"/>
              </a:ext>
            </a:extLst>
          </p:cNvPr>
          <p:cNvSpPr>
            <a:spLocks xmlns:a="http://schemas.openxmlformats.org/drawingml/2006/main" noGrp="1"/>
          </p:cNvSpPr>
          <p:nvPr/>
        </p:nvSpPr>
        <p:spPr>
          <a:xfrm xmlns:a="http://schemas.openxmlformats.org/drawingml/2006/main">
            <a:off x="4126230"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60" name="rect-2-1159">
            <a:extLst xmlns:a="http://schemas.openxmlformats.org/drawingml/2006/main">
              <a:ext uri="{FF2B5EF4-FFF2-40B4-BE49-F238E27FC236}">
                <a16:creationId xmlns:a16="http://schemas.microsoft.com/office/drawing/2014/main" id="{CD3B28C8-71E2-4958-8B1F-42CB25AC65B4}"/>
              </a:ext>
            </a:extLst>
          </p:cNvPr>
          <p:cNvSpPr>
            <a:spLocks xmlns:a="http://schemas.openxmlformats.org/drawingml/2006/main" noGrp="1"/>
          </p:cNvSpPr>
          <p:nvPr/>
        </p:nvSpPr>
        <p:spPr>
          <a:xfrm xmlns:a="http://schemas.openxmlformats.org/drawingml/2006/main">
            <a:off x="4168140"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61" name="rect-2-1160">
            <a:extLst xmlns:a="http://schemas.openxmlformats.org/drawingml/2006/main">
              <a:ext uri="{FF2B5EF4-FFF2-40B4-BE49-F238E27FC236}">
                <a16:creationId xmlns:a16="http://schemas.microsoft.com/office/drawing/2014/main" id="{ADDD4AEA-A186-4F30-9AD0-ECB2CD9DE20F}"/>
              </a:ext>
            </a:extLst>
          </p:cNvPr>
          <p:cNvSpPr>
            <a:spLocks xmlns:a="http://schemas.openxmlformats.org/drawingml/2006/main" noGrp="1"/>
          </p:cNvSpPr>
          <p:nvPr/>
        </p:nvSpPr>
        <p:spPr>
          <a:xfrm xmlns:a="http://schemas.openxmlformats.org/drawingml/2006/main">
            <a:off x="4210050"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62" name="rect-2-1161">
            <a:extLst xmlns:a="http://schemas.openxmlformats.org/drawingml/2006/main">
              <a:ext uri="{FF2B5EF4-FFF2-40B4-BE49-F238E27FC236}">
                <a16:creationId xmlns:a16="http://schemas.microsoft.com/office/drawing/2014/main" id="{DF322A8D-0CF7-4466-AA8C-93BDA42BF5A6}"/>
              </a:ext>
            </a:extLst>
          </p:cNvPr>
          <p:cNvSpPr>
            <a:spLocks xmlns:a="http://schemas.openxmlformats.org/drawingml/2006/main" noGrp="1"/>
          </p:cNvSpPr>
          <p:nvPr/>
        </p:nvSpPr>
        <p:spPr>
          <a:xfrm xmlns:a="http://schemas.openxmlformats.org/drawingml/2006/main">
            <a:off x="4251960"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63" name="rect-2-1162">
            <a:extLst xmlns:a="http://schemas.openxmlformats.org/drawingml/2006/main">
              <a:ext uri="{FF2B5EF4-FFF2-40B4-BE49-F238E27FC236}">
                <a16:creationId xmlns:a16="http://schemas.microsoft.com/office/drawing/2014/main" id="{2CF24EF9-646E-4B38-B661-1BB13A02AA64}"/>
              </a:ext>
            </a:extLst>
          </p:cNvPr>
          <p:cNvSpPr>
            <a:spLocks xmlns:a="http://schemas.openxmlformats.org/drawingml/2006/main" noGrp="1"/>
          </p:cNvSpPr>
          <p:nvPr/>
        </p:nvSpPr>
        <p:spPr>
          <a:xfrm xmlns:a="http://schemas.openxmlformats.org/drawingml/2006/main">
            <a:off x="4293870" y="479679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64" name="rect-2-1163">
            <a:extLst xmlns:a="http://schemas.openxmlformats.org/drawingml/2006/main">
              <a:ext uri="{FF2B5EF4-FFF2-40B4-BE49-F238E27FC236}">
                <a16:creationId xmlns:a16="http://schemas.microsoft.com/office/drawing/2014/main" id="{980D3B10-0C5F-479A-AC5F-86880F6BF2DA}"/>
              </a:ext>
            </a:extLst>
          </p:cNvPr>
          <p:cNvSpPr>
            <a:spLocks xmlns:a="http://schemas.openxmlformats.org/drawingml/2006/main" noGrp="1"/>
          </p:cNvSpPr>
          <p:nvPr/>
        </p:nvSpPr>
        <p:spPr>
          <a:xfrm xmlns:a="http://schemas.openxmlformats.org/drawingml/2006/main">
            <a:off x="4126230" y="48387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65" name="rect-2-1164">
            <a:extLst xmlns:a="http://schemas.openxmlformats.org/drawingml/2006/main">
              <a:ext uri="{FF2B5EF4-FFF2-40B4-BE49-F238E27FC236}">
                <a16:creationId xmlns:a16="http://schemas.microsoft.com/office/drawing/2014/main" id="{03734BEF-C5AD-4BC0-BB96-1F0094B17EDF}"/>
              </a:ext>
            </a:extLst>
          </p:cNvPr>
          <p:cNvSpPr>
            <a:spLocks xmlns:a="http://schemas.openxmlformats.org/drawingml/2006/main" noGrp="1"/>
          </p:cNvSpPr>
          <p:nvPr/>
        </p:nvSpPr>
        <p:spPr>
          <a:xfrm xmlns:a="http://schemas.openxmlformats.org/drawingml/2006/main">
            <a:off x="4168140" y="4838700"/>
            <a:ext cx="42053" cy="42053"/>
          </a:xfrm>
          <a:prstGeom xmlns:a="http://schemas.openxmlformats.org/drawingml/2006/main" prst="rect">
            <a:avLst/>
          </a:prstGeom>
          <a:solidFill xmlns:a="http://schemas.openxmlformats.org/drawingml/2006/main">
            <a:srgbClr val="EAF0F2"/>
          </a:solidFill>
          <a:ln xmlns:a="http://schemas.openxmlformats.org/drawingml/2006/main" w="0">
            <a:noFill/>
          </a:ln>
        </p:spPr>
      </p:sp>
      <p:sp>
        <p:nvSpPr>
          <p:cNvPr id="1166" name="ellipse-2-1165">
            <a:extLst xmlns:a="http://schemas.openxmlformats.org/drawingml/2006/main">
              <a:ext uri="{FF2B5EF4-FFF2-40B4-BE49-F238E27FC236}">
                <a16:creationId xmlns:a16="http://schemas.microsoft.com/office/drawing/2014/main" id="{A84167A9-902C-43C2-AFF9-CDE9A60E2FDF}"/>
              </a:ext>
            </a:extLst>
          </p:cNvPr>
          <p:cNvSpPr>
            <a:spLocks xmlns:a="http://schemas.openxmlformats.org/drawingml/2006/main" noGrp="1"/>
          </p:cNvSpPr>
          <p:nvPr/>
        </p:nvSpPr>
        <p:spPr>
          <a:xfrm xmlns:a="http://schemas.openxmlformats.org/drawingml/2006/main">
            <a:off x="4177779" y="4483722"/>
            <a:ext cx="106451" cy="106451"/>
          </a:xfrm>
          <a:prstGeom xmlns:a="http://schemas.openxmlformats.org/drawingml/2006/main" prst="ellipse">
            <a:avLst/>
          </a:prstGeom>
          <a:solidFill xmlns:a="http://schemas.openxmlformats.org/drawingml/2006/main">
            <a:srgbClr val="0B6F79"/>
          </a:solidFill>
          <a:ln xmlns:a="http://schemas.openxmlformats.org/drawingml/2006/main" w="9525">
            <a:solidFill>
              <a:srgbClr val="0F1B1E"/>
            </a:solidFill>
          </a:ln>
        </p:spPr>
      </p:sp>
      <p:sp>
        <p:nvSpPr>
          <p:cNvPr id="1167" name="ellipse-2-1166">
            <a:extLst xmlns:a="http://schemas.openxmlformats.org/drawingml/2006/main">
              <a:ext uri="{FF2B5EF4-FFF2-40B4-BE49-F238E27FC236}">
                <a16:creationId xmlns:a16="http://schemas.microsoft.com/office/drawing/2014/main" id="{EED3C20D-6C22-4E22-8A7E-4D8338600629}"/>
              </a:ext>
            </a:extLst>
          </p:cNvPr>
          <p:cNvSpPr>
            <a:spLocks xmlns:a="http://schemas.openxmlformats.org/drawingml/2006/main" noGrp="1"/>
          </p:cNvSpPr>
          <p:nvPr/>
        </p:nvSpPr>
        <p:spPr>
          <a:xfrm xmlns:a="http://schemas.openxmlformats.org/drawingml/2006/main">
            <a:off x="3993375" y="3331197"/>
            <a:ext cx="106451" cy="106451"/>
          </a:xfrm>
          <a:prstGeom xmlns:a="http://schemas.openxmlformats.org/drawingml/2006/main" prst="ellipse">
            <a:avLst/>
          </a:prstGeom>
          <a:solidFill xmlns:a="http://schemas.openxmlformats.org/drawingml/2006/main">
            <a:srgbClr val="0B6F79"/>
          </a:solidFill>
          <a:ln xmlns:a="http://schemas.openxmlformats.org/drawingml/2006/main" w="9525">
            <a:solidFill>
              <a:srgbClr val="0F1B1E"/>
            </a:solidFill>
          </a:ln>
        </p:spPr>
      </p:sp>
      <p:sp>
        <p:nvSpPr>
          <p:cNvPr id="1168" name="ellipse-2-1167">
            <a:extLst xmlns:a="http://schemas.openxmlformats.org/drawingml/2006/main">
              <a:ext uri="{FF2B5EF4-FFF2-40B4-BE49-F238E27FC236}">
                <a16:creationId xmlns:a16="http://schemas.microsoft.com/office/drawing/2014/main" id="{2CC9DDEA-2FF0-457C-AEFB-DCECE468EF6C}"/>
              </a:ext>
            </a:extLst>
          </p:cNvPr>
          <p:cNvSpPr>
            <a:spLocks xmlns:a="http://schemas.openxmlformats.org/drawingml/2006/main" noGrp="1"/>
          </p:cNvSpPr>
          <p:nvPr/>
        </p:nvSpPr>
        <p:spPr>
          <a:xfrm xmlns:a="http://schemas.openxmlformats.org/drawingml/2006/main">
            <a:off x="4395711" y="3331197"/>
            <a:ext cx="106451" cy="106451"/>
          </a:xfrm>
          <a:prstGeom xmlns:a="http://schemas.openxmlformats.org/drawingml/2006/main" prst="ellipse">
            <a:avLst/>
          </a:prstGeom>
          <a:solidFill xmlns:a="http://schemas.openxmlformats.org/drawingml/2006/main">
            <a:srgbClr val="0B6F79"/>
          </a:solidFill>
          <a:ln xmlns:a="http://schemas.openxmlformats.org/drawingml/2006/main" w="9525">
            <a:solidFill>
              <a:srgbClr val="0F1B1E"/>
            </a:solidFill>
          </a:ln>
        </p:spPr>
      </p:sp>
      <p:sp>
        <p:nvSpPr>
          <p:cNvPr id="1169" name="ellipse-2-1168">
            <a:extLst xmlns:a="http://schemas.openxmlformats.org/drawingml/2006/main">
              <a:ext uri="{FF2B5EF4-FFF2-40B4-BE49-F238E27FC236}">
                <a16:creationId xmlns:a16="http://schemas.microsoft.com/office/drawing/2014/main" id="{3FC5CAB5-4C41-4794-8BA3-337E78C262F9}"/>
              </a:ext>
            </a:extLst>
          </p:cNvPr>
          <p:cNvSpPr>
            <a:spLocks xmlns:a="http://schemas.openxmlformats.org/drawingml/2006/main" noGrp="1"/>
          </p:cNvSpPr>
          <p:nvPr/>
        </p:nvSpPr>
        <p:spPr>
          <a:xfrm xmlns:a="http://schemas.openxmlformats.org/drawingml/2006/main">
            <a:off x="4060431" y="2731884"/>
            <a:ext cx="106451" cy="106451"/>
          </a:xfrm>
          <a:prstGeom xmlns:a="http://schemas.openxmlformats.org/drawingml/2006/main" prst="ellipse">
            <a:avLst/>
          </a:prstGeom>
          <a:solidFill xmlns:a="http://schemas.openxmlformats.org/drawingml/2006/main">
            <a:srgbClr val="0B6F79"/>
          </a:solidFill>
          <a:ln xmlns:a="http://schemas.openxmlformats.org/drawingml/2006/main" w="9525">
            <a:solidFill>
              <a:srgbClr val="0F1B1E"/>
            </a:solidFill>
          </a:ln>
        </p:spPr>
      </p:sp>
      <p:sp>
        <p:nvSpPr>
          <p:cNvPr id="1170" name="line-2-1169">
            <a:extLst xmlns:a="http://schemas.openxmlformats.org/drawingml/2006/main">
              <a:ext uri="{FF2B5EF4-FFF2-40B4-BE49-F238E27FC236}">
                <a16:creationId xmlns:a16="http://schemas.microsoft.com/office/drawing/2014/main" id="{06363B2B-D330-4A33-BB40-2E8BCC0DEBDC}"/>
              </a:ext>
            </a:extLst>
          </p:cNvPr>
          <p:cNvSpPr>
            <a:spLocks xmlns:a="http://schemas.openxmlformats.org/drawingml/2006/main" noGrp="1"/>
          </p:cNvSpPr>
          <p:nvPr/>
        </p:nvSpPr>
        <p:spPr>
          <a:xfrm xmlns:a="http://schemas.openxmlformats.org/drawingml/2006/main">
            <a:off x="2486025" y="3752850"/>
            <a:ext cx="847725" cy="95"/>
          </a:xfrm>
          <a:custGeom xmlns:a="http://schemas.openxmlformats.org/drawingml/2006/main">
            <a:pathLst>
              <a:path w="847725" h="95">
                <a:moveTo>
                  <a:pt x="0" y="0"/>
                </a:moveTo>
                <a:lnTo>
                  <a:pt x="847725" y="95"/>
                </a:lnTo>
              </a:path>
            </a:pathLst>
          </a:custGeom>
          <a:noFill xmlns:a="http://schemas.openxmlformats.org/drawingml/2006/main"/>
          <a:ln xmlns:a="http://schemas.openxmlformats.org/drawingml/2006/main" w="19050">
            <a:solidFill>
              <a:srgbClr val="0B6F79"/>
            </a:solidFill>
          </a:ln>
        </p:spPr>
      </p:sp>
      <p:sp>
        <p:nvSpPr>
          <p:cNvPr id="1171" name="line-2-1170">
            <a:extLst xmlns:a="http://schemas.openxmlformats.org/drawingml/2006/main">
              <a:ext uri="{FF2B5EF4-FFF2-40B4-BE49-F238E27FC236}">
                <a16:creationId xmlns:a16="http://schemas.microsoft.com/office/drawing/2014/main" id="{8990A7F4-DE45-46FE-A121-8AA6B9D8DC50}"/>
              </a:ext>
            </a:extLst>
          </p:cNvPr>
          <p:cNvSpPr>
            <a:spLocks xmlns:a="http://schemas.openxmlformats.org/drawingml/2006/main" noGrp="1"/>
          </p:cNvSpPr>
          <p:nvPr/>
        </p:nvSpPr>
        <p:spPr>
          <a:xfrm xmlns:a="http://schemas.openxmlformats.org/drawingml/2006/main">
            <a:off x="3258519" y="375285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1172" name="line-2-1171">
            <a:extLst xmlns:a="http://schemas.openxmlformats.org/drawingml/2006/main">
              <a:ext uri="{FF2B5EF4-FFF2-40B4-BE49-F238E27FC236}">
                <a16:creationId xmlns:a16="http://schemas.microsoft.com/office/drawing/2014/main" id="{0777CF15-8435-4A4E-98F1-412AF24A8CC3}"/>
              </a:ext>
            </a:extLst>
          </p:cNvPr>
          <p:cNvSpPr>
            <a:spLocks xmlns:a="http://schemas.openxmlformats.org/drawingml/2006/main" noGrp="1"/>
          </p:cNvSpPr>
          <p:nvPr/>
        </p:nvSpPr>
        <p:spPr>
          <a:xfrm xmlns:a="http://schemas.openxmlformats.org/drawingml/2006/main">
            <a:off x="3258519" y="371175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1173" name="text-2-1172">
            <a:extLst xmlns:a="http://schemas.openxmlformats.org/drawingml/2006/main">
              <a:ext uri="{FF2B5EF4-FFF2-40B4-BE49-F238E27FC236}">
                <a16:creationId xmlns:a16="http://schemas.microsoft.com/office/drawing/2014/main" id="{BA68F179-94C0-47E1-A7A7-82B6B82089B9}"/>
              </a:ext>
            </a:extLst>
          </p:cNvPr>
          <p:cNvSpPr>
            <a:spLocks xmlns:a="http://schemas.openxmlformats.org/drawingml/2006/main" noGrp="1"/>
          </p:cNvSpPr>
          <p:nvPr/>
        </p:nvSpPr>
        <p:spPr>
          <a:xfrm xmlns:a="http://schemas.openxmlformats.org/drawingml/2006/main">
            <a:off x="2571750" y="3409950"/>
            <a:ext cx="952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08535B"/>
                </a:solidFill>
                <a:latin typeface="IBM Plex Sans"/>
                <a:ea typeface="IBM Plex Sans"/>
                <a:cs typeface="IBM Plex Sans"/>
              </a:defRPr>
            </a:pPr>
            <a:r>
              <a:rPr sz="1275" b="0">
                <a:solidFill>
                  <a:srgbClr val="08535B"/>
                </a:solidFill>
                <a:latin typeface="IBM Plex Sans"/>
                <a:ea typeface="IBM Plex Sans"/>
                <a:cs typeface="IBM Plex Sans"/>
              </a:rPr>
              <a:t>sample</a:t>
            </a:r>
          </a:p>
        </p:txBody>
      </p:sp>
      <p:sp>
        <p:nvSpPr>
          <p:cNvPr id="1174" name="text-2-1173">
            <a:extLst xmlns:a="http://schemas.openxmlformats.org/drawingml/2006/main">
              <a:ext uri="{FF2B5EF4-FFF2-40B4-BE49-F238E27FC236}">
                <a16:creationId xmlns:a16="http://schemas.microsoft.com/office/drawing/2014/main" id="{D093CDB3-B9C6-4BAF-8BAC-20A9853ECB3F}"/>
              </a:ext>
            </a:extLst>
          </p:cNvPr>
          <p:cNvSpPr>
            <a:spLocks xmlns:a="http://schemas.openxmlformats.org/drawingml/2006/main" noGrp="1"/>
          </p:cNvSpPr>
          <p:nvPr/>
        </p:nvSpPr>
        <p:spPr>
          <a:xfrm xmlns:a="http://schemas.openxmlformats.org/drawingml/2006/main">
            <a:off x="533400" y="548640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Dense reference</a:t>
            </a:r>
          </a:p>
        </p:txBody>
      </p:sp>
      <p:sp>
        <p:nvSpPr>
          <p:cNvPr id="1175" name="text-2-1174">
            <a:extLst xmlns:a="http://schemas.openxmlformats.org/drawingml/2006/main">
              <a:ext uri="{FF2B5EF4-FFF2-40B4-BE49-F238E27FC236}">
                <a16:creationId xmlns:a16="http://schemas.microsoft.com/office/drawing/2014/main" id="{1E1275D0-4ACC-4CEC-95A0-C142018A3372}"/>
              </a:ext>
            </a:extLst>
          </p:cNvPr>
          <p:cNvSpPr>
            <a:spLocks xmlns:a="http://schemas.openxmlformats.org/drawingml/2006/main" noGrp="1"/>
          </p:cNvSpPr>
          <p:nvPr/>
        </p:nvSpPr>
        <p:spPr>
          <a:xfrm xmlns:a="http://schemas.openxmlformats.org/drawingml/2006/main">
            <a:off x="3286125" y="54864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Four local samples</a:t>
            </a:r>
          </a:p>
        </p:txBody>
      </p:sp>
      <p:sp>
        <p:nvSpPr>
          <p:cNvPr id="1176" name="text-2-1175">
            <a:extLst xmlns:a="http://schemas.openxmlformats.org/drawingml/2006/main">
              <a:ext uri="{FF2B5EF4-FFF2-40B4-BE49-F238E27FC236}">
                <a16:creationId xmlns:a16="http://schemas.microsoft.com/office/drawing/2014/main" id="{5984466B-16A1-4016-B65B-A73B1AD0F9FB}"/>
              </a:ext>
            </a:extLst>
          </p:cNvPr>
          <p:cNvSpPr>
            <a:spLocks xmlns:a="http://schemas.openxmlformats.org/drawingml/2006/main" noGrp="1"/>
          </p:cNvSpPr>
          <p:nvPr/>
        </p:nvSpPr>
        <p:spPr>
          <a:xfrm xmlns:a="http://schemas.openxmlformats.org/drawingml/2006/main">
            <a:off x="6477000" y="2257425"/>
            <a:ext cx="49530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14314B"/>
                </a:solidFill>
                <a:latin typeface="IBM Plex Serif"/>
                <a:ea typeface="IBM Plex Serif"/>
                <a:cs typeface="IBM Plex Serif"/>
              </a:defRPr>
            </a:pPr>
            <a:r>
              <a:rPr sz="2325" b="0">
                <a:solidFill>
                  <a:srgbClr val="14314B"/>
                </a:solidFill>
                <a:latin typeface="IBM Plex Serif"/>
                <a:ea typeface="IBM Plex Serif"/>
                <a:cs typeface="IBM Plex Serif"/>
              </a:rPr>
              <a:t>A load shift can occur between</a:t>
            </a:r>
          </a:p>
        </p:txBody>
      </p:sp>
      <p:sp>
        <p:nvSpPr>
          <p:cNvPr id="1177" name="text-2-1176">
            <a:extLst xmlns:a="http://schemas.openxmlformats.org/drawingml/2006/main">
              <a:ext uri="{FF2B5EF4-FFF2-40B4-BE49-F238E27FC236}">
                <a16:creationId xmlns:a16="http://schemas.microsoft.com/office/drawing/2014/main" id="{AB8E32EB-9F31-4D7D-B3EC-5D3CA1203D20}"/>
              </a:ext>
            </a:extLst>
          </p:cNvPr>
          <p:cNvSpPr>
            <a:spLocks xmlns:a="http://schemas.openxmlformats.org/drawingml/2006/main" noGrp="1"/>
          </p:cNvSpPr>
          <p:nvPr/>
        </p:nvSpPr>
        <p:spPr>
          <a:xfrm xmlns:a="http://schemas.openxmlformats.org/drawingml/2006/main">
            <a:off x="6477000" y="2620613"/>
            <a:ext cx="495300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14314B"/>
                </a:solidFill>
                <a:latin typeface="IBM Plex Serif"/>
                <a:ea typeface="IBM Plex Serif"/>
                <a:cs typeface="IBM Plex Serif"/>
              </a:defRPr>
            </a:pPr>
            <a:r>
              <a:rPr sz="2325" b="0">
                <a:solidFill>
                  <a:srgbClr val="14314B"/>
                </a:solidFill>
                <a:latin typeface="IBM Plex Serif"/>
                <a:ea typeface="IBM Plex Serif"/>
                <a:cs typeface="IBM Plex Serif"/>
              </a:rPr>
              <a:t>sensors</a:t>
            </a:r>
          </a:p>
        </p:txBody>
      </p:sp>
      <p:sp>
        <p:nvSpPr>
          <p:cNvPr id="1178" name="text-2-1177">
            <a:extLst xmlns:a="http://schemas.openxmlformats.org/drawingml/2006/main">
              <a:ext uri="{FF2B5EF4-FFF2-40B4-BE49-F238E27FC236}">
                <a16:creationId xmlns:a16="http://schemas.microsoft.com/office/drawing/2014/main" id="{44FF973A-1447-4A1D-84C5-1E3910AC946E}"/>
              </a:ext>
            </a:extLst>
          </p:cNvPr>
          <p:cNvSpPr>
            <a:spLocks xmlns:a="http://schemas.openxmlformats.org/drawingml/2006/main" noGrp="1"/>
          </p:cNvSpPr>
          <p:nvPr/>
        </p:nvSpPr>
        <p:spPr>
          <a:xfrm xmlns:a="http://schemas.openxmlformats.org/drawingml/2006/main">
            <a:off x="6477000" y="3209925"/>
            <a:ext cx="4905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0F1B1E"/>
                </a:solidFill>
                <a:latin typeface="IBM Plex Sans"/>
                <a:ea typeface="IBM Plex Sans"/>
                <a:cs typeface="IBM Plex Sans"/>
              </a:defRPr>
            </a:pPr>
            <a:r>
              <a:rPr sz="1950" b="0">
                <a:solidFill>
                  <a:srgbClr val="0F1B1E"/>
                </a:solidFill>
                <a:latin typeface="IBM Plex Sans"/>
                <a:ea typeface="IBM Plex Sans"/>
                <a:cs typeface="IBM Plex Sans"/>
              </a:rPr>
              <a:t>Pressure outside the discs has no direct</a:t>
            </a:r>
          </a:p>
        </p:txBody>
      </p:sp>
      <p:sp>
        <p:nvSpPr>
          <p:cNvPr id="1179" name="text-2-1178">
            <a:extLst xmlns:a="http://schemas.openxmlformats.org/drawingml/2006/main">
              <a:ext uri="{FF2B5EF4-FFF2-40B4-BE49-F238E27FC236}">
                <a16:creationId xmlns:a16="http://schemas.microsoft.com/office/drawing/2014/main" id="{4815B595-56A6-4452-88B1-A63C585C4C33}"/>
              </a:ext>
            </a:extLst>
          </p:cNvPr>
          <p:cNvSpPr>
            <a:spLocks xmlns:a="http://schemas.openxmlformats.org/drawingml/2006/main" noGrp="1"/>
          </p:cNvSpPr>
          <p:nvPr/>
        </p:nvSpPr>
        <p:spPr>
          <a:xfrm xmlns:a="http://schemas.openxmlformats.org/drawingml/2006/main">
            <a:off x="6477000" y="3514535"/>
            <a:ext cx="4905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0F1B1E"/>
                </a:solidFill>
                <a:latin typeface="IBM Plex Sans"/>
                <a:ea typeface="IBM Plex Sans"/>
                <a:cs typeface="IBM Plex Sans"/>
              </a:defRPr>
            </a:pPr>
            <a:r>
              <a:rPr sz="1950" b="0">
                <a:solidFill>
                  <a:srgbClr val="0F1B1E"/>
                </a:solidFill>
                <a:latin typeface="IBM Plex Sans"/>
                <a:ea typeface="IBM Plex Sans"/>
                <a:cs typeface="IBM Plex Sans"/>
              </a:rPr>
              <a:t>measurement channel.</a:t>
            </a:r>
          </a:p>
        </p:txBody>
      </p:sp>
      <p:sp>
        <p:nvSpPr>
          <p:cNvPr id="1180" name="line-2-1179">
            <a:extLst xmlns:a="http://schemas.openxmlformats.org/drawingml/2006/main">
              <a:ext uri="{FF2B5EF4-FFF2-40B4-BE49-F238E27FC236}">
                <a16:creationId xmlns:a16="http://schemas.microsoft.com/office/drawing/2014/main" id="{29A9211A-277C-4905-BF33-9A3D82800D82}"/>
              </a:ext>
            </a:extLst>
          </p:cNvPr>
          <p:cNvSpPr>
            <a:spLocks xmlns:a="http://schemas.openxmlformats.org/drawingml/2006/main" noGrp="1"/>
          </p:cNvSpPr>
          <p:nvPr/>
        </p:nvSpPr>
        <p:spPr>
          <a:xfrm xmlns:a="http://schemas.openxmlformats.org/drawingml/2006/main">
            <a:off x="6477000" y="4000500"/>
            <a:ext cx="5181600" cy="95"/>
          </a:xfrm>
          <a:custGeom xmlns:a="http://schemas.openxmlformats.org/drawingml/2006/main">
            <a:pathLst>
              <a:path w="5181600" h="95">
                <a:moveTo>
                  <a:pt x="0" y="0"/>
                </a:moveTo>
                <a:lnTo>
                  <a:pt x="5181600" y="95"/>
                </a:lnTo>
              </a:path>
            </a:pathLst>
          </a:custGeom>
          <a:noFill xmlns:a="http://schemas.openxmlformats.org/drawingml/2006/main"/>
          <a:ln xmlns:a="http://schemas.openxmlformats.org/drawingml/2006/main" w="19050">
            <a:solidFill>
              <a:srgbClr val="0B6F79"/>
            </a:solidFill>
          </a:ln>
        </p:spPr>
      </p:sp>
      <p:sp>
        <p:nvSpPr>
          <p:cNvPr id="1181" name="text-2-1180">
            <a:extLst xmlns:a="http://schemas.openxmlformats.org/drawingml/2006/main">
              <a:ext uri="{FF2B5EF4-FFF2-40B4-BE49-F238E27FC236}">
                <a16:creationId xmlns:a16="http://schemas.microsoft.com/office/drawing/2014/main" id="{F7317748-B705-4F00-8198-356F27CDFB87}"/>
              </a:ext>
            </a:extLst>
          </p:cNvPr>
          <p:cNvSpPr>
            <a:spLocks xmlns:a="http://schemas.openxmlformats.org/drawingml/2006/main" noGrp="1"/>
          </p:cNvSpPr>
          <p:nvPr/>
        </p:nvSpPr>
        <p:spPr>
          <a:xfrm xmlns:a="http://schemas.openxmlformats.org/drawingml/2006/main">
            <a:off x="6477000" y="4238625"/>
            <a:ext cx="4857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1">
                <a:solidFill>
                  <a:srgbClr val="08535B"/>
                </a:solidFill>
                <a:latin typeface="IBM Plex Sans"/>
                <a:ea typeface="IBM Plex Sans"/>
                <a:cs typeface="IBM Plex Sans"/>
              </a:defRPr>
            </a:pPr>
            <a:r>
              <a:rPr sz="1650" b="1">
                <a:solidFill>
                  <a:srgbClr val="08535B"/>
                </a:solidFill>
                <a:latin typeface="IBM Plex Sans"/>
                <a:ea typeface="IBM Plex Sans"/>
                <a:cs typeface="IBM Plex Sans"/>
              </a:rPr>
              <a:t>Engineering impact</a:t>
            </a:r>
          </a:p>
        </p:txBody>
      </p:sp>
      <p:sp>
        <p:nvSpPr>
          <p:cNvPr id="1182" name="text-2-1181">
            <a:extLst xmlns:a="http://schemas.openxmlformats.org/drawingml/2006/main">
              <a:ext uri="{FF2B5EF4-FFF2-40B4-BE49-F238E27FC236}">
                <a16:creationId xmlns:a16="http://schemas.microsoft.com/office/drawing/2014/main" id="{8FD312D3-0781-4CA6-AE81-7578CD205B70}"/>
              </a:ext>
            </a:extLst>
          </p:cNvPr>
          <p:cNvSpPr>
            <a:spLocks xmlns:a="http://schemas.openxmlformats.org/drawingml/2006/main" noGrp="1"/>
          </p:cNvSpPr>
          <p:nvPr/>
        </p:nvSpPr>
        <p:spPr>
          <a:xfrm xmlns:a="http://schemas.openxmlformats.org/drawingml/2006/main">
            <a:off x="6477000" y="4638675"/>
            <a:ext cx="495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0F1B1E"/>
                </a:solidFill>
                <a:latin typeface="IBM Plex Sans"/>
                <a:ea typeface="IBM Plex Sans"/>
                <a:cs typeface="IBM Plex Sans"/>
              </a:defRPr>
            </a:pPr>
            <a:r>
              <a:rPr sz="1950" b="0">
                <a:solidFill>
                  <a:srgbClr val="0F1B1E"/>
                </a:solidFill>
                <a:latin typeface="IBM Plex Sans"/>
                <a:ea typeface="IBM Plex Sans"/>
                <a:cs typeface="IBM Plex Sans"/>
              </a:rPr>
              <a:t>Whole-foot load distribution and</a:t>
            </a:r>
          </a:p>
        </p:txBody>
      </p:sp>
      <p:sp>
        <p:nvSpPr>
          <p:cNvPr id="1183" name="text-2-1182">
            <a:extLst xmlns:a="http://schemas.openxmlformats.org/drawingml/2006/main">
              <a:ext uri="{FF2B5EF4-FFF2-40B4-BE49-F238E27FC236}">
                <a16:creationId xmlns:a16="http://schemas.microsoft.com/office/drawing/2014/main" id="{7EC4A8BB-0B77-4610-B9CD-879C5CECE7B8}"/>
              </a:ext>
            </a:extLst>
          </p:cNvPr>
          <p:cNvSpPr>
            <a:spLocks xmlns:a="http://schemas.openxmlformats.org/drawingml/2006/main" noGrp="1"/>
          </p:cNvSpPr>
          <p:nvPr/>
        </p:nvSpPr>
        <p:spPr>
          <a:xfrm xmlns:a="http://schemas.openxmlformats.org/drawingml/2006/main">
            <a:off x="6477000" y="4943285"/>
            <a:ext cx="495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0F1B1E"/>
                </a:solidFill>
                <a:latin typeface="IBM Plex Sans"/>
                <a:ea typeface="IBM Plex Sans"/>
                <a:cs typeface="IBM Plex Sans"/>
              </a:defRPr>
            </a:pPr>
            <a:r>
              <a:rPr sz="1950" b="0">
                <a:solidFill>
                  <a:srgbClr val="0F1B1E"/>
                </a:solidFill>
                <a:latin typeface="IBM Plex Sans"/>
                <a:ea typeface="IBM Plex Sans"/>
                <a:cs typeface="IBM Plex Sans"/>
              </a:rPr>
              <a:t>centre-of-pressure estimates then depend</a:t>
            </a:r>
          </a:p>
        </p:txBody>
      </p:sp>
      <p:sp>
        <p:nvSpPr>
          <p:cNvPr id="1184" name="text-2-1183">
            <a:extLst xmlns:a="http://schemas.openxmlformats.org/drawingml/2006/main">
              <a:ext uri="{FF2B5EF4-FFF2-40B4-BE49-F238E27FC236}">
                <a16:creationId xmlns:a16="http://schemas.microsoft.com/office/drawing/2014/main" id="{9F952A25-FAC5-4C4F-8FEE-BF58AC3DE226}"/>
              </a:ext>
            </a:extLst>
          </p:cNvPr>
          <p:cNvSpPr>
            <a:spLocks xmlns:a="http://schemas.openxmlformats.org/drawingml/2006/main" noGrp="1"/>
          </p:cNvSpPr>
          <p:nvPr/>
        </p:nvSpPr>
        <p:spPr>
          <a:xfrm xmlns:a="http://schemas.openxmlformats.org/drawingml/2006/main">
            <a:off x="6477000" y="5247894"/>
            <a:ext cx="495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0F1B1E"/>
                </a:solidFill>
                <a:latin typeface="IBM Plex Sans"/>
                <a:ea typeface="IBM Plex Sans"/>
                <a:cs typeface="IBM Plex Sans"/>
              </a:defRPr>
            </a:pPr>
            <a:r>
              <a:rPr sz="1950" b="0">
                <a:solidFill>
                  <a:srgbClr val="0F1B1E"/>
                </a:solidFill>
                <a:latin typeface="IBM Plex Sans"/>
                <a:ea typeface="IBM Plex Sans"/>
                <a:cs typeface="IBM Plex Sans"/>
              </a:rPr>
              <a:t>on assumptions about the missing field.</a:t>
            </a:r>
          </a:p>
        </p:txBody>
      </p:sp>
      <p:sp>
        <p:nvSpPr>
          <p:cNvPr id="1185" name="text-2-1184">
            <a:extLst xmlns:a="http://schemas.openxmlformats.org/drawingml/2006/main">
              <a:ext uri="{FF2B5EF4-FFF2-40B4-BE49-F238E27FC236}">
                <a16:creationId xmlns:a16="http://schemas.microsoft.com/office/drawing/2014/main" id="{C70400F8-2F6D-4F24-8B71-D359DA06E1B3}"/>
              </a:ext>
            </a:extLst>
          </p:cNvPr>
          <p:cNvSpPr>
            <a:spLocks xmlns:a="http://schemas.openxmlformats.org/drawingml/2006/main" noGrp="1"/>
          </p:cNvSpPr>
          <p:nvPr/>
        </p:nvSpPr>
        <p:spPr>
          <a:xfrm xmlns:a="http://schemas.openxmlformats.org/drawingml/2006/main">
            <a:off x="533400" y="598170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A6C72"/>
                </a:solidFill>
                <a:latin typeface="IBM Plex Sans"/>
                <a:ea typeface="IBM Plex Sans"/>
                <a:cs typeface="IBM Plex Sans"/>
              </a:defRPr>
            </a:pPr>
            <a:r>
              <a:rPr sz="1200" b="0">
                <a:solidFill>
                  <a:srgbClr val="5A6C72"/>
                </a:solidFill>
                <a:latin typeface="IBM Plex Sans"/>
                <a:ea typeface="IBM Plex Sans"/>
                <a:cs typeface="IBM Plex Sans"/>
              </a:rPr>
              <a:t>Same BF right-foot example: participant 002, W1, step 1. Discs use the assumed 12.7 mm geometry.</a:t>
            </a:r>
          </a:p>
        </p:txBody>
      </p:sp>
    </p:spTree>
    <p:extLst>
      <p:ext uri="{BB962C8B-B14F-4D97-AF65-F5344CB8AC3E}">
        <p14:creationId xmlns:p14="http://schemas.microsoft.com/office/powerpoint/2010/main" val="12085115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text-3-0">
            <a:extLst xmlns:a="http://schemas.openxmlformats.org/drawingml/2006/main">
              <a:ext uri="{FF2B5EF4-FFF2-40B4-BE49-F238E27FC236}">
                <a16:creationId xmlns:a16="http://schemas.microsoft.com/office/drawing/2014/main" id="{3451EB8B-4950-4FD0-9E58-84F9B4E2B84C}"/>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3-1">
            <a:extLst xmlns:a="http://schemas.openxmlformats.org/drawingml/2006/main">
              <a:ext uri="{FF2B5EF4-FFF2-40B4-BE49-F238E27FC236}">
                <a16:creationId xmlns:a16="http://schemas.microsoft.com/office/drawing/2014/main" id="{138DE747-A9B0-404A-959E-93013F3FE6F2}"/>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03</a:t>
            </a:r>
          </a:p>
        </p:txBody>
      </p:sp>
      <p:sp>
        <p:nvSpPr>
          <p:cNvPr id="3" name="text-3-2">
            <a:extLst xmlns:a="http://schemas.openxmlformats.org/drawingml/2006/main">
              <a:ext uri="{FF2B5EF4-FFF2-40B4-BE49-F238E27FC236}">
                <a16:creationId xmlns:a16="http://schemas.microsoft.com/office/drawing/2014/main" id="{C95647A1-20AF-42D1-B8AE-56A8728CF557}"/>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RESEARCH GAP + OUR CONTRIBUTION</a:t>
            </a:r>
          </a:p>
        </p:txBody>
      </p:sp>
      <p:sp>
        <p:nvSpPr>
          <p:cNvPr id="4" name="text-3-3">
            <a:extLst xmlns:a="http://schemas.openxmlformats.org/drawingml/2006/main">
              <a:ext uri="{FF2B5EF4-FFF2-40B4-BE49-F238E27FC236}">
                <a16:creationId xmlns:a16="http://schemas.microsoft.com/office/drawing/2014/main" id="{6A987356-1EE7-48D3-9DCB-A400D383AAA9}"/>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Characterisation is the research contribution</a:t>
            </a:r>
          </a:p>
        </p:txBody>
      </p:sp>
      <p:sp>
        <p:nvSpPr>
          <p:cNvPr id="5" name="line-3-4">
            <a:extLst xmlns:a="http://schemas.openxmlformats.org/drawingml/2006/main">
              <a:ext uri="{FF2B5EF4-FFF2-40B4-BE49-F238E27FC236}">
                <a16:creationId xmlns:a16="http://schemas.microsoft.com/office/drawing/2014/main" id="{0973C39D-DC37-4BA4-BFC1-6D298CDAC4A4}"/>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3-5">
            <a:extLst xmlns:a="http://schemas.openxmlformats.org/drawingml/2006/main">
              <a:ext uri="{FF2B5EF4-FFF2-40B4-BE49-F238E27FC236}">
                <a16:creationId xmlns:a16="http://schemas.microsoft.com/office/drawing/2014/main" id="{9439AA30-2299-48D8-9A05-91A7D59351EA}"/>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3-6">
            <a:extLst xmlns:a="http://schemas.openxmlformats.org/drawingml/2006/main">
              <a:ext uri="{FF2B5EF4-FFF2-40B4-BE49-F238E27FC236}">
                <a16:creationId xmlns:a16="http://schemas.microsoft.com/office/drawing/2014/main" id="{553BBCDE-4EFD-4F1E-AE68-3EF78D8CB776}"/>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text-3-7">
            <a:extLst xmlns:a="http://schemas.openxmlformats.org/drawingml/2006/main">
              <a:ext uri="{FF2B5EF4-FFF2-40B4-BE49-F238E27FC236}">
                <a16:creationId xmlns:a16="http://schemas.microsoft.com/office/drawing/2014/main" id="{E6769774-45E8-479C-966F-568C23084409}"/>
              </a:ext>
            </a:extLst>
          </p:cNvPr>
          <p:cNvSpPr>
            <a:spLocks xmlns:a="http://schemas.openxmlformats.org/drawingml/2006/main" noGrp="1"/>
          </p:cNvSpPr>
          <p:nvPr/>
        </p:nvSpPr>
        <p:spPr>
          <a:xfrm xmlns:a="http://schemas.openxmlformats.org/drawingml/2006/main">
            <a:off x="533400" y="2152650"/>
            <a:ext cx="4572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1">
                <a:solidFill>
                  <a:srgbClr val="5A6C72"/>
                </a:solidFill>
                <a:latin typeface="IBM Plex Sans"/>
                <a:ea typeface="IBM Plex Sans"/>
                <a:cs typeface="IBM Plex Sans"/>
              </a:defRPr>
            </a:pPr>
            <a:r>
              <a:rPr sz="1425" b="1">
                <a:solidFill>
                  <a:srgbClr val="5A6C72"/>
                </a:solidFill>
                <a:latin typeface="IBM Plex Sans"/>
                <a:ea typeface="IBM Plex Sans"/>
                <a:cs typeface="IBM Plex Sans"/>
              </a:rPr>
              <a:t>GAP FOR THIS INSTRUMENT</a:t>
            </a:r>
          </a:p>
        </p:txBody>
      </p:sp>
      <p:sp>
        <p:nvSpPr>
          <p:cNvPr id="9" name="text-3-8">
            <a:extLst xmlns:a="http://schemas.openxmlformats.org/drawingml/2006/main">
              <a:ext uri="{FF2B5EF4-FFF2-40B4-BE49-F238E27FC236}">
                <a16:creationId xmlns:a16="http://schemas.microsoft.com/office/drawing/2014/main" id="{989869B4-BAF1-4754-B61C-C3A713A26D8A}"/>
              </a:ext>
            </a:extLst>
          </p:cNvPr>
          <p:cNvSpPr>
            <a:spLocks xmlns:a="http://schemas.openxmlformats.org/drawingml/2006/main" noGrp="1"/>
          </p:cNvSpPr>
          <p:nvPr/>
        </p:nvSpPr>
        <p:spPr>
          <a:xfrm xmlns:a="http://schemas.openxmlformats.org/drawingml/2006/main">
            <a:off x="6096000" y="2152650"/>
            <a:ext cx="533400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1">
                <a:solidFill>
                  <a:srgbClr val="08535B"/>
                </a:solidFill>
                <a:latin typeface="IBM Plex Sans"/>
                <a:ea typeface="IBM Plex Sans"/>
                <a:cs typeface="IBM Plex Sans"/>
              </a:defRPr>
            </a:pPr>
            <a:r>
              <a:rPr sz="1425" b="1">
                <a:solidFill>
                  <a:srgbClr val="08535B"/>
                </a:solidFill>
                <a:latin typeface="IBM Plex Sans"/>
                <a:ea typeface="IBM Plex Sans"/>
                <a:cs typeface="IBM Plex Sans"/>
              </a:rPr>
              <a:t>OUR CONTRIBUTION</a:t>
            </a:r>
          </a:p>
        </p:txBody>
      </p:sp>
      <p:sp>
        <p:nvSpPr>
          <p:cNvPr id="10" name="text-3-9">
            <a:extLst xmlns:a="http://schemas.openxmlformats.org/drawingml/2006/main">
              <a:ext uri="{FF2B5EF4-FFF2-40B4-BE49-F238E27FC236}">
                <a16:creationId xmlns:a16="http://schemas.microsoft.com/office/drawing/2014/main" id="{19838581-D045-445F-BE67-01ADCF48AAA9}"/>
              </a:ext>
            </a:extLst>
          </p:cNvPr>
          <p:cNvSpPr>
            <a:spLocks xmlns:a="http://schemas.openxmlformats.org/drawingml/2006/main" noGrp="1"/>
          </p:cNvSpPr>
          <p:nvPr/>
        </p:nvSpPr>
        <p:spPr>
          <a:xfrm xmlns:a="http://schemas.openxmlformats.org/drawingml/2006/main">
            <a:off x="533400" y="2647950"/>
            <a:ext cx="4667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1">
                <a:solidFill>
                  <a:srgbClr val="14314B"/>
                </a:solidFill>
                <a:latin typeface="IBM Plex Sans"/>
                <a:ea typeface="IBM Plex Sans"/>
                <a:cs typeface="IBM Plex Sans"/>
              </a:defRPr>
            </a:pPr>
            <a:r>
              <a:rPr sz="1875" b="1">
                <a:solidFill>
                  <a:srgbClr val="14314B"/>
                </a:solidFill>
                <a:latin typeface="IBM Plex Sans"/>
                <a:ea typeface="IBM Plex Sans"/>
                <a:cs typeface="IBM Plex Sans"/>
              </a:rPr>
              <a:t>Spatial coverage</a:t>
            </a:r>
          </a:p>
        </p:txBody>
      </p:sp>
      <p:sp>
        <p:nvSpPr>
          <p:cNvPr id="11" name="text-3-10">
            <a:extLst xmlns:a="http://schemas.openxmlformats.org/drawingml/2006/main">
              <a:ext uri="{FF2B5EF4-FFF2-40B4-BE49-F238E27FC236}">
                <a16:creationId xmlns:a16="http://schemas.microsoft.com/office/drawing/2014/main" id="{4087C868-ABFD-4772-A980-5DBC368F122B}"/>
              </a:ext>
            </a:extLst>
          </p:cNvPr>
          <p:cNvSpPr>
            <a:spLocks xmlns:a="http://schemas.openxmlformats.org/drawingml/2006/main" noGrp="1"/>
          </p:cNvSpPr>
          <p:nvPr/>
        </p:nvSpPr>
        <p:spPr>
          <a:xfrm xmlns:a="http://schemas.openxmlformats.org/drawingml/2006/main">
            <a:off x="533400" y="3000375"/>
            <a:ext cx="46291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Unknown coverage of the assumed sparse</a:t>
            </a:r>
          </a:p>
        </p:txBody>
      </p:sp>
      <p:sp>
        <p:nvSpPr>
          <p:cNvPr id="12" name="text-3-11">
            <a:extLst xmlns:a="http://schemas.openxmlformats.org/drawingml/2006/main">
              <a:ext uri="{FF2B5EF4-FFF2-40B4-BE49-F238E27FC236}">
                <a16:creationId xmlns:a16="http://schemas.microsoft.com/office/drawing/2014/main" id="{F864420F-DBA9-4B8A-A410-4162F6877A77}"/>
              </a:ext>
            </a:extLst>
          </p:cNvPr>
          <p:cNvSpPr>
            <a:spLocks xmlns:a="http://schemas.openxmlformats.org/drawingml/2006/main" noGrp="1"/>
          </p:cNvSpPr>
          <p:nvPr/>
        </p:nvSpPr>
        <p:spPr>
          <a:xfrm xmlns:a="http://schemas.openxmlformats.org/drawingml/2006/main">
            <a:off x="533400" y="3269837"/>
            <a:ext cx="46291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layouts.</a:t>
            </a:r>
          </a:p>
        </p:txBody>
      </p:sp>
      <p:sp>
        <p:nvSpPr>
          <p:cNvPr id="13" name="line-3-12">
            <a:extLst xmlns:a="http://schemas.openxmlformats.org/drawingml/2006/main">
              <a:ext uri="{FF2B5EF4-FFF2-40B4-BE49-F238E27FC236}">
                <a16:creationId xmlns:a16="http://schemas.microsoft.com/office/drawing/2014/main" id="{55A88F41-D426-45F7-8D32-CFDA10CC5820}"/>
              </a:ext>
            </a:extLst>
          </p:cNvPr>
          <p:cNvSpPr>
            <a:spLocks xmlns:a="http://schemas.openxmlformats.org/drawingml/2006/main" noGrp="1"/>
          </p:cNvSpPr>
          <p:nvPr/>
        </p:nvSpPr>
        <p:spPr>
          <a:xfrm xmlns:a="http://schemas.openxmlformats.org/drawingml/2006/main">
            <a:off x="5362575" y="2962275"/>
            <a:ext cx="438150" cy="95"/>
          </a:xfrm>
          <a:custGeom xmlns:a="http://schemas.openxmlformats.org/drawingml/2006/main">
            <a:pathLst>
              <a:path w="438150" h="95">
                <a:moveTo>
                  <a:pt x="0" y="0"/>
                </a:moveTo>
                <a:lnTo>
                  <a:pt x="438150" y="95"/>
                </a:lnTo>
              </a:path>
            </a:pathLst>
          </a:custGeom>
          <a:noFill xmlns:a="http://schemas.openxmlformats.org/drawingml/2006/main"/>
          <a:ln xmlns:a="http://schemas.openxmlformats.org/drawingml/2006/main" w="19050">
            <a:solidFill>
              <a:srgbClr val="0B6F79"/>
            </a:solidFill>
          </a:ln>
        </p:spPr>
      </p:sp>
      <p:sp>
        <p:nvSpPr>
          <p:cNvPr id="14" name="line-3-13">
            <a:extLst xmlns:a="http://schemas.openxmlformats.org/drawingml/2006/main">
              <a:ext uri="{FF2B5EF4-FFF2-40B4-BE49-F238E27FC236}">
                <a16:creationId xmlns:a16="http://schemas.microsoft.com/office/drawing/2014/main" id="{5464829C-588B-4BD9-B625-4DFEE6C26CF7}"/>
              </a:ext>
            </a:extLst>
          </p:cNvPr>
          <p:cNvSpPr>
            <a:spLocks xmlns:a="http://schemas.openxmlformats.org/drawingml/2006/main" noGrp="1"/>
          </p:cNvSpPr>
          <p:nvPr/>
        </p:nvSpPr>
        <p:spPr>
          <a:xfrm xmlns:a="http://schemas.openxmlformats.org/drawingml/2006/main">
            <a:off x="5725494" y="2962275"/>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15" name="line-3-14">
            <a:extLst xmlns:a="http://schemas.openxmlformats.org/drawingml/2006/main">
              <a:ext uri="{FF2B5EF4-FFF2-40B4-BE49-F238E27FC236}">
                <a16:creationId xmlns:a16="http://schemas.microsoft.com/office/drawing/2014/main" id="{8E564831-A923-4BA6-B1DD-FD8F294872E0}"/>
              </a:ext>
            </a:extLst>
          </p:cNvPr>
          <p:cNvSpPr>
            <a:spLocks xmlns:a="http://schemas.openxmlformats.org/drawingml/2006/main" noGrp="1"/>
          </p:cNvSpPr>
          <p:nvPr/>
        </p:nvSpPr>
        <p:spPr>
          <a:xfrm xmlns:a="http://schemas.openxmlformats.org/drawingml/2006/main">
            <a:off x="5725494" y="2921176"/>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16" name="text-3-15">
            <a:extLst xmlns:a="http://schemas.openxmlformats.org/drawingml/2006/main">
              <a:ext uri="{FF2B5EF4-FFF2-40B4-BE49-F238E27FC236}">
                <a16:creationId xmlns:a16="http://schemas.microsoft.com/office/drawing/2014/main" id="{D52C2665-809C-42AE-8BAF-6281CA37EB09}"/>
              </a:ext>
            </a:extLst>
          </p:cNvPr>
          <p:cNvSpPr>
            <a:spLocks xmlns:a="http://schemas.openxmlformats.org/drawingml/2006/main" noGrp="1"/>
          </p:cNvSpPr>
          <p:nvPr/>
        </p:nvSpPr>
        <p:spPr>
          <a:xfrm xmlns:a="http://schemas.openxmlformats.org/drawingml/2006/main">
            <a:off x="6096000" y="2647950"/>
            <a:ext cx="5334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1">
                <a:solidFill>
                  <a:srgbClr val="08535B"/>
                </a:solidFill>
                <a:latin typeface="IBM Plex Mono"/>
                <a:ea typeface="IBM Plex Mono"/>
                <a:cs typeface="IBM Plex Mono"/>
              </a:defRPr>
            </a:pPr>
            <a:r>
              <a:rPr sz="1575" b="1">
                <a:solidFill>
                  <a:srgbClr val="08535B"/>
                </a:solidFill>
                <a:latin typeface="IBM Plex Mono"/>
                <a:ea typeface="IBM Plex Mono"/>
                <a:cs typeface="IBM Plex Mono"/>
              </a:rPr>
              <a:t>R2 / completed</a:t>
            </a:r>
          </a:p>
        </p:txBody>
      </p:sp>
      <p:sp>
        <p:nvSpPr>
          <p:cNvPr id="17" name="text-3-16">
            <a:extLst xmlns:a="http://schemas.openxmlformats.org/drawingml/2006/main">
              <a:ext uri="{FF2B5EF4-FFF2-40B4-BE49-F238E27FC236}">
                <a16:creationId xmlns:a16="http://schemas.microsoft.com/office/drawing/2014/main" id="{56A163F8-8368-4225-91F4-C77A0AB2372B}"/>
              </a:ext>
            </a:extLst>
          </p:cNvPr>
          <p:cNvSpPr>
            <a:spLocks xmlns:a="http://schemas.openxmlformats.org/drawingml/2006/main" noGrp="1"/>
          </p:cNvSpPr>
          <p:nvPr/>
        </p:nvSpPr>
        <p:spPr>
          <a:xfrm xmlns:a="http://schemas.openxmlformats.org/drawingml/2006/main">
            <a:off x="6096000" y="3000375"/>
            <a:ext cx="5334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Reproducible overlap analysis on a fixed public-data</a:t>
            </a:r>
          </a:p>
        </p:txBody>
      </p:sp>
      <p:sp>
        <p:nvSpPr>
          <p:cNvPr id="18" name="text-3-17">
            <a:extLst xmlns:a="http://schemas.openxmlformats.org/drawingml/2006/main">
              <a:ext uri="{FF2B5EF4-FFF2-40B4-BE49-F238E27FC236}">
                <a16:creationId xmlns:a16="http://schemas.microsoft.com/office/drawing/2014/main" id="{8EB32056-9B0C-42D8-A81D-203315B429E3}"/>
              </a:ext>
            </a:extLst>
          </p:cNvPr>
          <p:cNvSpPr>
            <a:spLocks xmlns:a="http://schemas.openxmlformats.org/drawingml/2006/main" noGrp="1"/>
          </p:cNvSpPr>
          <p:nvPr/>
        </p:nvSpPr>
        <p:spPr>
          <a:xfrm xmlns:a="http://schemas.openxmlformats.org/drawingml/2006/main">
            <a:off x="6096000" y="3269837"/>
            <a:ext cx="5334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subset.</a:t>
            </a:r>
          </a:p>
        </p:txBody>
      </p:sp>
      <p:sp>
        <p:nvSpPr>
          <p:cNvPr id="19" name="line-3-18">
            <a:extLst xmlns:a="http://schemas.openxmlformats.org/drawingml/2006/main">
              <a:ext uri="{FF2B5EF4-FFF2-40B4-BE49-F238E27FC236}">
                <a16:creationId xmlns:a16="http://schemas.microsoft.com/office/drawing/2014/main" id="{1330D17B-2D6A-4F58-98BA-6B7245E28FB4}"/>
              </a:ext>
            </a:extLst>
          </p:cNvPr>
          <p:cNvSpPr>
            <a:spLocks xmlns:a="http://schemas.openxmlformats.org/drawingml/2006/main" noGrp="1"/>
          </p:cNvSpPr>
          <p:nvPr/>
        </p:nvSpPr>
        <p:spPr>
          <a:xfrm xmlns:a="http://schemas.openxmlformats.org/drawingml/2006/main">
            <a:off x="533400" y="3581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20" name="text-3-19">
            <a:extLst xmlns:a="http://schemas.openxmlformats.org/drawingml/2006/main">
              <a:ext uri="{FF2B5EF4-FFF2-40B4-BE49-F238E27FC236}">
                <a16:creationId xmlns:a16="http://schemas.microsoft.com/office/drawing/2014/main" id="{DCB04548-949F-4688-BD55-61A2351E3183}"/>
              </a:ext>
            </a:extLst>
          </p:cNvPr>
          <p:cNvSpPr>
            <a:spLocks xmlns:a="http://schemas.openxmlformats.org/drawingml/2006/main" noGrp="1"/>
          </p:cNvSpPr>
          <p:nvPr/>
        </p:nvSpPr>
        <p:spPr>
          <a:xfrm xmlns:a="http://schemas.openxmlformats.org/drawingml/2006/main">
            <a:off x="533400" y="3724275"/>
            <a:ext cx="4667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1">
                <a:solidFill>
                  <a:srgbClr val="14314B"/>
                </a:solidFill>
                <a:latin typeface="IBM Plex Sans"/>
                <a:ea typeface="IBM Plex Sans"/>
                <a:cs typeface="IBM Plex Sans"/>
              </a:defRPr>
            </a:pPr>
            <a:r>
              <a:rPr sz="1875" b="1">
                <a:solidFill>
                  <a:srgbClr val="14314B"/>
                </a:solidFill>
                <a:latin typeface="IBM Plex Sans"/>
                <a:ea typeface="IBM Plex Sans"/>
                <a:cs typeface="IBM Plex Sans"/>
              </a:rPr>
              <a:t>Endurance</a:t>
            </a:r>
          </a:p>
        </p:txBody>
      </p:sp>
      <p:sp>
        <p:nvSpPr>
          <p:cNvPr id="21" name="text-3-20">
            <a:extLst xmlns:a="http://schemas.openxmlformats.org/drawingml/2006/main">
              <a:ext uri="{FF2B5EF4-FFF2-40B4-BE49-F238E27FC236}">
                <a16:creationId xmlns:a16="http://schemas.microsoft.com/office/drawing/2014/main" id="{167B91B0-ECB9-43DC-80F8-B148D58EAE78}"/>
              </a:ext>
            </a:extLst>
          </p:cNvPr>
          <p:cNvSpPr>
            <a:spLocks xmlns:a="http://schemas.openxmlformats.org/drawingml/2006/main" noGrp="1"/>
          </p:cNvSpPr>
          <p:nvPr/>
        </p:nvSpPr>
        <p:spPr>
          <a:xfrm xmlns:a="http://schemas.openxmlformats.org/drawingml/2006/main">
            <a:off x="533400" y="4076700"/>
            <a:ext cx="46291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Sensitivity change under repeated load is</a:t>
            </a:r>
          </a:p>
        </p:txBody>
      </p:sp>
      <p:sp>
        <p:nvSpPr>
          <p:cNvPr id="22" name="text-3-21">
            <a:extLst xmlns:a="http://schemas.openxmlformats.org/drawingml/2006/main">
              <a:ext uri="{FF2B5EF4-FFF2-40B4-BE49-F238E27FC236}">
                <a16:creationId xmlns:a16="http://schemas.microsoft.com/office/drawing/2014/main" id="{85616F57-091F-4EF4-93DD-18ECD3898F48}"/>
              </a:ext>
            </a:extLst>
          </p:cNvPr>
          <p:cNvSpPr>
            <a:spLocks xmlns:a="http://schemas.openxmlformats.org/drawingml/2006/main" noGrp="1"/>
          </p:cNvSpPr>
          <p:nvPr/>
        </p:nvSpPr>
        <p:spPr>
          <a:xfrm xmlns:a="http://schemas.openxmlformats.org/drawingml/2006/main">
            <a:off x="533400" y="4346162"/>
            <a:ext cx="46291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unmeasured.</a:t>
            </a:r>
          </a:p>
        </p:txBody>
      </p:sp>
      <p:sp>
        <p:nvSpPr>
          <p:cNvPr id="23" name="line-3-22">
            <a:extLst xmlns:a="http://schemas.openxmlformats.org/drawingml/2006/main">
              <a:ext uri="{FF2B5EF4-FFF2-40B4-BE49-F238E27FC236}">
                <a16:creationId xmlns:a16="http://schemas.microsoft.com/office/drawing/2014/main" id="{114F7983-33C9-4847-8ADE-C76949531CD7}"/>
              </a:ext>
            </a:extLst>
          </p:cNvPr>
          <p:cNvSpPr>
            <a:spLocks xmlns:a="http://schemas.openxmlformats.org/drawingml/2006/main" noGrp="1"/>
          </p:cNvSpPr>
          <p:nvPr/>
        </p:nvSpPr>
        <p:spPr>
          <a:xfrm xmlns:a="http://schemas.openxmlformats.org/drawingml/2006/main">
            <a:off x="5362575" y="4038600"/>
            <a:ext cx="438150" cy="95"/>
          </a:xfrm>
          <a:custGeom xmlns:a="http://schemas.openxmlformats.org/drawingml/2006/main">
            <a:pathLst>
              <a:path w="438150" h="95">
                <a:moveTo>
                  <a:pt x="0" y="0"/>
                </a:moveTo>
                <a:lnTo>
                  <a:pt x="438150" y="95"/>
                </a:lnTo>
              </a:path>
            </a:pathLst>
          </a:custGeom>
          <a:noFill xmlns:a="http://schemas.openxmlformats.org/drawingml/2006/main"/>
          <a:ln xmlns:a="http://schemas.openxmlformats.org/drawingml/2006/main" w="19050">
            <a:solidFill>
              <a:srgbClr val="0B6F79"/>
            </a:solidFill>
          </a:ln>
        </p:spPr>
      </p:sp>
      <p:sp>
        <p:nvSpPr>
          <p:cNvPr id="24" name="line-3-23">
            <a:extLst xmlns:a="http://schemas.openxmlformats.org/drawingml/2006/main">
              <a:ext uri="{FF2B5EF4-FFF2-40B4-BE49-F238E27FC236}">
                <a16:creationId xmlns:a16="http://schemas.microsoft.com/office/drawing/2014/main" id="{3ADB4A34-3FF3-4EAC-892B-8CB724B74670}"/>
              </a:ext>
            </a:extLst>
          </p:cNvPr>
          <p:cNvSpPr>
            <a:spLocks xmlns:a="http://schemas.openxmlformats.org/drawingml/2006/main" noGrp="1"/>
          </p:cNvSpPr>
          <p:nvPr/>
        </p:nvSpPr>
        <p:spPr>
          <a:xfrm xmlns:a="http://schemas.openxmlformats.org/drawingml/2006/main">
            <a:off x="5725494" y="403860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25" name="line-3-24">
            <a:extLst xmlns:a="http://schemas.openxmlformats.org/drawingml/2006/main">
              <a:ext uri="{FF2B5EF4-FFF2-40B4-BE49-F238E27FC236}">
                <a16:creationId xmlns:a16="http://schemas.microsoft.com/office/drawing/2014/main" id="{4C7942D8-D6C6-4A24-BA24-2ACA15B5446F}"/>
              </a:ext>
            </a:extLst>
          </p:cNvPr>
          <p:cNvSpPr>
            <a:spLocks xmlns:a="http://schemas.openxmlformats.org/drawingml/2006/main" noGrp="1"/>
          </p:cNvSpPr>
          <p:nvPr/>
        </p:nvSpPr>
        <p:spPr>
          <a:xfrm xmlns:a="http://schemas.openxmlformats.org/drawingml/2006/main">
            <a:off x="5725494" y="399750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26" name="text-3-25">
            <a:extLst xmlns:a="http://schemas.openxmlformats.org/drawingml/2006/main">
              <a:ext uri="{FF2B5EF4-FFF2-40B4-BE49-F238E27FC236}">
                <a16:creationId xmlns:a16="http://schemas.microsoft.com/office/drawing/2014/main" id="{A7726AF1-E9C5-4E59-BEE5-60586979F678}"/>
              </a:ext>
            </a:extLst>
          </p:cNvPr>
          <p:cNvSpPr>
            <a:spLocks xmlns:a="http://schemas.openxmlformats.org/drawingml/2006/main" noGrp="1"/>
          </p:cNvSpPr>
          <p:nvPr/>
        </p:nvSpPr>
        <p:spPr>
          <a:xfrm xmlns:a="http://schemas.openxmlformats.org/drawingml/2006/main">
            <a:off x="6096000" y="3724275"/>
            <a:ext cx="5334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1">
                <a:solidFill>
                  <a:srgbClr val="08535B"/>
                </a:solidFill>
                <a:latin typeface="IBM Plex Mono"/>
                <a:ea typeface="IBM Plex Mono"/>
                <a:cs typeface="IBM Plex Mono"/>
              </a:defRPr>
            </a:pPr>
            <a:r>
              <a:rPr sz="1575" b="1">
                <a:solidFill>
                  <a:srgbClr val="08535B"/>
                </a:solidFill>
                <a:latin typeface="IBM Plex Mono"/>
                <a:ea typeface="IBM Plex Mono"/>
                <a:cs typeface="IBM Plex Mono"/>
              </a:rPr>
              <a:t>R1 / planned</a:t>
            </a:r>
          </a:p>
        </p:txBody>
      </p:sp>
      <p:sp>
        <p:nvSpPr>
          <p:cNvPr id="27" name="text-3-26">
            <a:extLst xmlns:a="http://schemas.openxmlformats.org/drawingml/2006/main">
              <a:ext uri="{FF2B5EF4-FFF2-40B4-BE49-F238E27FC236}">
                <a16:creationId xmlns:a16="http://schemas.microsoft.com/office/drawing/2014/main" id="{9AA97064-EC74-4137-9180-81B6A47B89C1}"/>
              </a:ext>
            </a:extLst>
          </p:cNvPr>
          <p:cNvSpPr>
            <a:spLocks xmlns:a="http://schemas.openxmlformats.org/drawingml/2006/main" noGrp="1"/>
          </p:cNvSpPr>
          <p:nvPr/>
        </p:nvSpPr>
        <p:spPr>
          <a:xfrm xmlns:a="http://schemas.openxmlformats.org/drawingml/2006/main">
            <a:off x="6096000" y="4076700"/>
            <a:ext cx="5334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A sensitivity-versus-cycles study with repeated</a:t>
            </a:r>
          </a:p>
        </p:txBody>
      </p:sp>
      <p:sp>
        <p:nvSpPr>
          <p:cNvPr id="28" name="text-3-27">
            <a:extLst xmlns:a="http://schemas.openxmlformats.org/drawingml/2006/main">
              <a:ext uri="{FF2B5EF4-FFF2-40B4-BE49-F238E27FC236}">
                <a16:creationId xmlns:a16="http://schemas.microsoft.com/office/drawing/2014/main" id="{5125398E-72AB-490B-8216-AF595FBE3F6B}"/>
              </a:ext>
            </a:extLst>
          </p:cNvPr>
          <p:cNvSpPr>
            <a:spLocks xmlns:a="http://schemas.openxmlformats.org/drawingml/2006/main" noGrp="1"/>
          </p:cNvSpPr>
          <p:nvPr/>
        </p:nvSpPr>
        <p:spPr>
          <a:xfrm xmlns:a="http://schemas.openxmlformats.org/drawingml/2006/main">
            <a:off x="6096000" y="4346162"/>
            <a:ext cx="5334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calibration.</a:t>
            </a:r>
          </a:p>
        </p:txBody>
      </p:sp>
      <p:sp>
        <p:nvSpPr>
          <p:cNvPr id="29" name="line-3-28">
            <a:extLst xmlns:a="http://schemas.openxmlformats.org/drawingml/2006/main">
              <a:ext uri="{FF2B5EF4-FFF2-40B4-BE49-F238E27FC236}">
                <a16:creationId xmlns:a16="http://schemas.microsoft.com/office/drawing/2014/main" id="{F7301EB5-A3D6-4D74-9ECF-5E1C05123715}"/>
              </a:ext>
            </a:extLst>
          </p:cNvPr>
          <p:cNvSpPr>
            <a:spLocks xmlns:a="http://schemas.openxmlformats.org/drawingml/2006/main" noGrp="1"/>
          </p:cNvSpPr>
          <p:nvPr/>
        </p:nvSpPr>
        <p:spPr>
          <a:xfrm xmlns:a="http://schemas.openxmlformats.org/drawingml/2006/main">
            <a:off x="533400" y="4657725"/>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30" name="text-3-29">
            <a:extLst xmlns:a="http://schemas.openxmlformats.org/drawingml/2006/main">
              <a:ext uri="{FF2B5EF4-FFF2-40B4-BE49-F238E27FC236}">
                <a16:creationId xmlns:a16="http://schemas.microsoft.com/office/drawing/2014/main" id="{99BAD7B1-BC5E-4DFB-9C7D-16609A499A83}"/>
              </a:ext>
            </a:extLst>
          </p:cNvPr>
          <p:cNvSpPr>
            <a:spLocks xmlns:a="http://schemas.openxmlformats.org/drawingml/2006/main" noGrp="1"/>
          </p:cNvSpPr>
          <p:nvPr/>
        </p:nvSpPr>
        <p:spPr>
          <a:xfrm xmlns:a="http://schemas.openxmlformats.org/drawingml/2006/main">
            <a:off x="533400" y="4800600"/>
            <a:ext cx="4667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1">
                <a:solidFill>
                  <a:srgbClr val="14314B"/>
                </a:solidFill>
                <a:latin typeface="IBM Plex Sans"/>
                <a:ea typeface="IBM Plex Sans"/>
                <a:cs typeface="IBM Plex Sans"/>
              </a:defRPr>
            </a:pPr>
            <a:r>
              <a:rPr sz="1875" b="1">
                <a:solidFill>
                  <a:srgbClr val="14314B"/>
                </a:solidFill>
                <a:latin typeface="IBM Plex Sans"/>
                <a:ea typeface="IBM Plex Sans"/>
                <a:cs typeface="IBM Plex Sans"/>
              </a:rPr>
              <a:t>Measurement validity</a:t>
            </a:r>
          </a:p>
        </p:txBody>
      </p:sp>
      <p:sp>
        <p:nvSpPr>
          <p:cNvPr id="31" name="text-3-30">
            <a:extLst xmlns:a="http://schemas.openxmlformats.org/drawingml/2006/main">
              <a:ext uri="{FF2B5EF4-FFF2-40B4-BE49-F238E27FC236}">
                <a16:creationId xmlns:a16="http://schemas.microsoft.com/office/drawing/2014/main" id="{386CAFA7-F6FB-4B65-92E3-CEAE64911410}"/>
              </a:ext>
            </a:extLst>
          </p:cNvPr>
          <p:cNvSpPr>
            <a:spLocks xmlns:a="http://schemas.openxmlformats.org/drawingml/2006/main" noGrp="1"/>
          </p:cNvSpPr>
          <p:nvPr/>
        </p:nvSpPr>
        <p:spPr>
          <a:xfrm xmlns:a="http://schemas.openxmlformats.org/drawingml/2006/main">
            <a:off x="533400" y="5153025"/>
            <a:ext cx="46291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Loss of validity has no validated detection rule.</a:t>
            </a:r>
          </a:p>
        </p:txBody>
      </p:sp>
      <p:sp>
        <p:nvSpPr>
          <p:cNvPr id="32" name="line-3-31">
            <a:extLst xmlns:a="http://schemas.openxmlformats.org/drawingml/2006/main">
              <a:ext uri="{FF2B5EF4-FFF2-40B4-BE49-F238E27FC236}">
                <a16:creationId xmlns:a16="http://schemas.microsoft.com/office/drawing/2014/main" id="{10E3D446-3423-4221-82D0-7AF1DB6BDA7D}"/>
              </a:ext>
            </a:extLst>
          </p:cNvPr>
          <p:cNvSpPr>
            <a:spLocks xmlns:a="http://schemas.openxmlformats.org/drawingml/2006/main" noGrp="1"/>
          </p:cNvSpPr>
          <p:nvPr/>
        </p:nvSpPr>
        <p:spPr>
          <a:xfrm xmlns:a="http://schemas.openxmlformats.org/drawingml/2006/main">
            <a:off x="5362575" y="5114925"/>
            <a:ext cx="438150" cy="95"/>
          </a:xfrm>
          <a:custGeom xmlns:a="http://schemas.openxmlformats.org/drawingml/2006/main">
            <a:pathLst>
              <a:path w="438150" h="95">
                <a:moveTo>
                  <a:pt x="0" y="0"/>
                </a:moveTo>
                <a:lnTo>
                  <a:pt x="438150" y="95"/>
                </a:lnTo>
              </a:path>
            </a:pathLst>
          </a:custGeom>
          <a:noFill xmlns:a="http://schemas.openxmlformats.org/drawingml/2006/main"/>
          <a:ln xmlns:a="http://schemas.openxmlformats.org/drawingml/2006/main" w="19050">
            <a:solidFill>
              <a:srgbClr val="0B6F79"/>
            </a:solidFill>
          </a:ln>
        </p:spPr>
      </p:sp>
      <p:sp>
        <p:nvSpPr>
          <p:cNvPr id="33" name="line-3-32">
            <a:extLst xmlns:a="http://schemas.openxmlformats.org/drawingml/2006/main">
              <a:ext uri="{FF2B5EF4-FFF2-40B4-BE49-F238E27FC236}">
                <a16:creationId xmlns:a16="http://schemas.microsoft.com/office/drawing/2014/main" id="{56B9D7DE-D702-4D87-A3BD-9AF8ABE268CA}"/>
              </a:ext>
            </a:extLst>
          </p:cNvPr>
          <p:cNvSpPr>
            <a:spLocks xmlns:a="http://schemas.openxmlformats.org/drawingml/2006/main" noGrp="1"/>
          </p:cNvSpPr>
          <p:nvPr/>
        </p:nvSpPr>
        <p:spPr>
          <a:xfrm xmlns:a="http://schemas.openxmlformats.org/drawingml/2006/main">
            <a:off x="5725494" y="5114925"/>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34" name="line-3-33">
            <a:extLst xmlns:a="http://schemas.openxmlformats.org/drawingml/2006/main">
              <a:ext uri="{FF2B5EF4-FFF2-40B4-BE49-F238E27FC236}">
                <a16:creationId xmlns:a16="http://schemas.microsoft.com/office/drawing/2014/main" id="{8EB415BB-90B0-4695-8B9F-D4DAFE3A4DB7}"/>
              </a:ext>
            </a:extLst>
          </p:cNvPr>
          <p:cNvSpPr>
            <a:spLocks xmlns:a="http://schemas.openxmlformats.org/drawingml/2006/main" noGrp="1"/>
          </p:cNvSpPr>
          <p:nvPr/>
        </p:nvSpPr>
        <p:spPr>
          <a:xfrm xmlns:a="http://schemas.openxmlformats.org/drawingml/2006/main">
            <a:off x="5725494" y="5073826"/>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35" name="text-3-34">
            <a:extLst xmlns:a="http://schemas.openxmlformats.org/drawingml/2006/main">
              <a:ext uri="{FF2B5EF4-FFF2-40B4-BE49-F238E27FC236}">
                <a16:creationId xmlns:a16="http://schemas.microsoft.com/office/drawing/2014/main" id="{43370497-8B62-4E07-ADE3-D60854E5001A}"/>
              </a:ext>
            </a:extLst>
          </p:cNvPr>
          <p:cNvSpPr>
            <a:spLocks xmlns:a="http://schemas.openxmlformats.org/drawingml/2006/main" noGrp="1"/>
          </p:cNvSpPr>
          <p:nvPr/>
        </p:nvSpPr>
        <p:spPr>
          <a:xfrm xmlns:a="http://schemas.openxmlformats.org/drawingml/2006/main">
            <a:off x="6096000" y="4800600"/>
            <a:ext cx="5334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1">
                <a:solidFill>
                  <a:srgbClr val="08535B"/>
                </a:solidFill>
                <a:latin typeface="IBM Plex Mono"/>
                <a:ea typeface="IBM Plex Mono"/>
                <a:cs typeface="IBM Plex Mono"/>
              </a:defRPr>
            </a:pPr>
            <a:r>
              <a:rPr sz="1575" b="1">
                <a:solidFill>
                  <a:srgbClr val="08535B"/>
                </a:solidFill>
                <a:latin typeface="IBM Plex Mono"/>
                <a:ea typeface="IBM Plex Mono"/>
                <a:cs typeface="IBM Plex Mono"/>
              </a:rPr>
              <a:t>R3 / proposed</a:t>
            </a:r>
          </a:p>
        </p:txBody>
      </p:sp>
      <p:sp>
        <p:nvSpPr>
          <p:cNvPr id="36" name="text-3-35">
            <a:extLst xmlns:a="http://schemas.openxmlformats.org/drawingml/2006/main">
              <a:ext uri="{FF2B5EF4-FFF2-40B4-BE49-F238E27FC236}">
                <a16:creationId xmlns:a16="http://schemas.microsoft.com/office/drawing/2014/main" id="{CA8F1B12-3144-4478-86BF-E09223424A9E}"/>
              </a:ext>
            </a:extLst>
          </p:cNvPr>
          <p:cNvSpPr>
            <a:spLocks xmlns:a="http://schemas.openxmlformats.org/drawingml/2006/main" noGrp="1"/>
          </p:cNvSpPr>
          <p:nvPr/>
        </p:nvSpPr>
        <p:spPr>
          <a:xfrm xmlns:a="http://schemas.openxmlformats.org/drawingml/2006/main">
            <a:off x="6096000" y="5153025"/>
            <a:ext cx="53340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Test a reporting gate with deliberately aged sensors.</a:t>
            </a:r>
          </a:p>
        </p:txBody>
      </p:sp>
      <p:sp>
        <p:nvSpPr>
          <p:cNvPr id="37" name="text-3-36">
            <a:extLst xmlns:a="http://schemas.openxmlformats.org/drawingml/2006/main">
              <a:ext uri="{FF2B5EF4-FFF2-40B4-BE49-F238E27FC236}">
                <a16:creationId xmlns:a16="http://schemas.microsoft.com/office/drawing/2014/main" id="{14A10F93-D0A3-4F8C-98B6-0B5D4F5382EC}"/>
              </a:ext>
            </a:extLst>
          </p:cNvPr>
          <p:cNvSpPr>
            <a:spLocks xmlns:a="http://schemas.openxmlformats.org/drawingml/2006/main" noGrp="1"/>
          </p:cNvSpPr>
          <p:nvPr/>
        </p:nvSpPr>
        <p:spPr>
          <a:xfrm xmlns:a="http://schemas.openxmlformats.org/drawingml/2006/main">
            <a:off x="533400" y="59340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1">
                <a:solidFill>
                  <a:srgbClr val="14314B"/>
                </a:solidFill>
                <a:latin typeface="IBM Plex Sans"/>
                <a:ea typeface="IBM Plex Sans"/>
                <a:cs typeface="IBM Plex Sans"/>
              </a:defRPr>
            </a:pPr>
            <a:r>
              <a:rPr sz="1650" b="1">
                <a:solidFill>
                  <a:srgbClr val="14314B"/>
                </a:solidFill>
                <a:latin typeface="IBM Plex Sans"/>
                <a:ea typeface="IBM Plex Sans"/>
                <a:cs typeface="IBM Plex Sans"/>
              </a:rPr>
              <a:t>The insole is the instrument. The completed contribution is the R2 subset analysis.</a:t>
            </a:r>
          </a:p>
        </p:txBody>
      </p:sp>
    </p:spTree>
    <p:extLst>
      <p:ext uri="{BB962C8B-B14F-4D97-AF65-F5344CB8AC3E}">
        <p14:creationId xmlns:p14="http://schemas.microsoft.com/office/powerpoint/2010/main" val="15299223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text-4-0">
            <a:extLst xmlns:a="http://schemas.openxmlformats.org/drawingml/2006/main">
              <a:ext uri="{FF2B5EF4-FFF2-40B4-BE49-F238E27FC236}">
                <a16:creationId xmlns:a16="http://schemas.microsoft.com/office/drawing/2014/main" id="{D2E53EE4-4AC9-4B31-A8E0-9F08C55F3D8A}"/>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4-1">
            <a:extLst xmlns:a="http://schemas.openxmlformats.org/drawingml/2006/main">
              <a:ext uri="{FF2B5EF4-FFF2-40B4-BE49-F238E27FC236}">
                <a16:creationId xmlns:a16="http://schemas.microsoft.com/office/drawing/2014/main" id="{C901EB8C-68E0-4A1E-8E35-32E9205E5707}"/>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04</a:t>
            </a:r>
          </a:p>
        </p:txBody>
      </p:sp>
      <p:sp>
        <p:nvSpPr>
          <p:cNvPr id="3" name="text-4-2">
            <a:extLst xmlns:a="http://schemas.openxmlformats.org/drawingml/2006/main">
              <a:ext uri="{FF2B5EF4-FFF2-40B4-BE49-F238E27FC236}">
                <a16:creationId xmlns:a16="http://schemas.microsoft.com/office/drawing/2014/main" id="{9B19FF67-5D6E-4C09-93D8-22EFF135649C}"/>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AIM &amp; OBJECTIVES</a:t>
            </a:r>
          </a:p>
        </p:txBody>
      </p:sp>
      <p:sp>
        <p:nvSpPr>
          <p:cNvPr id="4" name="text-4-3">
            <a:extLst xmlns:a="http://schemas.openxmlformats.org/drawingml/2006/main">
              <a:ext uri="{FF2B5EF4-FFF2-40B4-BE49-F238E27FC236}">
                <a16:creationId xmlns:a16="http://schemas.microsoft.com/office/drawing/2014/main" id="{362015BF-D2F9-40C2-A23E-B79686472F81}"/>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Define the instrument’s measurement limits</a:t>
            </a:r>
          </a:p>
        </p:txBody>
      </p:sp>
      <p:sp>
        <p:nvSpPr>
          <p:cNvPr id="5" name="line-4-4">
            <a:extLst xmlns:a="http://schemas.openxmlformats.org/drawingml/2006/main">
              <a:ext uri="{FF2B5EF4-FFF2-40B4-BE49-F238E27FC236}">
                <a16:creationId xmlns:a16="http://schemas.microsoft.com/office/drawing/2014/main" id="{9BA57634-EDDC-40FF-8DC7-BC4A224858AA}"/>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4-5">
            <a:extLst xmlns:a="http://schemas.openxmlformats.org/drawingml/2006/main">
              <a:ext uri="{FF2B5EF4-FFF2-40B4-BE49-F238E27FC236}">
                <a16:creationId xmlns:a16="http://schemas.microsoft.com/office/drawing/2014/main" id="{FD2CA1E6-FD5B-4D84-9580-EF156788A4A6}"/>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4-6">
            <a:extLst xmlns:a="http://schemas.openxmlformats.org/drawingml/2006/main">
              <a:ext uri="{FF2B5EF4-FFF2-40B4-BE49-F238E27FC236}">
                <a16:creationId xmlns:a16="http://schemas.microsoft.com/office/drawing/2014/main" id="{1FFE98BE-D83C-4ECB-BFE8-979F765F9283}"/>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text-4-7">
            <a:extLst xmlns:a="http://schemas.openxmlformats.org/drawingml/2006/main">
              <a:ext uri="{FF2B5EF4-FFF2-40B4-BE49-F238E27FC236}">
                <a16:creationId xmlns:a16="http://schemas.microsoft.com/office/drawing/2014/main" id="{A917CC2A-FA6B-468C-A682-2E971F5A3FC7}"/>
              </a:ext>
            </a:extLst>
          </p:cNvPr>
          <p:cNvSpPr>
            <a:spLocks xmlns:a="http://schemas.openxmlformats.org/drawingml/2006/main" noGrp="1"/>
          </p:cNvSpPr>
          <p:nvPr/>
        </p:nvSpPr>
        <p:spPr>
          <a:xfrm xmlns:a="http://schemas.openxmlformats.org/drawingml/2006/main">
            <a:off x="533400" y="2200275"/>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950" b="0">
                <a:solidFill>
                  <a:srgbClr val="0B6F79"/>
                </a:solidFill>
                <a:latin typeface="IBM Plex Mono"/>
                <a:ea typeface="IBM Plex Mono"/>
                <a:cs typeface="IBM Plex Mono"/>
              </a:defRPr>
            </a:pPr>
            <a:r>
              <a:rPr sz="4950" b="0">
                <a:solidFill>
                  <a:srgbClr val="0B6F79"/>
                </a:solidFill>
                <a:latin typeface="IBM Plex Mono"/>
                <a:ea typeface="IBM Plex Mono"/>
                <a:cs typeface="IBM Plex Mono"/>
              </a:rPr>
              <a:t>R2</a:t>
            </a:r>
          </a:p>
        </p:txBody>
      </p:sp>
      <p:sp>
        <p:nvSpPr>
          <p:cNvPr id="9" name="text-4-8">
            <a:extLst xmlns:a="http://schemas.openxmlformats.org/drawingml/2006/main">
              <a:ext uri="{FF2B5EF4-FFF2-40B4-BE49-F238E27FC236}">
                <a16:creationId xmlns:a16="http://schemas.microsoft.com/office/drawing/2014/main" id="{8734DB1B-AA60-4A1D-A157-53105CCEF474}"/>
              </a:ext>
            </a:extLst>
          </p:cNvPr>
          <p:cNvSpPr>
            <a:spLocks xmlns:a="http://schemas.openxmlformats.org/drawingml/2006/main" noGrp="1"/>
          </p:cNvSpPr>
          <p:nvPr/>
        </p:nvSpPr>
        <p:spPr>
          <a:xfrm xmlns:a="http://schemas.openxmlformats.org/drawingml/2006/main">
            <a:off x="533400" y="301942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08535B"/>
                </a:solidFill>
                <a:latin typeface="IBM Plex Mono"/>
                <a:ea typeface="IBM Plex Mono"/>
                <a:cs typeface="IBM Plex Mono"/>
              </a:defRPr>
            </a:pPr>
            <a:r>
              <a:rPr sz="1500" b="1">
                <a:solidFill>
                  <a:srgbClr val="08535B"/>
                </a:solidFill>
                <a:latin typeface="IBM Plex Mono"/>
                <a:ea typeface="IBM Plex Mono"/>
                <a:cs typeface="IBM Plex Mono"/>
              </a:rPr>
              <a:t>COMPLETED SUBSET</a:t>
            </a:r>
          </a:p>
        </p:txBody>
      </p:sp>
      <p:sp>
        <p:nvSpPr>
          <p:cNvPr id="10" name="text-4-9">
            <a:extLst xmlns:a="http://schemas.openxmlformats.org/drawingml/2006/main">
              <a:ext uri="{FF2B5EF4-FFF2-40B4-BE49-F238E27FC236}">
                <a16:creationId xmlns:a16="http://schemas.microsoft.com/office/drawing/2014/main" id="{4FABFADE-12AD-4459-AC26-66F4E8C19CCE}"/>
              </a:ext>
            </a:extLst>
          </p:cNvPr>
          <p:cNvSpPr>
            <a:spLocks xmlns:a="http://schemas.openxmlformats.org/drawingml/2006/main" noGrp="1"/>
          </p:cNvSpPr>
          <p:nvPr/>
        </p:nvSpPr>
        <p:spPr>
          <a:xfrm xmlns:a="http://schemas.openxmlformats.org/drawingml/2006/main">
            <a:off x="533400" y="343852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14314B"/>
                </a:solidFill>
                <a:latin typeface="IBM Plex Serif"/>
                <a:ea typeface="IBM Plex Serif"/>
                <a:cs typeface="IBM Plex Serif"/>
              </a:defRPr>
            </a:pPr>
            <a:r>
              <a:rPr sz="2100" b="0">
                <a:solidFill>
                  <a:srgbClr val="14314B"/>
                </a:solidFill>
                <a:latin typeface="IBM Plex Serif"/>
                <a:ea typeface="IBM Plex Serif"/>
                <a:cs typeface="IBM Plex Serif"/>
              </a:rPr>
              <a:t>Spatial coverage</a:t>
            </a:r>
          </a:p>
        </p:txBody>
      </p:sp>
      <p:sp>
        <p:nvSpPr>
          <p:cNvPr id="11" name="text-4-10">
            <a:extLst xmlns:a="http://schemas.openxmlformats.org/drawingml/2006/main">
              <a:ext uri="{FF2B5EF4-FFF2-40B4-BE49-F238E27FC236}">
                <a16:creationId xmlns:a16="http://schemas.microsoft.com/office/drawing/2014/main" id="{46153DC6-3380-46AA-A09D-7D48BED83FC2}"/>
              </a:ext>
            </a:extLst>
          </p:cNvPr>
          <p:cNvSpPr>
            <a:spLocks xmlns:a="http://schemas.openxmlformats.org/drawingml/2006/main" noGrp="1"/>
          </p:cNvSpPr>
          <p:nvPr/>
        </p:nvSpPr>
        <p:spPr>
          <a:xfrm xmlns:a="http://schemas.openxmlformats.org/drawingml/2006/main">
            <a:off x="533400" y="3981450"/>
            <a:ext cx="3238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Quantify area and load</a:t>
            </a:r>
          </a:p>
        </p:txBody>
      </p:sp>
      <p:sp>
        <p:nvSpPr>
          <p:cNvPr id="12" name="text-4-11">
            <a:extLst xmlns:a="http://schemas.openxmlformats.org/drawingml/2006/main">
              <a:ext uri="{FF2B5EF4-FFF2-40B4-BE49-F238E27FC236}">
                <a16:creationId xmlns:a16="http://schemas.microsoft.com/office/drawing/2014/main" id="{EEC27E93-90CB-4038-AFF2-6C8E2047F274}"/>
              </a:ext>
            </a:extLst>
          </p:cNvPr>
          <p:cNvSpPr>
            <a:spLocks xmlns:a="http://schemas.openxmlformats.org/drawingml/2006/main" noGrp="1"/>
          </p:cNvSpPr>
          <p:nvPr/>
        </p:nvSpPr>
        <p:spPr>
          <a:xfrm xmlns:a="http://schemas.openxmlformats.org/drawingml/2006/main">
            <a:off x="533400" y="4274344"/>
            <a:ext cx="3238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overlap across five fixed</a:t>
            </a:r>
          </a:p>
        </p:txBody>
      </p:sp>
      <p:sp>
        <p:nvSpPr>
          <p:cNvPr id="13" name="text-4-12">
            <a:extLst xmlns:a="http://schemas.openxmlformats.org/drawingml/2006/main">
              <a:ext uri="{FF2B5EF4-FFF2-40B4-BE49-F238E27FC236}">
                <a16:creationId xmlns:a16="http://schemas.microsoft.com/office/drawing/2014/main" id="{E10A77E3-8112-4F59-BDDB-592E9F4A54DA}"/>
              </a:ext>
            </a:extLst>
          </p:cNvPr>
          <p:cNvSpPr>
            <a:spLocks xmlns:a="http://schemas.openxmlformats.org/drawingml/2006/main" noGrp="1"/>
          </p:cNvSpPr>
          <p:nvPr/>
        </p:nvSpPr>
        <p:spPr>
          <a:xfrm xmlns:a="http://schemas.openxmlformats.org/drawingml/2006/main">
            <a:off x="533400" y="4567238"/>
            <a:ext cx="3238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layout models.</a:t>
            </a:r>
          </a:p>
        </p:txBody>
      </p:sp>
      <p:sp>
        <p:nvSpPr>
          <p:cNvPr id="14" name="line-4-13">
            <a:extLst xmlns:a="http://schemas.openxmlformats.org/drawingml/2006/main">
              <a:ext uri="{FF2B5EF4-FFF2-40B4-BE49-F238E27FC236}">
                <a16:creationId xmlns:a16="http://schemas.microsoft.com/office/drawing/2014/main" id="{4E1444BB-27C6-4BC6-9DF9-54C6D42A0264}"/>
              </a:ext>
            </a:extLst>
          </p:cNvPr>
          <p:cNvSpPr>
            <a:spLocks xmlns:a="http://schemas.openxmlformats.org/drawingml/2006/main" noGrp="1"/>
          </p:cNvSpPr>
          <p:nvPr/>
        </p:nvSpPr>
        <p:spPr>
          <a:xfrm xmlns:a="http://schemas.openxmlformats.org/drawingml/2006/main">
            <a:off x="533400" y="5076825"/>
            <a:ext cx="3333750" cy="95"/>
          </a:xfrm>
          <a:custGeom xmlns:a="http://schemas.openxmlformats.org/drawingml/2006/main">
            <a:pathLst>
              <a:path w="3333750" h="95">
                <a:moveTo>
                  <a:pt x="0" y="0"/>
                </a:moveTo>
                <a:lnTo>
                  <a:pt x="3333750" y="95"/>
                </a:lnTo>
              </a:path>
            </a:pathLst>
          </a:custGeom>
          <a:noFill xmlns:a="http://schemas.openxmlformats.org/drawingml/2006/main"/>
          <a:ln xmlns:a="http://schemas.openxmlformats.org/drawingml/2006/main" w="9525">
            <a:solidFill>
              <a:srgbClr val="CBD8DC"/>
            </a:solidFill>
          </a:ln>
        </p:spPr>
      </p:sp>
      <p:sp>
        <p:nvSpPr>
          <p:cNvPr id="15" name="text-4-14">
            <a:extLst xmlns:a="http://schemas.openxmlformats.org/drawingml/2006/main">
              <a:ext uri="{FF2B5EF4-FFF2-40B4-BE49-F238E27FC236}">
                <a16:creationId xmlns:a16="http://schemas.microsoft.com/office/drawing/2014/main" id="{F12A211B-5278-41DB-849E-29EA3C2D3C74}"/>
              </a:ext>
            </a:extLst>
          </p:cNvPr>
          <p:cNvSpPr>
            <a:spLocks xmlns:a="http://schemas.openxmlformats.org/drawingml/2006/main" noGrp="1"/>
          </p:cNvSpPr>
          <p:nvPr/>
        </p:nvSpPr>
        <p:spPr>
          <a:xfrm xmlns:a="http://schemas.openxmlformats.org/drawingml/2006/main">
            <a:off x="533400" y="5248275"/>
            <a:ext cx="3333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Output: participant means and</a:t>
            </a:r>
          </a:p>
        </p:txBody>
      </p:sp>
      <p:sp>
        <p:nvSpPr>
          <p:cNvPr id="16" name="text-4-15">
            <a:extLst xmlns:a="http://schemas.openxmlformats.org/drawingml/2006/main">
              <a:ext uri="{FF2B5EF4-FFF2-40B4-BE49-F238E27FC236}">
                <a16:creationId xmlns:a16="http://schemas.microsoft.com/office/drawing/2014/main" id="{B30396E6-2857-4BB7-84D1-AD251B6C9331}"/>
              </a:ext>
            </a:extLst>
          </p:cNvPr>
          <p:cNvSpPr>
            <a:spLocks xmlns:a="http://schemas.openxmlformats.org/drawingml/2006/main" noGrp="1"/>
          </p:cNvSpPr>
          <p:nvPr/>
        </p:nvSpPr>
        <p:spPr>
          <a:xfrm xmlns:a="http://schemas.openxmlformats.org/drawingml/2006/main">
            <a:off x="533400" y="5494306"/>
            <a:ext cx="3333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ranges</a:t>
            </a:r>
          </a:p>
        </p:txBody>
      </p:sp>
      <p:sp>
        <p:nvSpPr>
          <p:cNvPr id="17" name="text-4-16">
            <a:extLst xmlns:a="http://schemas.openxmlformats.org/drawingml/2006/main">
              <a:ext uri="{FF2B5EF4-FFF2-40B4-BE49-F238E27FC236}">
                <a16:creationId xmlns:a16="http://schemas.microsoft.com/office/drawing/2014/main" id="{5DF953A6-0649-48CD-81B7-C3D3938D674A}"/>
              </a:ext>
            </a:extLst>
          </p:cNvPr>
          <p:cNvSpPr>
            <a:spLocks xmlns:a="http://schemas.openxmlformats.org/drawingml/2006/main" noGrp="1"/>
          </p:cNvSpPr>
          <p:nvPr/>
        </p:nvSpPr>
        <p:spPr>
          <a:xfrm xmlns:a="http://schemas.openxmlformats.org/drawingml/2006/main">
            <a:off x="4362450" y="2200275"/>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950" b="0">
                <a:solidFill>
                  <a:srgbClr val="0B6F79"/>
                </a:solidFill>
                <a:latin typeface="IBM Plex Mono"/>
                <a:ea typeface="IBM Plex Mono"/>
                <a:cs typeface="IBM Plex Mono"/>
              </a:defRPr>
            </a:pPr>
            <a:r>
              <a:rPr sz="4950" b="0">
                <a:solidFill>
                  <a:srgbClr val="0B6F79"/>
                </a:solidFill>
                <a:latin typeface="IBM Plex Mono"/>
                <a:ea typeface="IBM Plex Mono"/>
                <a:cs typeface="IBM Plex Mono"/>
              </a:rPr>
              <a:t>R1</a:t>
            </a:r>
          </a:p>
        </p:txBody>
      </p:sp>
      <p:sp>
        <p:nvSpPr>
          <p:cNvPr id="18" name="text-4-17">
            <a:extLst xmlns:a="http://schemas.openxmlformats.org/drawingml/2006/main">
              <a:ext uri="{FF2B5EF4-FFF2-40B4-BE49-F238E27FC236}">
                <a16:creationId xmlns:a16="http://schemas.microsoft.com/office/drawing/2014/main" id="{D99019C5-EAD7-412B-82D6-3D1EB556FCBD}"/>
              </a:ext>
            </a:extLst>
          </p:cNvPr>
          <p:cNvSpPr>
            <a:spLocks xmlns:a="http://schemas.openxmlformats.org/drawingml/2006/main" noGrp="1"/>
          </p:cNvSpPr>
          <p:nvPr/>
        </p:nvSpPr>
        <p:spPr>
          <a:xfrm xmlns:a="http://schemas.openxmlformats.org/drawingml/2006/main">
            <a:off x="4362450" y="301942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08535B"/>
                </a:solidFill>
                <a:latin typeface="IBM Plex Mono"/>
                <a:ea typeface="IBM Plex Mono"/>
                <a:cs typeface="IBM Plex Mono"/>
              </a:defRPr>
            </a:pPr>
            <a:r>
              <a:rPr sz="1500" b="1">
                <a:solidFill>
                  <a:srgbClr val="08535B"/>
                </a:solidFill>
                <a:latin typeface="IBM Plex Mono"/>
                <a:ea typeface="IBM Plex Mono"/>
                <a:cs typeface="IBM Plex Mono"/>
              </a:rPr>
              <a:t>PLANNED</a:t>
            </a:r>
          </a:p>
        </p:txBody>
      </p:sp>
      <p:sp>
        <p:nvSpPr>
          <p:cNvPr id="19" name="text-4-18">
            <a:extLst xmlns:a="http://schemas.openxmlformats.org/drawingml/2006/main">
              <a:ext uri="{FF2B5EF4-FFF2-40B4-BE49-F238E27FC236}">
                <a16:creationId xmlns:a16="http://schemas.microsoft.com/office/drawing/2014/main" id="{4F375205-391B-4B7C-B270-6CB655B1434D}"/>
              </a:ext>
            </a:extLst>
          </p:cNvPr>
          <p:cNvSpPr>
            <a:spLocks xmlns:a="http://schemas.openxmlformats.org/drawingml/2006/main" noGrp="1"/>
          </p:cNvSpPr>
          <p:nvPr/>
        </p:nvSpPr>
        <p:spPr>
          <a:xfrm xmlns:a="http://schemas.openxmlformats.org/drawingml/2006/main">
            <a:off x="4362450" y="343852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14314B"/>
                </a:solidFill>
                <a:latin typeface="IBM Plex Serif"/>
                <a:ea typeface="IBM Plex Serif"/>
                <a:cs typeface="IBM Plex Serif"/>
              </a:defRPr>
            </a:pPr>
            <a:r>
              <a:rPr sz="2100" b="0">
                <a:solidFill>
                  <a:srgbClr val="14314B"/>
                </a:solidFill>
                <a:latin typeface="IBM Plex Serif"/>
                <a:ea typeface="IBM Plex Serif"/>
                <a:cs typeface="IBM Plex Serif"/>
              </a:rPr>
              <a:t>Endurance</a:t>
            </a:r>
          </a:p>
        </p:txBody>
      </p:sp>
      <p:sp>
        <p:nvSpPr>
          <p:cNvPr id="20" name="text-4-19">
            <a:extLst xmlns:a="http://schemas.openxmlformats.org/drawingml/2006/main">
              <a:ext uri="{FF2B5EF4-FFF2-40B4-BE49-F238E27FC236}">
                <a16:creationId xmlns:a16="http://schemas.microsoft.com/office/drawing/2014/main" id="{46DD7491-C47B-4714-8E7B-A743686AE1D1}"/>
              </a:ext>
            </a:extLst>
          </p:cNvPr>
          <p:cNvSpPr>
            <a:spLocks xmlns:a="http://schemas.openxmlformats.org/drawingml/2006/main" noGrp="1"/>
          </p:cNvSpPr>
          <p:nvPr/>
        </p:nvSpPr>
        <p:spPr>
          <a:xfrm xmlns:a="http://schemas.openxmlformats.org/drawingml/2006/main">
            <a:off x="4362450" y="3981450"/>
            <a:ext cx="3238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Track sensitivity and zero</a:t>
            </a:r>
          </a:p>
        </p:txBody>
      </p:sp>
      <p:sp>
        <p:nvSpPr>
          <p:cNvPr id="21" name="text-4-20">
            <a:extLst xmlns:a="http://schemas.openxmlformats.org/drawingml/2006/main">
              <a:ext uri="{FF2B5EF4-FFF2-40B4-BE49-F238E27FC236}">
                <a16:creationId xmlns:a16="http://schemas.microsoft.com/office/drawing/2014/main" id="{2B58CD8A-5426-4502-B1D3-43090A612944}"/>
              </a:ext>
            </a:extLst>
          </p:cNvPr>
          <p:cNvSpPr>
            <a:spLocks xmlns:a="http://schemas.openxmlformats.org/drawingml/2006/main" noGrp="1"/>
          </p:cNvSpPr>
          <p:nvPr/>
        </p:nvSpPr>
        <p:spPr>
          <a:xfrm xmlns:a="http://schemas.openxmlformats.org/drawingml/2006/main">
            <a:off x="4362450" y="4274344"/>
            <a:ext cx="3238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offset against repeated load</a:t>
            </a:r>
          </a:p>
        </p:txBody>
      </p:sp>
      <p:sp>
        <p:nvSpPr>
          <p:cNvPr id="22" name="text-4-21">
            <a:extLst xmlns:a="http://schemas.openxmlformats.org/drawingml/2006/main">
              <a:ext uri="{FF2B5EF4-FFF2-40B4-BE49-F238E27FC236}">
                <a16:creationId xmlns:a16="http://schemas.microsoft.com/office/drawing/2014/main" id="{3033AAD6-D570-4F21-A46C-C7645F7B14FA}"/>
              </a:ext>
            </a:extLst>
          </p:cNvPr>
          <p:cNvSpPr>
            <a:spLocks xmlns:a="http://schemas.openxmlformats.org/drawingml/2006/main" noGrp="1"/>
          </p:cNvSpPr>
          <p:nvPr/>
        </p:nvSpPr>
        <p:spPr>
          <a:xfrm xmlns:a="http://schemas.openxmlformats.org/drawingml/2006/main">
            <a:off x="4362450" y="4567238"/>
            <a:ext cx="3238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cycles.</a:t>
            </a:r>
          </a:p>
        </p:txBody>
      </p:sp>
      <p:sp>
        <p:nvSpPr>
          <p:cNvPr id="23" name="line-4-22">
            <a:extLst xmlns:a="http://schemas.openxmlformats.org/drawingml/2006/main">
              <a:ext uri="{FF2B5EF4-FFF2-40B4-BE49-F238E27FC236}">
                <a16:creationId xmlns:a16="http://schemas.microsoft.com/office/drawing/2014/main" id="{C97FD159-FAA6-4401-B1CD-F30317C2C426}"/>
              </a:ext>
            </a:extLst>
          </p:cNvPr>
          <p:cNvSpPr>
            <a:spLocks xmlns:a="http://schemas.openxmlformats.org/drawingml/2006/main" noGrp="1"/>
          </p:cNvSpPr>
          <p:nvPr/>
        </p:nvSpPr>
        <p:spPr>
          <a:xfrm xmlns:a="http://schemas.openxmlformats.org/drawingml/2006/main">
            <a:off x="4362450" y="5076825"/>
            <a:ext cx="3333750" cy="95"/>
          </a:xfrm>
          <a:custGeom xmlns:a="http://schemas.openxmlformats.org/drawingml/2006/main">
            <a:pathLst>
              <a:path w="3333750" h="95">
                <a:moveTo>
                  <a:pt x="0" y="0"/>
                </a:moveTo>
                <a:lnTo>
                  <a:pt x="3333750" y="95"/>
                </a:lnTo>
              </a:path>
            </a:pathLst>
          </a:custGeom>
          <a:noFill xmlns:a="http://schemas.openxmlformats.org/drawingml/2006/main"/>
          <a:ln xmlns:a="http://schemas.openxmlformats.org/drawingml/2006/main" w="9525">
            <a:solidFill>
              <a:srgbClr val="CBD8DC"/>
            </a:solidFill>
          </a:ln>
        </p:spPr>
      </p:sp>
      <p:sp>
        <p:nvSpPr>
          <p:cNvPr id="24" name="text-4-23">
            <a:extLst xmlns:a="http://schemas.openxmlformats.org/drawingml/2006/main">
              <a:ext uri="{FF2B5EF4-FFF2-40B4-BE49-F238E27FC236}">
                <a16:creationId xmlns:a16="http://schemas.microsoft.com/office/drawing/2014/main" id="{B78871B8-6A58-482A-83B5-8099D1DC9AE3}"/>
              </a:ext>
            </a:extLst>
          </p:cNvPr>
          <p:cNvSpPr>
            <a:spLocks xmlns:a="http://schemas.openxmlformats.org/drawingml/2006/main" noGrp="1"/>
          </p:cNvSpPr>
          <p:nvPr/>
        </p:nvSpPr>
        <p:spPr>
          <a:xfrm xmlns:a="http://schemas.openxmlformats.org/drawingml/2006/main">
            <a:off x="4362450" y="5248275"/>
            <a:ext cx="3333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Output: degradation curve</a:t>
            </a:r>
          </a:p>
        </p:txBody>
      </p:sp>
      <p:sp>
        <p:nvSpPr>
          <p:cNvPr id="25" name="text-4-24">
            <a:extLst xmlns:a="http://schemas.openxmlformats.org/drawingml/2006/main">
              <a:ext uri="{FF2B5EF4-FFF2-40B4-BE49-F238E27FC236}">
                <a16:creationId xmlns:a16="http://schemas.microsoft.com/office/drawing/2014/main" id="{A4D7A32B-0484-4D67-A0A3-9C295B82EF35}"/>
              </a:ext>
            </a:extLst>
          </p:cNvPr>
          <p:cNvSpPr>
            <a:spLocks xmlns:a="http://schemas.openxmlformats.org/drawingml/2006/main" noGrp="1"/>
          </p:cNvSpPr>
          <p:nvPr/>
        </p:nvSpPr>
        <p:spPr>
          <a:xfrm xmlns:a="http://schemas.openxmlformats.org/drawingml/2006/main">
            <a:off x="4362450" y="5838825"/>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08535B"/>
                </a:solidFill>
                <a:latin typeface="IBM Plex Mono"/>
                <a:ea typeface="IBM Plex Mono"/>
                <a:cs typeface="IBM Plex Mono"/>
              </a:defRPr>
            </a:pPr>
            <a:r>
              <a:rPr sz="1650" b="0">
                <a:solidFill>
                  <a:srgbClr val="08535B"/>
                </a:solidFill>
                <a:latin typeface="IBM Plex Mono"/>
                <a:ea typeface="IBM Plex Mono"/>
                <a:cs typeface="IBM Plex Mono"/>
              </a:rPr>
              <a:t>to be measured</a:t>
            </a:r>
          </a:p>
        </p:txBody>
      </p:sp>
      <p:sp>
        <p:nvSpPr>
          <p:cNvPr id="26" name="text-4-25">
            <a:extLst xmlns:a="http://schemas.openxmlformats.org/drawingml/2006/main">
              <a:ext uri="{FF2B5EF4-FFF2-40B4-BE49-F238E27FC236}">
                <a16:creationId xmlns:a16="http://schemas.microsoft.com/office/drawing/2014/main" id="{17E762F6-C026-4339-8678-19613CA77156}"/>
              </a:ext>
            </a:extLst>
          </p:cNvPr>
          <p:cNvSpPr>
            <a:spLocks xmlns:a="http://schemas.openxmlformats.org/drawingml/2006/main" noGrp="1"/>
          </p:cNvSpPr>
          <p:nvPr/>
        </p:nvSpPr>
        <p:spPr>
          <a:xfrm xmlns:a="http://schemas.openxmlformats.org/drawingml/2006/main">
            <a:off x="8191500" y="2200275"/>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950" b="0">
                <a:solidFill>
                  <a:srgbClr val="0B6F79"/>
                </a:solidFill>
                <a:latin typeface="IBM Plex Mono"/>
                <a:ea typeface="IBM Plex Mono"/>
                <a:cs typeface="IBM Plex Mono"/>
              </a:defRPr>
            </a:pPr>
            <a:r>
              <a:rPr sz="4950" b="0">
                <a:solidFill>
                  <a:srgbClr val="0B6F79"/>
                </a:solidFill>
                <a:latin typeface="IBM Plex Mono"/>
                <a:ea typeface="IBM Plex Mono"/>
                <a:cs typeface="IBM Plex Mono"/>
              </a:rPr>
              <a:t>R3</a:t>
            </a:r>
          </a:p>
        </p:txBody>
      </p:sp>
      <p:sp>
        <p:nvSpPr>
          <p:cNvPr id="27" name="text-4-26">
            <a:extLst xmlns:a="http://schemas.openxmlformats.org/drawingml/2006/main">
              <a:ext uri="{FF2B5EF4-FFF2-40B4-BE49-F238E27FC236}">
                <a16:creationId xmlns:a16="http://schemas.microsoft.com/office/drawing/2014/main" id="{F59F2CFE-F89B-43C1-A208-C38CDB818B73}"/>
              </a:ext>
            </a:extLst>
          </p:cNvPr>
          <p:cNvSpPr>
            <a:spLocks xmlns:a="http://schemas.openxmlformats.org/drawingml/2006/main" noGrp="1"/>
          </p:cNvSpPr>
          <p:nvPr/>
        </p:nvSpPr>
        <p:spPr>
          <a:xfrm xmlns:a="http://schemas.openxmlformats.org/drawingml/2006/main">
            <a:off x="8191500" y="301942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08535B"/>
                </a:solidFill>
                <a:latin typeface="IBM Plex Mono"/>
                <a:ea typeface="IBM Plex Mono"/>
                <a:cs typeface="IBM Plex Mono"/>
              </a:defRPr>
            </a:pPr>
            <a:r>
              <a:rPr sz="1500" b="1">
                <a:solidFill>
                  <a:srgbClr val="08535B"/>
                </a:solidFill>
                <a:latin typeface="IBM Plex Mono"/>
                <a:ea typeface="IBM Plex Mono"/>
                <a:cs typeface="IBM Plex Mono"/>
              </a:rPr>
              <a:t>PLANNED</a:t>
            </a:r>
          </a:p>
        </p:txBody>
      </p:sp>
      <p:sp>
        <p:nvSpPr>
          <p:cNvPr id="28" name="text-4-27">
            <a:extLst xmlns:a="http://schemas.openxmlformats.org/drawingml/2006/main">
              <a:ext uri="{FF2B5EF4-FFF2-40B4-BE49-F238E27FC236}">
                <a16:creationId xmlns:a16="http://schemas.microsoft.com/office/drawing/2014/main" id="{7D132843-CC55-43F0-BBEF-62F283496B43}"/>
              </a:ext>
            </a:extLst>
          </p:cNvPr>
          <p:cNvSpPr>
            <a:spLocks xmlns:a="http://schemas.openxmlformats.org/drawingml/2006/main" noGrp="1"/>
          </p:cNvSpPr>
          <p:nvPr/>
        </p:nvSpPr>
        <p:spPr>
          <a:xfrm xmlns:a="http://schemas.openxmlformats.org/drawingml/2006/main">
            <a:off x="8191500" y="3438525"/>
            <a:ext cx="335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14314B"/>
                </a:solidFill>
                <a:latin typeface="IBM Plex Serif"/>
                <a:ea typeface="IBM Plex Serif"/>
                <a:cs typeface="IBM Plex Serif"/>
              </a:defRPr>
            </a:pPr>
            <a:r>
              <a:rPr sz="2100" b="0">
                <a:solidFill>
                  <a:srgbClr val="14314B"/>
                </a:solidFill>
                <a:latin typeface="IBM Plex Serif"/>
                <a:ea typeface="IBM Plex Serif"/>
                <a:cs typeface="IBM Plex Serif"/>
              </a:rPr>
              <a:t>Measurement validity</a:t>
            </a:r>
          </a:p>
        </p:txBody>
      </p:sp>
      <p:sp>
        <p:nvSpPr>
          <p:cNvPr id="29" name="text-4-28">
            <a:extLst xmlns:a="http://schemas.openxmlformats.org/drawingml/2006/main">
              <a:ext uri="{FF2B5EF4-FFF2-40B4-BE49-F238E27FC236}">
                <a16:creationId xmlns:a16="http://schemas.microsoft.com/office/drawing/2014/main" id="{B17DBEB7-8CA5-42E0-8CA5-05FD09C1E2A4}"/>
              </a:ext>
            </a:extLst>
          </p:cNvPr>
          <p:cNvSpPr>
            <a:spLocks xmlns:a="http://schemas.openxmlformats.org/drawingml/2006/main" noGrp="1"/>
          </p:cNvSpPr>
          <p:nvPr/>
        </p:nvSpPr>
        <p:spPr>
          <a:xfrm xmlns:a="http://schemas.openxmlformats.org/drawingml/2006/main">
            <a:off x="8191500" y="3981450"/>
            <a:ext cx="3238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Test drift detection using</a:t>
            </a:r>
          </a:p>
        </p:txBody>
      </p:sp>
      <p:sp>
        <p:nvSpPr>
          <p:cNvPr id="30" name="text-4-29">
            <a:extLst xmlns:a="http://schemas.openxmlformats.org/drawingml/2006/main">
              <a:ext uri="{FF2B5EF4-FFF2-40B4-BE49-F238E27FC236}">
                <a16:creationId xmlns:a16="http://schemas.microsoft.com/office/drawing/2014/main" id="{B77E90F2-B7A0-4343-B7E4-F05F3308D9F8}"/>
              </a:ext>
            </a:extLst>
          </p:cNvPr>
          <p:cNvSpPr>
            <a:spLocks xmlns:a="http://schemas.openxmlformats.org/drawingml/2006/main" noGrp="1"/>
          </p:cNvSpPr>
          <p:nvPr/>
        </p:nvSpPr>
        <p:spPr>
          <a:xfrm xmlns:a="http://schemas.openxmlformats.org/drawingml/2006/main">
            <a:off x="8191500" y="4274344"/>
            <a:ext cx="3238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sensors aged in R1.</a:t>
            </a:r>
          </a:p>
        </p:txBody>
      </p:sp>
      <p:sp>
        <p:nvSpPr>
          <p:cNvPr id="31" name="line-4-30">
            <a:extLst xmlns:a="http://schemas.openxmlformats.org/drawingml/2006/main">
              <a:ext uri="{FF2B5EF4-FFF2-40B4-BE49-F238E27FC236}">
                <a16:creationId xmlns:a16="http://schemas.microsoft.com/office/drawing/2014/main" id="{B64D9F6C-C869-47C8-A20E-93B69C855EFB}"/>
              </a:ext>
            </a:extLst>
          </p:cNvPr>
          <p:cNvSpPr>
            <a:spLocks xmlns:a="http://schemas.openxmlformats.org/drawingml/2006/main" noGrp="1"/>
          </p:cNvSpPr>
          <p:nvPr/>
        </p:nvSpPr>
        <p:spPr>
          <a:xfrm xmlns:a="http://schemas.openxmlformats.org/drawingml/2006/main">
            <a:off x="8191500" y="5076825"/>
            <a:ext cx="3333750" cy="95"/>
          </a:xfrm>
          <a:custGeom xmlns:a="http://schemas.openxmlformats.org/drawingml/2006/main">
            <a:pathLst>
              <a:path w="3333750" h="95">
                <a:moveTo>
                  <a:pt x="0" y="0"/>
                </a:moveTo>
                <a:lnTo>
                  <a:pt x="3333750" y="95"/>
                </a:lnTo>
              </a:path>
            </a:pathLst>
          </a:custGeom>
          <a:noFill xmlns:a="http://schemas.openxmlformats.org/drawingml/2006/main"/>
          <a:ln xmlns:a="http://schemas.openxmlformats.org/drawingml/2006/main" w="9525">
            <a:solidFill>
              <a:srgbClr val="CBD8DC"/>
            </a:solidFill>
          </a:ln>
        </p:spPr>
      </p:sp>
      <p:sp>
        <p:nvSpPr>
          <p:cNvPr id="32" name="text-4-31">
            <a:extLst xmlns:a="http://schemas.openxmlformats.org/drawingml/2006/main">
              <a:ext uri="{FF2B5EF4-FFF2-40B4-BE49-F238E27FC236}">
                <a16:creationId xmlns:a16="http://schemas.microsoft.com/office/drawing/2014/main" id="{71750D06-690F-4FDA-917D-E503FA4B6828}"/>
              </a:ext>
            </a:extLst>
          </p:cNvPr>
          <p:cNvSpPr>
            <a:spLocks xmlns:a="http://schemas.openxmlformats.org/drawingml/2006/main" noGrp="1"/>
          </p:cNvSpPr>
          <p:nvPr/>
        </p:nvSpPr>
        <p:spPr>
          <a:xfrm xmlns:a="http://schemas.openxmlformats.org/drawingml/2006/main">
            <a:off x="8191500" y="5248275"/>
            <a:ext cx="3333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Output: detection rate, false alarms,</a:t>
            </a:r>
          </a:p>
        </p:txBody>
      </p:sp>
      <p:sp>
        <p:nvSpPr>
          <p:cNvPr id="33" name="text-4-32">
            <a:extLst xmlns:a="http://schemas.openxmlformats.org/drawingml/2006/main">
              <a:ext uri="{FF2B5EF4-FFF2-40B4-BE49-F238E27FC236}">
                <a16:creationId xmlns:a16="http://schemas.microsoft.com/office/drawing/2014/main" id="{1518D186-E349-418A-BFE7-AA11D0BA8CA3}"/>
              </a:ext>
            </a:extLst>
          </p:cNvPr>
          <p:cNvSpPr>
            <a:spLocks xmlns:a="http://schemas.openxmlformats.org/drawingml/2006/main" noGrp="1"/>
          </p:cNvSpPr>
          <p:nvPr/>
        </p:nvSpPr>
        <p:spPr>
          <a:xfrm xmlns:a="http://schemas.openxmlformats.org/drawingml/2006/main">
            <a:off x="8191500" y="5494306"/>
            <a:ext cx="3333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latency</a:t>
            </a:r>
          </a:p>
        </p:txBody>
      </p:sp>
      <p:sp>
        <p:nvSpPr>
          <p:cNvPr id="34" name="text-4-33">
            <a:extLst xmlns:a="http://schemas.openxmlformats.org/drawingml/2006/main">
              <a:ext uri="{FF2B5EF4-FFF2-40B4-BE49-F238E27FC236}">
                <a16:creationId xmlns:a16="http://schemas.microsoft.com/office/drawing/2014/main" id="{C0DD750E-341E-44CE-AE79-C21EF5BD63C9}"/>
              </a:ext>
            </a:extLst>
          </p:cNvPr>
          <p:cNvSpPr>
            <a:spLocks xmlns:a="http://schemas.openxmlformats.org/drawingml/2006/main" noGrp="1"/>
          </p:cNvSpPr>
          <p:nvPr/>
        </p:nvSpPr>
        <p:spPr>
          <a:xfrm xmlns:a="http://schemas.openxmlformats.org/drawingml/2006/main">
            <a:off x="8191500" y="5838825"/>
            <a:ext cx="3333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08535B"/>
                </a:solidFill>
                <a:latin typeface="IBM Plex Mono"/>
                <a:ea typeface="IBM Plex Mono"/>
                <a:cs typeface="IBM Plex Mono"/>
              </a:defRPr>
            </a:pPr>
            <a:r>
              <a:rPr sz="1650" b="0">
                <a:solidFill>
                  <a:srgbClr val="08535B"/>
                </a:solidFill>
                <a:latin typeface="IBM Plex Mono"/>
                <a:ea typeface="IBM Plex Mono"/>
                <a:cs typeface="IBM Plex Mono"/>
              </a:rPr>
              <a:t>to be measured</a:t>
            </a:r>
          </a:p>
        </p:txBody>
      </p:sp>
    </p:spTree>
    <p:extLst>
      <p:ext uri="{BB962C8B-B14F-4D97-AF65-F5344CB8AC3E}">
        <p14:creationId xmlns:p14="http://schemas.microsoft.com/office/powerpoint/2010/main" val="15882579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text-5-0">
            <a:extLst xmlns:a="http://schemas.openxmlformats.org/drawingml/2006/main">
              <a:ext uri="{FF2B5EF4-FFF2-40B4-BE49-F238E27FC236}">
                <a16:creationId xmlns:a16="http://schemas.microsoft.com/office/drawing/2014/main" id="{9158D40B-E0DE-4A45-8103-4344AF74C7BE}"/>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5-1">
            <a:extLst xmlns:a="http://schemas.openxmlformats.org/drawingml/2006/main">
              <a:ext uri="{FF2B5EF4-FFF2-40B4-BE49-F238E27FC236}">
                <a16:creationId xmlns:a16="http://schemas.microsoft.com/office/drawing/2014/main" id="{38213B4F-AEA8-4EEF-8C64-201F092779F4}"/>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05</a:t>
            </a:r>
          </a:p>
        </p:txBody>
      </p:sp>
      <p:sp>
        <p:nvSpPr>
          <p:cNvPr id="3" name="text-5-2">
            <a:extLst xmlns:a="http://schemas.openxmlformats.org/drawingml/2006/main">
              <a:ext uri="{FF2B5EF4-FFF2-40B4-BE49-F238E27FC236}">
                <a16:creationId xmlns:a16="http://schemas.microsoft.com/office/drawing/2014/main" id="{6EC97910-C935-4B77-BEE1-B436F250A88D}"/>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METHODOLOGY</a:t>
            </a:r>
          </a:p>
        </p:txBody>
      </p:sp>
      <p:sp>
        <p:nvSpPr>
          <p:cNvPr id="4" name="text-5-3">
            <a:extLst xmlns:a="http://schemas.openxmlformats.org/drawingml/2006/main">
              <a:ext uri="{FF2B5EF4-FFF2-40B4-BE49-F238E27FC236}">
                <a16:creationId xmlns:a16="http://schemas.microsoft.com/office/drawing/2014/main" id="{5DD3E43C-F88F-4B32-8888-E3ECF8BF90D4}"/>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R2 analysis workflow</a:t>
            </a:r>
          </a:p>
        </p:txBody>
      </p:sp>
      <p:sp>
        <p:nvSpPr>
          <p:cNvPr id="5" name="line-5-4">
            <a:extLst xmlns:a="http://schemas.openxmlformats.org/drawingml/2006/main">
              <a:ext uri="{FF2B5EF4-FFF2-40B4-BE49-F238E27FC236}">
                <a16:creationId xmlns:a16="http://schemas.microsoft.com/office/drawing/2014/main" id="{4B3A6059-F931-43FB-8879-F934524FBA80}"/>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5-5">
            <a:extLst xmlns:a="http://schemas.openxmlformats.org/drawingml/2006/main">
              <a:ext uri="{FF2B5EF4-FFF2-40B4-BE49-F238E27FC236}">
                <a16:creationId xmlns:a16="http://schemas.microsoft.com/office/drawing/2014/main" id="{998529AB-4B15-4497-9EC6-38841E14E524}"/>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5-6">
            <a:extLst xmlns:a="http://schemas.openxmlformats.org/drawingml/2006/main">
              <a:ext uri="{FF2B5EF4-FFF2-40B4-BE49-F238E27FC236}">
                <a16:creationId xmlns:a16="http://schemas.microsoft.com/office/drawing/2014/main" id="{6C9F09F3-B20A-4896-9327-32515F52A06E}"/>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rect-5-7">
            <a:extLst xmlns:a="http://schemas.openxmlformats.org/drawingml/2006/main">
              <a:ext uri="{FF2B5EF4-FFF2-40B4-BE49-F238E27FC236}">
                <a16:creationId xmlns:a16="http://schemas.microsoft.com/office/drawing/2014/main" id="{5DB990D4-6A39-4541-88C1-B9A3B32B8836}"/>
              </a:ext>
            </a:extLst>
          </p:cNvPr>
          <p:cNvSpPr>
            <a:spLocks xmlns:a="http://schemas.openxmlformats.org/drawingml/2006/main" noGrp="1"/>
          </p:cNvSpPr>
          <p:nvPr/>
        </p:nvSpPr>
        <p:spPr>
          <a:xfrm xmlns:a="http://schemas.openxmlformats.org/drawingml/2006/main">
            <a:off x="628650" y="2600325"/>
            <a:ext cx="4572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14314B"/>
            </a:solidFill>
          </a:ln>
        </p:spPr>
      </p:sp>
      <p:sp>
        <p:nvSpPr>
          <p:cNvPr id="9" name="rect-5-8">
            <a:extLst xmlns:a="http://schemas.openxmlformats.org/drawingml/2006/main">
              <a:ext uri="{FF2B5EF4-FFF2-40B4-BE49-F238E27FC236}">
                <a16:creationId xmlns:a16="http://schemas.microsoft.com/office/drawing/2014/main" id="{A3316B73-B999-48EF-B0DE-5DB432202D1D}"/>
              </a:ext>
            </a:extLst>
          </p:cNvPr>
          <p:cNvSpPr>
            <a:spLocks xmlns:a="http://schemas.openxmlformats.org/drawingml/2006/main" noGrp="1"/>
          </p:cNvSpPr>
          <p:nvPr/>
        </p:nvSpPr>
        <p:spPr>
          <a:xfrm xmlns:a="http://schemas.openxmlformats.org/drawingml/2006/main">
            <a:off x="581025" y="2552700"/>
            <a:ext cx="4572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14314B"/>
            </a:solidFill>
          </a:ln>
        </p:spPr>
      </p:sp>
      <p:sp>
        <p:nvSpPr>
          <p:cNvPr id="10" name="rect-5-9">
            <a:extLst xmlns:a="http://schemas.openxmlformats.org/drawingml/2006/main">
              <a:ext uri="{FF2B5EF4-FFF2-40B4-BE49-F238E27FC236}">
                <a16:creationId xmlns:a16="http://schemas.microsoft.com/office/drawing/2014/main" id="{412994C6-9CB8-4C42-B71F-F5BBD528CB66}"/>
              </a:ext>
            </a:extLst>
          </p:cNvPr>
          <p:cNvSpPr>
            <a:spLocks xmlns:a="http://schemas.openxmlformats.org/drawingml/2006/main" noGrp="1"/>
          </p:cNvSpPr>
          <p:nvPr/>
        </p:nvSpPr>
        <p:spPr>
          <a:xfrm xmlns:a="http://schemas.openxmlformats.org/drawingml/2006/main">
            <a:off x="533400" y="2505075"/>
            <a:ext cx="45720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14314B"/>
            </a:solidFill>
          </a:ln>
        </p:spPr>
      </p:sp>
      <p:sp>
        <p:nvSpPr>
          <p:cNvPr id="11" name="line-5-10">
            <a:extLst xmlns:a="http://schemas.openxmlformats.org/drawingml/2006/main">
              <a:ext uri="{FF2B5EF4-FFF2-40B4-BE49-F238E27FC236}">
                <a16:creationId xmlns:a16="http://schemas.microsoft.com/office/drawing/2014/main" id="{2172939B-B415-4A54-A0B7-18E6EA708DC0}"/>
              </a:ext>
            </a:extLst>
          </p:cNvPr>
          <p:cNvSpPr>
            <a:spLocks xmlns:a="http://schemas.openxmlformats.org/drawingml/2006/main" noGrp="1"/>
          </p:cNvSpPr>
          <p:nvPr/>
        </p:nvSpPr>
        <p:spPr>
          <a:xfrm xmlns:a="http://schemas.openxmlformats.org/drawingml/2006/main">
            <a:off x="619125" y="2638425"/>
            <a:ext cx="276225" cy="95"/>
          </a:xfrm>
          <a:custGeom xmlns:a="http://schemas.openxmlformats.org/drawingml/2006/main">
            <a:pathLst>
              <a:path w="276225" h="95">
                <a:moveTo>
                  <a:pt x="0" y="0"/>
                </a:moveTo>
                <a:lnTo>
                  <a:pt x="276225" y="95"/>
                </a:lnTo>
              </a:path>
            </a:pathLst>
          </a:custGeom>
          <a:noFill xmlns:a="http://schemas.openxmlformats.org/drawingml/2006/main"/>
          <a:ln xmlns:a="http://schemas.openxmlformats.org/drawingml/2006/main" w="19050">
            <a:solidFill>
              <a:srgbClr val="0B6F79"/>
            </a:solidFill>
          </a:ln>
        </p:spPr>
      </p:sp>
      <p:sp>
        <p:nvSpPr>
          <p:cNvPr id="12" name="line-5-11">
            <a:extLst xmlns:a="http://schemas.openxmlformats.org/drawingml/2006/main">
              <a:ext uri="{FF2B5EF4-FFF2-40B4-BE49-F238E27FC236}">
                <a16:creationId xmlns:a16="http://schemas.microsoft.com/office/drawing/2014/main" id="{66AD0E88-39B4-4470-BB1A-8BC55DE86781}"/>
              </a:ext>
            </a:extLst>
          </p:cNvPr>
          <p:cNvSpPr>
            <a:spLocks xmlns:a="http://schemas.openxmlformats.org/drawingml/2006/main" noGrp="1"/>
          </p:cNvSpPr>
          <p:nvPr/>
        </p:nvSpPr>
        <p:spPr>
          <a:xfrm xmlns:a="http://schemas.openxmlformats.org/drawingml/2006/main">
            <a:off x="619125" y="2743200"/>
            <a:ext cx="276225" cy="95"/>
          </a:xfrm>
          <a:custGeom xmlns:a="http://schemas.openxmlformats.org/drawingml/2006/main">
            <a:pathLst>
              <a:path w="276225" h="95">
                <a:moveTo>
                  <a:pt x="0" y="0"/>
                </a:moveTo>
                <a:lnTo>
                  <a:pt x="276225" y="95"/>
                </a:lnTo>
              </a:path>
            </a:pathLst>
          </a:custGeom>
          <a:noFill xmlns:a="http://schemas.openxmlformats.org/drawingml/2006/main"/>
          <a:ln xmlns:a="http://schemas.openxmlformats.org/drawingml/2006/main" w="19050">
            <a:solidFill>
              <a:srgbClr val="0B6F79"/>
            </a:solidFill>
          </a:ln>
        </p:spPr>
      </p:sp>
      <p:sp>
        <p:nvSpPr>
          <p:cNvPr id="13" name="text-5-12">
            <a:extLst xmlns:a="http://schemas.openxmlformats.org/drawingml/2006/main">
              <a:ext uri="{FF2B5EF4-FFF2-40B4-BE49-F238E27FC236}">
                <a16:creationId xmlns:a16="http://schemas.microsoft.com/office/drawing/2014/main" id="{F263B9B4-68FA-4B46-84D6-330942C44F86}"/>
              </a:ext>
            </a:extLst>
          </p:cNvPr>
          <p:cNvSpPr>
            <a:spLocks xmlns:a="http://schemas.openxmlformats.org/drawingml/2006/main" noGrp="1"/>
          </p:cNvSpPr>
          <p:nvPr/>
        </p:nvSpPr>
        <p:spPr>
          <a:xfrm xmlns:a="http://schemas.openxmlformats.org/drawingml/2006/main">
            <a:off x="533400" y="334327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Dataset</a:t>
            </a:r>
          </a:p>
        </p:txBody>
      </p:sp>
      <p:sp>
        <p:nvSpPr>
          <p:cNvPr id="14" name="text-5-13">
            <a:extLst xmlns:a="http://schemas.openxmlformats.org/drawingml/2006/main">
              <a:ext uri="{FF2B5EF4-FFF2-40B4-BE49-F238E27FC236}">
                <a16:creationId xmlns:a16="http://schemas.microsoft.com/office/drawing/2014/main" id="{D59DD003-5CEB-4AA3-8E49-B08A72B671B9}"/>
              </a:ext>
            </a:extLst>
          </p:cNvPr>
          <p:cNvSpPr>
            <a:spLocks xmlns:a="http://schemas.openxmlformats.org/drawingml/2006/main" noGrp="1"/>
          </p:cNvSpPr>
          <p:nvPr/>
        </p:nvSpPr>
        <p:spPr>
          <a:xfrm xmlns:a="http://schemas.openxmlformats.org/drawingml/2006/main">
            <a:off x="533400" y="4038600"/>
            <a:ext cx="17526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StepUP-P150</a:t>
            </a:r>
          </a:p>
        </p:txBody>
      </p:sp>
      <p:sp>
        <p:nvSpPr>
          <p:cNvPr id="15" name="line-5-14">
            <a:extLst xmlns:a="http://schemas.openxmlformats.org/drawingml/2006/main">
              <a:ext uri="{FF2B5EF4-FFF2-40B4-BE49-F238E27FC236}">
                <a16:creationId xmlns:a16="http://schemas.microsoft.com/office/drawing/2014/main" id="{AF86829A-921B-4CE3-BCA8-FBCE8522EC90}"/>
              </a:ext>
            </a:extLst>
          </p:cNvPr>
          <p:cNvSpPr>
            <a:spLocks xmlns:a="http://schemas.openxmlformats.org/drawingml/2006/main" noGrp="1"/>
          </p:cNvSpPr>
          <p:nvPr/>
        </p:nvSpPr>
        <p:spPr>
          <a:xfrm xmlns:a="http://schemas.openxmlformats.org/drawingml/2006/main">
            <a:off x="1276350" y="2781300"/>
            <a:ext cx="914400" cy="95"/>
          </a:xfrm>
          <a:custGeom xmlns:a="http://schemas.openxmlformats.org/drawingml/2006/main">
            <a:pathLst>
              <a:path w="914400" h="95">
                <a:moveTo>
                  <a:pt x="0" y="0"/>
                </a:moveTo>
                <a:lnTo>
                  <a:pt x="914400" y="95"/>
                </a:lnTo>
              </a:path>
            </a:pathLst>
          </a:custGeom>
          <a:noFill xmlns:a="http://schemas.openxmlformats.org/drawingml/2006/main"/>
          <a:ln xmlns:a="http://schemas.openxmlformats.org/drawingml/2006/main" w="19050">
            <a:solidFill>
              <a:srgbClr val="0B6F79"/>
            </a:solidFill>
          </a:ln>
        </p:spPr>
      </p:sp>
      <p:sp>
        <p:nvSpPr>
          <p:cNvPr id="16" name="line-5-15">
            <a:extLst xmlns:a="http://schemas.openxmlformats.org/drawingml/2006/main">
              <a:ext uri="{FF2B5EF4-FFF2-40B4-BE49-F238E27FC236}">
                <a16:creationId xmlns:a16="http://schemas.microsoft.com/office/drawing/2014/main" id="{ACE1396A-63E8-4038-B726-71F1FC1C396F}"/>
              </a:ext>
            </a:extLst>
          </p:cNvPr>
          <p:cNvSpPr>
            <a:spLocks xmlns:a="http://schemas.openxmlformats.org/drawingml/2006/main" noGrp="1"/>
          </p:cNvSpPr>
          <p:nvPr/>
        </p:nvSpPr>
        <p:spPr>
          <a:xfrm xmlns:a="http://schemas.openxmlformats.org/drawingml/2006/main">
            <a:off x="2115519" y="278130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17" name="line-5-16">
            <a:extLst xmlns:a="http://schemas.openxmlformats.org/drawingml/2006/main">
              <a:ext uri="{FF2B5EF4-FFF2-40B4-BE49-F238E27FC236}">
                <a16:creationId xmlns:a16="http://schemas.microsoft.com/office/drawing/2014/main" id="{C0D088AE-AC95-4873-A1CA-9E569839063B}"/>
              </a:ext>
            </a:extLst>
          </p:cNvPr>
          <p:cNvSpPr>
            <a:spLocks xmlns:a="http://schemas.openxmlformats.org/drawingml/2006/main" noGrp="1"/>
          </p:cNvSpPr>
          <p:nvPr/>
        </p:nvSpPr>
        <p:spPr>
          <a:xfrm xmlns:a="http://schemas.openxmlformats.org/drawingml/2006/main">
            <a:off x="2115519" y="274020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18" name="text-5-17">
            <a:extLst xmlns:a="http://schemas.openxmlformats.org/drawingml/2006/main">
              <a:ext uri="{FF2B5EF4-FFF2-40B4-BE49-F238E27FC236}">
                <a16:creationId xmlns:a16="http://schemas.microsoft.com/office/drawing/2014/main" id="{08935BCF-F292-416D-83F5-4206F50B1A71}"/>
              </a:ext>
            </a:extLst>
          </p:cNvPr>
          <p:cNvSpPr>
            <a:spLocks xmlns:a="http://schemas.openxmlformats.org/drawingml/2006/main" noGrp="1"/>
          </p:cNvSpPr>
          <p:nvPr/>
        </p:nvSpPr>
        <p:spPr>
          <a:xfrm xmlns:a="http://schemas.openxmlformats.org/drawingml/2006/main">
            <a:off x="1285875" y="2419350"/>
            <a:ext cx="10477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08535B"/>
                </a:solidFill>
                <a:latin typeface="IBM Plex Sans"/>
                <a:ea typeface="IBM Plex Sans"/>
                <a:cs typeface="IBM Plex Sans"/>
              </a:defRPr>
            </a:pPr>
            <a:r>
              <a:rPr sz="1275" b="0">
                <a:solidFill>
                  <a:srgbClr val="08535B"/>
                </a:solidFill>
                <a:latin typeface="IBM Plex Sans"/>
                <a:ea typeface="IBM Plex Sans"/>
                <a:cs typeface="IBM Plex Sans"/>
              </a:rPr>
              <a:t>trials</a:t>
            </a:r>
          </a:p>
        </p:txBody>
      </p:sp>
      <p:sp>
        <p:nvSpPr>
          <p:cNvPr id="19" name="rect-5-18">
            <a:extLst xmlns:a="http://schemas.openxmlformats.org/drawingml/2006/main">
              <a:ext uri="{FF2B5EF4-FFF2-40B4-BE49-F238E27FC236}">
                <a16:creationId xmlns:a16="http://schemas.microsoft.com/office/drawing/2014/main" id="{1452CCBE-B75C-4750-8AA5-73DDDCC96052}"/>
              </a:ext>
            </a:extLst>
          </p:cNvPr>
          <p:cNvSpPr>
            <a:spLocks xmlns:a="http://schemas.openxmlformats.org/drawingml/2006/main" noGrp="1"/>
          </p:cNvSpPr>
          <p:nvPr/>
        </p:nvSpPr>
        <p:spPr>
          <a:xfrm xmlns:a="http://schemas.openxmlformats.org/drawingml/2006/main">
            <a:off x="2419350" y="2505075"/>
            <a:ext cx="419100" cy="114300"/>
          </a:xfrm>
          <a:prstGeom xmlns:a="http://schemas.openxmlformats.org/drawingml/2006/main" prst="rect">
            <a:avLst/>
          </a:prstGeom>
          <a:solidFill xmlns:a="http://schemas.openxmlformats.org/drawingml/2006/main">
            <a:srgbClr val="EAF0F2"/>
          </a:solidFill>
          <a:ln xmlns:a="http://schemas.openxmlformats.org/drawingml/2006/main" w="9525">
            <a:solidFill>
              <a:srgbClr val="CBD8DC"/>
            </a:solidFill>
          </a:ln>
        </p:spPr>
      </p:sp>
      <p:sp>
        <p:nvSpPr>
          <p:cNvPr id="20" name="line-5-19">
            <a:extLst xmlns:a="http://schemas.openxmlformats.org/drawingml/2006/main">
              <a:ext uri="{FF2B5EF4-FFF2-40B4-BE49-F238E27FC236}">
                <a16:creationId xmlns:a16="http://schemas.microsoft.com/office/drawing/2014/main" id="{BDDB7422-7B57-4010-8A0D-B81F59AD6BA5}"/>
              </a:ext>
            </a:extLst>
          </p:cNvPr>
          <p:cNvSpPr>
            <a:spLocks xmlns:a="http://schemas.openxmlformats.org/drawingml/2006/main" noGrp="1"/>
          </p:cNvSpPr>
          <p:nvPr/>
        </p:nvSpPr>
        <p:spPr>
          <a:xfrm xmlns:a="http://schemas.openxmlformats.org/drawingml/2006/main">
            <a:off x="2905125" y="2552700"/>
            <a:ext cx="38100" cy="47625"/>
          </a:xfrm>
          <a:custGeom xmlns:a="http://schemas.openxmlformats.org/drawingml/2006/main">
            <a:pathLst>
              <a:path w="38100" h="47625">
                <a:moveTo>
                  <a:pt x="0" y="0"/>
                </a:moveTo>
                <a:lnTo>
                  <a:pt x="38100" y="47625"/>
                </a:lnTo>
              </a:path>
            </a:pathLst>
          </a:custGeom>
          <a:noFill xmlns:a="http://schemas.openxmlformats.org/drawingml/2006/main"/>
          <a:ln xmlns:a="http://schemas.openxmlformats.org/drawingml/2006/main" w="19050">
            <a:solidFill>
              <a:srgbClr val="0B6F79"/>
            </a:solidFill>
          </a:ln>
        </p:spPr>
      </p:sp>
      <p:sp>
        <p:nvSpPr>
          <p:cNvPr id="21" name="line-5-20">
            <a:extLst xmlns:a="http://schemas.openxmlformats.org/drawingml/2006/main">
              <a:ext uri="{FF2B5EF4-FFF2-40B4-BE49-F238E27FC236}">
                <a16:creationId xmlns:a16="http://schemas.microsoft.com/office/drawing/2014/main" id="{2375F7DA-751A-4D3D-8E3D-FD114EA3F30B}"/>
              </a:ext>
            </a:extLst>
          </p:cNvPr>
          <p:cNvSpPr>
            <a:spLocks xmlns:a="http://schemas.openxmlformats.org/drawingml/2006/main" noGrp="1"/>
          </p:cNvSpPr>
          <p:nvPr/>
        </p:nvSpPr>
        <p:spPr>
          <a:xfrm xmlns:a="http://schemas.openxmlformats.org/drawingml/2006/main">
            <a:off x="2943225" y="2505075"/>
            <a:ext cx="76200" cy="95250"/>
          </a:xfrm>
          <a:custGeom xmlns:a="http://schemas.openxmlformats.org/drawingml/2006/main">
            <a:pathLst>
              <a:path w="76200" h="95250">
                <a:moveTo>
                  <a:pt x="0" y="95250"/>
                </a:moveTo>
                <a:lnTo>
                  <a:pt x="76200" y="0"/>
                </a:lnTo>
              </a:path>
            </a:pathLst>
          </a:custGeom>
          <a:noFill xmlns:a="http://schemas.openxmlformats.org/drawingml/2006/main"/>
          <a:ln xmlns:a="http://schemas.openxmlformats.org/drawingml/2006/main" w="19050">
            <a:solidFill>
              <a:srgbClr val="0B6F79"/>
            </a:solidFill>
          </a:ln>
        </p:spPr>
      </p:sp>
      <p:sp>
        <p:nvSpPr>
          <p:cNvPr id="22" name="rect-5-21">
            <a:extLst xmlns:a="http://schemas.openxmlformats.org/drawingml/2006/main">
              <a:ext uri="{FF2B5EF4-FFF2-40B4-BE49-F238E27FC236}">
                <a16:creationId xmlns:a16="http://schemas.microsoft.com/office/drawing/2014/main" id="{2D81AF75-3B39-4B4A-B9CB-C3044E351B15}"/>
              </a:ext>
            </a:extLst>
          </p:cNvPr>
          <p:cNvSpPr>
            <a:spLocks xmlns:a="http://schemas.openxmlformats.org/drawingml/2006/main" noGrp="1"/>
          </p:cNvSpPr>
          <p:nvPr/>
        </p:nvSpPr>
        <p:spPr>
          <a:xfrm xmlns:a="http://schemas.openxmlformats.org/drawingml/2006/main">
            <a:off x="2419350" y="2676525"/>
            <a:ext cx="419100" cy="114300"/>
          </a:xfrm>
          <a:prstGeom xmlns:a="http://schemas.openxmlformats.org/drawingml/2006/main" prst="rect">
            <a:avLst/>
          </a:prstGeom>
          <a:solidFill xmlns:a="http://schemas.openxmlformats.org/drawingml/2006/main">
            <a:srgbClr val="EAF0F2"/>
          </a:solidFill>
          <a:ln xmlns:a="http://schemas.openxmlformats.org/drawingml/2006/main" w="9525">
            <a:solidFill>
              <a:srgbClr val="CBD8DC"/>
            </a:solidFill>
          </a:ln>
        </p:spPr>
      </p:sp>
      <p:sp>
        <p:nvSpPr>
          <p:cNvPr id="23" name="line-5-22">
            <a:extLst xmlns:a="http://schemas.openxmlformats.org/drawingml/2006/main">
              <a:ext uri="{FF2B5EF4-FFF2-40B4-BE49-F238E27FC236}">
                <a16:creationId xmlns:a16="http://schemas.microsoft.com/office/drawing/2014/main" id="{667CD556-F33A-48D3-953D-17272CE087E2}"/>
              </a:ext>
            </a:extLst>
          </p:cNvPr>
          <p:cNvSpPr>
            <a:spLocks xmlns:a="http://schemas.openxmlformats.org/drawingml/2006/main" noGrp="1"/>
          </p:cNvSpPr>
          <p:nvPr/>
        </p:nvSpPr>
        <p:spPr>
          <a:xfrm xmlns:a="http://schemas.openxmlformats.org/drawingml/2006/main">
            <a:off x="2905125" y="2724150"/>
            <a:ext cx="38100" cy="47625"/>
          </a:xfrm>
          <a:custGeom xmlns:a="http://schemas.openxmlformats.org/drawingml/2006/main">
            <a:pathLst>
              <a:path w="38100" h="47625">
                <a:moveTo>
                  <a:pt x="0" y="0"/>
                </a:moveTo>
                <a:lnTo>
                  <a:pt x="38100" y="47625"/>
                </a:lnTo>
              </a:path>
            </a:pathLst>
          </a:custGeom>
          <a:noFill xmlns:a="http://schemas.openxmlformats.org/drawingml/2006/main"/>
          <a:ln xmlns:a="http://schemas.openxmlformats.org/drawingml/2006/main" w="19050">
            <a:solidFill>
              <a:srgbClr val="0B6F79"/>
            </a:solidFill>
          </a:ln>
        </p:spPr>
      </p:sp>
      <p:sp>
        <p:nvSpPr>
          <p:cNvPr id="24" name="line-5-23">
            <a:extLst xmlns:a="http://schemas.openxmlformats.org/drawingml/2006/main">
              <a:ext uri="{FF2B5EF4-FFF2-40B4-BE49-F238E27FC236}">
                <a16:creationId xmlns:a16="http://schemas.microsoft.com/office/drawing/2014/main" id="{66433BDB-6F5D-44D0-9A32-9988B61B0C2E}"/>
              </a:ext>
            </a:extLst>
          </p:cNvPr>
          <p:cNvSpPr>
            <a:spLocks xmlns:a="http://schemas.openxmlformats.org/drawingml/2006/main" noGrp="1"/>
          </p:cNvSpPr>
          <p:nvPr/>
        </p:nvSpPr>
        <p:spPr>
          <a:xfrm xmlns:a="http://schemas.openxmlformats.org/drawingml/2006/main">
            <a:off x="2943225" y="2676525"/>
            <a:ext cx="76200" cy="95250"/>
          </a:xfrm>
          <a:custGeom xmlns:a="http://schemas.openxmlformats.org/drawingml/2006/main">
            <a:pathLst>
              <a:path w="76200" h="95250">
                <a:moveTo>
                  <a:pt x="0" y="95250"/>
                </a:moveTo>
                <a:lnTo>
                  <a:pt x="76200" y="0"/>
                </a:lnTo>
              </a:path>
            </a:pathLst>
          </a:custGeom>
          <a:noFill xmlns:a="http://schemas.openxmlformats.org/drawingml/2006/main"/>
          <a:ln xmlns:a="http://schemas.openxmlformats.org/drawingml/2006/main" w="19050">
            <a:solidFill>
              <a:srgbClr val="0B6F79"/>
            </a:solidFill>
          </a:ln>
        </p:spPr>
      </p:sp>
      <p:sp>
        <p:nvSpPr>
          <p:cNvPr id="25" name="rect-5-24">
            <a:extLst xmlns:a="http://schemas.openxmlformats.org/drawingml/2006/main">
              <a:ext uri="{FF2B5EF4-FFF2-40B4-BE49-F238E27FC236}">
                <a16:creationId xmlns:a16="http://schemas.microsoft.com/office/drawing/2014/main" id="{5B1F1065-C820-4F69-9CA2-71D2ECDA01BC}"/>
              </a:ext>
            </a:extLst>
          </p:cNvPr>
          <p:cNvSpPr>
            <a:spLocks xmlns:a="http://schemas.openxmlformats.org/drawingml/2006/main" noGrp="1"/>
          </p:cNvSpPr>
          <p:nvPr/>
        </p:nvSpPr>
        <p:spPr>
          <a:xfrm xmlns:a="http://schemas.openxmlformats.org/drawingml/2006/main">
            <a:off x="2419350" y="2847975"/>
            <a:ext cx="419100" cy="114300"/>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26" name="text-5-25">
            <a:extLst xmlns:a="http://schemas.openxmlformats.org/drawingml/2006/main">
              <a:ext uri="{FF2B5EF4-FFF2-40B4-BE49-F238E27FC236}">
                <a16:creationId xmlns:a16="http://schemas.microsoft.com/office/drawing/2014/main" id="{F669F40A-0EC6-4C83-AC45-3A49062FD3F9}"/>
              </a:ext>
            </a:extLst>
          </p:cNvPr>
          <p:cNvSpPr>
            <a:spLocks xmlns:a="http://schemas.openxmlformats.org/drawingml/2006/main" noGrp="1"/>
          </p:cNvSpPr>
          <p:nvPr/>
        </p:nvSpPr>
        <p:spPr>
          <a:xfrm xmlns:a="http://schemas.openxmlformats.org/drawingml/2006/main">
            <a:off x="2419350" y="334327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Selection</a:t>
            </a:r>
          </a:p>
        </p:txBody>
      </p:sp>
      <p:sp>
        <p:nvSpPr>
          <p:cNvPr id="27" name="text-5-26">
            <a:extLst xmlns:a="http://schemas.openxmlformats.org/drawingml/2006/main">
              <a:ext uri="{FF2B5EF4-FFF2-40B4-BE49-F238E27FC236}">
                <a16:creationId xmlns:a16="http://schemas.microsoft.com/office/drawing/2014/main" id="{E7BC0E6F-53AB-4627-98AA-0763E6D6DA2F}"/>
              </a:ext>
            </a:extLst>
          </p:cNvPr>
          <p:cNvSpPr>
            <a:spLocks xmlns:a="http://schemas.openxmlformats.org/drawingml/2006/main" noGrp="1"/>
          </p:cNvSpPr>
          <p:nvPr/>
        </p:nvSpPr>
        <p:spPr>
          <a:xfrm xmlns:a="http://schemas.openxmlformats.org/drawingml/2006/main">
            <a:off x="2419350" y="4038600"/>
            <a:ext cx="17526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Eligible</a:t>
            </a:r>
          </a:p>
        </p:txBody>
      </p:sp>
      <p:sp>
        <p:nvSpPr>
          <p:cNvPr id="28" name="text-5-27">
            <a:extLst xmlns:a="http://schemas.openxmlformats.org/drawingml/2006/main">
              <a:ext uri="{FF2B5EF4-FFF2-40B4-BE49-F238E27FC236}">
                <a16:creationId xmlns:a16="http://schemas.microsoft.com/office/drawing/2014/main" id="{1916F3C0-1127-4CCE-A1B4-5276E1A177E8}"/>
              </a:ext>
            </a:extLst>
          </p:cNvPr>
          <p:cNvSpPr>
            <a:spLocks xmlns:a="http://schemas.openxmlformats.org/drawingml/2006/main" noGrp="1"/>
          </p:cNvSpPr>
          <p:nvPr/>
        </p:nvSpPr>
        <p:spPr>
          <a:xfrm xmlns:a="http://schemas.openxmlformats.org/drawingml/2006/main">
            <a:off x="2419350" y="4284631"/>
            <a:ext cx="17526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footsteps</a:t>
            </a:r>
          </a:p>
        </p:txBody>
      </p:sp>
      <p:sp>
        <p:nvSpPr>
          <p:cNvPr id="29" name="line-5-28">
            <a:extLst xmlns:a="http://schemas.openxmlformats.org/drawingml/2006/main">
              <a:ext uri="{FF2B5EF4-FFF2-40B4-BE49-F238E27FC236}">
                <a16:creationId xmlns:a16="http://schemas.microsoft.com/office/drawing/2014/main" id="{180605EE-4352-4319-BD08-88CFD454BBF3}"/>
              </a:ext>
            </a:extLst>
          </p:cNvPr>
          <p:cNvSpPr>
            <a:spLocks xmlns:a="http://schemas.openxmlformats.org/drawingml/2006/main" noGrp="1"/>
          </p:cNvSpPr>
          <p:nvPr/>
        </p:nvSpPr>
        <p:spPr>
          <a:xfrm xmlns:a="http://schemas.openxmlformats.org/drawingml/2006/main">
            <a:off x="3162300" y="2781300"/>
            <a:ext cx="914400" cy="95"/>
          </a:xfrm>
          <a:custGeom xmlns:a="http://schemas.openxmlformats.org/drawingml/2006/main">
            <a:pathLst>
              <a:path w="914400" h="95">
                <a:moveTo>
                  <a:pt x="0" y="0"/>
                </a:moveTo>
                <a:lnTo>
                  <a:pt x="914400" y="95"/>
                </a:lnTo>
              </a:path>
            </a:pathLst>
          </a:custGeom>
          <a:noFill xmlns:a="http://schemas.openxmlformats.org/drawingml/2006/main"/>
          <a:ln xmlns:a="http://schemas.openxmlformats.org/drawingml/2006/main" w="19050">
            <a:solidFill>
              <a:srgbClr val="0B6F79"/>
            </a:solidFill>
          </a:ln>
        </p:spPr>
      </p:sp>
      <p:sp>
        <p:nvSpPr>
          <p:cNvPr id="30" name="line-5-29">
            <a:extLst xmlns:a="http://schemas.openxmlformats.org/drawingml/2006/main">
              <a:ext uri="{FF2B5EF4-FFF2-40B4-BE49-F238E27FC236}">
                <a16:creationId xmlns:a16="http://schemas.microsoft.com/office/drawing/2014/main" id="{1A1A1F31-DCF0-41C5-81E5-E010E87B18AA}"/>
              </a:ext>
            </a:extLst>
          </p:cNvPr>
          <p:cNvSpPr>
            <a:spLocks xmlns:a="http://schemas.openxmlformats.org/drawingml/2006/main" noGrp="1"/>
          </p:cNvSpPr>
          <p:nvPr/>
        </p:nvSpPr>
        <p:spPr>
          <a:xfrm xmlns:a="http://schemas.openxmlformats.org/drawingml/2006/main">
            <a:off x="4001469" y="278130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31" name="line-5-30">
            <a:extLst xmlns:a="http://schemas.openxmlformats.org/drawingml/2006/main">
              <a:ext uri="{FF2B5EF4-FFF2-40B4-BE49-F238E27FC236}">
                <a16:creationId xmlns:a16="http://schemas.microsoft.com/office/drawing/2014/main" id="{0C08A358-65F3-4B04-85AD-2C55C905C493}"/>
              </a:ext>
            </a:extLst>
          </p:cNvPr>
          <p:cNvSpPr>
            <a:spLocks xmlns:a="http://schemas.openxmlformats.org/drawingml/2006/main" noGrp="1"/>
          </p:cNvSpPr>
          <p:nvPr/>
        </p:nvSpPr>
        <p:spPr>
          <a:xfrm xmlns:a="http://schemas.openxmlformats.org/drawingml/2006/main">
            <a:off x="4001469" y="274020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32" name="text-5-31">
            <a:extLst xmlns:a="http://schemas.openxmlformats.org/drawingml/2006/main">
              <a:ext uri="{FF2B5EF4-FFF2-40B4-BE49-F238E27FC236}">
                <a16:creationId xmlns:a16="http://schemas.microsoft.com/office/drawing/2014/main" id="{24D9E6AC-9DDC-4EB2-9365-C2C4F7F79CF1}"/>
              </a:ext>
            </a:extLst>
          </p:cNvPr>
          <p:cNvSpPr>
            <a:spLocks xmlns:a="http://schemas.openxmlformats.org/drawingml/2006/main" noGrp="1"/>
          </p:cNvSpPr>
          <p:nvPr/>
        </p:nvSpPr>
        <p:spPr>
          <a:xfrm xmlns:a="http://schemas.openxmlformats.org/drawingml/2006/main">
            <a:off x="3171825" y="2419350"/>
            <a:ext cx="10477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08535B"/>
                </a:solidFill>
                <a:latin typeface="IBM Plex Sans"/>
                <a:ea typeface="IBM Plex Sans"/>
                <a:cs typeface="IBM Plex Sans"/>
              </a:defRPr>
            </a:pPr>
            <a:r>
              <a:rPr sz="1275" b="0">
                <a:solidFill>
                  <a:srgbClr val="08535B"/>
                </a:solidFill>
                <a:latin typeface="IBM Plex Sans"/>
                <a:ea typeface="IBM Plex Sans"/>
                <a:cs typeface="IBM Plex Sans"/>
              </a:rPr>
              <a:t>grids</a:t>
            </a:r>
          </a:p>
        </p:txBody>
      </p:sp>
      <p:sp>
        <p:nvSpPr>
          <p:cNvPr id="33" name="rect-5-32">
            <a:extLst xmlns:a="http://schemas.openxmlformats.org/drawingml/2006/main">
              <a:ext uri="{FF2B5EF4-FFF2-40B4-BE49-F238E27FC236}">
                <a16:creationId xmlns:a16="http://schemas.microsoft.com/office/drawing/2014/main" id="{EADEB7E0-9C0F-4106-91AB-21B7C2FABD9F}"/>
              </a:ext>
            </a:extLst>
          </p:cNvPr>
          <p:cNvSpPr>
            <a:spLocks xmlns:a="http://schemas.openxmlformats.org/drawingml/2006/main" noGrp="1"/>
          </p:cNvSpPr>
          <p:nvPr/>
        </p:nvSpPr>
        <p:spPr>
          <a:xfrm xmlns:a="http://schemas.openxmlformats.org/drawingml/2006/main">
            <a:off x="4305300" y="250507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34" name="rect-5-33">
            <a:extLst xmlns:a="http://schemas.openxmlformats.org/drawingml/2006/main">
              <a:ext uri="{FF2B5EF4-FFF2-40B4-BE49-F238E27FC236}">
                <a16:creationId xmlns:a16="http://schemas.microsoft.com/office/drawing/2014/main" id="{FD6BA5BC-C1F6-4E85-986D-6868D5F0BC02}"/>
              </a:ext>
            </a:extLst>
          </p:cNvPr>
          <p:cNvSpPr>
            <a:spLocks xmlns:a="http://schemas.openxmlformats.org/drawingml/2006/main" noGrp="1"/>
          </p:cNvSpPr>
          <p:nvPr/>
        </p:nvSpPr>
        <p:spPr>
          <a:xfrm xmlns:a="http://schemas.openxmlformats.org/drawingml/2006/main">
            <a:off x="4429125" y="250507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35" name="rect-5-34">
            <a:extLst xmlns:a="http://schemas.openxmlformats.org/drawingml/2006/main">
              <a:ext uri="{FF2B5EF4-FFF2-40B4-BE49-F238E27FC236}">
                <a16:creationId xmlns:a16="http://schemas.microsoft.com/office/drawing/2014/main" id="{58D6CD5D-1BF4-485B-AA4A-A0BA1BF734F1}"/>
              </a:ext>
            </a:extLst>
          </p:cNvPr>
          <p:cNvSpPr>
            <a:spLocks xmlns:a="http://schemas.openxmlformats.org/drawingml/2006/main" noGrp="1"/>
          </p:cNvSpPr>
          <p:nvPr/>
        </p:nvSpPr>
        <p:spPr>
          <a:xfrm xmlns:a="http://schemas.openxmlformats.org/drawingml/2006/main">
            <a:off x="4552950" y="250507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36" name="rect-5-35">
            <a:extLst xmlns:a="http://schemas.openxmlformats.org/drawingml/2006/main">
              <a:ext uri="{FF2B5EF4-FFF2-40B4-BE49-F238E27FC236}">
                <a16:creationId xmlns:a16="http://schemas.microsoft.com/office/drawing/2014/main" id="{15705AEA-EAB1-4B43-BE25-C7733C2BD42A}"/>
              </a:ext>
            </a:extLst>
          </p:cNvPr>
          <p:cNvSpPr>
            <a:spLocks xmlns:a="http://schemas.openxmlformats.org/drawingml/2006/main" noGrp="1"/>
          </p:cNvSpPr>
          <p:nvPr/>
        </p:nvSpPr>
        <p:spPr>
          <a:xfrm xmlns:a="http://schemas.openxmlformats.org/drawingml/2006/main">
            <a:off x="4676775" y="250507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37" name="rect-5-36">
            <a:extLst xmlns:a="http://schemas.openxmlformats.org/drawingml/2006/main">
              <a:ext uri="{FF2B5EF4-FFF2-40B4-BE49-F238E27FC236}">
                <a16:creationId xmlns:a16="http://schemas.microsoft.com/office/drawing/2014/main" id="{61C05D23-0641-4365-9A11-059DFF090103}"/>
              </a:ext>
            </a:extLst>
          </p:cNvPr>
          <p:cNvSpPr>
            <a:spLocks xmlns:a="http://schemas.openxmlformats.org/drawingml/2006/main" noGrp="1"/>
          </p:cNvSpPr>
          <p:nvPr/>
        </p:nvSpPr>
        <p:spPr>
          <a:xfrm xmlns:a="http://schemas.openxmlformats.org/drawingml/2006/main">
            <a:off x="4305300" y="262890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38" name="rect-5-37">
            <a:extLst xmlns:a="http://schemas.openxmlformats.org/drawingml/2006/main">
              <a:ext uri="{FF2B5EF4-FFF2-40B4-BE49-F238E27FC236}">
                <a16:creationId xmlns:a16="http://schemas.microsoft.com/office/drawing/2014/main" id="{26CE4A41-77CC-4627-8809-EFBA59B97092}"/>
              </a:ext>
            </a:extLst>
          </p:cNvPr>
          <p:cNvSpPr>
            <a:spLocks xmlns:a="http://schemas.openxmlformats.org/drawingml/2006/main" noGrp="1"/>
          </p:cNvSpPr>
          <p:nvPr/>
        </p:nvSpPr>
        <p:spPr>
          <a:xfrm xmlns:a="http://schemas.openxmlformats.org/drawingml/2006/main">
            <a:off x="4429125" y="262890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39" name="rect-5-38">
            <a:extLst xmlns:a="http://schemas.openxmlformats.org/drawingml/2006/main">
              <a:ext uri="{FF2B5EF4-FFF2-40B4-BE49-F238E27FC236}">
                <a16:creationId xmlns:a16="http://schemas.microsoft.com/office/drawing/2014/main" id="{81FF023C-6A73-4101-8937-9525CA92E1B6}"/>
              </a:ext>
            </a:extLst>
          </p:cNvPr>
          <p:cNvSpPr>
            <a:spLocks xmlns:a="http://schemas.openxmlformats.org/drawingml/2006/main" noGrp="1"/>
          </p:cNvSpPr>
          <p:nvPr/>
        </p:nvSpPr>
        <p:spPr>
          <a:xfrm xmlns:a="http://schemas.openxmlformats.org/drawingml/2006/main">
            <a:off x="4552950" y="262890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0" name="rect-5-39">
            <a:extLst xmlns:a="http://schemas.openxmlformats.org/drawingml/2006/main">
              <a:ext uri="{FF2B5EF4-FFF2-40B4-BE49-F238E27FC236}">
                <a16:creationId xmlns:a16="http://schemas.microsoft.com/office/drawing/2014/main" id="{58D7A304-A8FB-408E-BB9C-AB50DCCD0D73}"/>
              </a:ext>
            </a:extLst>
          </p:cNvPr>
          <p:cNvSpPr>
            <a:spLocks xmlns:a="http://schemas.openxmlformats.org/drawingml/2006/main" noGrp="1"/>
          </p:cNvSpPr>
          <p:nvPr/>
        </p:nvSpPr>
        <p:spPr>
          <a:xfrm xmlns:a="http://schemas.openxmlformats.org/drawingml/2006/main">
            <a:off x="4676775" y="262890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1" name="rect-5-40">
            <a:extLst xmlns:a="http://schemas.openxmlformats.org/drawingml/2006/main">
              <a:ext uri="{FF2B5EF4-FFF2-40B4-BE49-F238E27FC236}">
                <a16:creationId xmlns:a16="http://schemas.microsoft.com/office/drawing/2014/main" id="{65D38FEE-82ED-474A-977C-A02C53E6D3B9}"/>
              </a:ext>
            </a:extLst>
          </p:cNvPr>
          <p:cNvSpPr>
            <a:spLocks xmlns:a="http://schemas.openxmlformats.org/drawingml/2006/main" noGrp="1"/>
          </p:cNvSpPr>
          <p:nvPr/>
        </p:nvSpPr>
        <p:spPr>
          <a:xfrm xmlns:a="http://schemas.openxmlformats.org/drawingml/2006/main">
            <a:off x="4305300" y="275272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2" name="rect-5-41">
            <a:extLst xmlns:a="http://schemas.openxmlformats.org/drawingml/2006/main">
              <a:ext uri="{FF2B5EF4-FFF2-40B4-BE49-F238E27FC236}">
                <a16:creationId xmlns:a16="http://schemas.microsoft.com/office/drawing/2014/main" id="{7A07ACFB-068E-466B-B22D-855665E4A5B4}"/>
              </a:ext>
            </a:extLst>
          </p:cNvPr>
          <p:cNvSpPr>
            <a:spLocks xmlns:a="http://schemas.openxmlformats.org/drawingml/2006/main" noGrp="1"/>
          </p:cNvSpPr>
          <p:nvPr/>
        </p:nvSpPr>
        <p:spPr>
          <a:xfrm xmlns:a="http://schemas.openxmlformats.org/drawingml/2006/main">
            <a:off x="4429125" y="275272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3" name="rect-5-42">
            <a:extLst xmlns:a="http://schemas.openxmlformats.org/drawingml/2006/main">
              <a:ext uri="{FF2B5EF4-FFF2-40B4-BE49-F238E27FC236}">
                <a16:creationId xmlns:a16="http://schemas.microsoft.com/office/drawing/2014/main" id="{627D64A7-0C5B-49E3-9734-580650E811A8}"/>
              </a:ext>
            </a:extLst>
          </p:cNvPr>
          <p:cNvSpPr>
            <a:spLocks xmlns:a="http://schemas.openxmlformats.org/drawingml/2006/main" noGrp="1"/>
          </p:cNvSpPr>
          <p:nvPr/>
        </p:nvSpPr>
        <p:spPr>
          <a:xfrm xmlns:a="http://schemas.openxmlformats.org/drawingml/2006/main">
            <a:off x="4552950" y="275272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4" name="rect-5-43">
            <a:extLst xmlns:a="http://schemas.openxmlformats.org/drawingml/2006/main">
              <a:ext uri="{FF2B5EF4-FFF2-40B4-BE49-F238E27FC236}">
                <a16:creationId xmlns:a16="http://schemas.microsoft.com/office/drawing/2014/main" id="{DD5194B9-8916-44D7-992D-28AF7197B5EA}"/>
              </a:ext>
            </a:extLst>
          </p:cNvPr>
          <p:cNvSpPr>
            <a:spLocks xmlns:a="http://schemas.openxmlformats.org/drawingml/2006/main" noGrp="1"/>
          </p:cNvSpPr>
          <p:nvPr/>
        </p:nvSpPr>
        <p:spPr>
          <a:xfrm xmlns:a="http://schemas.openxmlformats.org/drawingml/2006/main">
            <a:off x="4676775" y="275272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5" name="rect-5-44">
            <a:extLst xmlns:a="http://schemas.openxmlformats.org/drawingml/2006/main">
              <a:ext uri="{FF2B5EF4-FFF2-40B4-BE49-F238E27FC236}">
                <a16:creationId xmlns:a16="http://schemas.microsoft.com/office/drawing/2014/main" id="{2D6B839B-C8FF-4A19-959F-6E200982B14F}"/>
              </a:ext>
            </a:extLst>
          </p:cNvPr>
          <p:cNvSpPr>
            <a:spLocks xmlns:a="http://schemas.openxmlformats.org/drawingml/2006/main" noGrp="1"/>
          </p:cNvSpPr>
          <p:nvPr/>
        </p:nvSpPr>
        <p:spPr>
          <a:xfrm xmlns:a="http://schemas.openxmlformats.org/drawingml/2006/main">
            <a:off x="4305300" y="287655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6" name="rect-5-45">
            <a:extLst xmlns:a="http://schemas.openxmlformats.org/drawingml/2006/main">
              <a:ext uri="{FF2B5EF4-FFF2-40B4-BE49-F238E27FC236}">
                <a16:creationId xmlns:a16="http://schemas.microsoft.com/office/drawing/2014/main" id="{3DB39FDB-9A48-4573-8019-81E76EBA11A7}"/>
              </a:ext>
            </a:extLst>
          </p:cNvPr>
          <p:cNvSpPr>
            <a:spLocks xmlns:a="http://schemas.openxmlformats.org/drawingml/2006/main" noGrp="1"/>
          </p:cNvSpPr>
          <p:nvPr/>
        </p:nvSpPr>
        <p:spPr>
          <a:xfrm xmlns:a="http://schemas.openxmlformats.org/drawingml/2006/main">
            <a:off x="4429125" y="287655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7" name="rect-5-46">
            <a:extLst xmlns:a="http://schemas.openxmlformats.org/drawingml/2006/main">
              <a:ext uri="{FF2B5EF4-FFF2-40B4-BE49-F238E27FC236}">
                <a16:creationId xmlns:a16="http://schemas.microsoft.com/office/drawing/2014/main" id="{3059A7CA-222C-4969-AD83-B20DC8A5901F}"/>
              </a:ext>
            </a:extLst>
          </p:cNvPr>
          <p:cNvSpPr>
            <a:spLocks xmlns:a="http://schemas.openxmlformats.org/drawingml/2006/main" noGrp="1"/>
          </p:cNvSpPr>
          <p:nvPr/>
        </p:nvSpPr>
        <p:spPr>
          <a:xfrm xmlns:a="http://schemas.openxmlformats.org/drawingml/2006/main">
            <a:off x="4552950" y="287655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8" name="rect-5-47">
            <a:extLst xmlns:a="http://schemas.openxmlformats.org/drawingml/2006/main">
              <a:ext uri="{FF2B5EF4-FFF2-40B4-BE49-F238E27FC236}">
                <a16:creationId xmlns:a16="http://schemas.microsoft.com/office/drawing/2014/main" id="{B73FE5DB-69EE-45A7-BCCF-86A485C5B2CB}"/>
              </a:ext>
            </a:extLst>
          </p:cNvPr>
          <p:cNvSpPr>
            <a:spLocks xmlns:a="http://schemas.openxmlformats.org/drawingml/2006/main" noGrp="1"/>
          </p:cNvSpPr>
          <p:nvPr/>
        </p:nvSpPr>
        <p:spPr>
          <a:xfrm xmlns:a="http://schemas.openxmlformats.org/drawingml/2006/main">
            <a:off x="4676775" y="287655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49" name="ellipse-5-48">
            <a:extLst xmlns:a="http://schemas.openxmlformats.org/drawingml/2006/main">
              <a:ext uri="{FF2B5EF4-FFF2-40B4-BE49-F238E27FC236}">
                <a16:creationId xmlns:a16="http://schemas.microsoft.com/office/drawing/2014/main" id="{91BC8A0D-2B12-4BDA-9F3D-DBAC668EB5DE}"/>
              </a:ext>
            </a:extLst>
          </p:cNvPr>
          <p:cNvSpPr>
            <a:spLocks xmlns:a="http://schemas.openxmlformats.org/drawingml/2006/main" noGrp="1"/>
          </p:cNvSpPr>
          <p:nvPr/>
        </p:nvSpPr>
        <p:spPr>
          <a:xfrm xmlns:a="http://schemas.openxmlformats.org/drawingml/2006/main">
            <a:off x="4371975" y="2571750"/>
            <a:ext cx="95250" cy="95250"/>
          </a:xfrm>
          <a:prstGeom xmlns:a="http://schemas.openxmlformats.org/drawingml/2006/main" prst="ellipse">
            <a:avLst/>
          </a:prstGeom>
          <a:solidFill xmlns:a="http://schemas.openxmlformats.org/drawingml/2006/main">
            <a:srgbClr val="0B6F79"/>
          </a:solidFill>
          <a:ln xmlns:a="http://schemas.openxmlformats.org/drawingml/2006/main" w="9525">
            <a:solidFill>
              <a:srgbClr val="0B6F79"/>
            </a:solidFill>
          </a:ln>
        </p:spPr>
      </p:sp>
      <p:sp>
        <p:nvSpPr>
          <p:cNvPr id="50" name="ellipse-5-49">
            <a:extLst xmlns:a="http://schemas.openxmlformats.org/drawingml/2006/main">
              <a:ext uri="{FF2B5EF4-FFF2-40B4-BE49-F238E27FC236}">
                <a16:creationId xmlns:a16="http://schemas.microsoft.com/office/drawing/2014/main" id="{A2DF7A04-07F4-43E3-BF5A-9288091245FB}"/>
              </a:ext>
            </a:extLst>
          </p:cNvPr>
          <p:cNvSpPr>
            <a:spLocks xmlns:a="http://schemas.openxmlformats.org/drawingml/2006/main" noGrp="1"/>
          </p:cNvSpPr>
          <p:nvPr/>
        </p:nvSpPr>
        <p:spPr>
          <a:xfrm xmlns:a="http://schemas.openxmlformats.org/drawingml/2006/main">
            <a:off x="4638675" y="2571750"/>
            <a:ext cx="95250" cy="95250"/>
          </a:xfrm>
          <a:prstGeom xmlns:a="http://schemas.openxmlformats.org/drawingml/2006/main" prst="ellipse">
            <a:avLst/>
          </a:prstGeom>
          <a:solidFill xmlns:a="http://schemas.openxmlformats.org/drawingml/2006/main">
            <a:srgbClr val="0B6F79"/>
          </a:solidFill>
          <a:ln xmlns:a="http://schemas.openxmlformats.org/drawingml/2006/main" w="9525">
            <a:solidFill>
              <a:srgbClr val="0B6F79"/>
            </a:solidFill>
          </a:ln>
        </p:spPr>
      </p:sp>
      <p:sp>
        <p:nvSpPr>
          <p:cNvPr id="51" name="ellipse-5-50">
            <a:extLst xmlns:a="http://schemas.openxmlformats.org/drawingml/2006/main">
              <a:ext uri="{FF2B5EF4-FFF2-40B4-BE49-F238E27FC236}">
                <a16:creationId xmlns:a16="http://schemas.microsoft.com/office/drawing/2014/main" id="{25FE5D66-D9C8-4C5A-960F-257CDA0B6BF0}"/>
              </a:ext>
            </a:extLst>
          </p:cNvPr>
          <p:cNvSpPr>
            <a:spLocks xmlns:a="http://schemas.openxmlformats.org/drawingml/2006/main" noGrp="1"/>
          </p:cNvSpPr>
          <p:nvPr/>
        </p:nvSpPr>
        <p:spPr>
          <a:xfrm xmlns:a="http://schemas.openxmlformats.org/drawingml/2006/main">
            <a:off x="4371975" y="2838450"/>
            <a:ext cx="95250" cy="95250"/>
          </a:xfrm>
          <a:prstGeom xmlns:a="http://schemas.openxmlformats.org/drawingml/2006/main" prst="ellipse">
            <a:avLst/>
          </a:prstGeom>
          <a:solidFill xmlns:a="http://schemas.openxmlformats.org/drawingml/2006/main">
            <a:srgbClr val="0B6F79"/>
          </a:solidFill>
          <a:ln xmlns:a="http://schemas.openxmlformats.org/drawingml/2006/main" w="9525">
            <a:solidFill>
              <a:srgbClr val="0B6F79"/>
            </a:solidFill>
          </a:ln>
        </p:spPr>
      </p:sp>
      <p:sp>
        <p:nvSpPr>
          <p:cNvPr id="52" name="ellipse-5-51">
            <a:extLst xmlns:a="http://schemas.openxmlformats.org/drawingml/2006/main">
              <a:ext uri="{FF2B5EF4-FFF2-40B4-BE49-F238E27FC236}">
                <a16:creationId xmlns:a16="http://schemas.microsoft.com/office/drawing/2014/main" id="{30C5E01A-0247-4029-BB92-CAF1515DF915}"/>
              </a:ext>
            </a:extLst>
          </p:cNvPr>
          <p:cNvSpPr>
            <a:spLocks xmlns:a="http://schemas.openxmlformats.org/drawingml/2006/main" noGrp="1"/>
          </p:cNvSpPr>
          <p:nvPr/>
        </p:nvSpPr>
        <p:spPr>
          <a:xfrm xmlns:a="http://schemas.openxmlformats.org/drawingml/2006/main">
            <a:off x="4638675" y="2838450"/>
            <a:ext cx="95250" cy="95250"/>
          </a:xfrm>
          <a:prstGeom xmlns:a="http://schemas.openxmlformats.org/drawingml/2006/main" prst="ellipse">
            <a:avLst/>
          </a:prstGeom>
          <a:solidFill xmlns:a="http://schemas.openxmlformats.org/drawingml/2006/main">
            <a:srgbClr val="0B6F79"/>
          </a:solidFill>
          <a:ln xmlns:a="http://schemas.openxmlformats.org/drawingml/2006/main" w="9525">
            <a:solidFill>
              <a:srgbClr val="0B6F79"/>
            </a:solidFill>
          </a:ln>
        </p:spPr>
      </p:sp>
      <p:sp>
        <p:nvSpPr>
          <p:cNvPr id="53" name="text-5-52">
            <a:extLst xmlns:a="http://schemas.openxmlformats.org/drawingml/2006/main">
              <a:ext uri="{FF2B5EF4-FFF2-40B4-BE49-F238E27FC236}">
                <a16:creationId xmlns:a16="http://schemas.microsoft.com/office/drawing/2014/main" id="{434D17EE-ADFB-4293-A2C0-9C3EBEB09527}"/>
              </a:ext>
            </a:extLst>
          </p:cNvPr>
          <p:cNvSpPr>
            <a:spLocks xmlns:a="http://schemas.openxmlformats.org/drawingml/2006/main" noGrp="1"/>
          </p:cNvSpPr>
          <p:nvPr/>
        </p:nvSpPr>
        <p:spPr>
          <a:xfrm xmlns:a="http://schemas.openxmlformats.org/drawingml/2006/main">
            <a:off x="4305300" y="334327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Sensor-layout</a:t>
            </a:r>
          </a:p>
        </p:txBody>
      </p:sp>
      <p:sp>
        <p:nvSpPr>
          <p:cNvPr id="54" name="text-5-53">
            <a:extLst xmlns:a="http://schemas.openxmlformats.org/drawingml/2006/main">
              <a:ext uri="{FF2B5EF4-FFF2-40B4-BE49-F238E27FC236}">
                <a16:creationId xmlns:a16="http://schemas.microsoft.com/office/drawing/2014/main" id="{86223D45-086F-4D80-9D8E-A07AFED98368}"/>
              </a:ext>
            </a:extLst>
          </p:cNvPr>
          <p:cNvSpPr>
            <a:spLocks xmlns:a="http://schemas.openxmlformats.org/drawingml/2006/main" noGrp="1"/>
          </p:cNvSpPr>
          <p:nvPr/>
        </p:nvSpPr>
        <p:spPr>
          <a:xfrm xmlns:a="http://schemas.openxmlformats.org/drawingml/2006/main">
            <a:off x="4305300" y="3624453"/>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modelling</a:t>
            </a:r>
          </a:p>
        </p:txBody>
      </p:sp>
      <p:sp>
        <p:nvSpPr>
          <p:cNvPr id="55" name="text-5-54">
            <a:extLst xmlns:a="http://schemas.openxmlformats.org/drawingml/2006/main">
              <a:ext uri="{FF2B5EF4-FFF2-40B4-BE49-F238E27FC236}">
                <a16:creationId xmlns:a16="http://schemas.microsoft.com/office/drawing/2014/main" id="{135970B8-244A-4A73-974A-F7911BF05BA4}"/>
              </a:ext>
            </a:extLst>
          </p:cNvPr>
          <p:cNvSpPr>
            <a:spLocks xmlns:a="http://schemas.openxmlformats.org/drawingml/2006/main" noGrp="1"/>
          </p:cNvSpPr>
          <p:nvPr/>
        </p:nvSpPr>
        <p:spPr>
          <a:xfrm xmlns:a="http://schemas.openxmlformats.org/drawingml/2006/main">
            <a:off x="4305300" y="4038600"/>
            <a:ext cx="17526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Fixed circular discs</a:t>
            </a:r>
          </a:p>
        </p:txBody>
      </p:sp>
      <p:sp>
        <p:nvSpPr>
          <p:cNvPr id="56" name="line-5-55">
            <a:extLst xmlns:a="http://schemas.openxmlformats.org/drawingml/2006/main">
              <a:ext uri="{FF2B5EF4-FFF2-40B4-BE49-F238E27FC236}">
                <a16:creationId xmlns:a16="http://schemas.microsoft.com/office/drawing/2014/main" id="{B71F8D26-366F-41BF-8807-E45DBF13771B}"/>
              </a:ext>
            </a:extLst>
          </p:cNvPr>
          <p:cNvSpPr>
            <a:spLocks xmlns:a="http://schemas.openxmlformats.org/drawingml/2006/main" noGrp="1"/>
          </p:cNvSpPr>
          <p:nvPr/>
        </p:nvSpPr>
        <p:spPr>
          <a:xfrm xmlns:a="http://schemas.openxmlformats.org/drawingml/2006/main">
            <a:off x="5048250" y="2781300"/>
            <a:ext cx="914400" cy="95"/>
          </a:xfrm>
          <a:custGeom xmlns:a="http://schemas.openxmlformats.org/drawingml/2006/main">
            <a:pathLst>
              <a:path w="914400" h="95">
                <a:moveTo>
                  <a:pt x="0" y="0"/>
                </a:moveTo>
                <a:lnTo>
                  <a:pt x="914400" y="95"/>
                </a:lnTo>
              </a:path>
            </a:pathLst>
          </a:custGeom>
          <a:noFill xmlns:a="http://schemas.openxmlformats.org/drawingml/2006/main"/>
          <a:ln xmlns:a="http://schemas.openxmlformats.org/drawingml/2006/main" w="19050">
            <a:solidFill>
              <a:srgbClr val="0B6F79"/>
            </a:solidFill>
          </a:ln>
        </p:spPr>
      </p:sp>
      <p:sp>
        <p:nvSpPr>
          <p:cNvPr id="57" name="line-5-56">
            <a:extLst xmlns:a="http://schemas.openxmlformats.org/drawingml/2006/main">
              <a:ext uri="{FF2B5EF4-FFF2-40B4-BE49-F238E27FC236}">
                <a16:creationId xmlns:a16="http://schemas.microsoft.com/office/drawing/2014/main" id="{E6B0BF9F-AC81-47E4-AAA9-1C3A777ED7C8}"/>
              </a:ext>
            </a:extLst>
          </p:cNvPr>
          <p:cNvSpPr>
            <a:spLocks xmlns:a="http://schemas.openxmlformats.org/drawingml/2006/main" noGrp="1"/>
          </p:cNvSpPr>
          <p:nvPr/>
        </p:nvSpPr>
        <p:spPr>
          <a:xfrm xmlns:a="http://schemas.openxmlformats.org/drawingml/2006/main">
            <a:off x="5887419" y="278130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58" name="line-5-57">
            <a:extLst xmlns:a="http://schemas.openxmlformats.org/drawingml/2006/main">
              <a:ext uri="{FF2B5EF4-FFF2-40B4-BE49-F238E27FC236}">
                <a16:creationId xmlns:a16="http://schemas.microsoft.com/office/drawing/2014/main" id="{1C5FBC8C-AA08-4B86-963F-E24AF723D483}"/>
              </a:ext>
            </a:extLst>
          </p:cNvPr>
          <p:cNvSpPr>
            <a:spLocks xmlns:a="http://schemas.openxmlformats.org/drawingml/2006/main" noGrp="1"/>
          </p:cNvSpPr>
          <p:nvPr/>
        </p:nvSpPr>
        <p:spPr>
          <a:xfrm xmlns:a="http://schemas.openxmlformats.org/drawingml/2006/main">
            <a:off x="5887419" y="274020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59" name="text-5-58">
            <a:extLst xmlns:a="http://schemas.openxmlformats.org/drawingml/2006/main">
              <a:ext uri="{FF2B5EF4-FFF2-40B4-BE49-F238E27FC236}">
                <a16:creationId xmlns:a16="http://schemas.microsoft.com/office/drawing/2014/main" id="{07CB8E02-FC02-43C1-AF03-A4A99ADC0B91}"/>
              </a:ext>
            </a:extLst>
          </p:cNvPr>
          <p:cNvSpPr>
            <a:spLocks xmlns:a="http://schemas.openxmlformats.org/drawingml/2006/main" noGrp="1"/>
          </p:cNvSpPr>
          <p:nvPr/>
        </p:nvSpPr>
        <p:spPr>
          <a:xfrm xmlns:a="http://schemas.openxmlformats.org/drawingml/2006/main">
            <a:off x="5057775" y="2419350"/>
            <a:ext cx="10477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08535B"/>
                </a:solidFill>
                <a:latin typeface="IBM Plex Sans"/>
                <a:ea typeface="IBM Plex Sans"/>
                <a:cs typeface="IBM Plex Sans"/>
              </a:defRPr>
            </a:pPr>
            <a:r>
              <a:rPr sz="1275" b="0">
                <a:solidFill>
                  <a:srgbClr val="08535B"/>
                </a:solidFill>
                <a:latin typeface="IBM Plex Sans"/>
                <a:ea typeface="IBM Plex Sans"/>
                <a:cs typeface="IBM Plex Sans"/>
              </a:rPr>
              <a:t>masks</a:t>
            </a:r>
          </a:p>
        </p:txBody>
      </p:sp>
      <p:sp>
        <p:nvSpPr>
          <p:cNvPr id="60" name="rect-5-59">
            <a:extLst xmlns:a="http://schemas.openxmlformats.org/drawingml/2006/main">
              <a:ext uri="{FF2B5EF4-FFF2-40B4-BE49-F238E27FC236}">
                <a16:creationId xmlns:a16="http://schemas.microsoft.com/office/drawing/2014/main" id="{525E0691-5607-439E-9361-795BC0F0486C}"/>
              </a:ext>
            </a:extLst>
          </p:cNvPr>
          <p:cNvSpPr>
            <a:spLocks xmlns:a="http://schemas.openxmlformats.org/drawingml/2006/main" noGrp="1"/>
          </p:cNvSpPr>
          <p:nvPr/>
        </p:nvSpPr>
        <p:spPr>
          <a:xfrm xmlns:a="http://schemas.openxmlformats.org/drawingml/2006/main">
            <a:off x="6191250" y="250507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61" name="rect-5-60">
            <a:extLst xmlns:a="http://schemas.openxmlformats.org/drawingml/2006/main">
              <a:ext uri="{FF2B5EF4-FFF2-40B4-BE49-F238E27FC236}">
                <a16:creationId xmlns:a16="http://schemas.microsoft.com/office/drawing/2014/main" id="{7287AFAD-D316-4C55-B36A-39266ADE4E30}"/>
              </a:ext>
            </a:extLst>
          </p:cNvPr>
          <p:cNvSpPr>
            <a:spLocks xmlns:a="http://schemas.openxmlformats.org/drawingml/2006/main" noGrp="1"/>
          </p:cNvSpPr>
          <p:nvPr/>
        </p:nvSpPr>
        <p:spPr>
          <a:xfrm xmlns:a="http://schemas.openxmlformats.org/drawingml/2006/main">
            <a:off x="6315075" y="250507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62" name="rect-5-61">
            <a:extLst xmlns:a="http://schemas.openxmlformats.org/drawingml/2006/main">
              <a:ext uri="{FF2B5EF4-FFF2-40B4-BE49-F238E27FC236}">
                <a16:creationId xmlns:a16="http://schemas.microsoft.com/office/drawing/2014/main" id="{61698D18-2379-40EA-82B7-72F9F4B0B50D}"/>
              </a:ext>
            </a:extLst>
          </p:cNvPr>
          <p:cNvSpPr>
            <a:spLocks xmlns:a="http://schemas.openxmlformats.org/drawingml/2006/main" noGrp="1"/>
          </p:cNvSpPr>
          <p:nvPr/>
        </p:nvSpPr>
        <p:spPr>
          <a:xfrm xmlns:a="http://schemas.openxmlformats.org/drawingml/2006/main">
            <a:off x="6438900" y="250507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63" name="rect-5-62">
            <a:extLst xmlns:a="http://schemas.openxmlformats.org/drawingml/2006/main">
              <a:ext uri="{FF2B5EF4-FFF2-40B4-BE49-F238E27FC236}">
                <a16:creationId xmlns:a16="http://schemas.microsoft.com/office/drawing/2014/main" id="{959A4B35-1967-4D9F-81F3-FCED45ED541F}"/>
              </a:ext>
            </a:extLst>
          </p:cNvPr>
          <p:cNvSpPr>
            <a:spLocks xmlns:a="http://schemas.openxmlformats.org/drawingml/2006/main" noGrp="1"/>
          </p:cNvSpPr>
          <p:nvPr/>
        </p:nvSpPr>
        <p:spPr>
          <a:xfrm xmlns:a="http://schemas.openxmlformats.org/drawingml/2006/main">
            <a:off x="6562725" y="250507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64" name="rect-5-63">
            <a:extLst xmlns:a="http://schemas.openxmlformats.org/drawingml/2006/main">
              <a:ext uri="{FF2B5EF4-FFF2-40B4-BE49-F238E27FC236}">
                <a16:creationId xmlns:a16="http://schemas.microsoft.com/office/drawing/2014/main" id="{9EFC4901-4490-4590-B7F5-B3DDAF0AAFD1}"/>
              </a:ext>
            </a:extLst>
          </p:cNvPr>
          <p:cNvSpPr>
            <a:spLocks xmlns:a="http://schemas.openxmlformats.org/drawingml/2006/main" noGrp="1"/>
          </p:cNvSpPr>
          <p:nvPr/>
        </p:nvSpPr>
        <p:spPr>
          <a:xfrm xmlns:a="http://schemas.openxmlformats.org/drawingml/2006/main">
            <a:off x="6191250" y="262890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65" name="rect-5-64">
            <a:extLst xmlns:a="http://schemas.openxmlformats.org/drawingml/2006/main">
              <a:ext uri="{FF2B5EF4-FFF2-40B4-BE49-F238E27FC236}">
                <a16:creationId xmlns:a16="http://schemas.microsoft.com/office/drawing/2014/main" id="{F13D89CE-1754-4591-A91F-760225C9A642}"/>
              </a:ext>
            </a:extLst>
          </p:cNvPr>
          <p:cNvSpPr>
            <a:spLocks xmlns:a="http://schemas.openxmlformats.org/drawingml/2006/main" noGrp="1"/>
          </p:cNvSpPr>
          <p:nvPr/>
        </p:nvSpPr>
        <p:spPr>
          <a:xfrm xmlns:a="http://schemas.openxmlformats.org/drawingml/2006/main">
            <a:off x="6315075" y="262890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66" name="rect-5-65">
            <a:extLst xmlns:a="http://schemas.openxmlformats.org/drawingml/2006/main">
              <a:ext uri="{FF2B5EF4-FFF2-40B4-BE49-F238E27FC236}">
                <a16:creationId xmlns:a16="http://schemas.microsoft.com/office/drawing/2014/main" id="{ECAB2FA5-509C-45BF-BD44-D1F636D850C2}"/>
              </a:ext>
            </a:extLst>
          </p:cNvPr>
          <p:cNvSpPr>
            <a:spLocks xmlns:a="http://schemas.openxmlformats.org/drawingml/2006/main" noGrp="1"/>
          </p:cNvSpPr>
          <p:nvPr/>
        </p:nvSpPr>
        <p:spPr>
          <a:xfrm xmlns:a="http://schemas.openxmlformats.org/drawingml/2006/main">
            <a:off x="6438900" y="262890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67" name="rect-5-66">
            <a:extLst xmlns:a="http://schemas.openxmlformats.org/drawingml/2006/main">
              <a:ext uri="{FF2B5EF4-FFF2-40B4-BE49-F238E27FC236}">
                <a16:creationId xmlns:a16="http://schemas.microsoft.com/office/drawing/2014/main" id="{0EBDA041-7EA3-43E8-9FA6-5EEDB5187AAE}"/>
              </a:ext>
            </a:extLst>
          </p:cNvPr>
          <p:cNvSpPr>
            <a:spLocks xmlns:a="http://schemas.openxmlformats.org/drawingml/2006/main" noGrp="1"/>
          </p:cNvSpPr>
          <p:nvPr/>
        </p:nvSpPr>
        <p:spPr>
          <a:xfrm xmlns:a="http://schemas.openxmlformats.org/drawingml/2006/main">
            <a:off x="6562725" y="262890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68" name="rect-5-67">
            <a:extLst xmlns:a="http://schemas.openxmlformats.org/drawingml/2006/main">
              <a:ext uri="{FF2B5EF4-FFF2-40B4-BE49-F238E27FC236}">
                <a16:creationId xmlns:a16="http://schemas.microsoft.com/office/drawing/2014/main" id="{DC25B0AC-F462-481F-916C-758ADAF5B65D}"/>
              </a:ext>
            </a:extLst>
          </p:cNvPr>
          <p:cNvSpPr>
            <a:spLocks xmlns:a="http://schemas.openxmlformats.org/drawingml/2006/main" noGrp="1"/>
          </p:cNvSpPr>
          <p:nvPr/>
        </p:nvSpPr>
        <p:spPr>
          <a:xfrm xmlns:a="http://schemas.openxmlformats.org/drawingml/2006/main">
            <a:off x="6191250" y="275272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69" name="rect-5-68">
            <a:extLst xmlns:a="http://schemas.openxmlformats.org/drawingml/2006/main">
              <a:ext uri="{FF2B5EF4-FFF2-40B4-BE49-F238E27FC236}">
                <a16:creationId xmlns:a16="http://schemas.microsoft.com/office/drawing/2014/main" id="{13B0BA27-510C-4983-91A3-00C4F0AD2724}"/>
              </a:ext>
            </a:extLst>
          </p:cNvPr>
          <p:cNvSpPr>
            <a:spLocks xmlns:a="http://schemas.openxmlformats.org/drawingml/2006/main" noGrp="1"/>
          </p:cNvSpPr>
          <p:nvPr/>
        </p:nvSpPr>
        <p:spPr>
          <a:xfrm xmlns:a="http://schemas.openxmlformats.org/drawingml/2006/main">
            <a:off x="6315075" y="275272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70" name="rect-5-69">
            <a:extLst xmlns:a="http://schemas.openxmlformats.org/drawingml/2006/main">
              <a:ext uri="{FF2B5EF4-FFF2-40B4-BE49-F238E27FC236}">
                <a16:creationId xmlns:a16="http://schemas.microsoft.com/office/drawing/2014/main" id="{40A1B753-9144-4598-A65E-9F2B1A08C348}"/>
              </a:ext>
            </a:extLst>
          </p:cNvPr>
          <p:cNvSpPr>
            <a:spLocks xmlns:a="http://schemas.openxmlformats.org/drawingml/2006/main" noGrp="1"/>
          </p:cNvSpPr>
          <p:nvPr/>
        </p:nvSpPr>
        <p:spPr>
          <a:xfrm xmlns:a="http://schemas.openxmlformats.org/drawingml/2006/main">
            <a:off x="6438900" y="275272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71" name="rect-5-70">
            <a:extLst xmlns:a="http://schemas.openxmlformats.org/drawingml/2006/main">
              <a:ext uri="{FF2B5EF4-FFF2-40B4-BE49-F238E27FC236}">
                <a16:creationId xmlns:a16="http://schemas.microsoft.com/office/drawing/2014/main" id="{E7ED283F-15F1-49E4-B9A6-DA1F23C82A77}"/>
              </a:ext>
            </a:extLst>
          </p:cNvPr>
          <p:cNvSpPr>
            <a:spLocks xmlns:a="http://schemas.openxmlformats.org/drawingml/2006/main" noGrp="1"/>
          </p:cNvSpPr>
          <p:nvPr/>
        </p:nvSpPr>
        <p:spPr>
          <a:xfrm xmlns:a="http://schemas.openxmlformats.org/drawingml/2006/main">
            <a:off x="6562725" y="2752725"/>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72" name="rect-5-71">
            <a:extLst xmlns:a="http://schemas.openxmlformats.org/drawingml/2006/main">
              <a:ext uri="{FF2B5EF4-FFF2-40B4-BE49-F238E27FC236}">
                <a16:creationId xmlns:a16="http://schemas.microsoft.com/office/drawing/2014/main" id="{8D28B55E-817C-43BA-9A8C-42FB8785BE05}"/>
              </a:ext>
            </a:extLst>
          </p:cNvPr>
          <p:cNvSpPr>
            <a:spLocks xmlns:a="http://schemas.openxmlformats.org/drawingml/2006/main" noGrp="1"/>
          </p:cNvSpPr>
          <p:nvPr/>
        </p:nvSpPr>
        <p:spPr>
          <a:xfrm xmlns:a="http://schemas.openxmlformats.org/drawingml/2006/main">
            <a:off x="6191250" y="287655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73" name="rect-5-72">
            <a:extLst xmlns:a="http://schemas.openxmlformats.org/drawingml/2006/main">
              <a:ext uri="{FF2B5EF4-FFF2-40B4-BE49-F238E27FC236}">
                <a16:creationId xmlns:a16="http://schemas.microsoft.com/office/drawing/2014/main" id="{D5C5DCC5-AD81-437A-9B39-D1A44809F3B7}"/>
              </a:ext>
            </a:extLst>
          </p:cNvPr>
          <p:cNvSpPr>
            <a:spLocks xmlns:a="http://schemas.openxmlformats.org/drawingml/2006/main" noGrp="1"/>
          </p:cNvSpPr>
          <p:nvPr/>
        </p:nvSpPr>
        <p:spPr>
          <a:xfrm xmlns:a="http://schemas.openxmlformats.org/drawingml/2006/main">
            <a:off x="6315075" y="287655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74" name="rect-5-73">
            <a:extLst xmlns:a="http://schemas.openxmlformats.org/drawingml/2006/main">
              <a:ext uri="{FF2B5EF4-FFF2-40B4-BE49-F238E27FC236}">
                <a16:creationId xmlns:a16="http://schemas.microsoft.com/office/drawing/2014/main" id="{37A5CEE4-E475-4F8A-AF9E-F8DA2C15AE8C}"/>
              </a:ext>
            </a:extLst>
          </p:cNvPr>
          <p:cNvSpPr>
            <a:spLocks xmlns:a="http://schemas.openxmlformats.org/drawingml/2006/main" noGrp="1"/>
          </p:cNvSpPr>
          <p:nvPr/>
        </p:nvSpPr>
        <p:spPr>
          <a:xfrm xmlns:a="http://schemas.openxmlformats.org/drawingml/2006/main">
            <a:off x="6438900" y="287655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75" name="rect-5-74">
            <a:extLst xmlns:a="http://schemas.openxmlformats.org/drawingml/2006/main">
              <a:ext uri="{FF2B5EF4-FFF2-40B4-BE49-F238E27FC236}">
                <a16:creationId xmlns:a16="http://schemas.microsoft.com/office/drawing/2014/main" id="{0F2DA1B7-CC0A-4196-A533-0FD00C9589F1}"/>
              </a:ext>
            </a:extLst>
          </p:cNvPr>
          <p:cNvSpPr>
            <a:spLocks xmlns:a="http://schemas.openxmlformats.org/drawingml/2006/main" noGrp="1"/>
          </p:cNvSpPr>
          <p:nvPr/>
        </p:nvSpPr>
        <p:spPr>
          <a:xfrm xmlns:a="http://schemas.openxmlformats.org/drawingml/2006/main">
            <a:off x="6562725" y="2876550"/>
            <a:ext cx="123825" cy="123825"/>
          </a:xfrm>
          <a:prstGeom xmlns:a="http://schemas.openxmlformats.org/drawingml/2006/main" prst="rect">
            <a:avLst/>
          </a:prstGeom>
          <a:solidFill xmlns:a="http://schemas.openxmlformats.org/drawingml/2006/main">
            <a:srgbClr val="FFFFFF"/>
          </a:solidFill>
          <a:ln xmlns:a="http://schemas.openxmlformats.org/drawingml/2006/main" w="9525">
            <a:solidFill>
              <a:srgbClr val="CBD8DC"/>
            </a:solidFill>
          </a:ln>
        </p:spPr>
      </p:sp>
      <p:sp>
        <p:nvSpPr>
          <p:cNvPr id="76" name="ellipse-5-75">
            <a:extLst xmlns:a="http://schemas.openxmlformats.org/drawingml/2006/main">
              <a:ext uri="{FF2B5EF4-FFF2-40B4-BE49-F238E27FC236}">
                <a16:creationId xmlns:a16="http://schemas.microsoft.com/office/drawing/2014/main" id="{771B9BEA-8251-4BBF-AF79-4CFC203BC420}"/>
              </a:ext>
            </a:extLst>
          </p:cNvPr>
          <p:cNvSpPr>
            <a:spLocks xmlns:a="http://schemas.openxmlformats.org/drawingml/2006/main" noGrp="1"/>
          </p:cNvSpPr>
          <p:nvPr/>
        </p:nvSpPr>
        <p:spPr>
          <a:xfrm xmlns:a="http://schemas.openxmlformats.org/drawingml/2006/main">
            <a:off x="6238875" y="2552700"/>
            <a:ext cx="400050" cy="400050"/>
          </a:xfrm>
          <a:prstGeom xmlns:a="http://schemas.openxmlformats.org/drawingml/2006/main" prst="ellipse">
            <a:avLst/>
          </a:prstGeom>
          <a:noFill xmlns:a="http://schemas.openxmlformats.org/drawingml/2006/main"/>
          <a:ln xmlns:a="http://schemas.openxmlformats.org/drawingml/2006/main" w="28575">
            <a:solidFill>
              <a:srgbClr val="0B6F79"/>
            </a:solidFill>
          </a:ln>
        </p:spPr>
      </p:sp>
      <p:sp>
        <p:nvSpPr>
          <p:cNvPr id="77" name="text-5-76">
            <a:extLst xmlns:a="http://schemas.openxmlformats.org/drawingml/2006/main">
              <a:ext uri="{FF2B5EF4-FFF2-40B4-BE49-F238E27FC236}">
                <a16:creationId xmlns:a16="http://schemas.microsoft.com/office/drawing/2014/main" id="{F2EEF1B3-536F-4E04-90AE-42C26DD5DEEE}"/>
              </a:ext>
            </a:extLst>
          </p:cNvPr>
          <p:cNvSpPr>
            <a:spLocks xmlns:a="http://schemas.openxmlformats.org/drawingml/2006/main" noGrp="1"/>
          </p:cNvSpPr>
          <p:nvPr/>
        </p:nvSpPr>
        <p:spPr>
          <a:xfrm xmlns:a="http://schemas.openxmlformats.org/drawingml/2006/main">
            <a:off x="6191250" y="334327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Overlap</a:t>
            </a:r>
          </a:p>
        </p:txBody>
      </p:sp>
      <p:sp>
        <p:nvSpPr>
          <p:cNvPr id="78" name="text-5-77">
            <a:extLst xmlns:a="http://schemas.openxmlformats.org/drawingml/2006/main">
              <a:ext uri="{FF2B5EF4-FFF2-40B4-BE49-F238E27FC236}">
                <a16:creationId xmlns:a16="http://schemas.microsoft.com/office/drawing/2014/main" id="{061EAC36-969B-4970-A7B4-28DD4CDE0CF9}"/>
              </a:ext>
            </a:extLst>
          </p:cNvPr>
          <p:cNvSpPr>
            <a:spLocks xmlns:a="http://schemas.openxmlformats.org/drawingml/2006/main" noGrp="1"/>
          </p:cNvSpPr>
          <p:nvPr/>
        </p:nvSpPr>
        <p:spPr>
          <a:xfrm xmlns:a="http://schemas.openxmlformats.org/drawingml/2006/main">
            <a:off x="6191250" y="3624453"/>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analysis</a:t>
            </a:r>
          </a:p>
        </p:txBody>
      </p:sp>
      <p:sp>
        <p:nvSpPr>
          <p:cNvPr id="79" name="text-5-78">
            <a:extLst xmlns:a="http://schemas.openxmlformats.org/drawingml/2006/main">
              <a:ext uri="{FF2B5EF4-FFF2-40B4-BE49-F238E27FC236}">
                <a16:creationId xmlns:a16="http://schemas.microsoft.com/office/drawing/2014/main" id="{848AA5FC-18A3-4376-ABCB-740E26686503}"/>
              </a:ext>
            </a:extLst>
          </p:cNvPr>
          <p:cNvSpPr>
            <a:spLocks xmlns:a="http://schemas.openxmlformats.org/drawingml/2006/main" noGrp="1"/>
          </p:cNvSpPr>
          <p:nvPr/>
        </p:nvSpPr>
        <p:spPr>
          <a:xfrm xmlns:a="http://schemas.openxmlformats.org/drawingml/2006/main">
            <a:off x="6191250" y="4038600"/>
            <a:ext cx="17526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Fractional cell area</a:t>
            </a:r>
          </a:p>
        </p:txBody>
      </p:sp>
      <p:sp>
        <p:nvSpPr>
          <p:cNvPr id="80" name="line-5-79">
            <a:extLst xmlns:a="http://schemas.openxmlformats.org/drawingml/2006/main">
              <a:ext uri="{FF2B5EF4-FFF2-40B4-BE49-F238E27FC236}">
                <a16:creationId xmlns:a16="http://schemas.microsoft.com/office/drawing/2014/main" id="{40B057B2-EE74-4657-A2DE-9844F15BCCD5}"/>
              </a:ext>
            </a:extLst>
          </p:cNvPr>
          <p:cNvSpPr>
            <a:spLocks xmlns:a="http://schemas.openxmlformats.org/drawingml/2006/main" noGrp="1"/>
          </p:cNvSpPr>
          <p:nvPr/>
        </p:nvSpPr>
        <p:spPr>
          <a:xfrm xmlns:a="http://schemas.openxmlformats.org/drawingml/2006/main">
            <a:off x="6934200" y="2781300"/>
            <a:ext cx="914400" cy="95"/>
          </a:xfrm>
          <a:custGeom xmlns:a="http://schemas.openxmlformats.org/drawingml/2006/main">
            <a:pathLst>
              <a:path w="914400" h="95">
                <a:moveTo>
                  <a:pt x="0" y="0"/>
                </a:moveTo>
                <a:lnTo>
                  <a:pt x="914400" y="95"/>
                </a:lnTo>
              </a:path>
            </a:pathLst>
          </a:custGeom>
          <a:noFill xmlns:a="http://schemas.openxmlformats.org/drawingml/2006/main"/>
          <a:ln xmlns:a="http://schemas.openxmlformats.org/drawingml/2006/main" w="19050">
            <a:solidFill>
              <a:srgbClr val="0B6F79"/>
            </a:solidFill>
          </a:ln>
        </p:spPr>
      </p:sp>
      <p:sp>
        <p:nvSpPr>
          <p:cNvPr id="81" name="line-5-80">
            <a:extLst xmlns:a="http://schemas.openxmlformats.org/drawingml/2006/main">
              <a:ext uri="{FF2B5EF4-FFF2-40B4-BE49-F238E27FC236}">
                <a16:creationId xmlns:a16="http://schemas.microsoft.com/office/drawing/2014/main" id="{090BBB2E-1B16-48F0-86EF-E72FE654C92F}"/>
              </a:ext>
            </a:extLst>
          </p:cNvPr>
          <p:cNvSpPr>
            <a:spLocks xmlns:a="http://schemas.openxmlformats.org/drawingml/2006/main" noGrp="1"/>
          </p:cNvSpPr>
          <p:nvPr/>
        </p:nvSpPr>
        <p:spPr>
          <a:xfrm xmlns:a="http://schemas.openxmlformats.org/drawingml/2006/main">
            <a:off x="7773369" y="278130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82" name="line-5-81">
            <a:extLst xmlns:a="http://schemas.openxmlformats.org/drawingml/2006/main">
              <a:ext uri="{FF2B5EF4-FFF2-40B4-BE49-F238E27FC236}">
                <a16:creationId xmlns:a16="http://schemas.microsoft.com/office/drawing/2014/main" id="{36456C33-DE49-46B5-85DA-E1D46A5B53EC}"/>
              </a:ext>
            </a:extLst>
          </p:cNvPr>
          <p:cNvSpPr>
            <a:spLocks xmlns:a="http://schemas.openxmlformats.org/drawingml/2006/main" noGrp="1"/>
          </p:cNvSpPr>
          <p:nvPr/>
        </p:nvSpPr>
        <p:spPr>
          <a:xfrm xmlns:a="http://schemas.openxmlformats.org/drawingml/2006/main">
            <a:off x="7773369" y="274020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83" name="text-5-82">
            <a:extLst xmlns:a="http://schemas.openxmlformats.org/drawingml/2006/main">
              <a:ext uri="{FF2B5EF4-FFF2-40B4-BE49-F238E27FC236}">
                <a16:creationId xmlns:a16="http://schemas.microsoft.com/office/drawing/2014/main" id="{A2447AC7-7B31-4DC0-8321-C59ECC105228}"/>
              </a:ext>
            </a:extLst>
          </p:cNvPr>
          <p:cNvSpPr>
            <a:spLocks xmlns:a="http://schemas.openxmlformats.org/drawingml/2006/main" noGrp="1"/>
          </p:cNvSpPr>
          <p:nvPr/>
        </p:nvSpPr>
        <p:spPr>
          <a:xfrm xmlns:a="http://schemas.openxmlformats.org/drawingml/2006/main">
            <a:off x="6943725" y="2419350"/>
            <a:ext cx="10477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08535B"/>
                </a:solidFill>
                <a:latin typeface="IBM Plex Sans"/>
                <a:ea typeface="IBM Plex Sans"/>
                <a:cs typeface="IBM Plex Sans"/>
              </a:defRPr>
            </a:pPr>
            <a:r>
              <a:rPr sz="1275" b="0">
                <a:solidFill>
                  <a:srgbClr val="08535B"/>
                </a:solidFill>
                <a:latin typeface="IBM Plex Sans"/>
                <a:ea typeface="IBM Plex Sans"/>
                <a:cs typeface="IBM Plex Sans"/>
              </a:rPr>
              <a:t>scores</a:t>
            </a:r>
          </a:p>
        </p:txBody>
      </p:sp>
      <p:sp>
        <p:nvSpPr>
          <p:cNvPr id="84" name="ellipse-5-83">
            <a:extLst xmlns:a="http://schemas.openxmlformats.org/drawingml/2006/main">
              <a:ext uri="{FF2B5EF4-FFF2-40B4-BE49-F238E27FC236}">
                <a16:creationId xmlns:a16="http://schemas.microsoft.com/office/drawing/2014/main" id="{8A89B3D7-417D-47C7-9C5D-75D149D60B5F}"/>
              </a:ext>
            </a:extLst>
          </p:cNvPr>
          <p:cNvSpPr>
            <a:spLocks xmlns:a="http://schemas.openxmlformats.org/drawingml/2006/main" noGrp="1"/>
          </p:cNvSpPr>
          <p:nvPr/>
        </p:nvSpPr>
        <p:spPr>
          <a:xfrm xmlns:a="http://schemas.openxmlformats.org/drawingml/2006/main">
            <a:off x="8039100" y="246697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B6F79"/>
            </a:solidFill>
          </a:ln>
        </p:spPr>
      </p:sp>
      <p:sp>
        <p:nvSpPr>
          <p:cNvPr id="85" name="line-5-84">
            <a:extLst xmlns:a="http://schemas.openxmlformats.org/drawingml/2006/main">
              <a:ext uri="{FF2B5EF4-FFF2-40B4-BE49-F238E27FC236}">
                <a16:creationId xmlns:a16="http://schemas.microsoft.com/office/drawing/2014/main" id="{2941B39B-CD59-4358-9BEF-0A918C2298F2}"/>
              </a:ext>
            </a:extLst>
          </p:cNvPr>
          <p:cNvSpPr>
            <a:spLocks xmlns:a="http://schemas.openxmlformats.org/drawingml/2006/main" noGrp="1"/>
          </p:cNvSpPr>
          <p:nvPr/>
        </p:nvSpPr>
        <p:spPr>
          <a:xfrm xmlns:a="http://schemas.openxmlformats.org/drawingml/2006/main">
            <a:off x="8134350" y="2505075"/>
            <a:ext cx="409575" cy="209550"/>
          </a:xfrm>
          <a:custGeom xmlns:a="http://schemas.openxmlformats.org/drawingml/2006/main">
            <a:pathLst>
              <a:path w="409575" h="209550">
                <a:moveTo>
                  <a:pt x="0" y="0"/>
                </a:moveTo>
                <a:lnTo>
                  <a:pt x="409575" y="209550"/>
                </a:lnTo>
              </a:path>
            </a:pathLst>
          </a:custGeom>
          <a:noFill xmlns:a="http://schemas.openxmlformats.org/drawingml/2006/main"/>
          <a:ln xmlns:a="http://schemas.openxmlformats.org/drawingml/2006/main" w="9525">
            <a:solidFill>
              <a:srgbClr val="0B6F79"/>
            </a:solidFill>
          </a:ln>
        </p:spPr>
      </p:sp>
      <p:sp>
        <p:nvSpPr>
          <p:cNvPr id="86" name="ellipse-5-85">
            <a:extLst xmlns:a="http://schemas.openxmlformats.org/drawingml/2006/main">
              <a:ext uri="{FF2B5EF4-FFF2-40B4-BE49-F238E27FC236}">
                <a16:creationId xmlns:a16="http://schemas.microsoft.com/office/drawing/2014/main" id="{B2419983-2328-4D9C-B04F-A79A327145AA}"/>
              </a:ext>
            </a:extLst>
          </p:cNvPr>
          <p:cNvSpPr>
            <a:spLocks xmlns:a="http://schemas.openxmlformats.org/drawingml/2006/main" noGrp="1"/>
          </p:cNvSpPr>
          <p:nvPr/>
        </p:nvSpPr>
        <p:spPr>
          <a:xfrm xmlns:a="http://schemas.openxmlformats.org/drawingml/2006/main">
            <a:off x="8039100" y="267652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B6F79"/>
            </a:solidFill>
          </a:ln>
        </p:spPr>
      </p:sp>
      <p:sp>
        <p:nvSpPr>
          <p:cNvPr id="87" name="line-5-86">
            <a:extLst xmlns:a="http://schemas.openxmlformats.org/drawingml/2006/main">
              <a:ext uri="{FF2B5EF4-FFF2-40B4-BE49-F238E27FC236}">
                <a16:creationId xmlns:a16="http://schemas.microsoft.com/office/drawing/2014/main" id="{85DDC02B-21AB-4EFF-B802-8B7D59731043}"/>
              </a:ext>
            </a:extLst>
          </p:cNvPr>
          <p:cNvSpPr>
            <a:spLocks xmlns:a="http://schemas.openxmlformats.org/drawingml/2006/main" noGrp="1"/>
          </p:cNvSpPr>
          <p:nvPr/>
        </p:nvSpPr>
        <p:spPr>
          <a:xfrm xmlns:a="http://schemas.openxmlformats.org/drawingml/2006/main">
            <a:off x="8134350" y="2714625"/>
            <a:ext cx="409575" cy="95"/>
          </a:xfrm>
          <a:custGeom xmlns:a="http://schemas.openxmlformats.org/drawingml/2006/main">
            <a:pathLst>
              <a:path w="409575" h="95">
                <a:moveTo>
                  <a:pt x="0" y="0"/>
                </a:moveTo>
                <a:lnTo>
                  <a:pt x="409575" y="95"/>
                </a:lnTo>
              </a:path>
            </a:pathLst>
          </a:custGeom>
          <a:noFill xmlns:a="http://schemas.openxmlformats.org/drawingml/2006/main"/>
          <a:ln xmlns:a="http://schemas.openxmlformats.org/drawingml/2006/main" w="9525">
            <a:solidFill>
              <a:srgbClr val="0B6F79"/>
            </a:solidFill>
          </a:ln>
        </p:spPr>
      </p:sp>
      <p:sp>
        <p:nvSpPr>
          <p:cNvPr id="88" name="ellipse-5-87">
            <a:extLst xmlns:a="http://schemas.openxmlformats.org/drawingml/2006/main">
              <a:ext uri="{FF2B5EF4-FFF2-40B4-BE49-F238E27FC236}">
                <a16:creationId xmlns:a16="http://schemas.microsoft.com/office/drawing/2014/main" id="{312F0FAC-5EBC-47BF-9CCB-DE34EF3B8AF8}"/>
              </a:ext>
            </a:extLst>
          </p:cNvPr>
          <p:cNvSpPr>
            <a:spLocks xmlns:a="http://schemas.openxmlformats.org/drawingml/2006/main" noGrp="1"/>
          </p:cNvSpPr>
          <p:nvPr/>
        </p:nvSpPr>
        <p:spPr>
          <a:xfrm xmlns:a="http://schemas.openxmlformats.org/drawingml/2006/main">
            <a:off x="8039100" y="2886075"/>
            <a:ext cx="76200" cy="76200"/>
          </a:xfrm>
          <a:prstGeom xmlns:a="http://schemas.openxmlformats.org/drawingml/2006/main" prst="ellipse">
            <a:avLst/>
          </a:prstGeom>
          <a:solidFill xmlns:a="http://schemas.openxmlformats.org/drawingml/2006/main">
            <a:srgbClr val="FFFFFF"/>
          </a:solidFill>
          <a:ln xmlns:a="http://schemas.openxmlformats.org/drawingml/2006/main" w="9525">
            <a:solidFill>
              <a:srgbClr val="0B6F79"/>
            </a:solidFill>
          </a:ln>
        </p:spPr>
      </p:sp>
      <p:sp>
        <p:nvSpPr>
          <p:cNvPr id="89" name="line-5-88">
            <a:extLst xmlns:a="http://schemas.openxmlformats.org/drawingml/2006/main">
              <a:ext uri="{FF2B5EF4-FFF2-40B4-BE49-F238E27FC236}">
                <a16:creationId xmlns:a16="http://schemas.microsoft.com/office/drawing/2014/main" id="{DA5AAE28-A894-4D42-9679-C4F603F7B044}"/>
              </a:ext>
            </a:extLst>
          </p:cNvPr>
          <p:cNvSpPr>
            <a:spLocks xmlns:a="http://schemas.openxmlformats.org/drawingml/2006/main" noGrp="1"/>
          </p:cNvSpPr>
          <p:nvPr/>
        </p:nvSpPr>
        <p:spPr>
          <a:xfrm xmlns:a="http://schemas.openxmlformats.org/drawingml/2006/main">
            <a:off x="8134350" y="2714625"/>
            <a:ext cx="409575" cy="209550"/>
          </a:xfrm>
          <a:custGeom xmlns:a="http://schemas.openxmlformats.org/drawingml/2006/main">
            <a:pathLst>
              <a:path w="409575" h="209550">
                <a:moveTo>
                  <a:pt x="0" y="209550"/>
                </a:moveTo>
                <a:lnTo>
                  <a:pt x="409575" y="0"/>
                </a:lnTo>
              </a:path>
            </a:pathLst>
          </a:custGeom>
          <a:noFill xmlns:a="http://schemas.openxmlformats.org/drawingml/2006/main"/>
          <a:ln xmlns:a="http://schemas.openxmlformats.org/drawingml/2006/main" w="9525">
            <a:solidFill>
              <a:srgbClr val="0B6F79"/>
            </a:solidFill>
          </a:ln>
        </p:spPr>
      </p:sp>
      <p:sp>
        <p:nvSpPr>
          <p:cNvPr id="90" name="ellipse-5-89">
            <a:extLst xmlns:a="http://schemas.openxmlformats.org/drawingml/2006/main">
              <a:ext uri="{FF2B5EF4-FFF2-40B4-BE49-F238E27FC236}">
                <a16:creationId xmlns:a16="http://schemas.microsoft.com/office/drawing/2014/main" id="{1DA60DB5-243E-4C53-94F0-704C1C409AF9}"/>
              </a:ext>
            </a:extLst>
          </p:cNvPr>
          <p:cNvSpPr>
            <a:spLocks xmlns:a="http://schemas.openxmlformats.org/drawingml/2006/main" noGrp="1"/>
          </p:cNvSpPr>
          <p:nvPr/>
        </p:nvSpPr>
        <p:spPr>
          <a:xfrm xmlns:a="http://schemas.openxmlformats.org/drawingml/2006/main">
            <a:off x="8486775" y="2638425"/>
            <a:ext cx="152400" cy="152400"/>
          </a:xfrm>
          <a:prstGeom xmlns:a="http://schemas.openxmlformats.org/drawingml/2006/main" prst="ellipse">
            <a:avLst/>
          </a:prstGeom>
          <a:solidFill xmlns:a="http://schemas.openxmlformats.org/drawingml/2006/main">
            <a:srgbClr val="0B6F79"/>
          </a:solidFill>
          <a:ln xmlns:a="http://schemas.openxmlformats.org/drawingml/2006/main" w="9525">
            <a:solidFill>
              <a:srgbClr val="0B6F79"/>
            </a:solidFill>
          </a:ln>
        </p:spPr>
      </p:sp>
      <p:sp>
        <p:nvSpPr>
          <p:cNvPr id="91" name="text-5-90">
            <a:extLst xmlns:a="http://schemas.openxmlformats.org/drawingml/2006/main">
              <a:ext uri="{FF2B5EF4-FFF2-40B4-BE49-F238E27FC236}">
                <a16:creationId xmlns:a16="http://schemas.microsoft.com/office/drawing/2014/main" id="{A67B0548-714D-4F5B-AF0A-97F442F1674C}"/>
              </a:ext>
            </a:extLst>
          </p:cNvPr>
          <p:cNvSpPr>
            <a:spLocks xmlns:a="http://schemas.openxmlformats.org/drawingml/2006/main" noGrp="1"/>
          </p:cNvSpPr>
          <p:nvPr/>
        </p:nvSpPr>
        <p:spPr>
          <a:xfrm xmlns:a="http://schemas.openxmlformats.org/drawingml/2006/main">
            <a:off x="8077200" y="334327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Aggregation</a:t>
            </a:r>
          </a:p>
        </p:txBody>
      </p:sp>
      <p:sp>
        <p:nvSpPr>
          <p:cNvPr id="92" name="text-5-91">
            <a:extLst xmlns:a="http://schemas.openxmlformats.org/drawingml/2006/main">
              <a:ext uri="{FF2B5EF4-FFF2-40B4-BE49-F238E27FC236}">
                <a16:creationId xmlns:a16="http://schemas.microsoft.com/office/drawing/2014/main" id="{F2A8B554-2001-4E78-BC5F-C9D867F6A188}"/>
              </a:ext>
            </a:extLst>
          </p:cNvPr>
          <p:cNvSpPr>
            <a:spLocks xmlns:a="http://schemas.openxmlformats.org/drawingml/2006/main" noGrp="1"/>
          </p:cNvSpPr>
          <p:nvPr/>
        </p:nvSpPr>
        <p:spPr>
          <a:xfrm xmlns:a="http://schemas.openxmlformats.org/drawingml/2006/main">
            <a:off x="8077200" y="4038600"/>
            <a:ext cx="17526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Equal participant</a:t>
            </a:r>
          </a:p>
        </p:txBody>
      </p:sp>
      <p:sp>
        <p:nvSpPr>
          <p:cNvPr id="93" name="text-5-92">
            <a:extLst xmlns:a="http://schemas.openxmlformats.org/drawingml/2006/main">
              <a:ext uri="{FF2B5EF4-FFF2-40B4-BE49-F238E27FC236}">
                <a16:creationId xmlns:a16="http://schemas.microsoft.com/office/drawing/2014/main" id="{D17A2C6D-3563-43A1-B544-751D9010CF89}"/>
              </a:ext>
            </a:extLst>
          </p:cNvPr>
          <p:cNvSpPr>
            <a:spLocks xmlns:a="http://schemas.openxmlformats.org/drawingml/2006/main" noGrp="1"/>
          </p:cNvSpPr>
          <p:nvPr/>
        </p:nvSpPr>
        <p:spPr>
          <a:xfrm xmlns:a="http://schemas.openxmlformats.org/drawingml/2006/main">
            <a:off x="8077200" y="4284631"/>
            <a:ext cx="17526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weight</a:t>
            </a:r>
          </a:p>
        </p:txBody>
      </p:sp>
      <p:sp>
        <p:nvSpPr>
          <p:cNvPr id="94" name="line-5-93">
            <a:extLst xmlns:a="http://schemas.openxmlformats.org/drawingml/2006/main">
              <a:ext uri="{FF2B5EF4-FFF2-40B4-BE49-F238E27FC236}">
                <a16:creationId xmlns:a16="http://schemas.microsoft.com/office/drawing/2014/main" id="{2AC059F6-A74F-4A8B-ABDE-1266D0538681}"/>
              </a:ext>
            </a:extLst>
          </p:cNvPr>
          <p:cNvSpPr>
            <a:spLocks xmlns:a="http://schemas.openxmlformats.org/drawingml/2006/main" noGrp="1"/>
          </p:cNvSpPr>
          <p:nvPr/>
        </p:nvSpPr>
        <p:spPr>
          <a:xfrm xmlns:a="http://schemas.openxmlformats.org/drawingml/2006/main">
            <a:off x="8820150" y="2781300"/>
            <a:ext cx="914400" cy="95"/>
          </a:xfrm>
          <a:custGeom xmlns:a="http://schemas.openxmlformats.org/drawingml/2006/main">
            <a:pathLst>
              <a:path w="914400" h="95">
                <a:moveTo>
                  <a:pt x="0" y="0"/>
                </a:moveTo>
                <a:lnTo>
                  <a:pt x="914400" y="95"/>
                </a:lnTo>
              </a:path>
            </a:pathLst>
          </a:custGeom>
          <a:noFill xmlns:a="http://schemas.openxmlformats.org/drawingml/2006/main"/>
          <a:ln xmlns:a="http://schemas.openxmlformats.org/drawingml/2006/main" w="19050">
            <a:solidFill>
              <a:srgbClr val="0B6F79"/>
            </a:solidFill>
          </a:ln>
        </p:spPr>
      </p:sp>
      <p:sp>
        <p:nvSpPr>
          <p:cNvPr id="95" name="line-5-94">
            <a:extLst xmlns:a="http://schemas.openxmlformats.org/drawingml/2006/main">
              <a:ext uri="{FF2B5EF4-FFF2-40B4-BE49-F238E27FC236}">
                <a16:creationId xmlns:a16="http://schemas.microsoft.com/office/drawing/2014/main" id="{17A07040-2FAC-4154-8814-13773439B6F8}"/>
              </a:ext>
            </a:extLst>
          </p:cNvPr>
          <p:cNvSpPr>
            <a:spLocks xmlns:a="http://schemas.openxmlformats.org/drawingml/2006/main" noGrp="1"/>
          </p:cNvSpPr>
          <p:nvPr/>
        </p:nvSpPr>
        <p:spPr>
          <a:xfrm xmlns:a="http://schemas.openxmlformats.org/drawingml/2006/main">
            <a:off x="9659319" y="278130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96" name="line-5-95">
            <a:extLst xmlns:a="http://schemas.openxmlformats.org/drawingml/2006/main">
              <a:ext uri="{FF2B5EF4-FFF2-40B4-BE49-F238E27FC236}">
                <a16:creationId xmlns:a16="http://schemas.microsoft.com/office/drawing/2014/main" id="{20E32B3E-7986-4695-B9F1-4C3D2C8C6C28}"/>
              </a:ext>
            </a:extLst>
          </p:cNvPr>
          <p:cNvSpPr>
            <a:spLocks xmlns:a="http://schemas.openxmlformats.org/drawingml/2006/main" noGrp="1"/>
          </p:cNvSpPr>
          <p:nvPr/>
        </p:nvSpPr>
        <p:spPr>
          <a:xfrm xmlns:a="http://schemas.openxmlformats.org/drawingml/2006/main">
            <a:off x="9659319" y="274020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97" name="text-5-96">
            <a:extLst xmlns:a="http://schemas.openxmlformats.org/drawingml/2006/main">
              <a:ext uri="{FF2B5EF4-FFF2-40B4-BE49-F238E27FC236}">
                <a16:creationId xmlns:a16="http://schemas.microsoft.com/office/drawing/2014/main" id="{C99A0925-2DA9-446A-8723-D4EB66C1FAFB}"/>
              </a:ext>
            </a:extLst>
          </p:cNvPr>
          <p:cNvSpPr>
            <a:spLocks xmlns:a="http://schemas.openxmlformats.org/drawingml/2006/main" noGrp="1"/>
          </p:cNvSpPr>
          <p:nvPr/>
        </p:nvSpPr>
        <p:spPr>
          <a:xfrm xmlns:a="http://schemas.openxmlformats.org/drawingml/2006/main">
            <a:off x="8829675" y="2419350"/>
            <a:ext cx="10477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08535B"/>
                </a:solidFill>
                <a:latin typeface="IBM Plex Sans"/>
                <a:ea typeface="IBM Plex Sans"/>
                <a:cs typeface="IBM Plex Sans"/>
              </a:defRPr>
            </a:pPr>
            <a:r>
              <a:rPr sz="1275" b="0">
                <a:solidFill>
                  <a:srgbClr val="08535B"/>
                </a:solidFill>
                <a:latin typeface="IBM Plex Sans"/>
                <a:ea typeface="IBM Plex Sans"/>
                <a:cs typeface="IBM Plex Sans"/>
              </a:rPr>
              <a:t>means</a:t>
            </a:r>
          </a:p>
        </p:txBody>
      </p:sp>
      <p:sp>
        <p:nvSpPr>
          <p:cNvPr id="98" name="text-5-97">
            <a:extLst xmlns:a="http://schemas.openxmlformats.org/drawingml/2006/main">
              <a:ext uri="{FF2B5EF4-FFF2-40B4-BE49-F238E27FC236}">
                <a16:creationId xmlns:a16="http://schemas.microsoft.com/office/drawing/2014/main" id="{060D1BEA-24E8-48D3-BA5F-4EE17E95031D}"/>
              </a:ext>
            </a:extLst>
          </p:cNvPr>
          <p:cNvSpPr>
            <a:spLocks xmlns:a="http://schemas.openxmlformats.org/drawingml/2006/main" noGrp="1"/>
          </p:cNvSpPr>
          <p:nvPr/>
        </p:nvSpPr>
        <p:spPr>
          <a:xfrm xmlns:a="http://schemas.openxmlformats.org/drawingml/2006/main">
            <a:off x="9963150" y="2505075"/>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0B6F79"/>
                </a:solidFill>
                <a:latin typeface="IBM Plex Mono"/>
                <a:ea typeface="IBM Plex Mono"/>
                <a:cs typeface="IBM Plex Mono"/>
              </a:defRPr>
            </a:pPr>
            <a:r>
              <a:rPr sz="1800" b="1">
                <a:solidFill>
                  <a:srgbClr val="0B6F79"/>
                </a:solidFill>
                <a:latin typeface="IBM Plex Mono"/>
                <a:ea typeface="IBM Plex Mono"/>
                <a:cs typeface="IBM Plex Mono"/>
              </a:rPr>
              <a:t>BF</a:t>
            </a:r>
          </a:p>
        </p:txBody>
      </p:sp>
      <p:sp>
        <p:nvSpPr>
          <p:cNvPr id="99" name="text-5-98">
            <a:extLst xmlns:a="http://schemas.openxmlformats.org/drawingml/2006/main">
              <a:ext uri="{FF2B5EF4-FFF2-40B4-BE49-F238E27FC236}">
                <a16:creationId xmlns:a16="http://schemas.microsoft.com/office/drawing/2014/main" id="{8B9CB7FB-BBA7-45A0-AC2A-482B326DCE90}"/>
              </a:ext>
            </a:extLst>
          </p:cNvPr>
          <p:cNvSpPr>
            <a:spLocks xmlns:a="http://schemas.openxmlformats.org/drawingml/2006/main" noGrp="1"/>
          </p:cNvSpPr>
          <p:nvPr/>
        </p:nvSpPr>
        <p:spPr>
          <a:xfrm xmlns:a="http://schemas.openxmlformats.org/drawingml/2006/main">
            <a:off x="9963150" y="2800350"/>
            <a:ext cx="857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Mono"/>
                <a:ea typeface="IBM Plex Mono"/>
                <a:cs typeface="IBM Plex Mono"/>
              </a:defRPr>
            </a:pPr>
            <a:r>
              <a:rPr sz="1800" b="1">
                <a:solidFill>
                  <a:srgbClr val="14314B"/>
                </a:solidFill>
                <a:latin typeface="IBM Plex Mono"/>
                <a:ea typeface="IBM Plex Mono"/>
                <a:cs typeface="IBM Plex Mono"/>
              </a:rPr>
              <a:t>ST</a:t>
            </a:r>
          </a:p>
        </p:txBody>
      </p:sp>
      <p:sp>
        <p:nvSpPr>
          <p:cNvPr id="100" name="text-5-99">
            <a:extLst xmlns:a="http://schemas.openxmlformats.org/drawingml/2006/main">
              <a:ext uri="{FF2B5EF4-FFF2-40B4-BE49-F238E27FC236}">
                <a16:creationId xmlns:a16="http://schemas.microsoft.com/office/drawing/2014/main" id="{6DE89CDF-8836-4FD1-814C-4CA5EA375DDF}"/>
              </a:ext>
            </a:extLst>
          </p:cNvPr>
          <p:cNvSpPr>
            <a:spLocks xmlns:a="http://schemas.openxmlformats.org/drawingml/2006/main" noGrp="1"/>
          </p:cNvSpPr>
          <p:nvPr/>
        </p:nvSpPr>
        <p:spPr>
          <a:xfrm xmlns:a="http://schemas.openxmlformats.org/drawingml/2006/main">
            <a:off x="9963150" y="334327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Results</a:t>
            </a:r>
          </a:p>
        </p:txBody>
      </p:sp>
      <p:sp>
        <p:nvSpPr>
          <p:cNvPr id="101" name="text-5-100">
            <a:extLst xmlns:a="http://schemas.openxmlformats.org/drawingml/2006/main">
              <a:ext uri="{FF2B5EF4-FFF2-40B4-BE49-F238E27FC236}">
                <a16:creationId xmlns:a16="http://schemas.microsoft.com/office/drawing/2014/main" id="{599A7DB9-53E8-4DA8-9912-B35E1F0E5052}"/>
              </a:ext>
            </a:extLst>
          </p:cNvPr>
          <p:cNvSpPr>
            <a:spLocks xmlns:a="http://schemas.openxmlformats.org/drawingml/2006/main" noGrp="1"/>
          </p:cNvSpPr>
          <p:nvPr/>
        </p:nvSpPr>
        <p:spPr>
          <a:xfrm xmlns:a="http://schemas.openxmlformats.org/drawingml/2006/main">
            <a:off x="9963150" y="4038600"/>
            <a:ext cx="17526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BF and ST</a:t>
            </a:r>
          </a:p>
        </p:txBody>
      </p:sp>
      <p:sp>
        <p:nvSpPr>
          <p:cNvPr id="102" name="text-5-101">
            <a:extLst xmlns:a="http://schemas.openxmlformats.org/drawingml/2006/main">
              <a:ext uri="{FF2B5EF4-FFF2-40B4-BE49-F238E27FC236}">
                <a16:creationId xmlns:a16="http://schemas.microsoft.com/office/drawing/2014/main" id="{7E114A70-9C41-4232-B79E-6CED12F203AB}"/>
              </a:ext>
            </a:extLst>
          </p:cNvPr>
          <p:cNvSpPr>
            <a:spLocks xmlns:a="http://schemas.openxmlformats.org/drawingml/2006/main" noGrp="1"/>
          </p:cNvSpPr>
          <p:nvPr/>
        </p:nvSpPr>
        <p:spPr>
          <a:xfrm xmlns:a="http://schemas.openxmlformats.org/drawingml/2006/main">
            <a:off x="9963150" y="4284631"/>
            <a:ext cx="17526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separately</a:t>
            </a:r>
          </a:p>
        </p:txBody>
      </p:sp>
      <p:sp>
        <p:nvSpPr>
          <p:cNvPr id="103" name="line-5-102">
            <a:extLst xmlns:a="http://schemas.openxmlformats.org/drawingml/2006/main">
              <a:ext uri="{FF2B5EF4-FFF2-40B4-BE49-F238E27FC236}">
                <a16:creationId xmlns:a16="http://schemas.microsoft.com/office/drawing/2014/main" id="{C644BA7F-6AC1-4598-9FBC-0B17D31708CE}"/>
              </a:ext>
            </a:extLst>
          </p:cNvPr>
          <p:cNvSpPr>
            <a:spLocks xmlns:a="http://schemas.openxmlformats.org/drawingml/2006/main" noGrp="1"/>
          </p:cNvSpPr>
          <p:nvPr/>
        </p:nvSpPr>
        <p:spPr>
          <a:xfrm xmlns:a="http://schemas.openxmlformats.org/drawingml/2006/main">
            <a:off x="533400" y="4752975"/>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19050">
            <a:solidFill>
              <a:srgbClr val="CBD8DC"/>
            </a:solidFill>
          </a:ln>
        </p:spPr>
      </p:sp>
      <p:sp>
        <p:nvSpPr>
          <p:cNvPr id="104" name="text-5-103">
            <a:extLst xmlns:a="http://schemas.openxmlformats.org/drawingml/2006/main">
              <a:ext uri="{FF2B5EF4-FFF2-40B4-BE49-F238E27FC236}">
                <a16:creationId xmlns:a16="http://schemas.microsoft.com/office/drawing/2014/main" id="{FA564744-97A9-4451-A2D2-5B25298F94DD}"/>
              </a:ext>
            </a:extLst>
          </p:cNvPr>
          <p:cNvSpPr>
            <a:spLocks xmlns:a="http://schemas.openxmlformats.org/drawingml/2006/main" noGrp="1"/>
          </p:cNvSpPr>
          <p:nvPr/>
        </p:nvSpPr>
        <p:spPr>
          <a:xfrm xmlns:a="http://schemas.openxmlformats.org/drawingml/2006/main">
            <a:off x="533400" y="49720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Aggregation order</a:t>
            </a:r>
          </a:p>
        </p:txBody>
      </p:sp>
      <p:sp>
        <p:nvSpPr>
          <p:cNvPr id="105" name="text-5-104">
            <a:extLst xmlns:a="http://schemas.openxmlformats.org/drawingml/2006/main">
              <a:ext uri="{FF2B5EF4-FFF2-40B4-BE49-F238E27FC236}">
                <a16:creationId xmlns:a16="http://schemas.microsoft.com/office/drawing/2014/main" id="{F2853835-4993-4543-8B5E-9BA6F01769FE}"/>
              </a:ext>
            </a:extLst>
          </p:cNvPr>
          <p:cNvSpPr>
            <a:spLocks xmlns:a="http://schemas.openxmlformats.org/drawingml/2006/main" noGrp="1"/>
          </p:cNvSpPr>
          <p:nvPr/>
        </p:nvSpPr>
        <p:spPr>
          <a:xfrm xmlns:a="http://schemas.openxmlformats.org/drawingml/2006/main">
            <a:off x="533400" y="5467350"/>
            <a:ext cx="2000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8535B"/>
                </a:solidFill>
                <a:latin typeface="IBM Plex Sans"/>
                <a:ea typeface="IBM Plex Sans"/>
                <a:cs typeface="IBM Plex Sans"/>
              </a:defRPr>
            </a:pPr>
            <a:r>
              <a:rPr sz="1875" b="0">
                <a:solidFill>
                  <a:srgbClr val="08535B"/>
                </a:solidFill>
                <a:latin typeface="IBM Plex Sans"/>
                <a:ea typeface="IBM Plex Sans"/>
                <a:cs typeface="IBM Plex Sans"/>
              </a:rPr>
              <a:t>Frames</a:t>
            </a:r>
          </a:p>
        </p:txBody>
      </p:sp>
      <p:sp>
        <p:nvSpPr>
          <p:cNvPr id="106" name="line-5-105">
            <a:extLst xmlns:a="http://schemas.openxmlformats.org/drawingml/2006/main">
              <a:ext uri="{FF2B5EF4-FFF2-40B4-BE49-F238E27FC236}">
                <a16:creationId xmlns:a16="http://schemas.microsoft.com/office/drawing/2014/main" id="{0E78F0EA-A568-4D80-90F5-4525A647ABB1}"/>
              </a:ext>
            </a:extLst>
          </p:cNvPr>
          <p:cNvSpPr>
            <a:spLocks xmlns:a="http://schemas.openxmlformats.org/drawingml/2006/main" noGrp="1"/>
          </p:cNvSpPr>
          <p:nvPr/>
        </p:nvSpPr>
        <p:spPr>
          <a:xfrm xmlns:a="http://schemas.openxmlformats.org/drawingml/2006/main">
            <a:off x="1943100" y="5619750"/>
            <a:ext cx="619125" cy="95"/>
          </a:xfrm>
          <a:custGeom xmlns:a="http://schemas.openxmlformats.org/drawingml/2006/main">
            <a:pathLst>
              <a:path w="619125" h="95">
                <a:moveTo>
                  <a:pt x="0" y="0"/>
                </a:moveTo>
                <a:lnTo>
                  <a:pt x="619125" y="95"/>
                </a:lnTo>
              </a:path>
            </a:pathLst>
          </a:custGeom>
          <a:noFill xmlns:a="http://schemas.openxmlformats.org/drawingml/2006/main"/>
          <a:ln xmlns:a="http://schemas.openxmlformats.org/drawingml/2006/main" w="19050">
            <a:solidFill>
              <a:srgbClr val="0B6F79"/>
            </a:solidFill>
          </a:ln>
        </p:spPr>
      </p:sp>
      <p:sp>
        <p:nvSpPr>
          <p:cNvPr id="107" name="line-5-106">
            <a:extLst xmlns:a="http://schemas.openxmlformats.org/drawingml/2006/main">
              <a:ext uri="{FF2B5EF4-FFF2-40B4-BE49-F238E27FC236}">
                <a16:creationId xmlns:a16="http://schemas.microsoft.com/office/drawing/2014/main" id="{0BA0C4C7-3D86-41BD-9036-74FB9A4737A3}"/>
              </a:ext>
            </a:extLst>
          </p:cNvPr>
          <p:cNvSpPr>
            <a:spLocks xmlns:a="http://schemas.openxmlformats.org/drawingml/2006/main" noGrp="1"/>
          </p:cNvSpPr>
          <p:nvPr/>
        </p:nvSpPr>
        <p:spPr>
          <a:xfrm xmlns:a="http://schemas.openxmlformats.org/drawingml/2006/main">
            <a:off x="2486994" y="561975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108" name="line-5-107">
            <a:extLst xmlns:a="http://schemas.openxmlformats.org/drawingml/2006/main">
              <a:ext uri="{FF2B5EF4-FFF2-40B4-BE49-F238E27FC236}">
                <a16:creationId xmlns:a16="http://schemas.microsoft.com/office/drawing/2014/main" id="{3A92066C-8A6E-4151-B98F-630F9E89DE96}"/>
              </a:ext>
            </a:extLst>
          </p:cNvPr>
          <p:cNvSpPr>
            <a:spLocks xmlns:a="http://schemas.openxmlformats.org/drawingml/2006/main" noGrp="1"/>
          </p:cNvSpPr>
          <p:nvPr/>
        </p:nvSpPr>
        <p:spPr>
          <a:xfrm xmlns:a="http://schemas.openxmlformats.org/drawingml/2006/main">
            <a:off x="2486994" y="557865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109" name="text-5-108">
            <a:extLst xmlns:a="http://schemas.openxmlformats.org/drawingml/2006/main">
              <a:ext uri="{FF2B5EF4-FFF2-40B4-BE49-F238E27FC236}">
                <a16:creationId xmlns:a16="http://schemas.microsoft.com/office/drawing/2014/main" id="{C5A4AC5D-47E7-4DB5-9121-1F7F19599AB0}"/>
              </a:ext>
            </a:extLst>
          </p:cNvPr>
          <p:cNvSpPr>
            <a:spLocks xmlns:a="http://schemas.openxmlformats.org/drawingml/2006/main" noGrp="1"/>
          </p:cNvSpPr>
          <p:nvPr/>
        </p:nvSpPr>
        <p:spPr>
          <a:xfrm xmlns:a="http://schemas.openxmlformats.org/drawingml/2006/main">
            <a:off x="2819400" y="5467350"/>
            <a:ext cx="2000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8535B"/>
                </a:solidFill>
                <a:latin typeface="IBM Plex Sans"/>
                <a:ea typeface="IBM Plex Sans"/>
                <a:cs typeface="IBM Plex Sans"/>
              </a:defRPr>
            </a:pPr>
            <a:r>
              <a:rPr sz="1875" b="0">
                <a:solidFill>
                  <a:srgbClr val="08535B"/>
                </a:solidFill>
                <a:latin typeface="IBM Plex Sans"/>
                <a:ea typeface="IBM Plex Sans"/>
                <a:cs typeface="IBM Plex Sans"/>
              </a:rPr>
              <a:t>Steps</a:t>
            </a:r>
          </a:p>
        </p:txBody>
      </p:sp>
      <p:sp>
        <p:nvSpPr>
          <p:cNvPr id="110" name="line-5-109">
            <a:extLst xmlns:a="http://schemas.openxmlformats.org/drawingml/2006/main">
              <a:ext uri="{FF2B5EF4-FFF2-40B4-BE49-F238E27FC236}">
                <a16:creationId xmlns:a16="http://schemas.microsoft.com/office/drawing/2014/main" id="{6899C002-1B5C-40AC-9D3A-FBE5255069EA}"/>
              </a:ext>
            </a:extLst>
          </p:cNvPr>
          <p:cNvSpPr>
            <a:spLocks xmlns:a="http://schemas.openxmlformats.org/drawingml/2006/main" noGrp="1"/>
          </p:cNvSpPr>
          <p:nvPr/>
        </p:nvSpPr>
        <p:spPr>
          <a:xfrm xmlns:a="http://schemas.openxmlformats.org/drawingml/2006/main">
            <a:off x="4229100" y="5619750"/>
            <a:ext cx="619125" cy="95"/>
          </a:xfrm>
          <a:custGeom xmlns:a="http://schemas.openxmlformats.org/drawingml/2006/main">
            <a:pathLst>
              <a:path w="619125" h="95">
                <a:moveTo>
                  <a:pt x="0" y="0"/>
                </a:moveTo>
                <a:lnTo>
                  <a:pt x="619125" y="95"/>
                </a:lnTo>
              </a:path>
            </a:pathLst>
          </a:custGeom>
          <a:noFill xmlns:a="http://schemas.openxmlformats.org/drawingml/2006/main"/>
          <a:ln xmlns:a="http://schemas.openxmlformats.org/drawingml/2006/main" w="19050">
            <a:solidFill>
              <a:srgbClr val="0B6F79"/>
            </a:solidFill>
          </a:ln>
        </p:spPr>
      </p:sp>
      <p:sp>
        <p:nvSpPr>
          <p:cNvPr id="111" name="line-5-110">
            <a:extLst xmlns:a="http://schemas.openxmlformats.org/drawingml/2006/main">
              <a:ext uri="{FF2B5EF4-FFF2-40B4-BE49-F238E27FC236}">
                <a16:creationId xmlns:a16="http://schemas.microsoft.com/office/drawing/2014/main" id="{9E7A0762-F218-4F9B-8E79-13A27813DADF}"/>
              </a:ext>
            </a:extLst>
          </p:cNvPr>
          <p:cNvSpPr>
            <a:spLocks xmlns:a="http://schemas.openxmlformats.org/drawingml/2006/main" noGrp="1"/>
          </p:cNvSpPr>
          <p:nvPr/>
        </p:nvSpPr>
        <p:spPr>
          <a:xfrm xmlns:a="http://schemas.openxmlformats.org/drawingml/2006/main">
            <a:off x="4772994" y="561975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112" name="line-5-111">
            <a:extLst xmlns:a="http://schemas.openxmlformats.org/drawingml/2006/main">
              <a:ext uri="{FF2B5EF4-FFF2-40B4-BE49-F238E27FC236}">
                <a16:creationId xmlns:a16="http://schemas.microsoft.com/office/drawing/2014/main" id="{029A96CE-602D-4C56-9CBA-6C4EEAE13664}"/>
              </a:ext>
            </a:extLst>
          </p:cNvPr>
          <p:cNvSpPr>
            <a:spLocks xmlns:a="http://schemas.openxmlformats.org/drawingml/2006/main" noGrp="1"/>
          </p:cNvSpPr>
          <p:nvPr/>
        </p:nvSpPr>
        <p:spPr>
          <a:xfrm xmlns:a="http://schemas.openxmlformats.org/drawingml/2006/main">
            <a:off x="4772994" y="557865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113" name="text-5-112">
            <a:extLst xmlns:a="http://schemas.openxmlformats.org/drawingml/2006/main">
              <a:ext uri="{FF2B5EF4-FFF2-40B4-BE49-F238E27FC236}">
                <a16:creationId xmlns:a16="http://schemas.microsoft.com/office/drawing/2014/main" id="{3CECD51D-EE71-45D4-9EFC-FD5B0C77FED4}"/>
              </a:ext>
            </a:extLst>
          </p:cNvPr>
          <p:cNvSpPr>
            <a:spLocks xmlns:a="http://schemas.openxmlformats.org/drawingml/2006/main" noGrp="1"/>
          </p:cNvSpPr>
          <p:nvPr/>
        </p:nvSpPr>
        <p:spPr>
          <a:xfrm xmlns:a="http://schemas.openxmlformats.org/drawingml/2006/main">
            <a:off x="5105400" y="5467350"/>
            <a:ext cx="2000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8535B"/>
                </a:solidFill>
                <a:latin typeface="IBM Plex Sans"/>
                <a:ea typeface="IBM Plex Sans"/>
                <a:cs typeface="IBM Plex Sans"/>
              </a:defRPr>
            </a:pPr>
            <a:r>
              <a:rPr sz="1875" b="0">
                <a:solidFill>
                  <a:srgbClr val="08535B"/>
                </a:solidFill>
                <a:latin typeface="IBM Plex Sans"/>
                <a:ea typeface="IBM Plex Sans"/>
                <a:cs typeface="IBM Plex Sans"/>
              </a:rPr>
              <a:t>Each foot</a:t>
            </a:r>
          </a:p>
        </p:txBody>
      </p:sp>
      <p:sp>
        <p:nvSpPr>
          <p:cNvPr id="114" name="line-5-113">
            <a:extLst xmlns:a="http://schemas.openxmlformats.org/drawingml/2006/main">
              <a:ext uri="{FF2B5EF4-FFF2-40B4-BE49-F238E27FC236}">
                <a16:creationId xmlns:a16="http://schemas.microsoft.com/office/drawing/2014/main" id="{6AA72E03-4F65-46E0-B527-6099F3242F01}"/>
              </a:ext>
            </a:extLst>
          </p:cNvPr>
          <p:cNvSpPr>
            <a:spLocks xmlns:a="http://schemas.openxmlformats.org/drawingml/2006/main" noGrp="1"/>
          </p:cNvSpPr>
          <p:nvPr/>
        </p:nvSpPr>
        <p:spPr>
          <a:xfrm xmlns:a="http://schemas.openxmlformats.org/drawingml/2006/main">
            <a:off x="6515100" y="5619750"/>
            <a:ext cx="619125" cy="95"/>
          </a:xfrm>
          <a:custGeom xmlns:a="http://schemas.openxmlformats.org/drawingml/2006/main">
            <a:pathLst>
              <a:path w="619125" h="95">
                <a:moveTo>
                  <a:pt x="0" y="0"/>
                </a:moveTo>
                <a:lnTo>
                  <a:pt x="619125" y="95"/>
                </a:lnTo>
              </a:path>
            </a:pathLst>
          </a:custGeom>
          <a:noFill xmlns:a="http://schemas.openxmlformats.org/drawingml/2006/main"/>
          <a:ln xmlns:a="http://schemas.openxmlformats.org/drawingml/2006/main" w="19050">
            <a:solidFill>
              <a:srgbClr val="0B6F79"/>
            </a:solidFill>
          </a:ln>
        </p:spPr>
      </p:sp>
      <p:sp>
        <p:nvSpPr>
          <p:cNvPr id="115" name="line-5-114">
            <a:extLst xmlns:a="http://schemas.openxmlformats.org/drawingml/2006/main">
              <a:ext uri="{FF2B5EF4-FFF2-40B4-BE49-F238E27FC236}">
                <a16:creationId xmlns:a16="http://schemas.microsoft.com/office/drawing/2014/main" id="{874A4CBE-91B1-4241-A4F1-D72BBE7EAB8A}"/>
              </a:ext>
            </a:extLst>
          </p:cNvPr>
          <p:cNvSpPr>
            <a:spLocks xmlns:a="http://schemas.openxmlformats.org/drawingml/2006/main" noGrp="1"/>
          </p:cNvSpPr>
          <p:nvPr/>
        </p:nvSpPr>
        <p:spPr>
          <a:xfrm xmlns:a="http://schemas.openxmlformats.org/drawingml/2006/main">
            <a:off x="7058994" y="561975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116" name="line-5-115">
            <a:extLst xmlns:a="http://schemas.openxmlformats.org/drawingml/2006/main">
              <a:ext uri="{FF2B5EF4-FFF2-40B4-BE49-F238E27FC236}">
                <a16:creationId xmlns:a16="http://schemas.microsoft.com/office/drawing/2014/main" id="{A18D4153-8A57-4929-872D-3E1EBF0CB876}"/>
              </a:ext>
            </a:extLst>
          </p:cNvPr>
          <p:cNvSpPr>
            <a:spLocks xmlns:a="http://schemas.openxmlformats.org/drawingml/2006/main" noGrp="1"/>
          </p:cNvSpPr>
          <p:nvPr/>
        </p:nvSpPr>
        <p:spPr>
          <a:xfrm xmlns:a="http://schemas.openxmlformats.org/drawingml/2006/main">
            <a:off x="7058994" y="557865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117" name="text-5-116">
            <a:extLst xmlns:a="http://schemas.openxmlformats.org/drawingml/2006/main">
              <a:ext uri="{FF2B5EF4-FFF2-40B4-BE49-F238E27FC236}">
                <a16:creationId xmlns:a16="http://schemas.microsoft.com/office/drawing/2014/main" id="{AE43D0E7-2E86-463F-8777-55DC536163E4}"/>
              </a:ext>
            </a:extLst>
          </p:cNvPr>
          <p:cNvSpPr>
            <a:spLocks xmlns:a="http://schemas.openxmlformats.org/drawingml/2006/main" noGrp="1"/>
          </p:cNvSpPr>
          <p:nvPr/>
        </p:nvSpPr>
        <p:spPr>
          <a:xfrm xmlns:a="http://schemas.openxmlformats.org/drawingml/2006/main">
            <a:off x="7391400" y="5467350"/>
            <a:ext cx="2000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8535B"/>
                </a:solidFill>
                <a:latin typeface="IBM Plex Sans"/>
                <a:ea typeface="IBM Plex Sans"/>
                <a:cs typeface="IBM Plex Sans"/>
              </a:defRPr>
            </a:pPr>
            <a:r>
              <a:rPr sz="1875" b="0">
                <a:solidFill>
                  <a:srgbClr val="08535B"/>
                </a:solidFill>
                <a:latin typeface="IBM Plex Sans"/>
                <a:ea typeface="IBM Plex Sans"/>
                <a:cs typeface="IBM Plex Sans"/>
              </a:rPr>
              <a:t>Participant</a:t>
            </a:r>
          </a:p>
        </p:txBody>
      </p:sp>
      <p:sp>
        <p:nvSpPr>
          <p:cNvPr id="118" name="line-5-117">
            <a:extLst xmlns:a="http://schemas.openxmlformats.org/drawingml/2006/main">
              <a:ext uri="{FF2B5EF4-FFF2-40B4-BE49-F238E27FC236}">
                <a16:creationId xmlns:a16="http://schemas.microsoft.com/office/drawing/2014/main" id="{FAD2965B-92B4-42C6-9EC5-748282AF974F}"/>
              </a:ext>
            </a:extLst>
          </p:cNvPr>
          <p:cNvSpPr>
            <a:spLocks xmlns:a="http://schemas.openxmlformats.org/drawingml/2006/main" noGrp="1"/>
          </p:cNvSpPr>
          <p:nvPr/>
        </p:nvSpPr>
        <p:spPr>
          <a:xfrm xmlns:a="http://schemas.openxmlformats.org/drawingml/2006/main">
            <a:off x="8801100" y="5619750"/>
            <a:ext cx="619125" cy="95"/>
          </a:xfrm>
          <a:custGeom xmlns:a="http://schemas.openxmlformats.org/drawingml/2006/main">
            <a:pathLst>
              <a:path w="619125" h="95">
                <a:moveTo>
                  <a:pt x="0" y="0"/>
                </a:moveTo>
                <a:lnTo>
                  <a:pt x="619125" y="95"/>
                </a:lnTo>
              </a:path>
            </a:pathLst>
          </a:custGeom>
          <a:noFill xmlns:a="http://schemas.openxmlformats.org/drawingml/2006/main"/>
          <a:ln xmlns:a="http://schemas.openxmlformats.org/drawingml/2006/main" w="19050">
            <a:solidFill>
              <a:srgbClr val="0B6F79"/>
            </a:solidFill>
          </a:ln>
        </p:spPr>
      </p:sp>
      <p:sp>
        <p:nvSpPr>
          <p:cNvPr id="119" name="line-5-118">
            <a:extLst xmlns:a="http://schemas.openxmlformats.org/drawingml/2006/main">
              <a:ext uri="{FF2B5EF4-FFF2-40B4-BE49-F238E27FC236}">
                <a16:creationId xmlns:a16="http://schemas.microsoft.com/office/drawing/2014/main" id="{2FB82D68-9E89-4CFA-8300-34B0D912EC4C}"/>
              </a:ext>
            </a:extLst>
          </p:cNvPr>
          <p:cNvSpPr>
            <a:spLocks xmlns:a="http://schemas.openxmlformats.org/drawingml/2006/main" noGrp="1"/>
          </p:cNvSpPr>
          <p:nvPr/>
        </p:nvSpPr>
        <p:spPr>
          <a:xfrm xmlns:a="http://schemas.openxmlformats.org/drawingml/2006/main">
            <a:off x="9344994" y="561975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120" name="line-5-119">
            <a:extLst xmlns:a="http://schemas.openxmlformats.org/drawingml/2006/main">
              <a:ext uri="{FF2B5EF4-FFF2-40B4-BE49-F238E27FC236}">
                <a16:creationId xmlns:a16="http://schemas.microsoft.com/office/drawing/2014/main" id="{A0A741C9-F3ED-4342-86A4-71A55E320F1C}"/>
              </a:ext>
            </a:extLst>
          </p:cNvPr>
          <p:cNvSpPr>
            <a:spLocks xmlns:a="http://schemas.openxmlformats.org/drawingml/2006/main" noGrp="1"/>
          </p:cNvSpPr>
          <p:nvPr/>
        </p:nvSpPr>
        <p:spPr>
          <a:xfrm xmlns:a="http://schemas.openxmlformats.org/drawingml/2006/main">
            <a:off x="9344994" y="557865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121" name="text-5-120">
            <a:extLst xmlns:a="http://schemas.openxmlformats.org/drawingml/2006/main">
              <a:ext uri="{FF2B5EF4-FFF2-40B4-BE49-F238E27FC236}">
                <a16:creationId xmlns:a16="http://schemas.microsoft.com/office/drawing/2014/main" id="{BC7D29B0-21DB-4D9D-A85F-BA7DAA6C5A25}"/>
              </a:ext>
            </a:extLst>
          </p:cNvPr>
          <p:cNvSpPr>
            <a:spLocks xmlns:a="http://schemas.openxmlformats.org/drawingml/2006/main" noGrp="1"/>
          </p:cNvSpPr>
          <p:nvPr/>
        </p:nvSpPr>
        <p:spPr>
          <a:xfrm xmlns:a="http://schemas.openxmlformats.org/drawingml/2006/main">
            <a:off x="9677400" y="5467350"/>
            <a:ext cx="2000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8535B"/>
                </a:solidFill>
                <a:latin typeface="IBM Plex Sans"/>
                <a:ea typeface="IBM Plex Sans"/>
                <a:cs typeface="IBM Plex Sans"/>
              </a:defRPr>
            </a:pPr>
            <a:r>
              <a:rPr sz="1875" b="0">
                <a:solidFill>
                  <a:srgbClr val="08535B"/>
                </a:solidFill>
                <a:latin typeface="IBM Plex Sans"/>
                <a:ea typeface="IBM Plex Sans"/>
                <a:cs typeface="IBM Plex Sans"/>
              </a:rPr>
              <a:t>Group</a:t>
            </a:r>
          </a:p>
        </p:txBody>
      </p:sp>
    </p:spTree>
    <p:extLst>
      <p:ext uri="{BB962C8B-B14F-4D97-AF65-F5344CB8AC3E}">
        <p14:creationId xmlns:p14="http://schemas.microsoft.com/office/powerpoint/2010/main" val="13414693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text-6-0">
            <a:extLst xmlns:a="http://schemas.openxmlformats.org/drawingml/2006/main">
              <a:ext uri="{FF2B5EF4-FFF2-40B4-BE49-F238E27FC236}">
                <a16:creationId xmlns:a16="http://schemas.microsoft.com/office/drawing/2014/main" id="{5444FBDB-78BE-4848-A810-8259759F2FD0}"/>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6-1">
            <a:extLst xmlns:a="http://schemas.openxmlformats.org/drawingml/2006/main">
              <a:ext uri="{FF2B5EF4-FFF2-40B4-BE49-F238E27FC236}">
                <a16:creationId xmlns:a16="http://schemas.microsoft.com/office/drawing/2014/main" id="{1EC2A545-C6D4-4CC1-9065-2739CCF17026}"/>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06</a:t>
            </a:r>
          </a:p>
        </p:txBody>
      </p:sp>
      <p:sp>
        <p:nvSpPr>
          <p:cNvPr id="3" name="text-6-2">
            <a:extLst xmlns:a="http://schemas.openxmlformats.org/drawingml/2006/main">
              <a:ext uri="{FF2B5EF4-FFF2-40B4-BE49-F238E27FC236}">
                <a16:creationId xmlns:a16="http://schemas.microsoft.com/office/drawing/2014/main" id="{23150E47-0D24-4E74-89E6-E2160CAEE4A7}"/>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SYSTEM / MODEL STATUS</a:t>
            </a:r>
          </a:p>
        </p:txBody>
      </p:sp>
      <p:sp>
        <p:nvSpPr>
          <p:cNvPr id="4" name="text-6-3">
            <a:extLst xmlns:a="http://schemas.openxmlformats.org/drawingml/2006/main">
              <a:ext uri="{FF2B5EF4-FFF2-40B4-BE49-F238E27FC236}">
                <a16:creationId xmlns:a16="http://schemas.microsoft.com/office/drawing/2014/main" id="{8FE50623-44A4-4FD2-A9BB-FC53CC1727E2}"/>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Implementation and validation status</a:t>
            </a:r>
          </a:p>
        </p:txBody>
      </p:sp>
      <p:sp>
        <p:nvSpPr>
          <p:cNvPr id="5" name="line-6-4">
            <a:extLst xmlns:a="http://schemas.openxmlformats.org/drawingml/2006/main">
              <a:ext uri="{FF2B5EF4-FFF2-40B4-BE49-F238E27FC236}">
                <a16:creationId xmlns:a16="http://schemas.microsoft.com/office/drawing/2014/main" id="{FBCC4B44-34ED-43DF-A7CD-726FB6FA44F4}"/>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6-5">
            <a:extLst xmlns:a="http://schemas.openxmlformats.org/drawingml/2006/main">
              <a:ext uri="{FF2B5EF4-FFF2-40B4-BE49-F238E27FC236}">
                <a16:creationId xmlns:a16="http://schemas.microsoft.com/office/drawing/2014/main" id="{EA4933B1-931F-46B8-BDFB-F49D34EEB4C1}"/>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6-6">
            <a:extLst xmlns:a="http://schemas.openxmlformats.org/drawingml/2006/main">
              <a:ext uri="{FF2B5EF4-FFF2-40B4-BE49-F238E27FC236}">
                <a16:creationId xmlns:a16="http://schemas.microsoft.com/office/drawing/2014/main" id="{6B778BE1-083D-4C59-A88B-03CF1DB9F648}"/>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text-6-7">
            <a:extLst xmlns:a="http://schemas.openxmlformats.org/drawingml/2006/main">
              <a:ext uri="{FF2B5EF4-FFF2-40B4-BE49-F238E27FC236}">
                <a16:creationId xmlns:a16="http://schemas.microsoft.com/office/drawing/2014/main" id="{1F3F4470-544F-46E7-95BD-92C4AED0B7CA}"/>
              </a:ext>
            </a:extLst>
          </p:cNvPr>
          <p:cNvSpPr>
            <a:spLocks xmlns:a="http://schemas.openxmlformats.org/drawingml/2006/main" noGrp="1"/>
          </p:cNvSpPr>
          <p:nvPr/>
        </p:nvSpPr>
        <p:spPr>
          <a:xfrm xmlns:a="http://schemas.openxmlformats.org/drawingml/2006/main">
            <a:off x="533400" y="216217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08535B"/>
                </a:solidFill>
                <a:latin typeface="IBM Plex Mono"/>
                <a:ea typeface="IBM Plex Mono"/>
                <a:cs typeface="IBM Plex Mono"/>
              </a:defRPr>
            </a:pPr>
            <a:r>
              <a:rPr sz="1500" b="1">
                <a:solidFill>
                  <a:srgbClr val="08535B"/>
                </a:solidFill>
                <a:latin typeface="IBM Plex Mono"/>
                <a:ea typeface="IBM Plex Mono"/>
                <a:cs typeface="IBM Plex Mono"/>
              </a:rPr>
              <a:t>IMPLEMENTED/ANALYZED</a:t>
            </a:r>
          </a:p>
        </p:txBody>
      </p:sp>
      <p:sp>
        <p:nvSpPr>
          <p:cNvPr id="9" name="text-6-8">
            <a:extLst xmlns:a="http://schemas.openxmlformats.org/drawingml/2006/main">
              <a:ext uri="{FF2B5EF4-FFF2-40B4-BE49-F238E27FC236}">
                <a16:creationId xmlns:a16="http://schemas.microsoft.com/office/drawing/2014/main" id="{01D0391B-50FB-4E08-9C2D-AD890CDD53D8}"/>
              </a:ext>
            </a:extLst>
          </p:cNvPr>
          <p:cNvSpPr>
            <a:spLocks xmlns:a="http://schemas.openxmlformats.org/drawingml/2006/main" noGrp="1"/>
          </p:cNvSpPr>
          <p:nvPr/>
        </p:nvSpPr>
        <p:spPr>
          <a:xfrm xmlns:a="http://schemas.openxmlformats.org/drawingml/2006/main">
            <a:off x="533400" y="25527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1">
                <a:solidFill>
                  <a:srgbClr val="14314B"/>
                </a:solidFill>
                <a:latin typeface="IBM Plex Sans"/>
                <a:ea typeface="IBM Plex Sans"/>
                <a:cs typeface="IBM Plex Sans"/>
              </a:defRPr>
            </a:pPr>
            <a:r>
              <a:rPr sz="2100" b="1">
                <a:solidFill>
                  <a:srgbClr val="14314B"/>
                </a:solidFill>
                <a:latin typeface="IBM Plex Sans"/>
                <a:ea typeface="IBM Plex Sans"/>
                <a:cs typeface="IBM Plex Sans"/>
              </a:rPr>
              <a:t>R2 computational pipeline</a:t>
            </a:r>
          </a:p>
        </p:txBody>
      </p:sp>
      <p:sp>
        <p:nvSpPr>
          <p:cNvPr id="10" name="text-6-9">
            <a:extLst xmlns:a="http://schemas.openxmlformats.org/drawingml/2006/main">
              <a:ext uri="{FF2B5EF4-FFF2-40B4-BE49-F238E27FC236}">
                <a16:creationId xmlns:a16="http://schemas.microsoft.com/office/drawing/2014/main" id="{3C60E37F-BEDE-450A-A46E-34D226401A87}"/>
              </a:ext>
            </a:extLst>
          </p:cNvPr>
          <p:cNvSpPr>
            <a:spLocks xmlns:a="http://schemas.openxmlformats.org/drawingml/2006/main" noGrp="1"/>
          </p:cNvSpPr>
          <p:nvPr/>
        </p:nvSpPr>
        <p:spPr>
          <a:xfrm xmlns:a="http://schemas.openxmlformats.org/drawingml/2006/main">
            <a:off x="533400" y="2990850"/>
            <a:ext cx="50768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Selection, layout modelling and overlap</a:t>
            </a:r>
          </a:p>
        </p:txBody>
      </p:sp>
      <p:sp>
        <p:nvSpPr>
          <p:cNvPr id="11" name="text-6-10">
            <a:extLst xmlns:a="http://schemas.openxmlformats.org/drawingml/2006/main">
              <a:ext uri="{FF2B5EF4-FFF2-40B4-BE49-F238E27FC236}">
                <a16:creationId xmlns:a16="http://schemas.microsoft.com/office/drawing/2014/main" id="{D4D8E7EF-4BB7-40C3-9212-A55411ADA124}"/>
              </a:ext>
            </a:extLst>
          </p:cNvPr>
          <p:cNvSpPr>
            <a:spLocks xmlns:a="http://schemas.openxmlformats.org/drawingml/2006/main" noGrp="1"/>
          </p:cNvSpPr>
          <p:nvPr/>
        </p:nvSpPr>
        <p:spPr>
          <a:xfrm xmlns:a="http://schemas.openxmlformats.org/drawingml/2006/main">
            <a:off x="533400" y="3283744"/>
            <a:ext cx="50768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analysis run on archived pressure data.</a:t>
            </a:r>
          </a:p>
        </p:txBody>
      </p:sp>
      <p:sp>
        <p:nvSpPr>
          <p:cNvPr id="12" name="text-6-11">
            <a:extLst xmlns:a="http://schemas.openxmlformats.org/drawingml/2006/main">
              <a:ext uri="{FF2B5EF4-FFF2-40B4-BE49-F238E27FC236}">
                <a16:creationId xmlns:a16="http://schemas.microsoft.com/office/drawing/2014/main" id="{7F00E978-5627-4B89-9794-61CA66A4E14D}"/>
              </a:ext>
            </a:extLst>
          </p:cNvPr>
          <p:cNvSpPr>
            <a:spLocks xmlns:a="http://schemas.openxmlformats.org/drawingml/2006/main" noGrp="1"/>
          </p:cNvSpPr>
          <p:nvPr/>
        </p:nvSpPr>
        <p:spPr>
          <a:xfrm xmlns:a="http://schemas.openxmlformats.org/drawingml/2006/main">
            <a:off x="533400" y="3895725"/>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1">
                <a:solidFill>
                  <a:srgbClr val="14314B"/>
                </a:solidFill>
                <a:latin typeface="IBM Plex Sans"/>
                <a:ea typeface="IBM Plex Sans"/>
                <a:cs typeface="IBM Plex Sans"/>
              </a:defRPr>
            </a:pPr>
            <a:r>
              <a:rPr sz="2100" b="1">
                <a:solidFill>
                  <a:srgbClr val="14314B"/>
                </a:solidFill>
                <a:latin typeface="IBM Plex Sans"/>
                <a:ea typeface="IBM Plex Sans"/>
                <a:cs typeface="IBM Plex Sans"/>
              </a:rPr>
              <a:t>Existing acquisition firmware</a:t>
            </a:r>
          </a:p>
        </p:txBody>
      </p:sp>
      <p:sp>
        <p:nvSpPr>
          <p:cNvPr id="13" name="text-6-12">
            <a:extLst xmlns:a="http://schemas.openxmlformats.org/drawingml/2006/main">
              <a:ext uri="{FF2B5EF4-FFF2-40B4-BE49-F238E27FC236}">
                <a16:creationId xmlns:a16="http://schemas.microsoft.com/office/drawing/2014/main" id="{58257ACD-A9F1-4276-A324-0789BA770C97}"/>
              </a:ext>
            </a:extLst>
          </p:cNvPr>
          <p:cNvSpPr>
            <a:spLocks xmlns:a="http://schemas.openxmlformats.org/drawingml/2006/main" noGrp="1"/>
          </p:cNvSpPr>
          <p:nvPr/>
        </p:nvSpPr>
        <p:spPr>
          <a:xfrm xmlns:a="http://schemas.openxmlformats.org/drawingml/2006/main">
            <a:off x="533400" y="4343400"/>
            <a:ext cx="50387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ESP32 with four FSR402 channels, MPU6050</a:t>
            </a:r>
          </a:p>
        </p:txBody>
      </p:sp>
      <p:sp>
        <p:nvSpPr>
          <p:cNvPr id="14" name="text-6-13">
            <a:extLst xmlns:a="http://schemas.openxmlformats.org/drawingml/2006/main">
              <a:ext uri="{FF2B5EF4-FFF2-40B4-BE49-F238E27FC236}">
                <a16:creationId xmlns:a16="http://schemas.microsoft.com/office/drawing/2014/main" id="{61131BAE-5FA7-4DC1-B442-80D0E1C5A040}"/>
              </a:ext>
            </a:extLst>
          </p:cNvPr>
          <p:cNvSpPr>
            <a:spLocks xmlns:a="http://schemas.openxmlformats.org/drawingml/2006/main" noGrp="1"/>
          </p:cNvSpPr>
          <p:nvPr/>
        </p:nvSpPr>
        <p:spPr>
          <a:xfrm xmlns:a="http://schemas.openxmlformats.org/drawingml/2006/main">
            <a:off x="533400" y="4636294"/>
            <a:ext cx="5038725"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and heel piezo.</a:t>
            </a:r>
          </a:p>
        </p:txBody>
      </p:sp>
      <p:sp>
        <p:nvSpPr>
          <p:cNvPr id="15" name="text-6-14">
            <a:extLst xmlns:a="http://schemas.openxmlformats.org/drawingml/2006/main">
              <a:ext uri="{FF2B5EF4-FFF2-40B4-BE49-F238E27FC236}">
                <a16:creationId xmlns:a16="http://schemas.microsoft.com/office/drawing/2014/main" id="{CF3EC7BD-3B1C-4193-9798-0A3145FBF121}"/>
              </a:ext>
            </a:extLst>
          </p:cNvPr>
          <p:cNvSpPr>
            <a:spLocks xmlns:a="http://schemas.openxmlformats.org/drawingml/2006/main" noGrp="1"/>
          </p:cNvSpPr>
          <p:nvPr/>
        </p:nvSpPr>
        <p:spPr>
          <a:xfrm xmlns:a="http://schemas.openxmlformats.org/drawingml/2006/main">
            <a:off x="533400" y="523875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08535B"/>
                </a:solidFill>
                <a:latin typeface="IBM Plex Mono"/>
                <a:ea typeface="IBM Plex Mono"/>
                <a:cs typeface="IBM Plex Mono"/>
              </a:defRPr>
            </a:pPr>
            <a:r>
              <a:rPr sz="1500" b="1">
                <a:solidFill>
                  <a:srgbClr val="08535B"/>
                </a:solidFill>
                <a:latin typeface="IBM Plex Mono"/>
                <a:ea typeface="IBM Plex Mono"/>
                <a:cs typeface="IBM Plex Mono"/>
              </a:rPr>
              <a:t>PENDING</a:t>
            </a:r>
          </a:p>
        </p:txBody>
      </p:sp>
      <p:sp>
        <p:nvSpPr>
          <p:cNvPr id="16" name="text-6-15">
            <a:extLst xmlns:a="http://schemas.openxmlformats.org/drawingml/2006/main">
              <a:ext uri="{FF2B5EF4-FFF2-40B4-BE49-F238E27FC236}">
                <a16:creationId xmlns:a16="http://schemas.microsoft.com/office/drawing/2014/main" id="{EE97DEB1-E444-4E0D-A288-8EFA4CB10C88}"/>
              </a:ext>
            </a:extLst>
          </p:cNvPr>
          <p:cNvSpPr>
            <a:spLocks xmlns:a="http://schemas.openxmlformats.org/drawingml/2006/main" noGrp="1"/>
          </p:cNvSpPr>
          <p:nvPr/>
        </p:nvSpPr>
        <p:spPr>
          <a:xfrm xmlns:a="http://schemas.openxmlformats.org/drawingml/2006/main">
            <a:off x="533400" y="5591175"/>
            <a:ext cx="509587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Integrate niva_signal.h fixes, then verify acquisition</a:t>
            </a:r>
          </a:p>
        </p:txBody>
      </p:sp>
      <p:sp>
        <p:nvSpPr>
          <p:cNvPr id="17" name="text-6-16">
            <a:extLst xmlns:a="http://schemas.openxmlformats.org/drawingml/2006/main">
              <a:ext uri="{FF2B5EF4-FFF2-40B4-BE49-F238E27FC236}">
                <a16:creationId xmlns:a16="http://schemas.microsoft.com/office/drawing/2014/main" id="{D97C9862-BD5A-4541-9C4B-A21249AAD461}"/>
              </a:ext>
            </a:extLst>
          </p:cNvPr>
          <p:cNvSpPr>
            <a:spLocks xmlns:a="http://schemas.openxmlformats.org/drawingml/2006/main" noGrp="1"/>
          </p:cNvSpPr>
          <p:nvPr/>
        </p:nvSpPr>
        <p:spPr>
          <a:xfrm xmlns:a="http://schemas.openxmlformats.org/drawingml/2006/main">
            <a:off x="533400" y="5860637"/>
            <a:ext cx="509587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and calibration.</a:t>
            </a:r>
          </a:p>
        </p:txBody>
      </p:sp>
      <p:sp>
        <p:nvSpPr>
          <p:cNvPr id="18" name="line-6-17">
            <a:extLst xmlns:a="http://schemas.openxmlformats.org/drawingml/2006/main">
              <a:ext uri="{FF2B5EF4-FFF2-40B4-BE49-F238E27FC236}">
                <a16:creationId xmlns:a16="http://schemas.microsoft.com/office/drawing/2014/main" id="{6CF715F2-64C2-463E-B193-CB14768FDAE7}"/>
              </a:ext>
            </a:extLst>
          </p:cNvPr>
          <p:cNvSpPr>
            <a:spLocks xmlns:a="http://schemas.openxmlformats.org/drawingml/2006/main" noGrp="1"/>
          </p:cNvSpPr>
          <p:nvPr/>
        </p:nvSpPr>
        <p:spPr>
          <a:xfrm xmlns:a="http://schemas.openxmlformats.org/drawingml/2006/main">
            <a:off x="5895975" y="2133600"/>
            <a:ext cx="95" cy="3857625"/>
          </a:xfrm>
          <a:custGeom xmlns:a="http://schemas.openxmlformats.org/drawingml/2006/main">
            <a:pathLst>
              <a:path w="95" h="3857625">
                <a:moveTo>
                  <a:pt x="0" y="0"/>
                </a:moveTo>
                <a:lnTo>
                  <a:pt x="95" y="3857625"/>
                </a:lnTo>
              </a:path>
            </a:pathLst>
          </a:custGeom>
          <a:noFill xmlns:a="http://schemas.openxmlformats.org/drawingml/2006/main"/>
          <a:ln xmlns:a="http://schemas.openxmlformats.org/drawingml/2006/main" w="19050">
            <a:solidFill>
              <a:srgbClr val="CBD8DC"/>
            </a:solidFill>
          </a:ln>
        </p:spPr>
      </p:sp>
      <p:sp>
        <p:nvSpPr>
          <p:cNvPr id="19" name="text-6-18">
            <a:extLst xmlns:a="http://schemas.openxmlformats.org/drawingml/2006/main">
              <a:ext uri="{FF2B5EF4-FFF2-40B4-BE49-F238E27FC236}">
                <a16:creationId xmlns:a16="http://schemas.microsoft.com/office/drawing/2014/main" id="{ACCC9582-32EF-42E9-840C-C52E3E2BA287}"/>
              </a:ext>
            </a:extLst>
          </p:cNvPr>
          <p:cNvSpPr>
            <a:spLocks xmlns:a="http://schemas.openxmlformats.org/drawingml/2006/main" noGrp="1"/>
          </p:cNvSpPr>
          <p:nvPr/>
        </p:nvSpPr>
        <p:spPr>
          <a:xfrm xmlns:a="http://schemas.openxmlformats.org/drawingml/2006/main">
            <a:off x="6315075" y="216217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08535B"/>
                </a:solidFill>
                <a:latin typeface="IBM Plex Mono"/>
                <a:ea typeface="IBM Plex Mono"/>
                <a:cs typeface="IBM Plex Mono"/>
              </a:defRPr>
            </a:pPr>
            <a:r>
              <a:rPr sz="1500" b="1">
                <a:solidFill>
                  <a:srgbClr val="08535B"/>
                </a:solidFill>
                <a:latin typeface="IBM Plex Mono"/>
                <a:ea typeface="IBM Plex Mono"/>
                <a:cs typeface="IBM Plex Mono"/>
              </a:rPr>
              <a:t>PROPOSED / VALIDITY GATE</a:t>
            </a:r>
          </a:p>
        </p:txBody>
      </p:sp>
      <p:sp>
        <p:nvSpPr>
          <p:cNvPr id="20" name="text-6-19">
            <a:extLst xmlns:a="http://schemas.openxmlformats.org/drawingml/2006/main">
              <a:ext uri="{FF2B5EF4-FFF2-40B4-BE49-F238E27FC236}">
                <a16:creationId xmlns:a16="http://schemas.microsoft.com/office/drawing/2014/main" id="{4FDBB223-1953-442C-BBC7-50A8E406BA64}"/>
              </a:ext>
            </a:extLst>
          </p:cNvPr>
          <p:cNvSpPr>
            <a:spLocks xmlns:a="http://schemas.openxmlformats.org/drawingml/2006/main" noGrp="1"/>
          </p:cNvSpPr>
          <p:nvPr/>
        </p:nvSpPr>
        <p:spPr>
          <a:xfrm xmlns:a="http://schemas.openxmlformats.org/drawingml/2006/main">
            <a:off x="6315075" y="2800350"/>
            <a:ext cx="219075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1">
                <a:solidFill>
                  <a:srgbClr val="14314B"/>
                </a:solidFill>
                <a:latin typeface="IBM Plex Sans"/>
                <a:ea typeface="IBM Plex Sans"/>
                <a:cs typeface="IBM Plex Sans"/>
              </a:defRPr>
            </a:pPr>
            <a:r>
              <a:rPr sz="2025" b="1">
                <a:solidFill>
                  <a:srgbClr val="14314B"/>
                </a:solidFill>
                <a:latin typeface="IBM Plex Sans"/>
                <a:ea typeface="IBM Plex Sans"/>
                <a:cs typeface="IBM Plex Sans"/>
              </a:rPr>
              <a:t>Drift checks</a:t>
            </a:r>
          </a:p>
        </p:txBody>
      </p:sp>
      <p:sp>
        <p:nvSpPr>
          <p:cNvPr id="21" name="text-6-20">
            <a:extLst xmlns:a="http://schemas.openxmlformats.org/drawingml/2006/main">
              <a:ext uri="{FF2B5EF4-FFF2-40B4-BE49-F238E27FC236}">
                <a16:creationId xmlns:a16="http://schemas.microsoft.com/office/drawing/2014/main" id="{893BB727-D6F0-42FF-B008-BB441BF35F93}"/>
              </a:ext>
            </a:extLst>
          </p:cNvPr>
          <p:cNvSpPr>
            <a:spLocks xmlns:a="http://schemas.openxmlformats.org/drawingml/2006/main" noGrp="1"/>
          </p:cNvSpPr>
          <p:nvPr/>
        </p:nvSpPr>
        <p:spPr>
          <a:xfrm xmlns:a="http://schemas.openxmlformats.org/drawingml/2006/main">
            <a:off x="6315075" y="334327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0F1B1E"/>
                </a:solidFill>
                <a:latin typeface="IBM Plex Sans"/>
                <a:ea typeface="IBM Plex Sans"/>
                <a:cs typeface="IBM Plex Sans"/>
              </a:defRPr>
            </a:pPr>
            <a:r>
              <a:rPr sz="1650" b="0">
                <a:solidFill>
                  <a:srgbClr val="0F1B1E"/>
                </a:solidFill>
                <a:latin typeface="IBM Plex Sans"/>
                <a:ea typeface="IBM Plex Sans"/>
                <a:cs typeface="IBM Plex Sans"/>
              </a:rPr>
              <a:t>Baseline drift</a:t>
            </a:r>
          </a:p>
        </p:txBody>
      </p:sp>
      <p:sp>
        <p:nvSpPr>
          <p:cNvPr id="22" name="text-6-21">
            <a:extLst xmlns:a="http://schemas.openxmlformats.org/drawingml/2006/main">
              <a:ext uri="{FF2B5EF4-FFF2-40B4-BE49-F238E27FC236}">
                <a16:creationId xmlns:a16="http://schemas.microsoft.com/office/drawing/2014/main" id="{608C0AF2-4AF5-4A66-A730-A8F3222978F4}"/>
              </a:ext>
            </a:extLst>
          </p:cNvPr>
          <p:cNvSpPr>
            <a:spLocks xmlns:a="http://schemas.openxmlformats.org/drawingml/2006/main" noGrp="1"/>
          </p:cNvSpPr>
          <p:nvPr/>
        </p:nvSpPr>
        <p:spPr>
          <a:xfrm xmlns:a="http://schemas.openxmlformats.org/drawingml/2006/main">
            <a:off x="6315075" y="3601022"/>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0F1B1E"/>
                </a:solidFill>
                <a:latin typeface="IBM Plex Sans"/>
                <a:ea typeface="IBM Plex Sans"/>
                <a:cs typeface="IBM Plex Sans"/>
              </a:defRPr>
            </a:pPr>
            <a:r>
              <a:rPr sz="1650" b="0">
                <a:solidFill>
                  <a:srgbClr val="0F1B1E"/>
                </a:solidFill>
                <a:latin typeface="IBM Plex Sans"/>
                <a:ea typeface="IBM Plex Sans"/>
                <a:cs typeface="IBM Plex Sans"/>
              </a:rPr>
              <a:t>Re-zero divergence</a:t>
            </a:r>
          </a:p>
        </p:txBody>
      </p:sp>
      <p:sp>
        <p:nvSpPr>
          <p:cNvPr id="23" name="text-6-22">
            <a:extLst xmlns:a="http://schemas.openxmlformats.org/drawingml/2006/main">
              <a:ext uri="{FF2B5EF4-FFF2-40B4-BE49-F238E27FC236}">
                <a16:creationId xmlns:a16="http://schemas.microsoft.com/office/drawing/2014/main" id="{B9B93A50-73CA-4FDE-9BA2-AF11C9864ADB}"/>
              </a:ext>
            </a:extLst>
          </p:cNvPr>
          <p:cNvSpPr>
            <a:spLocks xmlns:a="http://schemas.openxmlformats.org/drawingml/2006/main" noGrp="1"/>
          </p:cNvSpPr>
          <p:nvPr/>
        </p:nvSpPr>
        <p:spPr>
          <a:xfrm xmlns:a="http://schemas.openxmlformats.org/drawingml/2006/main">
            <a:off x="6315075" y="3858768"/>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0F1B1E"/>
                </a:solidFill>
                <a:latin typeface="IBM Plex Sans"/>
                <a:ea typeface="IBM Plex Sans"/>
                <a:cs typeface="IBM Plex Sans"/>
              </a:defRPr>
            </a:pPr>
            <a:r>
              <a:rPr sz="1650" b="0">
                <a:solidFill>
                  <a:srgbClr val="0F1B1E"/>
                </a:solidFill>
                <a:latin typeface="IBM Plex Sans"/>
                <a:ea typeface="IBM Plex Sans"/>
                <a:cs typeface="IBM Plex Sans"/>
              </a:rPr>
              <a:t>Channel consistency</a:t>
            </a:r>
          </a:p>
        </p:txBody>
      </p:sp>
      <p:sp>
        <p:nvSpPr>
          <p:cNvPr id="24" name="line-6-23">
            <a:extLst xmlns:a="http://schemas.openxmlformats.org/drawingml/2006/main">
              <a:ext uri="{FF2B5EF4-FFF2-40B4-BE49-F238E27FC236}">
                <a16:creationId xmlns:a16="http://schemas.microsoft.com/office/drawing/2014/main" id="{0CC03E55-1CDF-43BF-87A2-54067D437E6D}"/>
              </a:ext>
            </a:extLst>
          </p:cNvPr>
          <p:cNvSpPr>
            <a:spLocks xmlns:a="http://schemas.openxmlformats.org/drawingml/2006/main" noGrp="1"/>
          </p:cNvSpPr>
          <p:nvPr/>
        </p:nvSpPr>
        <p:spPr>
          <a:xfrm xmlns:a="http://schemas.openxmlformats.org/drawingml/2006/main">
            <a:off x="8810625" y="3038475"/>
            <a:ext cx="457200" cy="857250"/>
          </a:xfrm>
          <a:custGeom xmlns:a="http://schemas.openxmlformats.org/drawingml/2006/main">
            <a:pathLst>
              <a:path w="457200" h="857250">
                <a:moveTo>
                  <a:pt x="0" y="857250"/>
                </a:moveTo>
                <a:lnTo>
                  <a:pt x="457200" y="0"/>
                </a:lnTo>
              </a:path>
            </a:pathLst>
          </a:custGeom>
          <a:noFill xmlns:a="http://schemas.openxmlformats.org/drawingml/2006/main"/>
          <a:ln xmlns:a="http://schemas.openxmlformats.org/drawingml/2006/main" w="19050">
            <a:solidFill>
              <a:srgbClr val="0B6F79"/>
            </a:solidFill>
          </a:ln>
        </p:spPr>
      </p:sp>
      <p:sp>
        <p:nvSpPr>
          <p:cNvPr id="25" name="line-6-24">
            <a:extLst xmlns:a="http://schemas.openxmlformats.org/drawingml/2006/main">
              <a:ext uri="{FF2B5EF4-FFF2-40B4-BE49-F238E27FC236}">
                <a16:creationId xmlns:a16="http://schemas.microsoft.com/office/drawing/2014/main" id="{1B7C9CE1-ED58-4CC6-AFC6-E7B65254810F}"/>
              </a:ext>
            </a:extLst>
          </p:cNvPr>
          <p:cNvSpPr>
            <a:spLocks xmlns:a="http://schemas.openxmlformats.org/drawingml/2006/main" noGrp="1"/>
          </p:cNvSpPr>
          <p:nvPr/>
        </p:nvSpPr>
        <p:spPr>
          <a:xfrm xmlns:a="http://schemas.openxmlformats.org/drawingml/2006/main">
            <a:off x="9267825" y="3038475"/>
            <a:ext cx="861" cy="85721"/>
          </a:xfrm>
          <a:custGeom xmlns:a="http://schemas.openxmlformats.org/drawingml/2006/main">
            <a:pathLst>
              <a:path w="861" h="85721">
                <a:moveTo>
                  <a:pt x="0" y="0"/>
                </a:moveTo>
                <a:lnTo>
                  <a:pt x="861" y="85721"/>
                </a:lnTo>
              </a:path>
            </a:pathLst>
          </a:custGeom>
          <a:noFill xmlns:a="http://schemas.openxmlformats.org/drawingml/2006/main"/>
          <a:ln xmlns:a="http://schemas.openxmlformats.org/drawingml/2006/main" w="19050">
            <a:solidFill>
              <a:srgbClr val="0B6F79"/>
            </a:solidFill>
          </a:ln>
        </p:spPr>
      </p:sp>
      <p:sp>
        <p:nvSpPr>
          <p:cNvPr id="26" name="line-6-25">
            <a:extLst xmlns:a="http://schemas.openxmlformats.org/drawingml/2006/main">
              <a:ext uri="{FF2B5EF4-FFF2-40B4-BE49-F238E27FC236}">
                <a16:creationId xmlns:a16="http://schemas.microsoft.com/office/drawing/2014/main" id="{DAA31299-8A3B-4F4B-AA09-EE7FE7BC8E19}"/>
              </a:ext>
            </a:extLst>
          </p:cNvPr>
          <p:cNvSpPr>
            <a:spLocks xmlns:a="http://schemas.openxmlformats.org/drawingml/2006/main" noGrp="1"/>
          </p:cNvSpPr>
          <p:nvPr/>
        </p:nvSpPr>
        <p:spPr>
          <a:xfrm xmlns:a="http://schemas.openxmlformats.org/drawingml/2006/main">
            <a:off x="9196159" y="3038475"/>
            <a:ext cx="71666" cy="47039"/>
          </a:xfrm>
          <a:custGeom xmlns:a="http://schemas.openxmlformats.org/drawingml/2006/main">
            <a:pathLst>
              <a:path w="71666" h="47039">
                <a:moveTo>
                  <a:pt x="71666" y="0"/>
                </a:moveTo>
                <a:lnTo>
                  <a:pt x="0" y="47039"/>
                </a:lnTo>
              </a:path>
            </a:pathLst>
          </a:custGeom>
          <a:noFill xmlns:a="http://schemas.openxmlformats.org/drawingml/2006/main"/>
          <a:ln xmlns:a="http://schemas.openxmlformats.org/drawingml/2006/main" w="19050">
            <a:solidFill>
              <a:srgbClr val="0B6F79"/>
            </a:solidFill>
          </a:ln>
        </p:spPr>
      </p:sp>
      <p:sp>
        <p:nvSpPr>
          <p:cNvPr id="27" name="rect-6-26">
            <a:extLst xmlns:a="http://schemas.openxmlformats.org/drawingml/2006/main">
              <a:ext uri="{FF2B5EF4-FFF2-40B4-BE49-F238E27FC236}">
                <a16:creationId xmlns:a16="http://schemas.microsoft.com/office/drawing/2014/main" id="{E125E675-3F9A-44F8-84A6-44D39D21473F}"/>
              </a:ext>
            </a:extLst>
          </p:cNvPr>
          <p:cNvSpPr>
            <a:spLocks xmlns:a="http://schemas.openxmlformats.org/drawingml/2006/main" noGrp="1"/>
          </p:cNvSpPr>
          <p:nvPr/>
        </p:nvSpPr>
        <p:spPr>
          <a:xfrm xmlns:a="http://schemas.openxmlformats.org/drawingml/2006/main">
            <a:off x="9429750" y="2686050"/>
            <a:ext cx="2228850" cy="742950"/>
          </a:xfrm>
          <a:prstGeom xmlns:a="http://schemas.openxmlformats.org/drawingml/2006/main" prst="rect">
            <a:avLst/>
          </a:prstGeom>
          <a:solidFill xmlns:a="http://schemas.openxmlformats.org/drawingml/2006/main">
            <a:srgbClr val="DEEDE2"/>
          </a:solidFill>
          <a:ln xmlns:a="http://schemas.openxmlformats.org/drawingml/2006/main" w="0">
            <a:noFill/>
          </a:ln>
        </p:spPr>
      </p:sp>
      <p:sp>
        <p:nvSpPr>
          <p:cNvPr id="28" name="text-6-27">
            <a:extLst xmlns:a="http://schemas.openxmlformats.org/drawingml/2006/main">
              <a:ext uri="{FF2B5EF4-FFF2-40B4-BE49-F238E27FC236}">
                <a16:creationId xmlns:a16="http://schemas.microsoft.com/office/drawing/2014/main" id="{BDEBB632-8053-48DB-B228-9EE2DEBE05D1}"/>
              </a:ext>
            </a:extLst>
          </p:cNvPr>
          <p:cNvSpPr>
            <a:spLocks xmlns:a="http://schemas.openxmlformats.org/drawingml/2006/main" noGrp="1"/>
          </p:cNvSpPr>
          <p:nvPr/>
        </p:nvSpPr>
        <p:spPr>
          <a:xfrm xmlns:a="http://schemas.openxmlformats.org/drawingml/2006/main">
            <a:off x="9572625" y="2771775"/>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2A6640"/>
                </a:solidFill>
                <a:latin typeface="IBM Plex Mono"/>
                <a:ea typeface="IBM Plex Mono"/>
                <a:cs typeface="IBM Plex Mono"/>
              </a:defRPr>
            </a:pPr>
            <a:r>
              <a:rPr sz="1500" b="1">
                <a:solidFill>
                  <a:srgbClr val="2A6640"/>
                </a:solidFill>
                <a:latin typeface="IBM Plex Mono"/>
                <a:ea typeface="IBM Plex Mono"/>
                <a:cs typeface="IBM Plex Mono"/>
              </a:rPr>
              <a:t>VALID</a:t>
            </a:r>
          </a:p>
        </p:txBody>
      </p:sp>
      <p:sp>
        <p:nvSpPr>
          <p:cNvPr id="29" name="text-6-28">
            <a:extLst xmlns:a="http://schemas.openxmlformats.org/drawingml/2006/main">
              <a:ext uri="{FF2B5EF4-FFF2-40B4-BE49-F238E27FC236}">
                <a16:creationId xmlns:a16="http://schemas.microsoft.com/office/drawing/2014/main" id="{C089FA1E-F9AA-47BD-A0DF-12964B260A98}"/>
              </a:ext>
            </a:extLst>
          </p:cNvPr>
          <p:cNvSpPr>
            <a:spLocks xmlns:a="http://schemas.openxmlformats.org/drawingml/2006/main" noGrp="1"/>
          </p:cNvSpPr>
          <p:nvPr/>
        </p:nvSpPr>
        <p:spPr>
          <a:xfrm xmlns:a="http://schemas.openxmlformats.org/drawingml/2006/main">
            <a:off x="9572625" y="3076575"/>
            <a:ext cx="2019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2A6640"/>
                </a:solidFill>
                <a:latin typeface="IBM Plex Sans"/>
                <a:ea typeface="IBM Plex Sans"/>
                <a:cs typeface="IBM Plex Sans"/>
              </a:defRPr>
            </a:pPr>
            <a:r>
              <a:rPr sz="1650" b="0">
                <a:solidFill>
                  <a:srgbClr val="2A6640"/>
                </a:solidFill>
                <a:latin typeface="IBM Plex Sans"/>
                <a:ea typeface="IBM Plex Sans"/>
                <a:cs typeface="IBM Plex Sans"/>
              </a:rPr>
              <a:t>Report</a:t>
            </a:r>
          </a:p>
        </p:txBody>
      </p:sp>
      <p:sp>
        <p:nvSpPr>
          <p:cNvPr id="30" name="line-6-29">
            <a:extLst xmlns:a="http://schemas.openxmlformats.org/drawingml/2006/main">
              <a:ext uri="{FF2B5EF4-FFF2-40B4-BE49-F238E27FC236}">
                <a16:creationId xmlns:a16="http://schemas.microsoft.com/office/drawing/2014/main" id="{53595A3A-F326-4906-91D5-744535FC9457}"/>
              </a:ext>
            </a:extLst>
          </p:cNvPr>
          <p:cNvSpPr>
            <a:spLocks xmlns:a="http://schemas.openxmlformats.org/drawingml/2006/main" noGrp="1"/>
          </p:cNvSpPr>
          <p:nvPr/>
        </p:nvSpPr>
        <p:spPr>
          <a:xfrm xmlns:a="http://schemas.openxmlformats.org/drawingml/2006/main">
            <a:off x="8810625" y="3895725"/>
            <a:ext cx="457200" cy="95250"/>
          </a:xfrm>
          <a:custGeom xmlns:a="http://schemas.openxmlformats.org/drawingml/2006/main">
            <a:pathLst>
              <a:path w="457200" h="95250">
                <a:moveTo>
                  <a:pt x="0" y="0"/>
                </a:moveTo>
                <a:lnTo>
                  <a:pt x="457200" y="95250"/>
                </a:lnTo>
              </a:path>
            </a:pathLst>
          </a:custGeom>
          <a:noFill xmlns:a="http://schemas.openxmlformats.org/drawingml/2006/main"/>
          <a:ln xmlns:a="http://schemas.openxmlformats.org/drawingml/2006/main" w="19050">
            <a:solidFill>
              <a:srgbClr val="0B6F79"/>
            </a:solidFill>
          </a:ln>
        </p:spPr>
      </p:sp>
      <p:sp>
        <p:nvSpPr>
          <p:cNvPr id="31" name="line-6-30">
            <a:extLst xmlns:a="http://schemas.openxmlformats.org/drawingml/2006/main">
              <a:ext uri="{FF2B5EF4-FFF2-40B4-BE49-F238E27FC236}">
                <a16:creationId xmlns:a16="http://schemas.microsoft.com/office/drawing/2014/main" id="{52D05CB5-E6BA-4B3C-887C-E00F8D094879}"/>
              </a:ext>
            </a:extLst>
          </p:cNvPr>
          <p:cNvSpPr>
            <a:spLocks xmlns:a="http://schemas.openxmlformats.org/drawingml/2006/main" noGrp="1"/>
          </p:cNvSpPr>
          <p:nvPr/>
        </p:nvSpPr>
        <p:spPr>
          <a:xfrm xmlns:a="http://schemas.openxmlformats.org/drawingml/2006/main">
            <a:off x="9185793" y="3990975"/>
            <a:ext cx="82032" cy="24891"/>
          </a:xfrm>
          <a:custGeom xmlns:a="http://schemas.openxmlformats.org/drawingml/2006/main">
            <a:pathLst>
              <a:path w="82032" h="24891">
                <a:moveTo>
                  <a:pt x="82032" y="0"/>
                </a:moveTo>
                <a:lnTo>
                  <a:pt x="0" y="24891"/>
                </a:lnTo>
              </a:path>
            </a:pathLst>
          </a:custGeom>
          <a:noFill xmlns:a="http://schemas.openxmlformats.org/drawingml/2006/main"/>
          <a:ln xmlns:a="http://schemas.openxmlformats.org/drawingml/2006/main" w="19050">
            <a:solidFill>
              <a:srgbClr val="0B6F79"/>
            </a:solidFill>
          </a:ln>
        </p:spPr>
      </p:sp>
      <p:sp>
        <p:nvSpPr>
          <p:cNvPr id="32" name="line-6-31">
            <a:extLst xmlns:a="http://schemas.openxmlformats.org/drawingml/2006/main">
              <a:ext uri="{FF2B5EF4-FFF2-40B4-BE49-F238E27FC236}">
                <a16:creationId xmlns:a16="http://schemas.microsoft.com/office/drawing/2014/main" id="{DDA27058-7C7C-4637-B278-45EFE4560911}"/>
              </a:ext>
            </a:extLst>
          </p:cNvPr>
          <p:cNvSpPr>
            <a:spLocks xmlns:a="http://schemas.openxmlformats.org/drawingml/2006/main" noGrp="1"/>
          </p:cNvSpPr>
          <p:nvPr/>
        </p:nvSpPr>
        <p:spPr>
          <a:xfrm xmlns:a="http://schemas.openxmlformats.org/drawingml/2006/main">
            <a:off x="9202558" y="3935396"/>
            <a:ext cx="65267" cy="55579"/>
          </a:xfrm>
          <a:custGeom xmlns:a="http://schemas.openxmlformats.org/drawingml/2006/main">
            <a:pathLst>
              <a:path w="65267" h="55579">
                <a:moveTo>
                  <a:pt x="65267" y="55579"/>
                </a:moveTo>
                <a:lnTo>
                  <a:pt x="0" y="0"/>
                </a:lnTo>
              </a:path>
            </a:pathLst>
          </a:custGeom>
          <a:noFill xmlns:a="http://schemas.openxmlformats.org/drawingml/2006/main"/>
          <a:ln xmlns:a="http://schemas.openxmlformats.org/drawingml/2006/main" w="19050">
            <a:solidFill>
              <a:srgbClr val="0B6F79"/>
            </a:solidFill>
          </a:ln>
        </p:spPr>
      </p:sp>
      <p:sp>
        <p:nvSpPr>
          <p:cNvPr id="33" name="rect-6-32">
            <a:extLst xmlns:a="http://schemas.openxmlformats.org/drawingml/2006/main">
              <a:ext uri="{FF2B5EF4-FFF2-40B4-BE49-F238E27FC236}">
                <a16:creationId xmlns:a16="http://schemas.microsoft.com/office/drawing/2014/main" id="{7CAE5E17-4B01-4DCB-BFC9-3A9D207EBDF2}"/>
              </a:ext>
            </a:extLst>
          </p:cNvPr>
          <p:cNvSpPr>
            <a:spLocks xmlns:a="http://schemas.openxmlformats.org/drawingml/2006/main" noGrp="1"/>
          </p:cNvSpPr>
          <p:nvPr/>
        </p:nvSpPr>
        <p:spPr>
          <a:xfrm xmlns:a="http://schemas.openxmlformats.org/drawingml/2006/main">
            <a:off x="9429750" y="3638550"/>
            <a:ext cx="2228850" cy="742950"/>
          </a:xfrm>
          <a:prstGeom xmlns:a="http://schemas.openxmlformats.org/drawingml/2006/main" prst="rect">
            <a:avLst/>
          </a:prstGeom>
          <a:solidFill xmlns:a="http://schemas.openxmlformats.org/drawingml/2006/main">
            <a:srgbClr val="F8ECD8"/>
          </a:solidFill>
          <a:ln xmlns:a="http://schemas.openxmlformats.org/drawingml/2006/main" w="0">
            <a:noFill/>
          </a:ln>
        </p:spPr>
      </p:sp>
      <p:sp>
        <p:nvSpPr>
          <p:cNvPr id="34" name="text-6-33">
            <a:extLst xmlns:a="http://schemas.openxmlformats.org/drawingml/2006/main">
              <a:ext uri="{FF2B5EF4-FFF2-40B4-BE49-F238E27FC236}">
                <a16:creationId xmlns:a16="http://schemas.microsoft.com/office/drawing/2014/main" id="{2784F970-EDDE-4AFC-8D17-0F8A16B8CB62}"/>
              </a:ext>
            </a:extLst>
          </p:cNvPr>
          <p:cNvSpPr>
            <a:spLocks xmlns:a="http://schemas.openxmlformats.org/drawingml/2006/main" noGrp="1"/>
          </p:cNvSpPr>
          <p:nvPr/>
        </p:nvSpPr>
        <p:spPr>
          <a:xfrm xmlns:a="http://schemas.openxmlformats.org/drawingml/2006/main">
            <a:off x="9572625" y="3724275"/>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8A5300"/>
                </a:solidFill>
                <a:latin typeface="IBM Plex Mono"/>
                <a:ea typeface="IBM Plex Mono"/>
                <a:cs typeface="IBM Plex Mono"/>
              </a:defRPr>
            </a:pPr>
            <a:r>
              <a:rPr sz="1500" b="1">
                <a:solidFill>
                  <a:srgbClr val="8A5300"/>
                </a:solidFill>
                <a:latin typeface="IBM Plex Mono"/>
                <a:ea typeface="IBM Plex Mono"/>
                <a:cs typeface="IBM Plex Mono"/>
              </a:rPr>
              <a:t>DEGRADED</a:t>
            </a:r>
          </a:p>
        </p:txBody>
      </p:sp>
      <p:sp>
        <p:nvSpPr>
          <p:cNvPr id="35" name="text-6-34">
            <a:extLst xmlns:a="http://schemas.openxmlformats.org/drawingml/2006/main">
              <a:ext uri="{FF2B5EF4-FFF2-40B4-BE49-F238E27FC236}">
                <a16:creationId xmlns:a16="http://schemas.microsoft.com/office/drawing/2014/main" id="{0D987ACA-9D92-4D92-B7BD-525F3A915B14}"/>
              </a:ext>
            </a:extLst>
          </p:cNvPr>
          <p:cNvSpPr>
            <a:spLocks xmlns:a="http://schemas.openxmlformats.org/drawingml/2006/main" noGrp="1"/>
          </p:cNvSpPr>
          <p:nvPr/>
        </p:nvSpPr>
        <p:spPr>
          <a:xfrm xmlns:a="http://schemas.openxmlformats.org/drawingml/2006/main">
            <a:off x="9572625" y="4029075"/>
            <a:ext cx="2019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8A5300"/>
                </a:solidFill>
                <a:latin typeface="IBM Plex Sans"/>
                <a:ea typeface="IBM Plex Sans"/>
                <a:cs typeface="IBM Plex Sans"/>
              </a:defRPr>
            </a:pPr>
            <a:r>
              <a:rPr sz="1650" b="0">
                <a:solidFill>
                  <a:srgbClr val="8A5300"/>
                </a:solidFill>
                <a:latin typeface="IBM Plex Sans"/>
                <a:ea typeface="IBM Plex Sans"/>
                <a:cs typeface="IBM Plex Sans"/>
              </a:rPr>
              <a:t>Suppress</a:t>
            </a:r>
          </a:p>
        </p:txBody>
      </p:sp>
      <p:sp>
        <p:nvSpPr>
          <p:cNvPr id="36" name="line-6-35">
            <a:extLst xmlns:a="http://schemas.openxmlformats.org/drawingml/2006/main">
              <a:ext uri="{FF2B5EF4-FFF2-40B4-BE49-F238E27FC236}">
                <a16:creationId xmlns:a16="http://schemas.microsoft.com/office/drawing/2014/main" id="{62F32807-CFC6-4CAA-834B-A44DB6226213}"/>
              </a:ext>
            </a:extLst>
          </p:cNvPr>
          <p:cNvSpPr>
            <a:spLocks xmlns:a="http://schemas.openxmlformats.org/drawingml/2006/main" noGrp="1"/>
          </p:cNvSpPr>
          <p:nvPr/>
        </p:nvSpPr>
        <p:spPr>
          <a:xfrm xmlns:a="http://schemas.openxmlformats.org/drawingml/2006/main">
            <a:off x="8810625" y="3895725"/>
            <a:ext cx="457200" cy="1047750"/>
          </a:xfrm>
          <a:custGeom xmlns:a="http://schemas.openxmlformats.org/drawingml/2006/main">
            <a:pathLst>
              <a:path w="457200" h="1047750">
                <a:moveTo>
                  <a:pt x="0" y="0"/>
                </a:moveTo>
                <a:lnTo>
                  <a:pt x="457200" y="1047750"/>
                </a:lnTo>
              </a:path>
            </a:pathLst>
          </a:custGeom>
          <a:noFill xmlns:a="http://schemas.openxmlformats.org/drawingml/2006/main"/>
          <a:ln xmlns:a="http://schemas.openxmlformats.org/drawingml/2006/main" w="19050">
            <a:solidFill>
              <a:srgbClr val="0B6F79"/>
            </a:solidFill>
          </a:ln>
        </p:spPr>
      </p:sp>
      <p:sp>
        <p:nvSpPr>
          <p:cNvPr id="37" name="line-6-36">
            <a:extLst xmlns:a="http://schemas.openxmlformats.org/drawingml/2006/main">
              <a:ext uri="{FF2B5EF4-FFF2-40B4-BE49-F238E27FC236}">
                <a16:creationId xmlns:a16="http://schemas.microsoft.com/office/drawing/2014/main" id="{B30A2679-44FA-43DF-9C83-2C8A6488A442}"/>
              </a:ext>
            </a:extLst>
          </p:cNvPr>
          <p:cNvSpPr>
            <a:spLocks xmlns:a="http://schemas.openxmlformats.org/drawingml/2006/main" noGrp="1"/>
          </p:cNvSpPr>
          <p:nvPr/>
        </p:nvSpPr>
        <p:spPr>
          <a:xfrm xmlns:a="http://schemas.openxmlformats.org/drawingml/2006/main">
            <a:off x="9200068" y="4890960"/>
            <a:ext cx="67757" cy="52515"/>
          </a:xfrm>
          <a:custGeom xmlns:a="http://schemas.openxmlformats.org/drawingml/2006/main">
            <a:pathLst>
              <a:path w="67757" h="52515">
                <a:moveTo>
                  <a:pt x="67757" y="52515"/>
                </a:moveTo>
                <a:lnTo>
                  <a:pt x="0" y="0"/>
                </a:lnTo>
              </a:path>
            </a:pathLst>
          </a:custGeom>
          <a:noFill xmlns:a="http://schemas.openxmlformats.org/drawingml/2006/main"/>
          <a:ln xmlns:a="http://schemas.openxmlformats.org/drawingml/2006/main" w="19050">
            <a:solidFill>
              <a:srgbClr val="0B6F79"/>
            </a:solidFill>
          </a:ln>
        </p:spPr>
      </p:sp>
      <p:sp>
        <p:nvSpPr>
          <p:cNvPr id="38" name="line-6-37">
            <a:extLst xmlns:a="http://schemas.openxmlformats.org/drawingml/2006/main">
              <a:ext uri="{FF2B5EF4-FFF2-40B4-BE49-F238E27FC236}">
                <a16:creationId xmlns:a16="http://schemas.microsoft.com/office/drawing/2014/main" id="{44CA7BD0-50A3-4CDE-863B-2ABCC1E5F4EB}"/>
              </a:ext>
            </a:extLst>
          </p:cNvPr>
          <p:cNvSpPr>
            <a:spLocks xmlns:a="http://schemas.openxmlformats.org/drawingml/2006/main" noGrp="1"/>
          </p:cNvSpPr>
          <p:nvPr/>
        </p:nvSpPr>
        <p:spPr>
          <a:xfrm xmlns:a="http://schemas.openxmlformats.org/drawingml/2006/main">
            <a:off x="9267825" y="4858086"/>
            <a:ext cx="7580" cy="85389"/>
          </a:xfrm>
          <a:custGeom xmlns:a="http://schemas.openxmlformats.org/drawingml/2006/main">
            <a:pathLst>
              <a:path w="7580" h="85389">
                <a:moveTo>
                  <a:pt x="0" y="85389"/>
                </a:moveTo>
                <a:lnTo>
                  <a:pt x="7580" y="0"/>
                </a:lnTo>
              </a:path>
            </a:pathLst>
          </a:custGeom>
          <a:noFill xmlns:a="http://schemas.openxmlformats.org/drawingml/2006/main"/>
          <a:ln xmlns:a="http://schemas.openxmlformats.org/drawingml/2006/main" w="19050">
            <a:solidFill>
              <a:srgbClr val="0B6F79"/>
            </a:solidFill>
          </a:ln>
        </p:spPr>
      </p:sp>
      <p:sp>
        <p:nvSpPr>
          <p:cNvPr id="39" name="rect-6-38">
            <a:extLst xmlns:a="http://schemas.openxmlformats.org/drawingml/2006/main">
              <a:ext uri="{FF2B5EF4-FFF2-40B4-BE49-F238E27FC236}">
                <a16:creationId xmlns:a16="http://schemas.microsoft.com/office/drawing/2014/main" id="{74D9B5FD-CEFD-458F-80C5-4E7E854F1839}"/>
              </a:ext>
            </a:extLst>
          </p:cNvPr>
          <p:cNvSpPr>
            <a:spLocks xmlns:a="http://schemas.openxmlformats.org/drawingml/2006/main" noGrp="1"/>
          </p:cNvSpPr>
          <p:nvPr/>
        </p:nvSpPr>
        <p:spPr>
          <a:xfrm xmlns:a="http://schemas.openxmlformats.org/drawingml/2006/main">
            <a:off x="9429750" y="4591050"/>
            <a:ext cx="2228850" cy="742950"/>
          </a:xfrm>
          <a:prstGeom xmlns:a="http://schemas.openxmlformats.org/drawingml/2006/main" prst="rect">
            <a:avLst/>
          </a:prstGeom>
          <a:solidFill xmlns:a="http://schemas.openxmlformats.org/drawingml/2006/main">
            <a:srgbClr val="F8E2E0"/>
          </a:solidFill>
          <a:ln xmlns:a="http://schemas.openxmlformats.org/drawingml/2006/main" w="0">
            <a:noFill/>
          </a:ln>
        </p:spPr>
      </p:sp>
      <p:sp>
        <p:nvSpPr>
          <p:cNvPr id="40" name="text-6-39">
            <a:extLst xmlns:a="http://schemas.openxmlformats.org/drawingml/2006/main">
              <a:ext uri="{FF2B5EF4-FFF2-40B4-BE49-F238E27FC236}">
                <a16:creationId xmlns:a16="http://schemas.microsoft.com/office/drawing/2014/main" id="{4B3650FF-21A1-4A90-B684-B0F2A36F8A43}"/>
              </a:ext>
            </a:extLst>
          </p:cNvPr>
          <p:cNvSpPr>
            <a:spLocks xmlns:a="http://schemas.openxmlformats.org/drawingml/2006/main" noGrp="1"/>
          </p:cNvSpPr>
          <p:nvPr/>
        </p:nvSpPr>
        <p:spPr>
          <a:xfrm xmlns:a="http://schemas.openxmlformats.org/drawingml/2006/main">
            <a:off x="9572625" y="4676775"/>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1">
                <a:solidFill>
                  <a:srgbClr val="A32017"/>
                </a:solidFill>
                <a:latin typeface="IBM Plex Mono"/>
                <a:ea typeface="IBM Plex Mono"/>
                <a:cs typeface="IBM Plex Mono"/>
              </a:defRPr>
            </a:pPr>
            <a:r>
              <a:rPr sz="1500" b="1">
                <a:solidFill>
                  <a:srgbClr val="A32017"/>
                </a:solidFill>
                <a:latin typeface="IBM Plex Mono"/>
                <a:ea typeface="IBM Plex Mono"/>
                <a:cs typeface="IBM Plex Mono"/>
              </a:rPr>
              <a:t>INVALID</a:t>
            </a:r>
          </a:p>
        </p:txBody>
      </p:sp>
      <p:sp>
        <p:nvSpPr>
          <p:cNvPr id="41" name="text-6-40">
            <a:extLst xmlns:a="http://schemas.openxmlformats.org/drawingml/2006/main">
              <a:ext uri="{FF2B5EF4-FFF2-40B4-BE49-F238E27FC236}">
                <a16:creationId xmlns:a16="http://schemas.microsoft.com/office/drawing/2014/main" id="{26432122-9B2D-4948-BD2F-0D6F09AF1AFC}"/>
              </a:ext>
            </a:extLst>
          </p:cNvPr>
          <p:cNvSpPr>
            <a:spLocks xmlns:a="http://schemas.openxmlformats.org/drawingml/2006/main" noGrp="1"/>
          </p:cNvSpPr>
          <p:nvPr/>
        </p:nvSpPr>
        <p:spPr>
          <a:xfrm xmlns:a="http://schemas.openxmlformats.org/drawingml/2006/main">
            <a:off x="9572625" y="4981575"/>
            <a:ext cx="2019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A32017"/>
                </a:solidFill>
                <a:latin typeface="IBM Plex Sans"/>
                <a:ea typeface="IBM Plex Sans"/>
                <a:cs typeface="IBM Plex Sans"/>
              </a:defRPr>
            </a:pPr>
            <a:r>
              <a:rPr sz="1650" b="0">
                <a:solidFill>
                  <a:srgbClr val="A32017"/>
                </a:solidFill>
                <a:latin typeface="IBM Plex Sans"/>
                <a:ea typeface="IBM Plex Sans"/>
                <a:cs typeface="IBM Plex Sans"/>
              </a:rPr>
              <a:t>Recalibrate</a:t>
            </a:r>
          </a:p>
        </p:txBody>
      </p:sp>
      <p:sp>
        <p:nvSpPr>
          <p:cNvPr id="42" name="text-6-41">
            <a:extLst xmlns:a="http://schemas.openxmlformats.org/drawingml/2006/main">
              <a:ext uri="{FF2B5EF4-FFF2-40B4-BE49-F238E27FC236}">
                <a16:creationId xmlns:a16="http://schemas.microsoft.com/office/drawing/2014/main" id="{2975FF9C-3895-4DF0-AD5B-850261B983A7}"/>
              </a:ext>
            </a:extLst>
          </p:cNvPr>
          <p:cNvSpPr>
            <a:spLocks xmlns:a="http://schemas.openxmlformats.org/drawingml/2006/main" noGrp="1"/>
          </p:cNvSpPr>
          <p:nvPr/>
        </p:nvSpPr>
        <p:spPr>
          <a:xfrm xmlns:a="http://schemas.openxmlformats.org/drawingml/2006/main">
            <a:off x="9620250" y="24003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A6C72"/>
                </a:solidFill>
                <a:latin typeface="IBM Plex Sans"/>
                <a:ea typeface="IBM Plex Sans"/>
                <a:cs typeface="IBM Plex Sans"/>
              </a:defRPr>
            </a:pPr>
            <a:r>
              <a:rPr sz="1200" b="0">
                <a:solidFill>
                  <a:srgbClr val="5A6C72"/>
                </a:solidFill>
                <a:latin typeface="IBM Plex Sans"/>
                <a:ea typeface="IBM Plex Sans"/>
                <a:cs typeface="IBM Plex Sans"/>
              </a:rPr>
              <a:t>check outcome</a:t>
            </a:r>
          </a:p>
        </p:txBody>
      </p:sp>
      <p:sp>
        <p:nvSpPr>
          <p:cNvPr id="43" name="text-6-42">
            <a:extLst xmlns:a="http://schemas.openxmlformats.org/drawingml/2006/main">
              <a:ext uri="{FF2B5EF4-FFF2-40B4-BE49-F238E27FC236}">
                <a16:creationId xmlns:a16="http://schemas.microsoft.com/office/drawing/2014/main" id="{2FEB77DB-174F-42E6-B142-6DFA95B26D3C}"/>
              </a:ext>
            </a:extLst>
          </p:cNvPr>
          <p:cNvSpPr>
            <a:spLocks xmlns:a="http://schemas.openxmlformats.org/drawingml/2006/main" noGrp="1"/>
          </p:cNvSpPr>
          <p:nvPr/>
        </p:nvSpPr>
        <p:spPr>
          <a:xfrm xmlns:a="http://schemas.openxmlformats.org/drawingml/2006/main">
            <a:off x="6315075" y="5362575"/>
            <a:ext cx="53149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5A6C72"/>
                </a:solidFill>
                <a:latin typeface="IBM Plex Sans"/>
                <a:ea typeface="IBM Plex Sans"/>
                <a:cs typeface="IBM Plex Sans"/>
              </a:defRPr>
            </a:pPr>
            <a:r>
              <a:rPr sz="1725" b="0">
                <a:solidFill>
                  <a:srgbClr val="5A6C72"/>
                </a:solidFill>
                <a:latin typeface="IBM Plex Sans"/>
                <a:ea typeface="IBM Plex Sans"/>
                <a:cs typeface="IBM Plex Sans"/>
              </a:rPr>
              <a:t>PENDING: gate integration and R3 tests.</a:t>
            </a:r>
          </a:p>
        </p:txBody>
      </p:sp>
      <p:sp>
        <p:nvSpPr>
          <p:cNvPr id="44" name="text-6-43">
            <a:extLst xmlns:a="http://schemas.openxmlformats.org/drawingml/2006/main">
              <a:ext uri="{FF2B5EF4-FFF2-40B4-BE49-F238E27FC236}">
                <a16:creationId xmlns:a16="http://schemas.microsoft.com/office/drawing/2014/main" id="{111D0F67-C227-4EA8-9463-CD659605B9AC}"/>
              </a:ext>
            </a:extLst>
          </p:cNvPr>
          <p:cNvSpPr>
            <a:spLocks xmlns:a="http://schemas.openxmlformats.org/drawingml/2006/main" noGrp="1"/>
          </p:cNvSpPr>
          <p:nvPr/>
        </p:nvSpPr>
        <p:spPr>
          <a:xfrm xmlns:a="http://schemas.openxmlformats.org/drawingml/2006/main">
            <a:off x="6315075" y="5632037"/>
            <a:ext cx="53149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5A6C72"/>
                </a:solidFill>
                <a:latin typeface="IBM Plex Sans"/>
                <a:ea typeface="IBM Plex Sans"/>
                <a:cs typeface="IBM Plex Sans"/>
              </a:defRPr>
            </a:pPr>
            <a:r>
              <a:rPr sz="1725" b="0">
                <a:solidFill>
                  <a:srgbClr val="5A6C72"/>
                </a:solidFill>
                <a:latin typeface="IBM Plex Sans"/>
                <a:ea typeface="IBM Plex Sans"/>
                <a:cs typeface="IBM Plex Sans"/>
              </a:rPr>
              <a:t>Detection performance: to be measured.</a:t>
            </a:r>
          </a:p>
        </p:txBody>
      </p:sp>
    </p:spTree>
    <p:extLst>
      <p:ext uri="{BB962C8B-B14F-4D97-AF65-F5344CB8AC3E}">
        <p14:creationId xmlns:p14="http://schemas.microsoft.com/office/powerpoint/2010/main" val="16380646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text-7-0">
            <a:extLst xmlns:a="http://schemas.openxmlformats.org/drawingml/2006/main">
              <a:ext uri="{FF2B5EF4-FFF2-40B4-BE49-F238E27FC236}">
                <a16:creationId xmlns:a16="http://schemas.microsoft.com/office/drawing/2014/main" id="{C0E2F5DD-0253-411A-8C7C-BF3611EA8073}"/>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7-1">
            <a:extLst xmlns:a="http://schemas.openxmlformats.org/drawingml/2006/main">
              <a:ext uri="{FF2B5EF4-FFF2-40B4-BE49-F238E27FC236}">
                <a16:creationId xmlns:a16="http://schemas.microsoft.com/office/drawing/2014/main" id="{37A3E342-DA44-48C6-87C3-543D21172D63}"/>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07</a:t>
            </a:r>
          </a:p>
        </p:txBody>
      </p:sp>
      <p:sp>
        <p:nvSpPr>
          <p:cNvPr id="3" name="text-7-2">
            <a:extLst xmlns:a="http://schemas.openxmlformats.org/drawingml/2006/main">
              <a:ext uri="{FF2B5EF4-FFF2-40B4-BE49-F238E27FC236}">
                <a16:creationId xmlns:a16="http://schemas.microsoft.com/office/drawing/2014/main" id="{A2DE2DA0-89E6-4F5A-BC12-5B728D4AB0A8}"/>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EXPERIMENTAL SETUP</a:t>
            </a:r>
          </a:p>
        </p:txBody>
      </p:sp>
      <p:sp>
        <p:nvSpPr>
          <p:cNvPr id="4" name="text-7-3">
            <a:extLst xmlns:a="http://schemas.openxmlformats.org/drawingml/2006/main">
              <a:ext uri="{FF2B5EF4-FFF2-40B4-BE49-F238E27FC236}">
                <a16:creationId xmlns:a16="http://schemas.microsoft.com/office/drawing/2014/main" id="{AC19DCD8-19CD-428F-98FD-082C5EEEF5AF}"/>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How the 576 footsteps were selected</a:t>
            </a:r>
          </a:p>
        </p:txBody>
      </p:sp>
      <p:sp>
        <p:nvSpPr>
          <p:cNvPr id="5" name="line-7-4">
            <a:extLst xmlns:a="http://schemas.openxmlformats.org/drawingml/2006/main">
              <a:ext uri="{FF2B5EF4-FFF2-40B4-BE49-F238E27FC236}">
                <a16:creationId xmlns:a16="http://schemas.microsoft.com/office/drawing/2014/main" id="{2F1BDE47-F20B-466F-BA12-70CCEC9552E1}"/>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7-5">
            <a:extLst xmlns:a="http://schemas.openxmlformats.org/drawingml/2006/main">
              <a:ext uri="{FF2B5EF4-FFF2-40B4-BE49-F238E27FC236}">
                <a16:creationId xmlns:a16="http://schemas.microsoft.com/office/drawing/2014/main" id="{2DC43093-AAD5-4CE0-99AD-E3AEE439409D}"/>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7-6">
            <a:extLst xmlns:a="http://schemas.openxmlformats.org/drawingml/2006/main">
              <a:ext uri="{FF2B5EF4-FFF2-40B4-BE49-F238E27FC236}">
                <a16:creationId xmlns:a16="http://schemas.microsoft.com/office/drawing/2014/main" id="{E40539EE-F210-4A61-B56A-1D9628996C60}"/>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text-7-7">
            <a:extLst xmlns:a="http://schemas.openxmlformats.org/drawingml/2006/main">
              <a:ext uri="{FF2B5EF4-FFF2-40B4-BE49-F238E27FC236}">
                <a16:creationId xmlns:a16="http://schemas.microsoft.com/office/drawing/2014/main" id="{A1ED0619-11A0-41C4-B63C-1C98ECB66594}"/>
              </a:ext>
            </a:extLst>
          </p:cNvPr>
          <p:cNvSpPr>
            <a:spLocks xmlns:a="http://schemas.openxmlformats.org/drawingml/2006/main" noGrp="1"/>
          </p:cNvSpPr>
          <p:nvPr/>
        </p:nvSpPr>
        <p:spPr>
          <a:xfrm xmlns:a="http://schemas.openxmlformats.org/drawingml/2006/main">
            <a:off x="533400" y="2257425"/>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100" b="0">
                <a:solidFill>
                  <a:srgbClr val="0B6F79"/>
                </a:solidFill>
                <a:latin typeface="IBM Plex Mono"/>
                <a:ea typeface="IBM Plex Mono"/>
                <a:cs typeface="IBM Plex Mono"/>
              </a:defRPr>
            </a:pPr>
            <a:r>
              <a:rPr sz="5100" b="0">
                <a:solidFill>
                  <a:srgbClr val="0B6F79"/>
                </a:solidFill>
                <a:latin typeface="IBM Plex Mono"/>
                <a:ea typeface="IBM Plex Mono"/>
                <a:cs typeface="IBM Plex Mono"/>
              </a:rPr>
              <a:t>12</a:t>
            </a:r>
          </a:p>
        </p:txBody>
      </p:sp>
      <p:sp>
        <p:nvSpPr>
          <p:cNvPr id="9" name="text-7-8">
            <a:extLst xmlns:a="http://schemas.openxmlformats.org/drawingml/2006/main">
              <a:ext uri="{FF2B5EF4-FFF2-40B4-BE49-F238E27FC236}">
                <a16:creationId xmlns:a16="http://schemas.microsoft.com/office/drawing/2014/main" id="{4A2F9858-0EF1-4067-949A-7F984A991AFE}"/>
              </a:ext>
            </a:extLst>
          </p:cNvPr>
          <p:cNvSpPr>
            <a:spLocks xmlns:a="http://schemas.openxmlformats.org/drawingml/2006/main" noGrp="1"/>
          </p:cNvSpPr>
          <p:nvPr/>
        </p:nvSpPr>
        <p:spPr>
          <a:xfrm xmlns:a="http://schemas.openxmlformats.org/drawingml/2006/main">
            <a:off x="533400" y="3133725"/>
            <a:ext cx="1962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1">
                <a:solidFill>
                  <a:srgbClr val="14314B"/>
                </a:solidFill>
                <a:latin typeface="IBM Plex Sans"/>
                <a:ea typeface="IBM Plex Sans"/>
                <a:cs typeface="IBM Plex Sans"/>
              </a:defRPr>
            </a:pPr>
            <a:r>
              <a:rPr sz="1950" b="1">
                <a:solidFill>
                  <a:srgbClr val="14314B"/>
                </a:solidFill>
                <a:latin typeface="IBM Plex Sans"/>
                <a:ea typeface="IBM Plex Sans"/>
                <a:cs typeface="IBM Plex Sans"/>
              </a:rPr>
              <a:t>Participants</a:t>
            </a:r>
          </a:p>
        </p:txBody>
      </p:sp>
      <p:sp>
        <p:nvSpPr>
          <p:cNvPr id="10" name="text-7-9">
            <a:extLst xmlns:a="http://schemas.openxmlformats.org/drawingml/2006/main">
              <a:ext uri="{FF2B5EF4-FFF2-40B4-BE49-F238E27FC236}">
                <a16:creationId xmlns:a16="http://schemas.microsoft.com/office/drawing/2014/main" id="{79065C53-AA3A-4F94-BE5A-4D183E9C6488}"/>
              </a:ext>
            </a:extLst>
          </p:cNvPr>
          <p:cNvSpPr>
            <a:spLocks xmlns:a="http://schemas.openxmlformats.org/drawingml/2006/main" noGrp="1"/>
          </p:cNvSpPr>
          <p:nvPr/>
        </p:nvSpPr>
        <p:spPr>
          <a:xfrm xmlns:a="http://schemas.openxmlformats.org/drawingml/2006/main">
            <a:off x="533400" y="3543300"/>
            <a:ext cx="1971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A6C72"/>
                </a:solidFill>
                <a:latin typeface="IBM Plex Sans"/>
                <a:ea typeface="IBM Plex Sans"/>
                <a:cs typeface="IBM Plex Sans"/>
              </a:defRPr>
            </a:pPr>
            <a:r>
              <a:rPr sz="1500" b="0">
                <a:solidFill>
                  <a:srgbClr val="5A6C72"/>
                </a:solidFill>
                <a:latin typeface="IBM Plex Sans"/>
                <a:ea typeface="IBM Plex Sans"/>
                <a:cs typeface="IBM Plex Sans"/>
              </a:rPr>
              <a:t>IDs 002–013</a:t>
            </a:r>
          </a:p>
        </p:txBody>
      </p:sp>
      <p:sp>
        <p:nvSpPr>
          <p:cNvPr id="11" name="text-7-10">
            <a:extLst xmlns:a="http://schemas.openxmlformats.org/drawingml/2006/main">
              <a:ext uri="{FF2B5EF4-FFF2-40B4-BE49-F238E27FC236}">
                <a16:creationId xmlns:a16="http://schemas.microsoft.com/office/drawing/2014/main" id="{C7FD99FD-65C9-4CDE-845A-8C7F5DC2CF93}"/>
              </a:ext>
            </a:extLst>
          </p:cNvPr>
          <p:cNvSpPr>
            <a:spLocks xmlns:a="http://schemas.openxmlformats.org/drawingml/2006/main" noGrp="1"/>
          </p:cNvSpPr>
          <p:nvPr/>
        </p:nvSpPr>
        <p:spPr>
          <a:xfrm xmlns:a="http://schemas.openxmlformats.org/drawingml/2006/main">
            <a:off x="2286000" y="2505075"/>
            <a:ext cx="428625"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5A6C72"/>
                </a:solidFill>
                <a:latin typeface="IBM Plex Mono"/>
                <a:ea typeface="IBM Plex Mono"/>
                <a:cs typeface="IBM Plex Mono"/>
              </a:defRPr>
            </a:pPr>
            <a:r>
              <a:rPr sz="2625" b="0">
                <a:solidFill>
                  <a:srgbClr val="5A6C72"/>
                </a:solidFill>
                <a:latin typeface="IBM Plex Mono"/>
                <a:ea typeface="IBM Plex Mono"/>
                <a:cs typeface="IBM Plex Mono"/>
              </a:rPr>
              <a:t>×</a:t>
            </a:r>
          </a:p>
        </p:txBody>
      </p:sp>
      <p:sp>
        <p:nvSpPr>
          <p:cNvPr id="12" name="text-7-11">
            <a:extLst xmlns:a="http://schemas.openxmlformats.org/drawingml/2006/main">
              <a:ext uri="{FF2B5EF4-FFF2-40B4-BE49-F238E27FC236}">
                <a16:creationId xmlns:a16="http://schemas.microsoft.com/office/drawing/2014/main" id="{E7BEFDB2-6A20-4297-BCF8-5988F68F9EB3}"/>
              </a:ext>
            </a:extLst>
          </p:cNvPr>
          <p:cNvSpPr>
            <a:spLocks xmlns:a="http://schemas.openxmlformats.org/drawingml/2006/main" noGrp="1"/>
          </p:cNvSpPr>
          <p:nvPr/>
        </p:nvSpPr>
        <p:spPr>
          <a:xfrm xmlns:a="http://schemas.openxmlformats.org/drawingml/2006/main">
            <a:off x="2771775" y="2257425"/>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100" b="0">
                <a:solidFill>
                  <a:srgbClr val="0B6F79"/>
                </a:solidFill>
                <a:latin typeface="IBM Plex Mono"/>
                <a:ea typeface="IBM Plex Mono"/>
                <a:cs typeface="IBM Plex Mono"/>
              </a:defRPr>
            </a:pPr>
            <a:r>
              <a:rPr sz="5100" b="0">
                <a:solidFill>
                  <a:srgbClr val="0B6F79"/>
                </a:solidFill>
                <a:latin typeface="IBM Plex Mono"/>
                <a:ea typeface="IBM Plex Mono"/>
                <a:cs typeface="IBM Plex Mono"/>
              </a:rPr>
              <a:t>2</a:t>
            </a:r>
          </a:p>
        </p:txBody>
      </p:sp>
      <p:sp>
        <p:nvSpPr>
          <p:cNvPr id="13" name="text-7-12">
            <a:extLst xmlns:a="http://schemas.openxmlformats.org/drawingml/2006/main">
              <a:ext uri="{FF2B5EF4-FFF2-40B4-BE49-F238E27FC236}">
                <a16:creationId xmlns:a16="http://schemas.microsoft.com/office/drawing/2014/main" id="{14C3EFE6-B336-4D16-A16C-D655A2410ECB}"/>
              </a:ext>
            </a:extLst>
          </p:cNvPr>
          <p:cNvSpPr>
            <a:spLocks xmlns:a="http://schemas.openxmlformats.org/drawingml/2006/main" noGrp="1"/>
          </p:cNvSpPr>
          <p:nvPr/>
        </p:nvSpPr>
        <p:spPr>
          <a:xfrm xmlns:a="http://schemas.openxmlformats.org/drawingml/2006/main">
            <a:off x="2771775" y="3133725"/>
            <a:ext cx="1962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1">
                <a:solidFill>
                  <a:srgbClr val="14314B"/>
                </a:solidFill>
                <a:latin typeface="IBM Plex Sans"/>
                <a:ea typeface="IBM Plex Sans"/>
                <a:cs typeface="IBM Plex Sans"/>
              </a:defRPr>
            </a:pPr>
            <a:r>
              <a:rPr sz="1950" b="1">
                <a:solidFill>
                  <a:srgbClr val="14314B"/>
                </a:solidFill>
                <a:latin typeface="IBM Plex Sans"/>
                <a:ea typeface="IBM Plex Sans"/>
                <a:cs typeface="IBM Plex Sans"/>
              </a:rPr>
              <a:t>Conditions</a:t>
            </a:r>
          </a:p>
        </p:txBody>
      </p:sp>
      <p:sp>
        <p:nvSpPr>
          <p:cNvPr id="14" name="text-7-13">
            <a:extLst xmlns:a="http://schemas.openxmlformats.org/drawingml/2006/main">
              <a:ext uri="{FF2B5EF4-FFF2-40B4-BE49-F238E27FC236}">
                <a16:creationId xmlns:a16="http://schemas.microsoft.com/office/drawing/2014/main" id="{E09DC560-BEFD-4C96-BB47-4C2D6B763947}"/>
              </a:ext>
            </a:extLst>
          </p:cNvPr>
          <p:cNvSpPr>
            <a:spLocks xmlns:a="http://schemas.openxmlformats.org/drawingml/2006/main" noGrp="1"/>
          </p:cNvSpPr>
          <p:nvPr/>
        </p:nvSpPr>
        <p:spPr>
          <a:xfrm xmlns:a="http://schemas.openxmlformats.org/drawingml/2006/main">
            <a:off x="2771775" y="3543300"/>
            <a:ext cx="1971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A6C72"/>
                </a:solidFill>
                <a:latin typeface="IBM Plex Sans"/>
                <a:ea typeface="IBM Plex Sans"/>
                <a:cs typeface="IBM Plex Sans"/>
              </a:defRPr>
            </a:pPr>
            <a:r>
              <a:rPr sz="1500" b="0">
                <a:solidFill>
                  <a:srgbClr val="5A6C72"/>
                </a:solidFill>
                <a:latin typeface="IBM Plex Sans"/>
                <a:ea typeface="IBM Plex Sans"/>
                <a:cs typeface="IBM Plex Sans"/>
              </a:rPr>
              <a:t>BF + ST</a:t>
            </a:r>
          </a:p>
        </p:txBody>
      </p:sp>
      <p:sp>
        <p:nvSpPr>
          <p:cNvPr id="15" name="text-7-14">
            <a:extLst xmlns:a="http://schemas.openxmlformats.org/drawingml/2006/main">
              <a:ext uri="{FF2B5EF4-FFF2-40B4-BE49-F238E27FC236}">
                <a16:creationId xmlns:a16="http://schemas.microsoft.com/office/drawing/2014/main" id="{566C5491-0CB9-4B55-97C4-3851A6A5BC76}"/>
              </a:ext>
            </a:extLst>
          </p:cNvPr>
          <p:cNvSpPr>
            <a:spLocks xmlns:a="http://schemas.openxmlformats.org/drawingml/2006/main" noGrp="1"/>
          </p:cNvSpPr>
          <p:nvPr/>
        </p:nvSpPr>
        <p:spPr>
          <a:xfrm xmlns:a="http://schemas.openxmlformats.org/drawingml/2006/main">
            <a:off x="2771775" y="3777615"/>
            <a:ext cx="1971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A6C72"/>
                </a:solidFill>
                <a:latin typeface="IBM Plex Sans"/>
                <a:ea typeface="IBM Plex Sans"/>
                <a:cs typeface="IBM Plex Sans"/>
              </a:defRPr>
            </a:pPr>
            <a:r>
              <a:rPr sz="1500" b="0">
                <a:solidFill>
                  <a:srgbClr val="5A6C72"/>
                </a:solidFill>
                <a:latin typeface="IBM Plex Sans"/>
                <a:ea typeface="IBM Plex Sans"/>
                <a:cs typeface="IBM Plex Sans"/>
              </a:rPr>
              <a:t>Preferred speed (W1)</a:t>
            </a:r>
          </a:p>
        </p:txBody>
      </p:sp>
      <p:sp>
        <p:nvSpPr>
          <p:cNvPr id="16" name="text-7-15">
            <a:extLst xmlns:a="http://schemas.openxmlformats.org/drawingml/2006/main">
              <a:ext uri="{FF2B5EF4-FFF2-40B4-BE49-F238E27FC236}">
                <a16:creationId xmlns:a16="http://schemas.microsoft.com/office/drawing/2014/main" id="{FF5B7B1E-8E77-444B-A7D5-E0EDA4855E98}"/>
              </a:ext>
            </a:extLst>
          </p:cNvPr>
          <p:cNvSpPr>
            <a:spLocks xmlns:a="http://schemas.openxmlformats.org/drawingml/2006/main" noGrp="1"/>
          </p:cNvSpPr>
          <p:nvPr/>
        </p:nvSpPr>
        <p:spPr>
          <a:xfrm xmlns:a="http://schemas.openxmlformats.org/drawingml/2006/main">
            <a:off x="4524375" y="2505075"/>
            <a:ext cx="428625"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5A6C72"/>
                </a:solidFill>
                <a:latin typeface="IBM Plex Mono"/>
                <a:ea typeface="IBM Plex Mono"/>
                <a:cs typeface="IBM Plex Mono"/>
              </a:defRPr>
            </a:pPr>
            <a:r>
              <a:rPr sz="2625" b="0">
                <a:solidFill>
                  <a:srgbClr val="5A6C72"/>
                </a:solidFill>
                <a:latin typeface="IBM Plex Mono"/>
                <a:ea typeface="IBM Plex Mono"/>
                <a:cs typeface="IBM Plex Mono"/>
              </a:rPr>
              <a:t>×</a:t>
            </a:r>
          </a:p>
        </p:txBody>
      </p:sp>
      <p:sp>
        <p:nvSpPr>
          <p:cNvPr id="17" name="text-7-16">
            <a:extLst xmlns:a="http://schemas.openxmlformats.org/drawingml/2006/main">
              <a:ext uri="{FF2B5EF4-FFF2-40B4-BE49-F238E27FC236}">
                <a16:creationId xmlns:a16="http://schemas.microsoft.com/office/drawing/2014/main" id="{3F6EF4F9-F0C1-4AF5-8E43-96216244B6FD}"/>
              </a:ext>
            </a:extLst>
          </p:cNvPr>
          <p:cNvSpPr>
            <a:spLocks xmlns:a="http://schemas.openxmlformats.org/drawingml/2006/main" noGrp="1"/>
          </p:cNvSpPr>
          <p:nvPr/>
        </p:nvSpPr>
        <p:spPr>
          <a:xfrm xmlns:a="http://schemas.openxmlformats.org/drawingml/2006/main">
            <a:off x="5010150" y="2257425"/>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100" b="0">
                <a:solidFill>
                  <a:srgbClr val="0B6F79"/>
                </a:solidFill>
                <a:latin typeface="IBM Plex Mono"/>
                <a:ea typeface="IBM Plex Mono"/>
                <a:cs typeface="IBM Plex Mono"/>
              </a:defRPr>
            </a:pPr>
            <a:r>
              <a:rPr sz="5100" b="0">
                <a:solidFill>
                  <a:srgbClr val="0B6F79"/>
                </a:solidFill>
                <a:latin typeface="IBM Plex Mono"/>
                <a:ea typeface="IBM Plex Mono"/>
                <a:cs typeface="IBM Plex Mono"/>
              </a:rPr>
              <a:t>2</a:t>
            </a:r>
          </a:p>
        </p:txBody>
      </p:sp>
      <p:sp>
        <p:nvSpPr>
          <p:cNvPr id="18" name="text-7-17">
            <a:extLst xmlns:a="http://schemas.openxmlformats.org/drawingml/2006/main">
              <a:ext uri="{FF2B5EF4-FFF2-40B4-BE49-F238E27FC236}">
                <a16:creationId xmlns:a16="http://schemas.microsoft.com/office/drawing/2014/main" id="{99052561-B766-45AC-897B-4B486D976E9F}"/>
              </a:ext>
            </a:extLst>
          </p:cNvPr>
          <p:cNvSpPr>
            <a:spLocks xmlns:a="http://schemas.openxmlformats.org/drawingml/2006/main" noGrp="1"/>
          </p:cNvSpPr>
          <p:nvPr/>
        </p:nvSpPr>
        <p:spPr>
          <a:xfrm xmlns:a="http://schemas.openxmlformats.org/drawingml/2006/main">
            <a:off x="5010150" y="3133725"/>
            <a:ext cx="1962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1">
                <a:solidFill>
                  <a:srgbClr val="14314B"/>
                </a:solidFill>
                <a:latin typeface="IBM Plex Sans"/>
                <a:ea typeface="IBM Plex Sans"/>
                <a:cs typeface="IBM Plex Sans"/>
              </a:defRPr>
            </a:pPr>
            <a:r>
              <a:rPr sz="1950" b="1">
                <a:solidFill>
                  <a:srgbClr val="14314B"/>
                </a:solidFill>
                <a:latin typeface="IBM Plex Sans"/>
                <a:ea typeface="IBM Plex Sans"/>
                <a:cs typeface="IBM Plex Sans"/>
              </a:rPr>
              <a:t>Feet</a:t>
            </a:r>
          </a:p>
        </p:txBody>
      </p:sp>
      <p:sp>
        <p:nvSpPr>
          <p:cNvPr id="19" name="text-7-18">
            <a:extLst xmlns:a="http://schemas.openxmlformats.org/drawingml/2006/main">
              <a:ext uri="{FF2B5EF4-FFF2-40B4-BE49-F238E27FC236}">
                <a16:creationId xmlns:a16="http://schemas.microsoft.com/office/drawing/2014/main" id="{6F0B0C60-9485-42CC-9517-7C07B4E540DD}"/>
              </a:ext>
            </a:extLst>
          </p:cNvPr>
          <p:cNvSpPr>
            <a:spLocks xmlns:a="http://schemas.openxmlformats.org/drawingml/2006/main" noGrp="1"/>
          </p:cNvSpPr>
          <p:nvPr/>
        </p:nvSpPr>
        <p:spPr>
          <a:xfrm xmlns:a="http://schemas.openxmlformats.org/drawingml/2006/main">
            <a:off x="5010150" y="3543300"/>
            <a:ext cx="1971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A6C72"/>
                </a:solidFill>
                <a:latin typeface="IBM Plex Sans"/>
                <a:ea typeface="IBM Plex Sans"/>
                <a:cs typeface="IBM Plex Sans"/>
              </a:defRPr>
            </a:pPr>
            <a:r>
              <a:rPr sz="1500" b="0">
                <a:solidFill>
                  <a:srgbClr val="5A6C72"/>
                </a:solidFill>
                <a:latin typeface="IBM Plex Sans"/>
                <a:ea typeface="IBM Plex Sans"/>
                <a:cs typeface="IBM Plex Sans"/>
              </a:rPr>
              <a:t>Left + Right</a:t>
            </a:r>
          </a:p>
        </p:txBody>
      </p:sp>
      <p:sp>
        <p:nvSpPr>
          <p:cNvPr id="20" name="text-7-19">
            <a:extLst xmlns:a="http://schemas.openxmlformats.org/drawingml/2006/main">
              <a:ext uri="{FF2B5EF4-FFF2-40B4-BE49-F238E27FC236}">
                <a16:creationId xmlns:a16="http://schemas.microsoft.com/office/drawing/2014/main" id="{BF585704-6F68-4F5E-A808-90F7ED1653DC}"/>
              </a:ext>
            </a:extLst>
          </p:cNvPr>
          <p:cNvSpPr>
            <a:spLocks xmlns:a="http://schemas.openxmlformats.org/drawingml/2006/main" noGrp="1"/>
          </p:cNvSpPr>
          <p:nvPr/>
        </p:nvSpPr>
        <p:spPr>
          <a:xfrm xmlns:a="http://schemas.openxmlformats.org/drawingml/2006/main">
            <a:off x="6762750" y="2505075"/>
            <a:ext cx="428625"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5A6C72"/>
                </a:solidFill>
                <a:latin typeface="IBM Plex Mono"/>
                <a:ea typeface="IBM Plex Mono"/>
                <a:cs typeface="IBM Plex Mono"/>
              </a:defRPr>
            </a:pPr>
            <a:r>
              <a:rPr sz="2625" b="0">
                <a:solidFill>
                  <a:srgbClr val="5A6C72"/>
                </a:solidFill>
                <a:latin typeface="IBM Plex Mono"/>
                <a:ea typeface="IBM Plex Mono"/>
                <a:cs typeface="IBM Plex Mono"/>
              </a:rPr>
              <a:t>×</a:t>
            </a:r>
          </a:p>
        </p:txBody>
      </p:sp>
      <p:sp>
        <p:nvSpPr>
          <p:cNvPr id="21" name="text-7-20">
            <a:extLst xmlns:a="http://schemas.openxmlformats.org/drawingml/2006/main">
              <a:ext uri="{FF2B5EF4-FFF2-40B4-BE49-F238E27FC236}">
                <a16:creationId xmlns:a16="http://schemas.microsoft.com/office/drawing/2014/main" id="{ACB5B3B9-8BA2-47F3-A8AE-D819DF9AFC45}"/>
              </a:ext>
            </a:extLst>
          </p:cNvPr>
          <p:cNvSpPr>
            <a:spLocks xmlns:a="http://schemas.openxmlformats.org/drawingml/2006/main" noGrp="1"/>
          </p:cNvSpPr>
          <p:nvPr/>
        </p:nvSpPr>
        <p:spPr>
          <a:xfrm xmlns:a="http://schemas.openxmlformats.org/drawingml/2006/main">
            <a:off x="7248525" y="2257425"/>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100" b="0">
                <a:solidFill>
                  <a:srgbClr val="0B6F79"/>
                </a:solidFill>
                <a:latin typeface="IBM Plex Mono"/>
                <a:ea typeface="IBM Plex Mono"/>
                <a:cs typeface="IBM Plex Mono"/>
              </a:defRPr>
            </a:pPr>
            <a:r>
              <a:rPr sz="5100" b="0">
                <a:solidFill>
                  <a:srgbClr val="0B6F79"/>
                </a:solidFill>
                <a:latin typeface="IBM Plex Mono"/>
                <a:ea typeface="IBM Plex Mono"/>
                <a:cs typeface="IBM Plex Mono"/>
              </a:rPr>
              <a:t>12</a:t>
            </a:r>
          </a:p>
        </p:txBody>
      </p:sp>
      <p:sp>
        <p:nvSpPr>
          <p:cNvPr id="22" name="text-7-21">
            <a:extLst xmlns:a="http://schemas.openxmlformats.org/drawingml/2006/main">
              <a:ext uri="{FF2B5EF4-FFF2-40B4-BE49-F238E27FC236}">
                <a16:creationId xmlns:a16="http://schemas.microsoft.com/office/drawing/2014/main" id="{37968423-E8F6-432D-B498-9A57194FEC3E}"/>
              </a:ext>
            </a:extLst>
          </p:cNvPr>
          <p:cNvSpPr>
            <a:spLocks xmlns:a="http://schemas.openxmlformats.org/drawingml/2006/main" noGrp="1"/>
          </p:cNvSpPr>
          <p:nvPr/>
        </p:nvSpPr>
        <p:spPr>
          <a:xfrm xmlns:a="http://schemas.openxmlformats.org/drawingml/2006/main">
            <a:off x="7248525" y="3133725"/>
            <a:ext cx="1962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1">
                <a:solidFill>
                  <a:srgbClr val="14314B"/>
                </a:solidFill>
                <a:latin typeface="IBM Plex Sans"/>
                <a:ea typeface="IBM Plex Sans"/>
                <a:cs typeface="IBM Plex Sans"/>
              </a:defRPr>
            </a:pPr>
            <a:r>
              <a:rPr sz="1950" b="1">
                <a:solidFill>
                  <a:srgbClr val="14314B"/>
                </a:solidFill>
                <a:latin typeface="IBM Plex Sans"/>
                <a:ea typeface="IBM Plex Sans"/>
                <a:cs typeface="IBM Plex Sans"/>
              </a:rPr>
              <a:t>Steps</a:t>
            </a:r>
          </a:p>
        </p:txBody>
      </p:sp>
      <p:sp>
        <p:nvSpPr>
          <p:cNvPr id="23" name="text-7-22">
            <a:extLst xmlns:a="http://schemas.openxmlformats.org/drawingml/2006/main">
              <a:ext uri="{FF2B5EF4-FFF2-40B4-BE49-F238E27FC236}">
                <a16:creationId xmlns:a16="http://schemas.microsoft.com/office/drawing/2014/main" id="{1776350C-1BFD-4176-99DA-49C853768EC4}"/>
              </a:ext>
            </a:extLst>
          </p:cNvPr>
          <p:cNvSpPr>
            <a:spLocks xmlns:a="http://schemas.openxmlformats.org/drawingml/2006/main" noGrp="1"/>
          </p:cNvSpPr>
          <p:nvPr/>
        </p:nvSpPr>
        <p:spPr>
          <a:xfrm xmlns:a="http://schemas.openxmlformats.org/drawingml/2006/main">
            <a:off x="7248525" y="3543300"/>
            <a:ext cx="1971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A6C72"/>
                </a:solidFill>
                <a:latin typeface="IBM Plex Sans"/>
                <a:ea typeface="IBM Plex Sans"/>
                <a:cs typeface="IBM Plex Sans"/>
              </a:defRPr>
            </a:pPr>
            <a:r>
              <a:rPr sz="1500" b="0">
                <a:solidFill>
                  <a:srgbClr val="5A6C72"/>
                </a:solidFill>
                <a:latin typeface="IBM Plex Sans"/>
                <a:ea typeface="IBM Plex Sans"/>
                <a:cs typeface="IBM Plex Sans"/>
              </a:rPr>
              <a:t>Per foot / condition</a:t>
            </a:r>
          </a:p>
        </p:txBody>
      </p:sp>
      <p:sp>
        <p:nvSpPr>
          <p:cNvPr id="24" name="text-7-23">
            <a:extLst xmlns:a="http://schemas.openxmlformats.org/drawingml/2006/main">
              <a:ext uri="{FF2B5EF4-FFF2-40B4-BE49-F238E27FC236}">
                <a16:creationId xmlns:a16="http://schemas.microsoft.com/office/drawing/2014/main" id="{1CAA9668-7516-4EBB-9A40-AEF6DD0B060A}"/>
              </a:ext>
            </a:extLst>
          </p:cNvPr>
          <p:cNvSpPr>
            <a:spLocks xmlns:a="http://schemas.openxmlformats.org/drawingml/2006/main" noGrp="1"/>
          </p:cNvSpPr>
          <p:nvPr/>
        </p:nvSpPr>
        <p:spPr>
          <a:xfrm xmlns:a="http://schemas.openxmlformats.org/drawingml/2006/main">
            <a:off x="9144000" y="2505075"/>
            <a:ext cx="57150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625" b="0">
                <a:solidFill>
                  <a:srgbClr val="5A6C72"/>
                </a:solidFill>
                <a:latin typeface="IBM Plex Mono"/>
                <a:ea typeface="IBM Plex Mono"/>
                <a:cs typeface="IBM Plex Mono"/>
              </a:defRPr>
            </a:pPr>
            <a:r>
              <a:rPr sz="2625" b="0">
                <a:solidFill>
                  <a:srgbClr val="5A6C72"/>
                </a:solidFill>
                <a:latin typeface="IBM Plex Mono"/>
                <a:ea typeface="IBM Plex Mono"/>
                <a:cs typeface="IBM Plex Mono"/>
              </a:rPr>
              <a:t>=</a:t>
            </a:r>
          </a:p>
        </p:txBody>
      </p:sp>
      <p:sp>
        <p:nvSpPr>
          <p:cNvPr id="25" name="text-7-24">
            <a:extLst xmlns:a="http://schemas.openxmlformats.org/drawingml/2006/main">
              <a:ext uri="{FF2B5EF4-FFF2-40B4-BE49-F238E27FC236}">
                <a16:creationId xmlns:a16="http://schemas.microsoft.com/office/drawing/2014/main" id="{CC802B57-61E8-4133-802E-776708F75DE0}"/>
              </a:ext>
            </a:extLst>
          </p:cNvPr>
          <p:cNvSpPr>
            <a:spLocks xmlns:a="http://schemas.openxmlformats.org/drawingml/2006/main" noGrp="1"/>
          </p:cNvSpPr>
          <p:nvPr/>
        </p:nvSpPr>
        <p:spPr>
          <a:xfrm xmlns:a="http://schemas.openxmlformats.org/drawingml/2006/main">
            <a:off x="9810750" y="2257425"/>
            <a:ext cx="2095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100" b="0">
                <a:solidFill>
                  <a:srgbClr val="14314B"/>
                </a:solidFill>
                <a:latin typeface="IBM Plex Mono"/>
                <a:ea typeface="IBM Plex Mono"/>
                <a:cs typeface="IBM Plex Mono"/>
              </a:defRPr>
            </a:pPr>
            <a:r>
              <a:rPr sz="5100" b="0">
                <a:solidFill>
                  <a:srgbClr val="14314B"/>
                </a:solidFill>
                <a:latin typeface="IBM Plex Mono"/>
                <a:ea typeface="IBM Plex Mono"/>
                <a:cs typeface="IBM Plex Mono"/>
              </a:rPr>
              <a:t>576</a:t>
            </a:r>
          </a:p>
        </p:txBody>
      </p:sp>
      <p:sp>
        <p:nvSpPr>
          <p:cNvPr id="26" name="text-7-25">
            <a:extLst xmlns:a="http://schemas.openxmlformats.org/drawingml/2006/main">
              <a:ext uri="{FF2B5EF4-FFF2-40B4-BE49-F238E27FC236}">
                <a16:creationId xmlns:a16="http://schemas.microsoft.com/office/drawing/2014/main" id="{FE250217-0AD6-44D9-93C0-B2BC1981D4CA}"/>
              </a:ext>
            </a:extLst>
          </p:cNvPr>
          <p:cNvSpPr>
            <a:spLocks xmlns:a="http://schemas.openxmlformats.org/drawingml/2006/main" noGrp="1"/>
          </p:cNvSpPr>
          <p:nvPr/>
        </p:nvSpPr>
        <p:spPr>
          <a:xfrm xmlns:a="http://schemas.openxmlformats.org/drawingml/2006/main">
            <a:off x="9810750" y="3133725"/>
            <a:ext cx="18859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1">
                <a:solidFill>
                  <a:srgbClr val="14314B"/>
                </a:solidFill>
                <a:latin typeface="IBM Plex Sans"/>
                <a:ea typeface="IBM Plex Sans"/>
                <a:cs typeface="IBM Plex Sans"/>
              </a:defRPr>
            </a:pPr>
            <a:r>
              <a:rPr sz="1725" b="1">
                <a:solidFill>
                  <a:srgbClr val="14314B"/>
                </a:solidFill>
                <a:latin typeface="IBM Plex Sans"/>
                <a:ea typeface="IBM Plex Sans"/>
                <a:cs typeface="IBM Plex Sans"/>
              </a:rPr>
              <a:t>Selected steps</a:t>
            </a:r>
          </a:p>
        </p:txBody>
      </p:sp>
      <p:sp>
        <p:nvSpPr>
          <p:cNvPr id="27" name="line-7-26">
            <a:extLst xmlns:a="http://schemas.openxmlformats.org/drawingml/2006/main">
              <a:ext uri="{FF2B5EF4-FFF2-40B4-BE49-F238E27FC236}">
                <a16:creationId xmlns:a16="http://schemas.microsoft.com/office/drawing/2014/main" id="{6A721807-1EDC-462D-B477-468B91C7ADCE}"/>
              </a:ext>
            </a:extLst>
          </p:cNvPr>
          <p:cNvSpPr>
            <a:spLocks xmlns:a="http://schemas.openxmlformats.org/drawingml/2006/main" noGrp="1"/>
          </p:cNvSpPr>
          <p:nvPr/>
        </p:nvSpPr>
        <p:spPr>
          <a:xfrm xmlns:a="http://schemas.openxmlformats.org/drawingml/2006/main">
            <a:off x="533400" y="4200525"/>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19050">
            <a:solidFill>
              <a:srgbClr val="CBD8DC"/>
            </a:solidFill>
          </a:ln>
        </p:spPr>
      </p:sp>
      <p:sp>
        <p:nvSpPr>
          <p:cNvPr id="28" name="text-7-27">
            <a:extLst xmlns:a="http://schemas.openxmlformats.org/drawingml/2006/main">
              <a:ext uri="{FF2B5EF4-FFF2-40B4-BE49-F238E27FC236}">
                <a16:creationId xmlns:a16="http://schemas.microsoft.com/office/drawing/2014/main" id="{BD0F2596-4684-4CC6-BA03-2EF5E9173E8C}"/>
              </a:ext>
            </a:extLst>
          </p:cNvPr>
          <p:cNvSpPr>
            <a:spLocks xmlns:a="http://schemas.openxmlformats.org/drawingml/2006/main" noGrp="1"/>
          </p:cNvSpPr>
          <p:nvPr/>
        </p:nvSpPr>
        <p:spPr>
          <a:xfrm xmlns:a="http://schemas.openxmlformats.org/drawingml/2006/main">
            <a:off x="533400" y="4543425"/>
            <a:ext cx="314325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14314B"/>
                </a:solidFill>
                <a:latin typeface="IBM Plex Serif"/>
                <a:ea typeface="IBM Plex Serif"/>
                <a:cs typeface="IBM Plex Serif"/>
              </a:defRPr>
            </a:pPr>
            <a:r>
              <a:rPr sz="2025" b="0">
                <a:solidFill>
                  <a:srgbClr val="14314B"/>
                </a:solidFill>
                <a:latin typeface="IBM Plex Serif"/>
                <a:ea typeface="IBM Plex Serif"/>
                <a:cs typeface="IBM Plex Serif"/>
              </a:rPr>
              <a:t>Eligibility first</a:t>
            </a:r>
          </a:p>
        </p:txBody>
      </p:sp>
      <p:sp>
        <p:nvSpPr>
          <p:cNvPr id="29" name="text-7-28">
            <a:extLst xmlns:a="http://schemas.openxmlformats.org/drawingml/2006/main">
              <a:ext uri="{FF2B5EF4-FFF2-40B4-BE49-F238E27FC236}">
                <a16:creationId xmlns:a16="http://schemas.microsoft.com/office/drawing/2014/main" id="{A6E337CE-DAFF-4B29-82DF-ECD85DE3FB6E}"/>
              </a:ext>
            </a:extLst>
          </p:cNvPr>
          <p:cNvSpPr>
            <a:spLocks xmlns:a="http://schemas.openxmlformats.org/drawingml/2006/main" noGrp="1"/>
          </p:cNvSpPr>
          <p:nvPr/>
        </p:nvSpPr>
        <p:spPr>
          <a:xfrm xmlns:a="http://schemas.openxmlformats.org/drawingml/2006/main">
            <a:off x="533400" y="5019675"/>
            <a:ext cx="32099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No source quality flags.</a:t>
            </a:r>
          </a:p>
        </p:txBody>
      </p:sp>
      <p:sp>
        <p:nvSpPr>
          <p:cNvPr id="30" name="text-7-29">
            <a:extLst xmlns:a="http://schemas.openxmlformats.org/drawingml/2006/main">
              <a:ext uri="{FF2B5EF4-FFF2-40B4-BE49-F238E27FC236}">
                <a16:creationId xmlns:a16="http://schemas.microsoft.com/office/drawing/2014/main" id="{E17CB4D4-70DA-49B0-965E-BD54FDCF7947}"/>
              </a:ext>
            </a:extLst>
          </p:cNvPr>
          <p:cNvSpPr>
            <a:spLocks xmlns:a="http://schemas.openxmlformats.org/drawingml/2006/main" noGrp="1"/>
          </p:cNvSpPr>
          <p:nvPr/>
        </p:nvSpPr>
        <p:spPr>
          <a:xfrm xmlns:a="http://schemas.openxmlformats.org/drawingml/2006/main">
            <a:off x="533400" y="5289137"/>
            <a:ext cx="32099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Finite, nonnegative pressure.</a:t>
            </a:r>
          </a:p>
        </p:txBody>
      </p:sp>
      <p:sp>
        <p:nvSpPr>
          <p:cNvPr id="31" name="text-7-30">
            <a:extLst xmlns:a="http://schemas.openxmlformats.org/drawingml/2006/main">
              <a:ext uri="{FF2B5EF4-FFF2-40B4-BE49-F238E27FC236}">
                <a16:creationId xmlns:a16="http://schemas.microsoft.com/office/drawing/2014/main" id="{0D978D24-DC16-4773-AD97-1FAE71722DBD}"/>
              </a:ext>
            </a:extLst>
          </p:cNvPr>
          <p:cNvSpPr>
            <a:spLocks xmlns:a="http://schemas.openxmlformats.org/drawingml/2006/main" noGrp="1"/>
          </p:cNvSpPr>
          <p:nvPr/>
        </p:nvSpPr>
        <p:spPr>
          <a:xfrm xmlns:a="http://schemas.openxmlformats.org/drawingml/2006/main">
            <a:off x="533400" y="5558600"/>
            <a:ext cx="3209925"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Nonempty, uncut footprint.</a:t>
            </a:r>
          </a:p>
        </p:txBody>
      </p:sp>
      <p:sp>
        <p:nvSpPr>
          <p:cNvPr id="32" name="line-7-31">
            <a:extLst xmlns:a="http://schemas.openxmlformats.org/drawingml/2006/main">
              <a:ext uri="{FF2B5EF4-FFF2-40B4-BE49-F238E27FC236}">
                <a16:creationId xmlns:a16="http://schemas.microsoft.com/office/drawing/2014/main" id="{E294772A-07E1-43F3-A058-437CA1B9E48A}"/>
              </a:ext>
            </a:extLst>
          </p:cNvPr>
          <p:cNvSpPr>
            <a:spLocks xmlns:a="http://schemas.openxmlformats.org/drawingml/2006/main" noGrp="1"/>
          </p:cNvSpPr>
          <p:nvPr/>
        </p:nvSpPr>
        <p:spPr>
          <a:xfrm xmlns:a="http://schemas.openxmlformats.org/drawingml/2006/main">
            <a:off x="3829050" y="4819650"/>
            <a:ext cx="542925" cy="95"/>
          </a:xfrm>
          <a:custGeom xmlns:a="http://schemas.openxmlformats.org/drawingml/2006/main">
            <a:pathLst>
              <a:path w="542925" h="95">
                <a:moveTo>
                  <a:pt x="0" y="0"/>
                </a:moveTo>
                <a:lnTo>
                  <a:pt x="542925" y="95"/>
                </a:lnTo>
              </a:path>
            </a:pathLst>
          </a:custGeom>
          <a:noFill xmlns:a="http://schemas.openxmlformats.org/drawingml/2006/main"/>
          <a:ln xmlns:a="http://schemas.openxmlformats.org/drawingml/2006/main" w="19050">
            <a:solidFill>
              <a:srgbClr val="0B6F79"/>
            </a:solidFill>
          </a:ln>
        </p:spPr>
      </p:sp>
      <p:sp>
        <p:nvSpPr>
          <p:cNvPr id="33" name="line-7-32">
            <a:extLst xmlns:a="http://schemas.openxmlformats.org/drawingml/2006/main">
              <a:ext uri="{FF2B5EF4-FFF2-40B4-BE49-F238E27FC236}">
                <a16:creationId xmlns:a16="http://schemas.microsoft.com/office/drawing/2014/main" id="{59EB5B49-E740-4F72-9B0C-8F7D945261B6}"/>
              </a:ext>
            </a:extLst>
          </p:cNvPr>
          <p:cNvSpPr>
            <a:spLocks xmlns:a="http://schemas.openxmlformats.org/drawingml/2006/main" noGrp="1"/>
          </p:cNvSpPr>
          <p:nvPr/>
        </p:nvSpPr>
        <p:spPr>
          <a:xfrm xmlns:a="http://schemas.openxmlformats.org/drawingml/2006/main">
            <a:off x="4296744" y="481965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34" name="line-7-33">
            <a:extLst xmlns:a="http://schemas.openxmlformats.org/drawingml/2006/main">
              <a:ext uri="{FF2B5EF4-FFF2-40B4-BE49-F238E27FC236}">
                <a16:creationId xmlns:a16="http://schemas.microsoft.com/office/drawing/2014/main" id="{A94A2A24-6A16-4A68-B482-2FEE3A321538}"/>
              </a:ext>
            </a:extLst>
          </p:cNvPr>
          <p:cNvSpPr>
            <a:spLocks xmlns:a="http://schemas.openxmlformats.org/drawingml/2006/main" noGrp="1"/>
          </p:cNvSpPr>
          <p:nvPr/>
        </p:nvSpPr>
        <p:spPr>
          <a:xfrm xmlns:a="http://schemas.openxmlformats.org/drawingml/2006/main">
            <a:off x="4296744" y="477855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35" name="text-7-34">
            <a:extLst xmlns:a="http://schemas.openxmlformats.org/drawingml/2006/main">
              <a:ext uri="{FF2B5EF4-FFF2-40B4-BE49-F238E27FC236}">
                <a16:creationId xmlns:a16="http://schemas.microsoft.com/office/drawing/2014/main" id="{2308E276-FA95-4E62-87C8-DBEC5647D48F}"/>
              </a:ext>
            </a:extLst>
          </p:cNvPr>
          <p:cNvSpPr>
            <a:spLocks xmlns:a="http://schemas.openxmlformats.org/drawingml/2006/main" noGrp="1"/>
          </p:cNvSpPr>
          <p:nvPr/>
        </p:nvSpPr>
        <p:spPr>
          <a:xfrm xmlns:a="http://schemas.openxmlformats.org/drawingml/2006/main">
            <a:off x="3829050" y="4476750"/>
            <a:ext cx="952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08535B"/>
                </a:solidFill>
                <a:latin typeface="IBM Plex Sans"/>
                <a:ea typeface="IBM Plex Sans"/>
                <a:cs typeface="IBM Plex Sans"/>
              </a:defRPr>
            </a:pPr>
            <a:r>
              <a:rPr sz="1275" b="0">
                <a:solidFill>
                  <a:srgbClr val="08535B"/>
                </a:solidFill>
                <a:latin typeface="IBM Plex Sans"/>
                <a:ea typeface="IBM Plex Sans"/>
                <a:cs typeface="IBM Plex Sans"/>
              </a:rPr>
              <a:t>retain</a:t>
            </a:r>
          </a:p>
        </p:txBody>
      </p:sp>
      <p:sp>
        <p:nvSpPr>
          <p:cNvPr id="36" name="text-7-35">
            <a:extLst xmlns:a="http://schemas.openxmlformats.org/drawingml/2006/main">
              <a:ext uri="{FF2B5EF4-FFF2-40B4-BE49-F238E27FC236}">
                <a16:creationId xmlns:a16="http://schemas.microsoft.com/office/drawing/2014/main" id="{F22052FE-F0C9-482B-8B93-3C505A727560}"/>
              </a:ext>
            </a:extLst>
          </p:cNvPr>
          <p:cNvSpPr>
            <a:spLocks xmlns:a="http://schemas.openxmlformats.org/drawingml/2006/main" noGrp="1"/>
          </p:cNvSpPr>
          <p:nvPr/>
        </p:nvSpPr>
        <p:spPr>
          <a:xfrm xmlns:a="http://schemas.openxmlformats.org/drawingml/2006/main">
            <a:off x="4629150" y="4543425"/>
            <a:ext cx="3505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14314B"/>
                </a:solidFill>
                <a:latin typeface="IBM Plex Serif"/>
                <a:ea typeface="IBM Plex Serif"/>
                <a:cs typeface="IBM Plex Serif"/>
              </a:defRPr>
            </a:pPr>
            <a:r>
              <a:rPr sz="2025" b="0">
                <a:solidFill>
                  <a:srgbClr val="14314B"/>
                </a:solidFill>
                <a:latin typeface="IBM Plex Serif"/>
                <a:ea typeface="IBM Plex Serif"/>
                <a:cs typeface="IBM Plex Serif"/>
              </a:rPr>
              <a:t>Chronological selection</a:t>
            </a:r>
          </a:p>
        </p:txBody>
      </p:sp>
      <p:sp>
        <p:nvSpPr>
          <p:cNvPr id="37" name="text-7-36">
            <a:extLst xmlns:a="http://schemas.openxmlformats.org/drawingml/2006/main">
              <a:ext uri="{FF2B5EF4-FFF2-40B4-BE49-F238E27FC236}">
                <a16:creationId xmlns:a16="http://schemas.microsoft.com/office/drawing/2014/main" id="{4CB6E54E-8262-48FE-BF3C-6C94FFCFF55B}"/>
              </a:ext>
            </a:extLst>
          </p:cNvPr>
          <p:cNvSpPr>
            <a:spLocks xmlns:a="http://schemas.openxmlformats.org/drawingml/2006/main" noGrp="1"/>
          </p:cNvSpPr>
          <p:nvPr/>
        </p:nvSpPr>
        <p:spPr>
          <a:xfrm xmlns:a="http://schemas.openxmlformats.org/drawingml/2006/main">
            <a:off x="4629150" y="5019675"/>
            <a:ext cx="33909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Take the first 12 eligible steps</a:t>
            </a:r>
          </a:p>
        </p:txBody>
      </p:sp>
      <p:sp>
        <p:nvSpPr>
          <p:cNvPr id="38" name="text-7-37">
            <a:extLst xmlns:a="http://schemas.openxmlformats.org/drawingml/2006/main">
              <a:ext uri="{FF2B5EF4-FFF2-40B4-BE49-F238E27FC236}">
                <a16:creationId xmlns:a16="http://schemas.microsoft.com/office/drawing/2014/main" id="{C8E900CF-66F1-4E21-A7CB-D884AFB93ADA}"/>
              </a:ext>
            </a:extLst>
          </p:cNvPr>
          <p:cNvSpPr>
            <a:spLocks xmlns:a="http://schemas.openxmlformats.org/drawingml/2006/main" noGrp="1"/>
          </p:cNvSpPr>
          <p:nvPr/>
        </p:nvSpPr>
        <p:spPr>
          <a:xfrm xmlns:a="http://schemas.openxmlformats.org/drawingml/2006/main">
            <a:off x="4629150" y="5289137"/>
            <a:ext cx="33909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for each side and condition.</a:t>
            </a:r>
          </a:p>
        </p:txBody>
      </p:sp>
      <p:sp>
        <p:nvSpPr>
          <p:cNvPr id="39" name="text-7-38">
            <a:extLst xmlns:a="http://schemas.openxmlformats.org/drawingml/2006/main">
              <a:ext uri="{FF2B5EF4-FFF2-40B4-BE49-F238E27FC236}">
                <a16:creationId xmlns:a16="http://schemas.microsoft.com/office/drawing/2014/main" id="{8A28F779-27AC-4280-A105-8487A744569C}"/>
              </a:ext>
            </a:extLst>
          </p:cNvPr>
          <p:cNvSpPr>
            <a:spLocks xmlns:a="http://schemas.openxmlformats.org/drawingml/2006/main" noGrp="1"/>
          </p:cNvSpPr>
          <p:nvPr/>
        </p:nvSpPr>
        <p:spPr>
          <a:xfrm xmlns:a="http://schemas.openxmlformats.org/drawingml/2006/main">
            <a:off x="4629150" y="5558600"/>
            <a:ext cx="33909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Do not exclude low coverage.</a:t>
            </a:r>
          </a:p>
        </p:txBody>
      </p:sp>
      <p:sp>
        <p:nvSpPr>
          <p:cNvPr id="40" name="line-7-39">
            <a:extLst xmlns:a="http://schemas.openxmlformats.org/drawingml/2006/main">
              <a:ext uri="{FF2B5EF4-FFF2-40B4-BE49-F238E27FC236}">
                <a16:creationId xmlns:a16="http://schemas.microsoft.com/office/drawing/2014/main" id="{0A29A8F7-1219-40CE-8333-20531C6F9EC8}"/>
              </a:ext>
            </a:extLst>
          </p:cNvPr>
          <p:cNvSpPr>
            <a:spLocks xmlns:a="http://schemas.openxmlformats.org/drawingml/2006/main" noGrp="1"/>
          </p:cNvSpPr>
          <p:nvPr/>
        </p:nvSpPr>
        <p:spPr>
          <a:xfrm xmlns:a="http://schemas.openxmlformats.org/drawingml/2006/main">
            <a:off x="8248650" y="4819650"/>
            <a:ext cx="523875" cy="95"/>
          </a:xfrm>
          <a:custGeom xmlns:a="http://schemas.openxmlformats.org/drawingml/2006/main">
            <a:pathLst>
              <a:path w="523875" h="95">
                <a:moveTo>
                  <a:pt x="0" y="0"/>
                </a:moveTo>
                <a:lnTo>
                  <a:pt x="523875" y="95"/>
                </a:lnTo>
              </a:path>
            </a:pathLst>
          </a:custGeom>
          <a:noFill xmlns:a="http://schemas.openxmlformats.org/drawingml/2006/main"/>
          <a:ln xmlns:a="http://schemas.openxmlformats.org/drawingml/2006/main" w="19050">
            <a:solidFill>
              <a:srgbClr val="0B6F79"/>
            </a:solidFill>
          </a:ln>
        </p:spPr>
      </p:sp>
      <p:sp>
        <p:nvSpPr>
          <p:cNvPr id="41" name="line-7-40">
            <a:extLst xmlns:a="http://schemas.openxmlformats.org/drawingml/2006/main">
              <a:ext uri="{FF2B5EF4-FFF2-40B4-BE49-F238E27FC236}">
                <a16:creationId xmlns:a16="http://schemas.microsoft.com/office/drawing/2014/main" id="{1C117845-3AC3-4FBA-9DDE-D411161DB1CA}"/>
              </a:ext>
            </a:extLst>
          </p:cNvPr>
          <p:cNvSpPr>
            <a:spLocks xmlns:a="http://schemas.openxmlformats.org/drawingml/2006/main" noGrp="1"/>
          </p:cNvSpPr>
          <p:nvPr/>
        </p:nvSpPr>
        <p:spPr>
          <a:xfrm xmlns:a="http://schemas.openxmlformats.org/drawingml/2006/main">
            <a:off x="8697294" y="4819650"/>
            <a:ext cx="75231" cy="41099"/>
          </a:xfrm>
          <a:custGeom xmlns:a="http://schemas.openxmlformats.org/drawingml/2006/main">
            <a:pathLst>
              <a:path w="75231" h="41099">
                <a:moveTo>
                  <a:pt x="75231" y="0"/>
                </a:moveTo>
                <a:lnTo>
                  <a:pt x="0" y="41099"/>
                </a:lnTo>
              </a:path>
            </a:pathLst>
          </a:custGeom>
          <a:noFill xmlns:a="http://schemas.openxmlformats.org/drawingml/2006/main"/>
          <a:ln xmlns:a="http://schemas.openxmlformats.org/drawingml/2006/main" w="19050">
            <a:solidFill>
              <a:srgbClr val="0B6F79"/>
            </a:solidFill>
          </a:ln>
        </p:spPr>
      </p:sp>
      <p:sp>
        <p:nvSpPr>
          <p:cNvPr id="42" name="line-7-41">
            <a:extLst xmlns:a="http://schemas.openxmlformats.org/drawingml/2006/main">
              <a:ext uri="{FF2B5EF4-FFF2-40B4-BE49-F238E27FC236}">
                <a16:creationId xmlns:a16="http://schemas.microsoft.com/office/drawing/2014/main" id="{D1ADA490-5EDF-4215-8390-60D3F166B223}"/>
              </a:ext>
            </a:extLst>
          </p:cNvPr>
          <p:cNvSpPr>
            <a:spLocks xmlns:a="http://schemas.openxmlformats.org/drawingml/2006/main" noGrp="1"/>
          </p:cNvSpPr>
          <p:nvPr/>
        </p:nvSpPr>
        <p:spPr>
          <a:xfrm xmlns:a="http://schemas.openxmlformats.org/drawingml/2006/main">
            <a:off x="8697294" y="4778551"/>
            <a:ext cx="75231" cy="41099"/>
          </a:xfrm>
          <a:custGeom xmlns:a="http://schemas.openxmlformats.org/drawingml/2006/main">
            <a:pathLst>
              <a:path w="75231" h="41099">
                <a:moveTo>
                  <a:pt x="75231" y="41099"/>
                </a:moveTo>
                <a:lnTo>
                  <a:pt x="0" y="0"/>
                </a:lnTo>
              </a:path>
            </a:pathLst>
          </a:custGeom>
          <a:noFill xmlns:a="http://schemas.openxmlformats.org/drawingml/2006/main"/>
          <a:ln xmlns:a="http://schemas.openxmlformats.org/drawingml/2006/main" w="19050">
            <a:solidFill>
              <a:srgbClr val="0B6F79"/>
            </a:solidFill>
          </a:ln>
        </p:spPr>
      </p:sp>
      <p:sp>
        <p:nvSpPr>
          <p:cNvPr id="43" name="text-7-42">
            <a:extLst xmlns:a="http://schemas.openxmlformats.org/drawingml/2006/main">
              <a:ext uri="{FF2B5EF4-FFF2-40B4-BE49-F238E27FC236}">
                <a16:creationId xmlns:a16="http://schemas.microsoft.com/office/drawing/2014/main" id="{76DE3B42-06E0-4D99-9073-B4CAE0DE95E9}"/>
              </a:ext>
            </a:extLst>
          </p:cNvPr>
          <p:cNvSpPr>
            <a:spLocks xmlns:a="http://schemas.openxmlformats.org/drawingml/2006/main" noGrp="1"/>
          </p:cNvSpPr>
          <p:nvPr/>
        </p:nvSpPr>
        <p:spPr>
          <a:xfrm xmlns:a="http://schemas.openxmlformats.org/drawingml/2006/main">
            <a:off x="8248650" y="4476750"/>
            <a:ext cx="952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08535B"/>
                </a:solidFill>
                <a:latin typeface="IBM Plex Sans"/>
                <a:ea typeface="IBM Plex Sans"/>
                <a:cs typeface="IBM Plex Sans"/>
              </a:defRPr>
            </a:pPr>
            <a:r>
              <a:rPr sz="1275" b="0">
                <a:solidFill>
                  <a:srgbClr val="08535B"/>
                </a:solidFill>
                <a:latin typeface="IBM Plex Sans"/>
                <a:ea typeface="IBM Plex Sans"/>
                <a:cs typeface="IBM Plex Sans"/>
              </a:rPr>
              <a:t>check</a:t>
            </a:r>
          </a:p>
        </p:txBody>
      </p:sp>
      <p:sp>
        <p:nvSpPr>
          <p:cNvPr id="44" name="text-7-43">
            <a:extLst xmlns:a="http://schemas.openxmlformats.org/drawingml/2006/main">
              <a:ext uri="{FF2B5EF4-FFF2-40B4-BE49-F238E27FC236}">
                <a16:creationId xmlns:a16="http://schemas.microsoft.com/office/drawing/2014/main" id="{11E0B686-CEE3-42CA-9885-671024401777}"/>
              </a:ext>
            </a:extLst>
          </p:cNvPr>
          <p:cNvSpPr>
            <a:spLocks xmlns:a="http://schemas.openxmlformats.org/drawingml/2006/main" noGrp="1"/>
          </p:cNvSpPr>
          <p:nvPr/>
        </p:nvSpPr>
        <p:spPr>
          <a:xfrm xmlns:a="http://schemas.openxmlformats.org/drawingml/2006/main">
            <a:off x="9029700" y="4543425"/>
            <a:ext cx="26289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14314B"/>
                </a:solidFill>
                <a:latin typeface="IBM Plex Serif"/>
                <a:ea typeface="IBM Plex Serif"/>
                <a:cs typeface="IBM Plex Serif"/>
              </a:defRPr>
            </a:pPr>
            <a:r>
              <a:rPr sz="2025" b="0">
                <a:solidFill>
                  <a:srgbClr val="14314B"/>
                </a:solidFill>
                <a:latin typeface="IBM Plex Serif"/>
                <a:ea typeface="IBM Plex Serif"/>
                <a:cs typeface="IBM Plex Serif"/>
              </a:rPr>
              <a:t>Paired quotas</a:t>
            </a:r>
          </a:p>
        </p:txBody>
      </p:sp>
      <p:sp>
        <p:nvSpPr>
          <p:cNvPr id="45" name="text-7-44">
            <a:extLst xmlns:a="http://schemas.openxmlformats.org/drawingml/2006/main">
              <a:ext uri="{FF2B5EF4-FFF2-40B4-BE49-F238E27FC236}">
                <a16:creationId xmlns:a16="http://schemas.microsoft.com/office/drawing/2014/main" id="{270BB52D-2682-4775-9A37-3B4FDEB4DE88}"/>
              </a:ext>
            </a:extLst>
          </p:cNvPr>
          <p:cNvSpPr>
            <a:spLocks xmlns:a="http://schemas.openxmlformats.org/drawingml/2006/main" noGrp="1"/>
          </p:cNvSpPr>
          <p:nvPr/>
        </p:nvSpPr>
        <p:spPr>
          <a:xfrm xmlns:a="http://schemas.openxmlformats.org/drawingml/2006/main">
            <a:off x="9029700" y="5019675"/>
            <a:ext cx="26289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Require both feet.</a:t>
            </a:r>
          </a:p>
        </p:txBody>
      </p:sp>
      <p:sp>
        <p:nvSpPr>
          <p:cNvPr id="46" name="text-7-45">
            <a:extLst xmlns:a="http://schemas.openxmlformats.org/drawingml/2006/main">
              <a:ext uri="{FF2B5EF4-FFF2-40B4-BE49-F238E27FC236}">
                <a16:creationId xmlns:a16="http://schemas.microsoft.com/office/drawing/2014/main" id="{4501695A-7CFD-42D6-8181-BFF70044AE83}"/>
              </a:ext>
            </a:extLst>
          </p:cNvPr>
          <p:cNvSpPr>
            <a:spLocks xmlns:a="http://schemas.openxmlformats.org/drawingml/2006/main" noGrp="1"/>
          </p:cNvSpPr>
          <p:nvPr/>
        </p:nvSpPr>
        <p:spPr>
          <a:xfrm xmlns:a="http://schemas.openxmlformats.org/drawingml/2006/main">
            <a:off x="9029700" y="5289137"/>
            <a:ext cx="26289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All quotas met in the</a:t>
            </a:r>
          </a:p>
        </p:txBody>
      </p:sp>
      <p:sp>
        <p:nvSpPr>
          <p:cNvPr id="47" name="text-7-46">
            <a:extLst xmlns:a="http://schemas.openxmlformats.org/drawingml/2006/main">
              <a:ext uri="{FF2B5EF4-FFF2-40B4-BE49-F238E27FC236}">
                <a16:creationId xmlns:a16="http://schemas.microsoft.com/office/drawing/2014/main" id="{C4D203D2-75E2-4E1F-8836-3044BBACC8D7}"/>
              </a:ext>
            </a:extLst>
          </p:cNvPr>
          <p:cNvSpPr>
            <a:spLocks xmlns:a="http://schemas.openxmlformats.org/drawingml/2006/main" noGrp="1"/>
          </p:cNvSpPr>
          <p:nvPr/>
        </p:nvSpPr>
        <p:spPr>
          <a:xfrm xmlns:a="http://schemas.openxmlformats.org/drawingml/2006/main">
            <a:off x="9029700" y="5558600"/>
            <a:ext cx="26289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reported subset.</a:t>
            </a:r>
          </a:p>
        </p:txBody>
      </p:sp>
    </p:spTree>
    <p:extLst>
      <p:ext uri="{BB962C8B-B14F-4D97-AF65-F5344CB8AC3E}">
        <p14:creationId xmlns:p14="http://schemas.microsoft.com/office/powerpoint/2010/main" val="5210279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8-0">
            <a:extLst xmlns:a="http://schemas.openxmlformats.org/drawingml/2006/main">
              <a:ext uri="{FF2B5EF4-FFF2-40B4-BE49-F238E27FC236}">
                <a16:creationId xmlns:a16="http://schemas.microsoft.com/office/drawing/2014/main" id="{9AAF8C39-5A7B-47D3-9363-C7F1240762FC}"/>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8-1">
            <a:extLst xmlns:a="http://schemas.openxmlformats.org/drawingml/2006/main">
              <a:ext uri="{FF2B5EF4-FFF2-40B4-BE49-F238E27FC236}">
                <a16:creationId xmlns:a16="http://schemas.microsoft.com/office/drawing/2014/main" id="{C2CCC8DF-B4BD-42D1-9FC0-EE5D6C19B6AC}"/>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08</a:t>
            </a:r>
          </a:p>
        </p:txBody>
      </p:sp>
      <p:sp>
        <p:nvSpPr>
          <p:cNvPr id="3" name="text-8-2">
            <a:extLst xmlns:a="http://schemas.openxmlformats.org/drawingml/2006/main">
              <a:ext uri="{FF2B5EF4-FFF2-40B4-BE49-F238E27FC236}">
                <a16:creationId xmlns:a16="http://schemas.microsoft.com/office/drawing/2014/main" id="{FA48C01B-F002-4041-AD4D-CF590A8C94ED}"/>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MAIN RESULTS / FOUR-SENSOR MODEL</a:t>
            </a:r>
          </a:p>
        </p:txBody>
      </p:sp>
      <p:sp>
        <p:nvSpPr>
          <p:cNvPr id="4" name="text-8-3">
            <a:extLst xmlns:a="http://schemas.openxmlformats.org/drawingml/2006/main">
              <a:ext uri="{FF2B5EF4-FFF2-40B4-BE49-F238E27FC236}">
                <a16:creationId xmlns:a16="http://schemas.microsoft.com/office/drawing/2014/main" id="{3CD38928-214E-4069-BFB7-1A38EB55A808}"/>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Most loaded area remains unobserved</a:t>
            </a:r>
          </a:p>
        </p:txBody>
      </p:sp>
      <p:sp>
        <p:nvSpPr>
          <p:cNvPr id="5" name="line-8-4">
            <a:extLst xmlns:a="http://schemas.openxmlformats.org/drawingml/2006/main">
              <a:ext uri="{FF2B5EF4-FFF2-40B4-BE49-F238E27FC236}">
                <a16:creationId xmlns:a16="http://schemas.microsoft.com/office/drawing/2014/main" id="{3D6792DB-317D-4C9D-8801-88E7B1D48833}"/>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8-5">
            <a:extLst xmlns:a="http://schemas.openxmlformats.org/drawingml/2006/main">
              <a:ext uri="{FF2B5EF4-FFF2-40B4-BE49-F238E27FC236}">
                <a16:creationId xmlns:a16="http://schemas.microsoft.com/office/drawing/2014/main" id="{369DDD25-9B9E-43F7-8C75-83890E610C80}"/>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8-6">
            <a:extLst xmlns:a="http://schemas.openxmlformats.org/drawingml/2006/main">
              <a:ext uri="{FF2B5EF4-FFF2-40B4-BE49-F238E27FC236}">
                <a16:creationId xmlns:a16="http://schemas.microsoft.com/office/drawing/2014/main" id="{7758D5B2-C24E-4D31-B746-C9B16C8D17E4}"/>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text-8-7">
            <a:extLst xmlns:a="http://schemas.openxmlformats.org/drawingml/2006/main">
              <a:ext uri="{FF2B5EF4-FFF2-40B4-BE49-F238E27FC236}">
                <a16:creationId xmlns:a16="http://schemas.microsoft.com/office/drawing/2014/main" id="{F5E5FB3F-8643-4B73-AFEB-6FDDD3FB2FBA}"/>
              </a:ext>
            </a:extLst>
          </p:cNvPr>
          <p:cNvSpPr>
            <a:spLocks xmlns:a="http://schemas.openxmlformats.org/drawingml/2006/main" noGrp="1"/>
          </p:cNvSpPr>
          <p:nvPr/>
        </p:nvSpPr>
        <p:spPr>
          <a:xfrm xmlns:a="http://schemas.openxmlformats.org/drawingml/2006/main">
            <a:off x="533400" y="2095500"/>
            <a:ext cx="5048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50" b="0">
                <a:solidFill>
                  <a:srgbClr val="0B6F79"/>
                </a:solidFill>
                <a:latin typeface="IBM Plex Mono"/>
                <a:ea typeface="IBM Plex Mono"/>
                <a:cs typeface="IBM Plex Mono"/>
              </a:defRPr>
            </a:pPr>
            <a:r>
              <a:rPr sz="7650" b="0">
                <a:solidFill>
                  <a:srgbClr val="0B6F79"/>
                </a:solidFill>
                <a:latin typeface="IBM Plex Mono"/>
                <a:ea typeface="IBM Plex Mono"/>
                <a:cs typeface="IBM Plex Mono"/>
              </a:rPr>
              <a:t>3.55%</a:t>
            </a:r>
          </a:p>
        </p:txBody>
      </p:sp>
      <p:sp>
        <p:nvSpPr>
          <p:cNvPr id="9" name="text-8-8">
            <a:extLst xmlns:a="http://schemas.openxmlformats.org/drawingml/2006/main">
              <a:ext uri="{FF2B5EF4-FFF2-40B4-BE49-F238E27FC236}">
                <a16:creationId xmlns:a16="http://schemas.microsoft.com/office/drawing/2014/main" id="{714DFD30-2C58-4210-B3E7-BC6091076DD5}"/>
              </a:ext>
            </a:extLst>
          </p:cNvPr>
          <p:cNvSpPr>
            <a:spLocks xmlns:a="http://schemas.openxmlformats.org/drawingml/2006/main" noGrp="1"/>
          </p:cNvSpPr>
          <p:nvPr/>
        </p:nvSpPr>
        <p:spPr>
          <a:xfrm xmlns:a="http://schemas.openxmlformats.org/drawingml/2006/main">
            <a:off x="6419850" y="2095500"/>
            <a:ext cx="5048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650" b="0">
                <a:solidFill>
                  <a:srgbClr val="14314B"/>
                </a:solidFill>
                <a:latin typeface="IBM Plex Mono"/>
                <a:ea typeface="IBM Plex Mono"/>
                <a:cs typeface="IBM Plex Mono"/>
              </a:defRPr>
            </a:pPr>
            <a:r>
              <a:rPr sz="7650" b="0">
                <a:solidFill>
                  <a:srgbClr val="14314B"/>
                </a:solidFill>
                <a:latin typeface="IBM Plex Mono"/>
                <a:ea typeface="IBM Plex Mono"/>
                <a:cs typeface="IBM Plex Mono"/>
              </a:rPr>
              <a:t>2.18%</a:t>
            </a:r>
          </a:p>
        </p:txBody>
      </p:sp>
      <p:sp>
        <p:nvSpPr>
          <p:cNvPr id="10" name="text-8-9">
            <a:extLst xmlns:a="http://schemas.openxmlformats.org/drawingml/2006/main">
              <a:ext uri="{FF2B5EF4-FFF2-40B4-BE49-F238E27FC236}">
                <a16:creationId xmlns:a16="http://schemas.microsoft.com/office/drawing/2014/main" id="{1C3CBCB9-BA5B-418F-891E-280C686AD177}"/>
              </a:ext>
            </a:extLst>
          </p:cNvPr>
          <p:cNvSpPr>
            <a:spLocks xmlns:a="http://schemas.openxmlformats.org/drawingml/2006/main" noGrp="1"/>
          </p:cNvSpPr>
          <p:nvPr/>
        </p:nvSpPr>
        <p:spPr>
          <a:xfrm xmlns:a="http://schemas.openxmlformats.org/drawingml/2006/main">
            <a:off x="533400" y="32385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1">
                <a:solidFill>
                  <a:srgbClr val="14314B"/>
                </a:solidFill>
                <a:latin typeface="IBM Plex Sans"/>
                <a:ea typeface="IBM Plex Sans"/>
                <a:cs typeface="IBM Plex Sans"/>
              </a:defRPr>
            </a:pPr>
            <a:r>
              <a:rPr sz="2100" b="1">
                <a:solidFill>
                  <a:srgbClr val="14314B"/>
                </a:solidFill>
                <a:latin typeface="IBM Plex Sans"/>
                <a:ea typeface="IBM Plex Sans"/>
                <a:cs typeface="IBM Plex Sans"/>
              </a:rPr>
              <a:t>Barefoot (BF)</a:t>
            </a:r>
          </a:p>
        </p:txBody>
      </p:sp>
      <p:sp>
        <p:nvSpPr>
          <p:cNvPr id="11" name="text-8-10">
            <a:extLst xmlns:a="http://schemas.openxmlformats.org/drawingml/2006/main">
              <a:ext uri="{FF2B5EF4-FFF2-40B4-BE49-F238E27FC236}">
                <a16:creationId xmlns:a16="http://schemas.microsoft.com/office/drawing/2014/main" id="{F27AB3DC-C90A-4CA2-A50F-95576C4ED7A8}"/>
              </a:ext>
            </a:extLst>
          </p:cNvPr>
          <p:cNvSpPr>
            <a:spLocks xmlns:a="http://schemas.openxmlformats.org/drawingml/2006/main" noGrp="1"/>
          </p:cNvSpPr>
          <p:nvPr/>
        </p:nvSpPr>
        <p:spPr>
          <a:xfrm xmlns:a="http://schemas.openxmlformats.org/drawingml/2006/main">
            <a:off x="6419850" y="323850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1">
                <a:solidFill>
                  <a:srgbClr val="14314B"/>
                </a:solidFill>
                <a:latin typeface="IBM Plex Sans"/>
                <a:ea typeface="IBM Plex Sans"/>
                <a:cs typeface="IBM Plex Sans"/>
              </a:defRPr>
            </a:pPr>
            <a:r>
              <a:rPr sz="2100" b="1">
                <a:solidFill>
                  <a:srgbClr val="14314B"/>
                </a:solidFill>
                <a:latin typeface="IBM Plex Sans"/>
                <a:ea typeface="IBM Plex Sans"/>
                <a:cs typeface="IBM Plex Sans"/>
              </a:rPr>
              <a:t>Sneaker (ST)</a:t>
            </a:r>
          </a:p>
        </p:txBody>
      </p:sp>
      <p:sp>
        <p:nvSpPr>
          <p:cNvPr id="12" name="text-8-11">
            <a:extLst xmlns:a="http://schemas.openxmlformats.org/drawingml/2006/main">
              <a:ext uri="{FF2B5EF4-FFF2-40B4-BE49-F238E27FC236}">
                <a16:creationId xmlns:a16="http://schemas.microsoft.com/office/drawing/2014/main" id="{7661900A-6ED6-41E8-8AD2-4187D1547FFC}"/>
              </a:ext>
            </a:extLst>
          </p:cNvPr>
          <p:cNvSpPr>
            <a:spLocks xmlns:a="http://schemas.openxmlformats.org/drawingml/2006/main" noGrp="1"/>
          </p:cNvSpPr>
          <p:nvPr/>
        </p:nvSpPr>
        <p:spPr>
          <a:xfrm xmlns:a="http://schemas.openxmlformats.org/drawingml/2006/main">
            <a:off x="533400" y="3705225"/>
            <a:ext cx="11125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1">
                <a:solidFill>
                  <a:srgbClr val="08535B"/>
                </a:solidFill>
                <a:latin typeface="IBM Plex Sans"/>
                <a:ea typeface="IBM Plex Sans"/>
                <a:cs typeface="IBM Plex Sans"/>
              </a:defRPr>
            </a:pPr>
            <a:r>
              <a:rPr sz="2025" b="1">
                <a:solidFill>
                  <a:srgbClr val="08535B"/>
                </a:solidFill>
                <a:latin typeface="IBM Plex Sans"/>
                <a:ea typeface="IBM Plex Sans"/>
                <a:cs typeface="IBM Plex Sans"/>
              </a:rPr>
              <a:t>Mean loaded area inside the four model discs</a:t>
            </a:r>
          </a:p>
        </p:txBody>
      </p:sp>
      <p:graphicFrame>
        <p:nvGraphicFramePr>
          <p:cNvPr id="28" name=""/>
          <p:cNvGraphicFramePr/>
          <p:nvPr/>
        </p:nvGraphicFramePr>
        <p:xfrm>
          <a:off xmlns:a="http://schemas.openxmlformats.org/drawingml/2006/main" x="533400" y="4219575"/>
          <a:ext xmlns:a="http://schemas.openxmlformats.org/drawingml/2006/main" cx="11125200" cy="1228725"/>
        </p:xfrm>
        <a:graphic xmlns:a="http://schemas.openxmlformats.org/drawingml/2006/main">
          <a:graphicData uri="http://schemas.openxmlformats.org/drawingml/2006/table">
            <a:tbl>
              <a:tblPr/>
              <a:tblGrid>
                <a:gridCol w="5562600"/>
                <a:gridCol w="2781300"/>
                <a:gridCol w="2781300"/>
              </a:tblGrid>
              <a:tr h="409575">
                <a:tc>
                  <a:txBody>
                    <a:bodyPr/>
                    <a:lstStyle/>
                    <a:p>
                      <a:r>
                        <a:rPr sz="1725" b="1">
                          <a:solidFill>
                            <a:srgbClr val="FFFFFF"/>
                          </a:solidFill>
                          <a:latin typeface="IBM Plex Sans"/>
                          <a:ea typeface="IBM Plex Sans"/>
                          <a:cs typeface="IBM Plex Sans"/>
                        </a:rPr>
                        <a:t>Four-sensor model</a:t>
                      </a:r>
                    </a:p>
                  </a:txBody>
                  <a:tcPr marL="91440" marR="91440" marT="45720" marB="45720">
                    <a:solidFill>
                      <a:srgbClr val="14314B"/>
                    </a:solidFill>
                  </a:tcPr>
                </a:tc>
                <a:tc>
                  <a:txBody>
                    <a:bodyPr/>
                    <a:lstStyle/>
                    <a:p>
                      <a:r>
                        <a:rPr sz="1725" b="1">
                          <a:solidFill>
                            <a:srgbClr val="FFFFFF"/>
                          </a:solidFill>
                          <a:latin typeface="IBM Plex Mono"/>
                          <a:ea typeface="IBM Plex Mono"/>
                          <a:cs typeface="IBM Plex Mono"/>
                        </a:rPr>
                        <a:t>Barefoot</a:t>
                      </a:r>
                    </a:p>
                  </a:txBody>
                  <a:tcPr marL="91440" marR="91440" marT="45720" marB="45720">
                    <a:solidFill>
                      <a:srgbClr val="14314B"/>
                    </a:solidFill>
                  </a:tcPr>
                </a:tc>
                <a:tc>
                  <a:txBody>
                    <a:bodyPr/>
                    <a:lstStyle/>
                    <a:p>
                      <a:r>
                        <a:rPr sz="1725" b="1">
                          <a:solidFill>
                            <a:srgbClr val="FFFFFF"/>
                          </a:solidFill>
                          <a:latin typeface="IBM Plex Mono"/>
                          <a:ea typeface="IBM Plex Mono"/>
                          <a:cs typeface="IBM Plex Mono"/>
                        </a:rPr>
                        <a:t>Sneaker</a:t>
                      </a:r>
                    </a:p>
                  </a:txBody>
                  <a:tcPr marL="91440" marR="91440" marT="45720" marB="45720">
                    <a:solidFill>
                      <a:srgbClr val="14314B"/>
                    </a:solidFill>
                  </a:tcPr>
                </a:tc>
              </a:tr>
              <a:tr h="409575">
                <a:tc>
                  <a:txBody>
                    <a:bodyPr/>
                    <a:lstStyle/>
                    <a:p>
                      <a:r>
                        <a:rPr sz="1725" b="0">
                          <a:solidFill>
                            <a:srgbClr val="0F1B1E"/>
                          </a:solidFill>
                          <a:latin typeface="IBM Plex Sans"/>
                          <a:ea typeface="IBM Plex Sans"/>
                          <a:cs typeface="IBM Plex Sans"/>
                        </a:rPr>
                        <a:t>Participant range, area (%)</a:t>
                      </a:r>
                    </a:p>
                  </a:txBody>
                  <a:tcPr marL="91440" marR="91440" marT="45720" marB="45720">
                    <a:solidFill>
                      <a:srgbClr val="EAF0F2"/>
                    </a:solidFill>
                  </a:tcPr>
                </a:tc>
                <a:tc>
                  <a:txBody>
                    <a:bodyPr/>
                    <a:lstStyle/>
                    <a:p>
                      <a:r>
                        <a:rPr sz="1725" b="0">
                          <a:solidFill>
                            <a:srgbClr val="0F1B1E"/>
                          </a:solidFill>
                          <a:latin typeface="IBM Plex Mono"/>
                          <a:ea typeface="IBM Plex Mono"/>
                          <a:cs typeface="IBM Plex Mono"/>
                        </a:rPr>
                        <a:t>2.76–4.25</a:t>
                      </a:r>
                    </a:p>
                  </a:txBody>
                  <a:tcPr marL="91440" marR="91440" marT="45720" marB="45720">
                    <a:solidFill>
                      <a:srgbClr val="EAF0F2"/>
                    </a:solidFill>
                  </a:tcPr>
                </a:tc>
                <a:tc>
                  <a:txBody>
                    <a:bodyPr/>
                    <a:lstStyle/>
                    <a:p>
                      <a:r>
                        <a:rPr sz="1725" b="0">
                          <a:solidFill>
                            <a:srgbClr val="0F1B1E"/>
                          </a:solidFill>
                          <a:latin typeface="IBM Plex Mono"/>
                          <a:ea typeface="IBM Plex Mono"/>
                          <a:cs typeface="IBM Plex Mono"/>
                        </a:rPr>
                        <a:t>1.66–2.81</a:t>
                      </a:r>
                    </a:p>
                  </a:txBody>
                  <a:tcPr marL="91440" marR="91440" marT="45720" marB="45720">
                    <a:solidFill>
                      <a:srgbClr val="EAF0F2"/>
                    </a:solidFill>
                  </a:tcPr>
                </a:tc>
              </a:tr>
              <a:tr h="409575">
                <a:tc>
                  <a:txBody>
                    <a:bodyPr/>
                    <a:lstStyle/>
                    <a:p>
                      <a:r>
                        <a:rPr sz="1725" b="0">
                          <a:solidFill>
                            <a:srgbClr val="0F1B1E"/>
                          </a:solidFill>
                          <a:latin typeface="IBM Plex Sans"/>
                          <a:ea typeface="IBM Plex Sans"/>
                          <a:cs typeface="IBM Plex Sans"/>
                        </a:rPr>
                        <a:t>Mean observed load (%)</a:t>
                      </a:r>
                    </a:p>
                  </a:txBody>
                  <a:tcPr marL="91440" marR="91440" marT="45720" marB="45720">
                    <a:solidFill>
                      <a:srgbClr val="FFFFFF"/>
                    </a:solidFill>
                  </a:tcPr>
                </a:tc>
                <a:tc>
                  <a:txBody>
                    <a:bodyPr/>
                    <a:lstStyle/>
                    <a:p>
                      <a:r>
                        <a:rPr sz="1725" b="0">
                          <a:solidFill>
                            <a:srgbClr val="0F1B1E"/>
                          </a:solidFill>
                          <a:latin typeface="IBM Plex Mono"/>
                          <a:ea typeface="IBM Plex Mono"/>
                          <a:cs typeface="IBM Plex Mono"/>
                        </a:rPr>
                        <a:t>3.90</a:t>
                      </a:r>
                    </a:p>
                  </a:txBody>
                  <a:tcPr marL="91440" marR="91440" marT="45720" marB="45720">
                    <a:solidFill>
                      <a:srgbClr val="FFFFFF"/>
                    </a:solidFill>
                  </a:tcPr>
                </a:tc>
                <a:tc>
                  <a:txBody>
                    <a:bodyPr/>
                    <a:lstStyle/>
                    <a:p>
                      <a:r>
                        <a:rPr sz="1725" b="0">
                          <a:solidFill>
                            <a:srgbClr val="0F1B1E"/>
                          </a:solidFill>
                          <a:latin typeface="IBM Plex Mono"/>
                          <a:ea typeface="IBM Plex Mono"/>
                          <a:cs typeface="IBM Plex Mono"/>
                        </a:rPr>
                        <a:t>2.09</a:t>
                      </a:r>
                    </a:p>
                  </a:txBody>
                  <a:tcPr marL="91440" marR="91440" marT="45720" marB="45720">
                    <a:solidFill>
                      <a:srgbClr val="FFFFFF"/>
                    </a:solidFill>
                  </a:tcPr>
                </a:tc>
              </a:tr>
            </a:tbl>
          </a:graphicData>
        </a:graphic>
      </p:graphicFrame>
      <p:sp>
        <p:nvSpPr>
          <p:cNvPr id="14" name="text-8-13">
            <a:extLst xmlns:a="http://schemas.openxmlformats.org/drawingml/2006/main">
              <a:ext uri="{FF2B5EF4-FFF2-40B4-BE49-F238E27FC236}">
                <a16:creationId xmlns:a16="http://schemas.microsoft.com/office/drawing/2014/main" id="{0C10FBF0-0891-41F9-9BF5-0EA158255F62}"/>
              </a:ext>
            </a:extLst>
          </p:cNvPr>
          <p:cNvSpPr>
            <a:spLocks xmlns:a="http://schemas.openxmlformats.org/drawingml/2006/main" noGrp="1"/>
          </p:cNvSpPr>
          <p:nvPr/>
        </p:nvSpPr>
        <p:spPr>
          <a:xfrm xmlns:a="http://schemas.openxmlformats.org/drawingml/2006/main">
            <a:off x="533400" y="5638800"/>
            <a:ext cx="11125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1">
                <a:solidFill>
                  <a:srgbClr val="14314B"/>
                </a:solidFill>
                <a:latin typeface="IBM Plex Sans"/>
                <a:ea typeface="IBM Plex Sans"/>
                <a:cs typeface="IBM Plex Sans"/>
              </a:defRPr>
            </a:pPr>
            <a:r>
              <a:rPr sz="1950" b="1">
                <a:solidFill>
                  <a:srgbClr val="14314B"/>
                </a:solidFill>
                <a:latin typeface="IBM Plex Sans"/>
                <a:ea typeface="IBM Plex Sans"/>
                <a:cs typeface="IBM Plex Sans"/>
              </a:rPr>
              <a:t>Sparse samples leave most of the reference field without direct measurement.</a:t>
            </a:r>
          </a:p>
        </p:txBody>
      </p:sp>
      <p:sp>
        <p:nvSpPr>
          <p:cNvPr id="15" name="text-8-14">
            <a:extLst xmlns:a="http://schemas.openxmlformats.org/drawingml/2006/main">
              <a:ext uri="{FF2B5EF4-FFF2-40B4-BE49-F238E27FC236}">
                <a16:creationId xmlns:a16="http://schemas.microsoft.com/office/drawing/2014/main" id="{E5227EFE-FB9E-430D-9FFD-DC62F83C57F4}"/>
              </a:ext>
            </a:extLst>
          </p:cNvPr>
          <p:cNvSpPr>
            <a:spLocks xmlns:a="http://schemas.openxmlformats.org/drawingml/2006/main" noGrp="1"/>
          </p:cNvSpPr>
          <p:nvPr/>
        </p:nvSpPr>
        <p:spPr>
          <a:xfrm xmlns:a="http://schemas.openxmlformats.org/drawingml/2006/main">
            <a:off x="533400" y="601980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A6C72"/>
                </a:solidFill>
                <a:latin typeface="IBM Plex Sans"/>
                <a:ea typeface="IBM Plex Sans"/>
                <a:cs typeface="IBM Plex Sans"/>
              </a:defRPr>
            </a:pPr>
            <a:r>
              <a:rPr sz="1200" b="0">
                <a:solidFill>
                  <a:srgbClr val="5A6C72"/>
                </a:solidFill>
                <a:latin typeface="IBM Plex Sans"/>
                <a:ea typeface="IBM Plex Sans"/>
                <a:cs typeface="IBM Plex Sans"/>
              </a:rPr>
              <a:t>Means of 12 participant summaries. Ranges are participant minima–maxima, not confidence intervals.</a:t>
            </a:r>
          </a:p>
        </p:txBody>
      </p:sp>
    </p:spTree>
    <p:extLst>
      <p:ext uri="{BB962C8B-B14F-4D97-AF65-F5344CB8AC3E}">
        <p14:creationId xmlns:p14="http://schemas.microsoft.com/office/powerpoint/2010/main" val="164856453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9-0">
            <a:extLst xmlns:a="http://schemas.openxmlformats.org/drawingml/2006/main">
              <a:ext uri="{FF2B5EF4-FFF2-40B4-BE49-F238E27FC236}">
                <a16:creationId xmlns:a16="http://schemas.microsoft.com/office/drawing/2014/main" id="{715A809B-528D-462F-B0BA-DD9B30E469D2}"/>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9-1">
            <a:extLst xmlns:a="http://schemas.openxmlformats.org/drawingml/2006/main">
              <a:ext uri="{FF2B5EF4-FFF2-40B4-BE49-F238E27FC236}">
                <a16:creationId xmlns:a16="http://schemas.microsoft.com/office/drawing/2014/main" id="{59D358B5-5914-48E3-B875-9C3A4578EDDF}"/>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09</a:t>
            </a:r>
          </a:p>
        </p:txBody>
      </p:sp>
      <p:sp>
        <p:nvSpPr>
          <p:cNvPr id="3" name="text-9-2">
            <a:extLst xmlns:a="http://schemas.openxmlformats.org/drawingml/2006/main">
              <a:ext uri="{FF2B5EF4-FFF2-40B4-BE49-F238E27FC236}">
                <a16:creationId xmlns:a16="http://schemas.microsoft.com/office/drawing/2014/main" id="{6F0F0D55-2E9B-42F5-A2D7-FF269AC61E61}"/>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RESULTS &amp; COMPARISON</a:t>
            </a:r>
          </a:p>
        </p:txBody>
      </p:sp>
      <p:sp>
        <p:nvSpPr>
          <p:cNvPr id="4" name="text-9-3">
            <a:extLst xmlns:a="http://schemas.openxmlformats.org/drawingml/2006/main">
              <a:ext uri="{FF2B5EF4-FFF2-40B4-BE49-F238E27FC236}">
                <a16:creationId xmlns:a16="http://schemas.microsoft.com/office/drawing/2014/main" id="{1B424F94-EA04-4E28-9ED7-312629009AF6}"/>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Layout comparison with participant variability</a:t>
            </a:r>
          </a:p>
        </p:txBody>
      </p:sp>
      <p:sp>
        <p:nvSpPr>
          <p:cNvPr id="5" name="line-9-4">
            <a:extLst xmlns:a="http://schemas.openxmlformats.org/drawingml/2006/main">
              <a:ext uri="{FF2B5EF4-FFF2-40B4-BE49-F238E27FC236}">
                <a16:creationId xmlns:a16="http://schemas.microsoft.com/office/drawing/2014/main" id="{0625C06D-9789-47EA-A41F-A32E74BA7482}"/>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9-5">
            <a:extLst xmlns:a="http://schemas.openxmlformats.org/drawingml/2006/main">
              <a:ext uri="{FF2B5EF4-FFF2-40B4-BE49-F238E27FC236}">
                <a16:creationId xmlns:a16="http://schemas.microsoft.com/office/drawing/2014/main" id="{8D889F12-C73F-4218-8CE2-835402161187}"/>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9-6">
            <a:extLst xmlns:a="http://schemas.openxmlformats.org/drawingml/2006/main">
              <a:ext uri="{FF2B5EF4-FFF2-40B4-BE49-F238E27FC236}">
                <a16:creationId xmlns:a16="http://schemas.microsoft.com/office/drawing/2014/main" id="{38B4D717-896F-4662-B5B4-6A960AEA0B7D}"/>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text-9-7">
            <a:extLst xmlns:a="http://schemas.openxmlformats.org/drawingml/2006/main">
              <a:ext uri="{FF2B5EF4-FFF2-40B4-BE49-F238E27FC236}">
                <a16:creationId xmlns:a16="http://schemas.microsoft.com/office/drawing/2014/main" id="{0C006104-486E-4175-849A-DD43A82802E0}"/>
              </a:ext>
            </a:extLst>
          </p:cNvPr>
          <p:cNvSpPr>
            <a:spLocks xmlns:a="http://schemas.openxmlformats.org/drawingml/2006/main" noGrp="1"/>
          </p:cNvSpPr>
          <p:nvPr/>
        </p:nvSpPr>
        <p:spPr>
          <a:xfrm xmlns:a="http://schemas.openxmlformats.org/drawingml/2006/main">
            <a:off x="533400" y="2076450"/>
            <a:ext cx="63817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1">
                <a:solidFill>
                  <a:srgbClr val="14314B"/>
                </a:solidFill>
                <a:latin typeface="IBM Plex Sans"/>
                <a:ea typeface="IBM Plex Sans"/>
                <a:cs typeface="IBM Plex Sans"/>
              </a:defRPr>
            </a:pPr>
            <a:r>
              <a:rPr sz="1725" b="1">
                <a:solidFill>
                  <a:srgbClr val="14314B"/>
                </a:solidFill>
                <a:latin typeface="IBM Plex Sans"/>
                <a:ea typeface="IBM Plex Sans"/>
                <a:cs typeface="IBM Plex Sans"/>
              </a:rPr>
              <a:t>Mean loaded area observed (%)</a:t>
            </a:r>
          </a:p>
        </p:txBody>
      </p:sp>
      <p:graphicFrame>
        <p:nvGraphicFramePr>
          <p:cNvPr id="24" name="Chart"/>
          <p:cNvGraphicFramePr/>
          <p:nvPr/>
        </p:nvGraphicFramePr>
        <p:xfrm>
          <a:off xmlns:a="http://schemas.openxmlformats.org/drawingml/2006/main" x="533400" y="2486025"/>
          <a:ext xmlns:a="http://schemas.openxmlformats.org/drawingml/2006/main" cx="6343650" cy="2647950"/>
        </p:xfrm>
        <a:graphic xmlns:a="http://schemas.openxmlformats.org/drawingml/2006/main">
          <a:graphicData uri="http://schemas.openxmlformats.org/drawingml/2006/chart">
            <c:chart xmlns:r="http://schemas.openxmlformats.org/officeDocument/2006/relationships" xmlns:c="http://schemas.openxmlformats.org/drawingml/2006/chart" r:id="R9bc3b568959f40eb"/>
          </a:graphicData>
        </a:graphic>
      </p:graphicFrame>
      <p:sp>
        <p:nvSpPr>
          <p:cNvPr id="10" name="text-9-9">
            <a:extLst xmlns:a="http://schemas.openxmlformats.org/drawingml/2006/main">
              <a:ext uri="{FF2B5EF4-FFF2-40B4-BE49-F238E27FC236}">
                <a16:creationId xmlns:a16="http://schemas.microsoft.com/office/drawing/2014/main" id="{F051B81D-9E9C-4864-BEF1-46F61C0B5B41}"/>
              </a:ext>
            </a:extLst>
          </p:cNvPr>
          <p:cNvSpPr>
            <a:spLocks xmlns:a="http://schemas.openxmlformats.org/drawingml/2006/main" noGrp="1"/>
          </p:cNvSpPr>
          <p:nvPr/>
        </p:nvSpPr>
        <p:spPr>
          <a:xfrm xmlns:a="http://schemas.openxmlformats.org/drawingml/2006/main">
            <a:off x="1190625" y="53530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A6C72"/>
                </a:solidFill>
                <a:latin typeface="IBM Plex Sans"/>
                <a:ea typeface="IBM Plex Sans"/>
                <a:cs typeface="IBM Plex Sans"/>
              </a:defRPr>
            </a:pPr>
            <a:r>
              <a:rPr sz="1650" b="0">
                <a:solidFill>
                  <a:srgbClr val="5A6C72"/>
                </a:solidFill>
                <a:latin typeface="IBM Plex Sans"/>
                <a:ea typeface="IBM Plex Sans"/>
                <a:cs typeface="IBM Plex Sans"/>
              </a:rPr>
              <a:t>Sensor count in each layout model</a:t>
            </a:r>
          </a:p>
        </p:txBody>
      </p:sp>
      <p:sp>
        <p:nvSpPr>
          <p:cNvPr id="11" name="text-9-10">
            <a:extLst xmlns:a="http://schemas.openxmlformats.org/drawingml/2006/main">
              <a:ext uri="{FF2B5EF4-FFF2-40B4-BE49-F238E27FC236}">
                <a16:creationId xmlns:a16="http://schemas.microsoft.com/office/drawing/2014/main" id="{EB9123E3-A075-48C8-9BED-888ECE033F00}"/>
              </a:ext>
            </a:extLst>
          </p:cNvPr>
          <p:cNvSpPr>
            <a:spLocks xmlns:a="http://schemas.openxmlformats.org/drawingml/2006/main" noGrp="1"/>
          </p:cNvSpPr>
          <p:nvPr/>
        </p:nvSpPr>
        <p:spPr>
          <a:xfrm xmlns:a="http://schemas.openxmlformats.org/drawingml/2006/main">
            <a:off x="7258050" y="2076450"/>
            <a:ext cx="43815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1">
                <a:solidFill>
                  <a:srgbClr val="14314B"/>
                </a:solidFill>
                <a:latin typeface="IBM Plex Sans"/>
                <a:ea typeface="IBM Plex Sans"/>
                <a:cs typeface="IBM Plex Sans"/>
              </a:defRPr>
            </a:pPr>
            <a:r>
              <a:rPr sz="1725" b="1">
                <a:solidFill>
                  <a:srgbClr val="14314B"/>
                </a:solidFill>
                <a:latin typeface="IBM Plex Sans"/>
                <a:ea typeface="IBM Plex Sans"/>
                <a:cs typeface="IBM Plex Sans"/>
              </a:rPr>
              <a:t>Participant range, area (%)</a:t>
            </a:r>
          </a:p>
        </p:txBody>
      </p:sp>
      <p:graphicFrame>
        <p:nvGraphicFramePr>
          <p:cNvPr id="27" name=""/>
          <p:cNvGraphicFramePr/>
          <p:nvPr/>
        </p:nvGraphicFramePr>
        <p:xfrm>
          <a:off xmlns:a="http://schemas.openxmlformats.org/drawingml/2006/main" x="7258050" y="2552700"/>
          <a:ext xmlns:a="http://schemas.openxmlformats.org/drawingml/2006/main" cx="4400550" cy="2571750"/>
        </p:xfrm>
        <a:graphic xmlns:a="http://schemas.openxmlformats.org/drawingml/2006/main">
          <a:graphicData uri="http://schemas.openxmlformats.org/drawingml/2006/table">
            <a:tbl>
              <a:tblPr/>
              <a:tblGrid>
                <a:gridCol w="836105"/>
                <a:gridCol w="1782223"/>
                <a:gridCol w="1782223"/>
              </a:tblGrid>
              <a:tr h="428625">
                <a:tc>
                  <a:txBody>
                    <a:bodyPr/>
                    <a:lstStyle/>
                    <a:p>
                      <a:r>
                        <a:rPr sz="1500" b="1">
                          <a:solidFill>
                            <a:srgbClr val="FFFFFF"/>
                          </a:solidFill>
                          <a:latin typeface="IBM Plex Sans"/>
                          <a:ea typeface="IBM Plex Sans"/>
                          <a:cs typeface="IBM Plex Sans"/>
                        </a:rPr>
                        <a:t>Count</a:t>
                      </a:r>
                    </a:p>
                  </a:txBody>
                  <a:tcPr marL="91440" marR="91440" marT="45720" marB="45720">
                    <a:solidFill>
                      <a:srgbClr val="14314B"/>
                    </a:solidFill>
                  </a:tcPr>
                </a:tc>
                <a:tc>
                  <a:txBody>
                    <a:bodyPr/>
                    <a:lstStyle/>
                    <a:p>
                      <a:r>
                        <a:rPr sz="1500" b="1">
                          <a:solidFill>
                            <a:srgbClr val="FFFFFF"/>
                          </a:solidFill>
                          <a:latin typeface="IBM Plex Mono"/>
                          <a:ea typeface="IBM Plex Mono"/>
                          <a:cs typeface="IBM Plex Mono"/>
                        </a:rPr>
                        <a:t>BF</a:t>
                      </a:r>
                    </a:p>
                  </a:txBody>
                  <a:tcPr marL="91440" marR="91440" marT="45720" marB="45720">
                    <a:solidFill>
                      <a:srgbClr val="14314B"/>
                    </a:solidFill>
                  </a:tcPr>
                </a:tc>
                <a:tc>
                  <a:txBody>
                    <a:bodyPr/>
                    <a:lstStyle/>
                    <a:p>
                      <a:r>
                        <a:rPr sz="1500" b="1">
                          <a:solidFill>
                            <a:srgbClr val="FFFFFF"/>
                          </a:solidFill>
                          <a:latin typeface="IBM Plex Mono"/>
                          <a:ea typeface="IBM Plex Mono"/>
                          <a:cs typeface="IBM Plex Mono"/>
                        </a:rPr>
                        <a:t>ST</a:t>
                      </a:r>
                    </a:p>
                  </a:txBody>
                  <a:tcPr marL="91440" marR="91440" marT="45720" marB="45720">
                    <a:solidFill>
                      <a:srgbClr val="14314B"/>
                    </a:solidFill>
                  </a:tcPr>
                </a:tc>
              </a:tr>
              <a:tr h="428625">
                <a:tc>
                  <a:txBody>
                    <a:bodyPr/>
                    <a:lstStyle/>
                    <a:p>
                      <a:r>
                        <a:rPr sz="1500" b="0">
                          <a:solidFill>
                            <a:srgbClr val="0F1B1E"/>
                          </a:solidFill>
                          <a:latin typeface="IBM Plex Sans"/>
                          <a:ea typeface="IBM Plex Sans"/>
                          <a:cs typeface="IBM Plex Sans"/>
                        </a:rPr>
                        <a:t>4</a:t>
                      </a:r>
                    </a:p>
                  </a:txBody>
                  <a:tcPr marL="91440" marR="91440" marT="45720" marB="45720">
                    <a:solidFill>
                      <a:srgbClr val="EAF0F2"/>
                    </a:solidFill>
                  </a:tcPr>
                </a:tc>
                <a:tc>
                  <a:txBody>
                    <a:bodyPr/>
                    <a:lstStyle/>
                    <a:p>
                      <a:r>
                        <a:rPr sz="1500" b="0">
                          <a:solidFill>
                            <a:srgbClr val="0F1B1E"/>
                          </a:solidFill>
                          <a:latin typeface="IBM Plex Mono"/>
                          <a:ea typeface="IBM Plex Mono"/>
                          <a:cs typeface="IBM Plex Mono"/>
                        </a:rPr>
                        <a:t>2.76–4.25</a:t>
                      </a:r>
                    </a:p>
                  </a:txBody>
                  <a:tcPr marL="91440" marR="91440" marT="45720" marB="45720">
                    <a:solidFill>
                      <a:srgbClr val="EAF0F2"/>
                    </a:solidFill>
                  </a:tcPr>
                </a:tc>
                <a:tc>
                  <a:txBody>
                    <a:bodyPr/>
                    <a:lstStyle/>
                    <a:p>
                      <a:r>
                        <a:rPr sz="1500" b="0">
                          <a:solidFill>
                            <a:srgbClr val="0F1B1E"/>
                          </a:solidFill>
                          <a:latin typeface="IBM Plex Mono"/>
                          <a:ea typeface="IBM Plex Mono"/>
                          <a:cs typeface="IBM Plex Mono"/>
                        </a:rPr>
                        <a:t>1.66–2.81</a:t>
                      </a:r>
                    </a:p>
                  </a:txBody>
                  <a:tcPr marL="91440" marR="91440" marT="45720" marB="45720">
                    <a:solidFill>
                      <a:srgbClr val="EAF0F2"/>
                    </a:solidFill>
                  </a:tcPr>
                </a:tc>
              </a:tr>
              <a:tr h="428625">
                <a:tc>
                  <a:txBody>
                    <a:bodyPr/>
                    <a:lstStyle/>
                    <a:p>
                      <a:r>
                        <a:rPr sz="1500" b="0">
                          <a:solidFill>
                            <a:srgbClr val="0F1B1E"/>
                          </a:solidFill>
                          <a:latin typeface="IBM Plex Sans"/>
                          <a:ea typeface="IBM Plex Sans"/>
                          <a:cs typeface="IBM Plex Sans"/>
                        </a:rPr>
                        <a:t>6</a:t>
                      </a:r>
                    </a:p>
                  </a:txBody>
                  <a:tcPr marL="91440" marR="91440" marT="45720" marB="45720">
                    <a:solidFill>
                      <a:srgbClr val="FFFFFF"/>
                    </a:solidFill>
                  </a:tcPr>
                </a:tc>
                <a:tc>
                  <a:txBody>
                    <a:bodyPr/>
                    <a:lstStyle/>
                    <a:p>
                      <a:r>
                        <a:rPr sz="1500" b="0">
                          <a:solidFill>
                            <a:srgbClr val="0F1B1E"/>
                          </a:solidFill>
                          <a:latin typeface="IBM Plex Mono"/>
                          <a:ea typeface="IBM Plex Mono"/>
                          <a:cs typeface="IBM Plex Mono"/>
                        </a:rPr>
                        <a:t>4.25–5.69</a:t>
                      </a:r>
                    </a:p>
                  </a:txBody>
                  <a:tcPr marL="91440" marR="91440" marT="45720" marB="45720">
                    <a:solidFill>
                      <a:srgbClr val="FFFFFF"/>
                    </a:solidFill>
                  </a:tcPr>
                </a:tc>
                <a:tc>
                  <a:txBody>
                    <a:bodyPr/>
                    <a:lstStyle/>
                    <a:p>
                      <a:r>
                        <a:rPr sz="1500" b="0">
                          <a:solidFill>
                            <a:srgbClr val="0F1B1E"/>
                          </a:solidFill>
                          <a:latin typeface="IBM Plex Mono"/>
                          <a:ea typeface="IBM Plex Mono"/>
                          <a:cs typeface="IBM Plex Mono"/>
                        </a:rPr>
                        <a:t>2.69–4.02</a:t>
                      </a:r>
                    </a:p>
                  </a:txBody>
                  <a:tcPr marL="91440" marR="91440" marT="45720" marB="45720">
                    <a:solidFill>
                      <a:srgbClr val="FFFFFF"/>
                    </a:solidFill>
                  </a:tcPr>
                </a:tc>
              </a:tr>
              <a:tr h="428625">
                <a:tc>
                  <a:txBody>
                    <a:bodyPr/>
                    <a:lstStyle/>
                    <a:p>
                      <a:r>
                        <a:rPr sz="1500" b="0">
                          <a:solidFill>
                            <a:srgbClr val="0F1B1E"/>
                          </a:solidFill>
                          <a:latin typeface="IBM Plex Sans"/>
                          <a:ea typeface="IBM Plex Sans"/>
                          <a:cs typeface="IBM Plex Sans"/>
                        </a:rPr>
                        <a:t>8</a:t>
                      </a:r>
                    </a:p>
                  </a:txBody>
                  <a:tcPr marL="91440" marR="91440" marT="45720" marB="45720">
                    <a:solidFill>
                      <a:srgbClr val="EAF0F2"/>
                    </a:solidFill>
                  </a:tcPr>
                </a:tc>
                <a:tc>
                  <a:txBody>
                    <a:bodyPr/>
                    <a:lstStyle/>
                    <a:p>
                      <a:r>
                        <a:rPr sz="1500" b="0">
                          <a:solidFill>
                            <a:srgbClr val="0F1B1E"/>
                          </a:solidFill>
                          <a:latin typeface="IBM Plex Mono"/>
                          <a:ea typeface="IBM Plex Mono"/>
                          <a:cs typeface="IBM Plex Mono"/>
                        </a:rPr>
                        <a:t>4.91–6.51</a:t>
                      </a:r>
                    </a:p>
                  </a:txBody>
                  <a:tcPr marL="91440" marR="91440" marT="45720" marB="45720">
                    <a:solidFill>
                      <a:srgbClr val="EAF0F2"/>
                    </a:solidFill>
                  </a:tcPr>
                </a:tc>
                <a:tc>
                  <a:txBody>
                    <a:bodyPr/>
                    <a:lstStyle/>
                    <a:p>
                      <a:r>
                        <a:rPr sz="1500" b="0">
                          <a:solidFill>
                            <a:srgbClr val="0F1B1E"/>
                          </a:solidFill>
                          <a:latin typeface="IBM Plex Mono"/>
                          <a:ea typeface="IBM Plex Mono"/>
                          <a:cs typeface="IBM Plex Mono"/>
                        </a:rPr>
                        <a:t>3.08–4.53</a:t>
                      </a:r>
                    </a:p>
                  </a:txBody>
                  <a:tcPr marL="91440" marR="91440" marT="45720" marB="45720">
                    <a:solidFill>
                      <a:srgbClr val="EAF0F2"/>
                    </a:solidFill>
                  </a:tcPr>
                </a:tc>
              </a:tr>
              <a:tr h="428625">
                <a:tc>
                  <a:txBody>
                    <a:bodyPr/>
                    <a:lstStyle/>
                    <a:p>
                      <a:r>
                        <a:rPr sz="1500" b="0">
                          <a:solidFill>
                            <a:srgbClr val="0F1B1E"/>
                          </a:solidFill>
                          <a:latin typeface="IBM Plex Sans"/>
                          <a:ea typeface="IBM Plex Sans"/>
                          <a:cs typeface="IBM Plex Sans"/>
                        </a:rPr>
                        <a:t>13</a:t>
                      </a:r>
                    </a:p>
                  </a:txBody>
                  <a:tcPr marL="91440" marR="91440" marT="45720" marB="45720">
                    <a:solidFill>
                      <a:srgbClr val="FFFFFF"/>
                    </a:solidFill>
                  </a:tcPr>
                </a:tc>
                <a:tc>
                  <a:txBody>
                    <a:bodyPr/>
                    <a:lstStyle/>
                    <a:p>
                      <a:r>
                        <a:rPr sz="1500" b="0">
                          <a:solidFill>
                            <a:srgbClr val="0F1B1E"/>
                          </a:solidFill>
                          <a:latin typeface="IBM Plex Mono"/>
                          <a:ea typeface="IBM Plex Mono"/>
                          <a:cs typeface="IBM Plex Mono"/>
                        </a:rPr>
                        <a:t>6.95–10.43</a:t>
                      </a:r>
                    </a:p>
                  </a:txBody>
                  <a:tcPr marL="91440" marR="91440" marT="45720" marB="45720">
                    <a:solidFill>
                      <a:srgbClr val="FFFFFF"/>
                    </a:solidFill>
                  </a:tcPr>
                </a:tc>
                <a:tc>
                  <a:txBody>
                    <a:bodyPr/>
                    <a:lstStyle/>
                    <a:p>
                      <a:r>
                        <a:rPr sz="1500" b="0">
                          <a:solidFill>
                            <a:srgbClr val="0F1B1E"/>
                          </a:solidFill>
                          <a:latin typeface="IBM Plex Mono"/>
                          <a:ea typeface="IBM Plex Mono"/>
                          <a:cs typeface="IBM Plex Mono"/>
                        </a:rPr>
                        <a:t>5.20–7.14</a:t>
                      </a:r>
                    </a:p>
                  </a:txBody>
                  <a:tcPr marL="91440" marR="91440" marT="45720" marB="45720">
                    <a:solidFill>
                      <a:srgbClr val="FFFFFF"/>
                    </a:solidFill>
                  </a:tcPr>
                </a:tc>
              </a:tr>
              <a:tr h="428625">
                <a:tc>
                  <a:txBody>
                    <a:bodyPr/>
                    <a:lstStyle/>
                    <a:p>
                      <a:r>
                        <a:rPr sz="1500" b="0">
                          <a:solidFill>
                            <a:srgbClr val="0F1B1E"/>
                          </a:solidFill>
                          <a:latin typeface="IBM Plex Sans"/>
                          <a:ea typeface="IBM Plex Sans"/>
                          <a:cs typeface="IBM Plex Sans"/>
                        </a:rPr>
                        <a:t>16</a:t>
                      </a:r>
                    </a:p>
                  </a:txBody>
                  <a:tcPr marL="91440" marR="91440" marT="45720" marB="45720">
                    <a:solidFill>
                      <a:srgbClr val="EAF0F2"/>
                    </a:solidFill>
                  </a:tcPr>
                </a:tc>
                <a:tc>
                  <a:txBody>
                    <a:bodyPr/>
                    <a:lstStyle/>
                    <a:p>
                      <a:r>
                        <a:rPr sz="1500" b="0">
                          <a:solidFill>
                            <a:srgbClr val="0F1B1E"/>
                          </a:solidFill>
                          <a:latin typeface="IBM Plex Mono"/>
                          <a:ea typeface="IBM Plex Mono"/>
                          <a:cs typeface="IBM Plex Mono"/>
                        </a:rPr>
                        <a:t>10.12–13.66</a:t>
                      </a:r>
                    </a:p>
                  </a:txBody>
                  <a:tcPr marL="91440" marR="91440" marT="45720" marB="45720">
                    <a:solidFill>
                      <a:srgbClr val="EAF0F2"/>
                    </a:solidFill>
                  </a:tcPr>
                </a:tc>
                <a:tc>
                  <a:txBody>
                    <a:bodyPr/>
                    <a:lstStyle/>
                    <a:p>
                      <a:r>
                        <a:rPr sz="1500" b="0">
                          <a:solidFill>
                            <a:srgbClr val="0F1B1E"/>
                          </a:solidFill>
                          <a:latin typeface="IBM Plex Mono"/>
                          <a:ea typeface="IBM Plex Mono"/>
                          <a:cs typeface="IBM Plex Mono"/>
                        </a:rPr>
                        <a:t>6.96–9.62</a:t>
                      </a:r>
                    </a:p>
                  </a:txBody>
                  <a:tcPr marL="91440" marR="91440" marT="45720" marB="45720">
                    <a:solidFill>
                      <a:srgbClr val="EAF0F2"/>
                    </a:solidFill>
                  </a:tcPr>
                </a:tc>
              </a:tr>
            </a:tbl>
          </a:graphicData>
        </a:graphic>
      </p:graphicFrame>
      <p:sp>
        <p:nvSpPr>
          <p:cNvPr id="13" name="text-9-12">
            <a:extLst xmlns:a="http://schemas.openxmlformats.org/drawingml/2006/main">
              <a:ext uri="{FF2B5EF4-FFF2-40B4-BE49-F238E27FC236}">
                <a16:creationId xmlns:a16="http://schemas.microsoft.com/office/drawing/2014/main" id="{3482D023-CC55-48E6-B8E9-F8DD85DB06D9}"/>
              </a:ext>
            </a:extLst>
          </p:cNvPr>
          <p:cNvSpPr>
            <a:spLocks xmlns:a="http://schemas.openxmlformats.org/drawingml/2006/main" noGrp="1"/>
          </p:cNvSpPr>
          <p:nvPr/>
        </p:nvSpPr>
        <p:spPr>
          <a:xfrm xmlns:a="http://schemas.openxmlformats.org/drawingml/2006/main">
            <a:off x="7258050" y="5267325"/>
            <a:ext cx="440055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5A6C72"/>
                </a:solidFill>
                <a:latin typeface="IBM Plex Sans"/>
                <a:ea typeface="IBM Plex Sans"/>
                <a:cs typeface="IBM Plex Sans"/>
              </a:defRPr>
            </a:pPr>
            <a:r>
              <a:rPr sz="1425" b="0">
                <a:solidFill>
                  <a:srgbClr val="5A6C72"/>
                </a:solidFill>
                <a:latin typeface="IBM Plex Sans"/>
                <a:ea typeface="IBM Plex Sans"/>
                <a:cs typeface="IBM Plex Sans"/>
              </a:rPr>
              <a:t>12 participant means per condition.</a:t>
            </a:r>
          </a:p>
        </p:txBody>
      </p:sp>
      <p:sp>
        <p:nvSpPr>
          <p:cNvPr id="14" name="text-9-13">
            <a:extLst xmlns:a="http://schemas.openxmlformats.org/drawingml/2006/main">
              <a:ext uri="{FF2B5EF4-FFF2-40B4-BE49-F238E27FC236}">
                <a16:creationId xmlns:a16="http://schemas.microsoft.com/office/drawing/2014/main" id="{55177BF7-7E52-4A43-A880-C8FBF32CBB69}"/>
              </a:ext>
            </a:extLst>
          </p:cNvPr>
          <p:cNvSpPr>
            <a:spLocks xmlns:a="http://schemas.openxmlformats.org/drawingml/2006/main" noGrp="1"/>
          </p:cNvSpPr>
          <p:nvPr/>
        </p:nvSpPr>
        <p:spPr>
          <a:xfrm xmlns:a="http://schemas.openxmlformats.org/drawingml/2006/main">
            <a:off x="7258050" y="5489924"/>
            <a:ext cx="4400550" cy="2714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5A6C72"/>
                </a:solidFill>
                <a:latin typeface="IBM Plex Sans"/>
                <a:ea typeface="IBM Plex Sans"/>
                <a:cs typeface="IBM Plex Sans"/>
              </a:defRPr>
            </a:pPr>
            <a:r>
              <a:rPr sz="1425" b="0">
                <a:solidFill>
                  <a:srgbClr val="5A6C72"/>
                </a:solidFill>
                <a:latin typeface="IBM Plex Sans"/>
                <a:ea typeface="IBM Plex Sans"/>
                <a:cs typeface="IBM Plex Sans"/>
              </a:rPr>
              <a:t>Ranges are not confidence intervals.</a:t>
            </a:r>
          </a:p>
        </p:txBody>
      </p:sp>
      <p:sp>
        <p:nvSpPr>
          <p:cNvPr id="15" name="text-9-14">
            <a:extLst xmlns:a="http://schemas.openxmlformats.org/drawingml/2006/main">
              <a:ext uri="{FF2B5EF4-FFF2-40B4-BE49-F238E27FC236}">
                <a16:creationId xmlns:a16="http://schemas.microsoft.com/office/drawing/2014/main" id="{A9DF1DE9-80AC-43DF-9C45-6ABA0D963EA7}"/>
              </a:ext>
            </a:extLst>
          </p:cNvPr>
          <p:cNvSpPr>
            <a:spLocks xmlns:a="http://schemas.openxmlformats.org/drawingml/2006/main" noGrp="1"/>
          </p:cNvSpPr>
          <p:nvPr/>
        </p:nvSpPr>
        <p:spPr>
          <a:xfrm xmlns:a="http://schemas.openxmlformats.org/drawingml/2006/main">
            <a:off x="533400" y="581977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08535B"/>
                </a:solidFill>
                <a:latin typeface="IBM Plex Sans"/>
                <a:ea typeface="IBM Plex Sans"/>
                <a:cs typeface="IBM Plex Sans"/>
              </a:defRPr>
            </a:pPr>
            <a:r>
              <a:rPr sz="1800" b="1">
                <a:solidFill>
                  <a:srgbClr val="08535B"/>
                </a:solidFill>
                <a:latin typeface="IBM Plex Sans"/>
                <a:ea typeface="IBM Plex Sans"/>
                <a:cs typeface="IBM Plex Sans"/>
              </a:rPr>
              <a:t>Count and position both change. The chart compares layouts, not a sensor-count effect.</a:t>
            </a:r>
          </a:p>
        </p:txBody>
      </p:sp>
    </p:spTree>
    <p:extLst>
      <p:ext uri="{BB962C8B-B14F-4D97-AF65-F5344CB8AC3E}">
        <p14:creationId xmlns:p14="http://schemas.microsoft.com/office/powerpoint/2010/main" val="13759199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10-0">
            <a:extLst xmlns:a="http://schemas.openxmlformats.org/drawingml/2006/main">
              <a:ext uri="{FF2B5EF4-FFF2-40B4-BE49-F238E27FC236}">
                <a16:creationId xmlns:a16="http://schemas.microsoft.com/office/drawing/2014/main" id="{4691AC34-C505-423A-8765-2F5BF9D9512C}"/>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10-1">
            <a:extLst xmlns:a="http://schemas.openxmlformats.org/drawingml/2006/main">
              <a:ext uri="{FF2B5EF4-FFF2-40B4-BE49-F238E27FC236}">
                <a16:creationId xmlns:a16="http://schemas.microsoft.com/office/drawing/2014/main" id="{8960E4CA-37D7-4552-9D2D-BBD1E6A95907}"/>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10</a:t>
            </a:r>
          </a:p>
        </p:txBody>
      </p:sp>
      <p:sp>
        <p:nvSpPr>
          <p:cNvPr id="3" name="text-10-2">
            <a:extLst xmlns:a="http://schemas.openxmlformats.org/drawingml/2006/main">
              <a:ext uri="{FF2B5EF4-FFF2-40B4-BE49-F238E27FC236}">
                <a16:creationId xmlns:a16="http://schemas.microsoft.com/office/drawing/2014/main" id="{C5BBB799-2A31-4878-AEB4-13EF55D92741}"/>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APPLICATIONS &amp; LIMITATIONS</a:t>
            </a:r>
          </a:p>
        </p:txBody>
      </p:sp>
      <p:sp>
        <p:nvSpPr>
          <p:cNvPr id="4" name="text-10-3">
            <a:extLst xmlns:a="http://schemas.openxmlformats.org/drawingml/2006/main">
              <a:ext uri="{FF2B5EF4-FFF2-40B4-BE49-F238E27FC236}">
                <a16:creationId xmlns:a16="http://schemas.microsoft.com/office/drawing/2014/main" id="{F011C8D8-2187-45C8-8278-60249151BE84}"/>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What the study establishes</a:t>
            </a:r>
          </a:p>
        </p:txBody>
      </p:sp>
      <p:sp>
        <p:nvSpPr>
          <p:cNvPr id="5" name="line-10-4">
            <a:extLst xmlns:a="http://schemas.openxmlformats.org/drawingml/2006/main">
              <a:ext uri="{FF2B5EF4-FFF2-40B4-BE49-F238E27FC236}">
                <a16:creationId xmlns:a16="http://schemas.microsoft.com/office/drawing/2014/main" id="{411550F1-6399-4BC9-B0B4-1A750E782204}"/>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10-5">
            <a:extLst xmlns:a="http://schemas.openxmlformats.org/drawingml/2006/main">
              <a:ext uri="{FF2B5EF4-FFF2-40B4-BE49-F238E27FC236}">
                <a16:creationId xmlns:a16="http://schemas.microsoft.com/office/drawing/2014/main" id="{EA31DEDF-C68E-49F2-AE75-E5818F92040A}"/>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10-6">
            <a:extLst xmlns:a="http://schemas.openxmlformats.org/drawingml/2006/main">
              <a:ext uri="{FF2B5EF4-FFF2-40B4-BE49-F238E27FC236}">
                <a16:creationId xmlns:a16="http://schemas.microsoft.com/office/drawing/2014/main" id="{FC588D29-1BCA-4E59-8B36-5E7EB7B43150}"/>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text-10-7">
            <a:extLst xmlns:a="http://schemas.openxmlformats.org/drawingml/2006/main">
              <a:ext uri="{FF2B5EF4-FFF2-40B4-BE49-F238E27FC236}">
                <a16:creationId xmlns:a16="http://schemas.microsoft.com/office/drawing/2014/main" id="{CCA56DA2-941E-4B88-A8E6-F2A20ABDEC6A}"/>
              </a:ext>
            </a:extLst>
          </p:cNvPr>
          <p:cNvSpPr>
            <a:spLocks xmlns:a="http://schemas.openxmlformats.org/drawingml/2006/main" noGrp="1"/>
          </p:cNvSpPr>
          <p:nvPr/>
        </p:nvSpPr>
        <p:spPr>
          <a:xfrm xmlns:a="http://schemas.openxmlformats.org/drawingml/2006/main">
            <a:off x="533400" y="2190750"/>
            <a:ext cx="51435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1">
                <a:solidFill>
                  <a:srgbClr val="08535B"/>
                </a:solidFill>
                <a:latin typeface="IBM Plex Mono"/>
                <a:ea typeface="IBM Plex Mono"/>
                <a:cs typeface="IBM Plex Mono"/>
              </a:defRPr>
            </a:pPr>
            <a:r>
              <a:rPr sz="1575" b="1">
                <a:solidFill>
                  <a:srgbClr val="08535B"/>
                </a:solidFill>
                <a:latin typeface="IBM Plex Mono"/>
                <a:ea typeface="IBM Plex Mono"/>
                <a:cs typeface="IBM Plex Mono"/>
              </a:rPr>
              <a:t>ESTABLISHES</a:t>
            </a:r>
          </a:p>
        </p:txBody>
      </p:sp>
      <p:sp>
        <p:nvSpPr>
          <p:cNvPr id="9" name="text-10-8">
            <a:extLst xmlns:a="http://schemas.openxmlformats.org/drawingml/2006/main">
              <a:ext uri="{FF2B5EF4-FFF2-40B4-BE49-F238E27FC236}">
                <a16:creationId xmlns:a16="http://schemas.microsoft.com/office/drawing/2014/main" id="{EB2C9F67-2A72-4A86-8BBF-30ABCC9F14A3}"/>
              </a:ext>
            </a:extLst>
          </p:cNvPr>
          <p:cNvSpPr>
            <a:spLocks xmlns:a="http://schemas.openxmlformats.org/drawingml/2006/main" noGrp="1"/>
          </p:cNvSpPr>
          <p:nvPr/>
        </p:nvSpPr>
        <p:spPr>
          <a:xfrm xmlns:a="http://schemas.openxmlformats.org/drawingml/2006/main">
            <a:off x="533400" y="2628900"/>
            <a:ext cx="5143500"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4314B"/>
                </a:solidFill>
                <a:latin typeface="IBM Plex Serif"/>
                <a:ea typeface="IBM Plex Serif"/>
                <a:cs typeface="IBM Plex Serif"/>
              </a:defRPr>
            </a:pPr>
            <a:r>
              <a:rPr sz="2175" b="0">
                <a:solidFill>
                  <a:srgbClr val="14314B"/>
                </a:solidFill>
                <a:latin typeface="IBM Plex Serif"/>
                <a:ea typeface="IBM Plex Serif"/>
                <a:cs typeface="IBM Plex Serif"/>
              </a:rPr>
              <a:t>A reproducible coverage benchmark</a:t>
            </a:r>
          </a:p>
        </p:txBody>
      </p:sp>
      <p:sp>
        <p:nvSpPr>
          <p:cNvPr id="10" name="text-10-9">
            <a:extLst xmlns:a="http://schemas.openxmlformats.org/drawingml/2006/main">
              <a:ext uri="{FF2B5EF4-FFF2-40B4-BE49-F238E27FC236}">
                <a16:creationId xmlns:a16="http://schemas.microsoft.com/office/drawing/2014/main" id="{82C005C1-7DE2-4B78-BD2A-2F43FB8BC1A3}"/>
              </a:ext>
            </a:extLst>
          </p:cNvPr>
          <p:cNvSpPr>
            <a:spLocks xmlns:a="http://schemas.openxmlformats.org/drawingml/2006/main" noGrp="1"/>
          </p:cNvSpPr>
          <p:nvPr/>
        </p:nvSpPr>
        <p:spPr>
          <a:xfrm xmlns:a="http://schemas.openxmlformats.org/drawingml/2006/main">
            <a:off x="533400" y="3124200"/>
            <a:ext cx="5048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Quantifies spatial blind area for fixed layouts</a:t>
            </a:r>
          </a:p>
        </p:txBody>
      </p:sp>
      <p:sp>
        <p:nvSpPr>
          <p:cNvPr id="11" name="text-10-10">
            <a:extLst xmlns:a="http://schemas.openxmlformats.org/drawingml/2006/main">
              <a:ext uri="{FF2B5EF4-FFF2-40B4-BE49-F238E27FC236}">
                <a16:creationId xmlns:a16="http://schemas.microsoft.com/office/drawing/2014/main" id="{3D41BE4A-6A99-409D-8DBD-8EC92B3C990A}"/>
              </a:ext>
            </a:extLst>
          </p:cNvPr>
          <p:cNvSpPr>
            <a:spLocks xmlns:a="http://schemas.openxmlformats.org/drawingml/2006/main" noGrp="1"/>
          </p:cNvSpPr>
          <p:nvPr/>
        </p:nvSpPr>
        <p:spPr>
          <a:xfrm xmlns:a="http://schemas.openxmlformats.org/drawingml/2006/main">
            <a:off x="533400" y="3417094"/>
            <a:ext cx="5048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on a declared pressure-data subset.</a:t>
            </a:r>
          </a:p>
        </p:txBody>
      </p:sp>
      <p:sp>
        <p:nvSpPr>
          <p:cNvPr id="12" name="text-10-11">
            <a:extLst xmlns:a="http://schemas.openxmlformats.org/drawingml/2006/main">
              <a:ext uri="{FF2B5EF4-FFF2-40B4-BE49-F238E27FC236}">
                <a16:creationId xmlns:a16="http://schemas.microsoft.com/office/drawing/2014/main" id="{563EEABB-B3E7-4392-9D36-19BA2CE50884}"/>
              </a:ext>
            </a:extLst>
          </p:cNvPr>
          <p:cNvSpPr>
            <a:spLocks xmlns:a="http://schemas.openxmlformats.org/drawingml/2006/main" noGrp="1"/>
          </p:cNvSpPr>
          <p:nvPr/>
        </p:nvSpPr>
        <p:spPr>
          <a:xfrm xmlns:a="http://schemas.openxmlformats.org/drawingml/2006/main">
            <a:off x="533400" y="4038600"/>
            <a:ext cx="5143500" cy="4143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4314B"/>
                </a:solidFill>
                <a:latin typeface="IBM Plex Serif"/>
                <a:ea typeface="IBM Plex Serif"/>
                <a:cs typeface="IBM Plex Serif"/>
              </a:defRPr>
            </a:pPr>
            <a:r>
              <a:rPr sz="2175" b="0">
                <a:solidFill>
                  <a:srgbClr val="14314B"/>
                </a:solidFill>
                <a:latin typeface="IBM Plex Serif"/>
                <a:ea typeface="IBM Plex Serif"/>
                <a:cs typeface="IBM Plex Serif"/>
              </a:rPr>
              <a:t>A basis for measurement decisions</a:t>
            </a:r>
          </a:p>
        </p:txBody>
      </p:sp>
      <p:sp>
        <p:nvSpPr>
          <p:cNvPr id="13" name="text-10-12">
            <a:extLst xmlns:a="http://schemas.openxmlformats.org/drawingml/2006/main">
              <a:ext uri="{FF2B5EF4-FFF2-40B4-BE49-F238E27FC236}">
                <a16:creationId xmlns:a16="http://schemas.microsoft.com/office/drawing/2014/main" id="{DBAC5776-A279-4314-9419-6C31B7CD5FFB}"/>
              </a:ext>
            </a:extLst>
          </p:cNvPr>
          <p:cNvSpPr>
            <a:spLocks xmlns:a="http://schemas.openxmlformats.org/drawingml/2006/main" noGrp="1"/>
          </p:cNvSpPr>
          <p:nvPr/>
        </p:nvSpPr>
        <p:spPr>
          <a:xfrm xmlns:a="http://schemas.openxmlformats.org/drawingml/2006/main">
            <a:off x="533400" y="4533900"/>
            <a:ext cx="5048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Shows where whole-foot interpretations need</a:t>
            </a:r>
          </a:p>
        </p:txBody>
      </p:sp>
      <p:sp>
        <p:nvSpPr>
          <p:cNvPr id="14" name="text-10-13">
            <a:extLst xmlns:a="http://schemas.openxmlformats.org/drawingml/2006/main">
              <a:ext uri="{FF2B5EF4-FFF2-40B4-BE49-F238E27FC236}">
                <a16:creationId xmlns:a16="http://schemas.microsoft.com/office/drawing/2014/main" id="{FCFD5F35-6986-4AA0-BF54-5CA2C896C912}"/>
              </a:ext>
            </a:extLst>
          </p:cNvPr>
          <p:cNvSpPr>
            <a:spLocks xmlns:a="http://schemas.openxmlformats.org/drawingml/2006/main" noGrp="1"/>
          </p:cNvSpPr>
          <p:nvPr/>
        </p:nvSpPr>
        <p:spPr>
          <a:xfrm xmlns:a="http://schemas.openxmlformats.org/drawingml/2006/main">
            <a:off x="533400" y="4826794"/>
            <a:ext cx="504825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additional validation.</a:t>
            </a:r>
          </a:p>
        </p:txBody>
      </p:sp>
      <p:sp>
        <p:nvSpPr>
          <p:cNvPr id="15" name="line-10-14">
            <a:extLst xmlns:a="http://schemas.openxmlformats.org/drawingml/2006/main">
              <a:ext uri="{FF2B5EF4-FFF2-40B4-BE49-F238E27FC236}">
                <a16:creationId xmlns:a16="http://schemas.microsoft.com/office/drawing/2014/main" id="{2B51FCC1-F314-4E3C-B8ED-5852B76D528D}"/>
              </a:ext>
            </a:extLst>
          </p:cNvPr>
          <p:cNvSpPr>
            <a:spLocks xmlns:a="http://schemas.openxmlformats.org/drawingml/2006/main" noGrp="1"/>
          </p:cNvSpPr>
          <p:nvPr/>
        </p:nvSpPr>
        <p:spPr>
          <a:xfrm xmlns:a="http://schemas.openxmlformats.org/drawingml/2006/main">
            <a:off x="5981700" y="2190750"/>
            <a:ext cx="95" cy="3667125"/>
          </a:xfrm>
          <a:custGeom xmlns:a="http://schemas.openxmlformats.org/drawingml/2006/main">
            <a:pathLst>
              <a:path w="95" h="3667125">
                <a:moveTo>
                  <a:pt x="0" y="0"/>
                </a:moveTo>
                <a:lnTo>
                  <a:pt x="95" y="3667125"/>
                </a:lnTo>
              </a:path>
            </a:pathLst>
          </a:custGeom>
          <a:noFill xmlns:a="http://schemas.openxmlformats.org/drawingml/2006/main"/>
          <a:ln xmlns:a="http://schemas.openxmlformats.org/drawingml/2006/main" w="19050">
            <a:solidFill>
              <a:srgbClr val="CBD8DC"/>
            </a:solidFill>
          </a:ln>
        </p:spPr>
      </p:sp>
      <p:sp>
        <p:nvSpPr>
          <p:cNvPr id="16" name="text-10-15">
            <a:extLst xmlns:a="http://schemas.openxmlformats.org/drawingml/2006/main">
              <a:ext uri="{FF2B5EF4-FFF2-40B4-BE49-F238E27FC236}">
                <a16:creationId xmlns:a16="http://schemas.microsoft.com/office/drawing/2014/main" id="{F49AA5C3-91C4-45A3-8CA8-45AC25CCE0AE}"/>
              </a:ext>
            </a:extLst>
          </p:cNvPr>
          <p:cNvSpPr>
            <a:spLocks xmlns:a="http://schemas.openxmlformats.org/drawingml/2006/main" noGrp="1"/>
          </p:cNvSpPr>
          <p:nvPr/>
        </p:nvSpPr>
        <p:spPr>
          <a:xfrm xmlns:a="http://schemas.openxmlformats.org/drawingml/2006/main">
            <a:off x="6486525" y="2190750"/>
            <a:ext cx="51625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1">
                <a:solidFill>
                  <a:srgbClr val="5A6C72"/>
                </a:solidFill>
                <a:latin typeface="IBM Plex Mono"/>
                <a:ea typeface="IBM Plex Mono"/>
                <a:cs typeface="IBM Plex Mono"/>
              </a:defRPr>
            </a:pPr>
            <a:r>
              <a:rPr sz="1575" b="1">
                <a:solidFill>
                  <a:srgbClr val="5A6C72"/>
                </a:solidFill>
                <a:latin typeface="IBM Plex Mono"/>
                <a:ea typeface="IBM Plex Mono"/>
                <a:cs typeface="IBM Plex Mono"/>
              </a:rPr>
              <a:t>DOES NOT ESTABLISH</a:t>
            </a:r>
          </a:p>
        </p:txBody>
      </p:sp>
      <p:sp>
        <p:nvSpPr>
          <p:cNvPr id="17" name="text-10-16">
            <a:extLst xmlns:a="http://schemas.openxmlformats.org/drawingml/2006/main">
              <a:ext uri="{FF2B5EF4-FFF2-40B4-BE49-F238E27FC236}">
                <a16:creationId xmlns:a16="http://schemas.microsoft.com/office/drawing/2014/main" id="{359B8136-1984-433F-BF9B-0F4715EBBFA6}"/>
              </a:ext>
            </a:extLst>
          </p:cNvPr>
          <p:cNvSpPr>
            <a:spLocks xmlns:a="http://schemas.openxmlformats.org/drawingml/2006/main" noGrp="1"/>
          </p:cNvSpPr>
          <p:nvPr/>
        </p:nvSpPr>
        <p:spPr>
          <a:xfrm xmlns:a="http://schemas.openxmlformats.org/drawingml/2006/main">
            <a:off x="6486525" y="2619375"/>
            <a:ext cx="5162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1">
                <a:solidFill>
                  <a:srgbClr val="14314B"/>
                </a:solidFill>
                <a:latin typeface="IBM Plex Sans"/>
                <a:ea typeface="IBM Plex Sans"/>
                <a:cs typeface="IBM Plex Sans"/>
              </a:defRPr>
            </a:pPr>
            <a:r>
              <a:rPr sz="1950" b="1">
                <a:solidFill>
                  <a:srgbClr val="14314B"/>
                </a:solidFill>
                <a:latin typeface="IBM Plex Sans"/>
                <a:ea typeface="IBM Plex Sans"/>
                <a:cs typeface="IBM Plex Sans"/>
              </a:rPr>
              <a:t>In-shoe performance</a:t>
            </a:r>
          </a:p>
        </p:txBody>
      </p:sp>
      <p:sp>
        <p:nvSpPr>
          <p:cNvPr id="18" name="text-10-17">
            <a:extLst xmlns:a="http://schemas.openxmlformats.org/drawingml/2006/main">
              <a:ext uri="{FF2B5EF4-FFF2-40B4-BE49-F238E27FC236}">
                <a16:creationId xmlns:a16="http://schemas.microsoft.com/office/drawing/2014/main" id="{512B1366-A404-43D3-B29D-784166F31615}"/>
              </a:ext>
            </a:extLst>
          </p:cNvPr>
          <p:cNvSpPr>
            <a:spLocks xmlns:a="http://schemas.openxmlformats.org/drawingml/2006/main" noGrp="1"/>
          </p:cNvSpPr>
          <p:nvPr/>
        </p:nvSpPr>
        <p:spPr>
          <a:xfrm xmlns:a="http://schemas.openxmlformats.org/drawingml/2006/main">
            <a:off x="6486525" y="3000375"/>
            <a:ext cx="50863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Next: measured geometry and an in-shoe</a:t>
            </a:r>
          </a:p>
        </p:txBody>
      </p:sp>
      <p:sp>
        <p:nvSpPr>
          <p:cNvPr id="19" name="text-10-18">
            <a:extLst xmlns:a="http://schemas.openxmlformats.org/drawingml/2006/main">
              <a:ext uri="{FF2B5EF4-FFF2-40B4-BE49-F238E27FC236}">
                <a16:creationId xmlns:a16="http://schemas.microsoft.com/office/drawing/2014/main" id="{D26ACB82-9B96-4458-8386-228B9A602E29}"/>
              </a:ext>
            </a:extLst>
          </p:cNvPr>
          <p:cNvSpPr>
            <a:spLocks xmlns:a="http://schemas.openxmlformats.org/drawingml/2006/main" noGrp="1"/>
          </p:cNvSpPr>
          <p:nvPr/>
        </p:nvSpPr>
        <p:spPr>
          <a:xfrm xmlns:a="http://schemas.openxmlformats.org/drawingml/2006/main">
            <a:off x="6486525" y="3269837"/>
            <a:ext cx="50863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reference.</a:t>
            </a:r>
          </a:p>
        </p:txBody>
      </p:sp>
      <p:sp>
        <p:nvSpPr>
          <p:cNvPr id="20" name="text-10-19">
            <a:extLst xmlns:a="http://schemas.openxmlformats.org/drawingml/2006/main">
              <a:ext uri="{FF2B5EF4-FFF2-40B4-BE49-F238E27FC236}">
                <a16:creationId xmlns:a16="http://schemas.microsoft.com/office/drawing/2014/main" id="{541E9963-BBF2-46D0-B098-4C0315DD30EC}"/>
              </a:ext>
            </a:extLst>
          </p:cNvPr>
          <p:cNvSpPr>
            <a:spLocks xmlns:a="http://schemas.openxmlformats.org/drawingml/2006/main" noGrp="1"/>
          </p:cNvSpPr>
          <p:nvPr/>
        </p:nvSpPr>
        <p:spPr>
          <a:xfrm xmlns:a="http://schemas.openxmlformats.org/drawingml/2006/main">
            <a:off x="6486525" y="3695700"/>
            <a:ext cx="5162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1">
                <a:solidFill>
                  <a:srgbClr val="14314B"/>
                </a:solidFill>
                <a:latin typeface="IBM Plex Sans"/>
                <a:ea typeface="IBM Plex Sans"/>
                <a:cs typeface="IBM Plex Sans"/>
              </a:defRPr>
            </a:pPr>
            <a:r>
              <a:rPr sz="1950" b="1">
                <a:solidFill>
                  <a:srgbClr val="14314B"/>
                </a:solidFill>
                <a:latin typeface="IBM Plex Sans"/>
                <a:ea typeface="IBM Plex Sans"/>
                <a:cs typeface="IBM Plex Sans"/>
              </a:rPr>
              <a:t>Sensor endurance or gate accuracy</a:t>
            </a:r>
          </a:p>
        </p:txBody>
      </p:sp>
      <p:sp>
        <p:nvSpPr>
          <p:cNvPr id="21" name="text-10-20">
            <a:extLst xmlns:a="http://schemas.openxmlformats.org/drawingml/2006/main">
              <a:ext uri="{FF2B5EF4-FFF2-40B4-BE49-F238E27FC236}">
                <a16:creationId xmlns:a16="http://schemas.microsoft.com/office/drawing/2014/main" id="{8FA8404D-01F7-4460-9F5F-93C4B0E32444}"/>
              </a:ext>
            </a:extLst>
          </p:cNvPr>
          <p:cNvSpPr>
            <a:spLocks xmlns:a="http://schemas.openxmlformats.org/drawingml/2006/main" noGrp="1"/>
          </p:cNvSpPr>
          <p:nvPr/>
        </p:nvSpPr>
        <p:spPr>
          <a:xfrm xmlns:a="http://schemas.openxmlformats.org/drawingml/2006/main">
            <a:off x="6486525" y="4076700"/>
            <a:ext cx="50863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Next: R1 cyclic loading, followed by R3 drift tests.</a:t>
            </a:r>
          </a:p>
        </p:txBody>
      </p:sp>
      <p:sp>
        <p:nvSpPr>
          <p:cNvPr id="22" name="text-10-21">
            <a:extLst xmlns:a="http://schemas.openxmlformats.org/drawingml/2006/main">
              <a:ext uri="{FF2B5EF4-FFF2-40B4-BE49-F238E27FC236}">
                <a16:creationId xmlns:a16="http://schemas.microsoft.com/office/drawing/2014/main" id="{666D92B4-4311-49DC-A206-ADDD5D80CBEF}"/>
              </a:ext>
            </a:extLst>
          </p:cNvPr>
          <p:cNvSpPr>
            <a:spLocks xmlns:a="http://schemas.openxmlformats.org/drawingml/2006/main" noGrp="1"/>
          </p:cNvSpPr>
          <p:nvPr/>
        </p:nvSpPr>
        <p:spPr>
          <a:xfrm xmlns:a="http://schemas.openxmlformats.org/drawingml/2006/main">
            <a:off x="6486525" y="4772025"/>
            <a:ext cx="5162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1">
                <a:solidFill>
                  <a:srgbClr val="14314B"/>
                </a:solidFill>
                <a:latin typeface="IBM Plex Sans"/>
                <a:ea typeface="IBM Plex Sans"/>
                <a:cs typeface="IBM Plex Sans"/>
              </a:defRPr>
            </a:pPr>
            <a:r>
              <a:rPr sz="1950" b="1">
                <a:solidFill>
                  <a:srgbClr val="14314B"/>
                </a:solidFill>
                <a:latin typeface="IBM Plex Sans"/>
                <a:ea typeface="IBM Plex Sans"/>
                <a:cs typeface="IBM Plex Sans"/>
              </a:rPr>
              <a:t>A minimum sensor count</a:t>
            </a:r>
          </a:p>
        </p:txBody>
      </p:sp>
      <p:sp>
        <p:nvSpPr>
          <p:cNvPr id="23" name="text-10-22">
            <a:extLst xmlns:a="http://schemas.openxmlformats.org/drawingml/2006/main">
              <a:ext uri="{FF2B5EF4-FFF2-40B4-BE49-F238E27FC236}">
                <a16:creationId xmlns:a16="http://schemas.microsoft.com/office/drawing/2014/main" id="{934F6CAF-6991-44A1-AE51-010B6642B458}"/>
              </a:ext>
            </a:extLst>
          </p:cNvPr>
          <p:cNvSpPr>
            <a:spLocks xmlns:a="http://schemas.openxmlformats.org/drawingml/2006/main" noGrp="1"/>
          </p:cNvSpPr>
          <p:nvPr/>
        </p:nvSpPr>
        <p:spPr>
          <a:xfrm xmlns:a="http://schemas.openxmlformats.org/drawingml/2006/main">
            <a:off x="6486525" y="5153025"/>
            <a:ext cx="50863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Next: a controlled placement study with declared</a:t>
            </a:r>
          </a:p>
        </p:txBody>
      </p:sp>
      <p:sp>
        <p:nvSpPr>
          <p:cNvPr id="24" name="text-10-23">
            <a:extLst xmlns:a="http://schemas.openxmlformats.org/drawingml/2006/main">
              <a:ext uri="{FF2B5EF4-FFF2-40B4-BE49-F238E27FC236}">
                <a16:creationId xmlns:a16="http://schemas.microsoft.com/office/drawing/2014/main" id="{BDA00D82-0B8B-4047-A0FC-DC4220A68A2D}"/>
              </a:ext>
            </a:extLst>
          </p:cNvPr>
          <p:cNvSpPr>
            <a:spLocks xmlns:a="http://schemas.openxmlformats.org/drawingml/2006/main" noGrp="1"/>
          </p:cNvSpPr>
          <p:nvPr/>
        </p:nvSpPr>
        <p:spPr>
          <a:xfrm xmlns:a="http://schemas.openxmlformats.org/drawingml/2006/main">
            <a:off x="6486525" y="5422487"/>
            <a:ext cx="508635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0F1B1E"/>
                </a:solidFill>
                <a:latin typeface="IBM Plex Sans"/>
                <a:ea typeface="IBM Plex Sans"/>
                <a:cs typeface="IBM Plex Sans"/>
              </a:defRPr>
            </a:pPr>
            <a:r>
              <a:rPr sz="1725" b="0">
                <a:solidFill>
                  <a:srgbClr val="0F1B1E"/>
                </a:solidFill>
                <a:latin typeface="IBM Plex Sans"/>
                <a:ea typeface="IBM Plex Sans"/>
                <a:cs typeface="IBM Plex Sans"/>
              </a:rPr>
              <a:t>error targets.</a:t>
            </a:r>
          </a:p>
        </p:txBody>
      </p:sp>
      <p:sp>
        <p:nvSpPr>
          <p:cNvPr id="25" name="text-10-24">
            <a:extLst xmlns:a="http://schemas.openxmlformats.org/drawingml/2006/main">
              <a:ext uri="{FF2B5EF4-FFF2-40B4-BE49-F238E27FC236}">
                <a16:creationId xmlns:a16="http://schemas.microsoft.com/office/drawing/2014/main" id="{DC5306F0-33E5-4CF9-A0AB-B953AC1476C4}"/>
              </a:ext>
            </a:extLst>
          </p:cNvPr>
          <p:cNvSpPr>
            <a:spLocks xmlns:a="http://schemas.openxmlformats.org/drawingml/2006/main" noGrp="1"/>
          </p:cNvSpPr>
          <p:nvPr/>
        </p:nvSpPr>
        <p:spPr>
          <a:xfrm xmlns:a="http://schemas.openxmlformats.org/drawingml/2006/main">
            <a:off x="533400" y="5934075"/>
            <a:ext cx="111252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A6C72"/>
                </a:solidFill>
                <a:latin typeface="IBM Plex Sans"/>
                <a:ea typeface="IBM Plex Sans"/>
                <a:cs typeface="IBM Plex Sans"/>
              </a:defRPr>
            </a:pPr>
            <a:r>
              <a:rPr sz="1575" b="0">
                <a:solidFill>
                  <a:srgbClr val="5A6C72"/>
                </a:solidFill>
                <a:latin typeface="IBM Plex Sans"/>
                <a:ea typeface="IBM Plex Sans"/>
                <a:cs typeface="IBM Plex Sans"/>
              </a:rPr>
              <a:t>BF and ST are floor-interface data. No clinical conclusions follow from this study.</a:t>
            </a:r>
          </a:p>
        </p:txBody>
      </p:sp>
    </p:spTree>
    <p:extLst>
      <p:ext uri="{BB962C8B-B14F-4D97-AF65-F5344CB8AC3E}">
        <p14:creationId xmlns:p14="http://schemas.microsoft.com/office/powerpoint/2010/main" val="56457168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11-0">
            <a:extLst xmlns:a="http://schemas.openxmlformats.org/drawingml/2006/main">
              <a:ext uri="{FF2B5EF4-FFF2-40B4-BE49-F238E27FC236}">
                <a16:creationId xmlns:a16="http://schemas.microsoft.com/office/drawing/2014/main" id="{9357FE10-39AA-4033-A8A0-521860D420EA}"/>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11-1">
            <a:extLst xmlns:a="http://schemas.openxmlformats.org/drawingml/2006/main">
              <a:ext uri="{FF2B5EF4-FFF2-40B4-BE49-F238E27FC236}">
                <a16:creationId xmlns:a16="http://schemas.microsoft.com/office/drawing/2014/main" id="{8A5D8899-CF4D-43C2-AC5F-C889DAE2EB9D}"/>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11</a:t>
            </a:r>
          </a:p>
        </p:txBody>
      </p:sp>
      <p:sp>
        <p:nvSpPr>
          <p:cNvPr id="3" name="text-11-2">
            <a:extLst xmlns:a="http://schemas.openxmlformats.org/drawingml/2006/main">
              <a:ext uri="{FF2B5EF4-FFF2-40B4-BE49-F238E27FC236}">
                <a16:creationId xmlns:a16="http://schemas.microsoft.com/office/drawing/2014/main" id="{DD773E7B-B6A2-435D-90CF-44314021DA30}"/>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CONCLUSION &amp; FUTURE SCOPE</a:t>
            </a:r>
          </a:p>
        </p:txBody>
      </p:sp>
      <p:sp>
        <p:nvSpPr>
          <p:cNvPr id="4" name="text-11-3">
            <a:extLst xmlns:a="http://schemas.openxmlformats.org/drawingml/2006/main">
              <a:ext uri="{FF2B5EF4-FFF2-40B4-BE49-F238E27FC236}">
                <a16:creationId xmlns:a16="http://schemas.microsoft.com/office/drawing/2014/main" id="{AEAD7C36-7367-43BD-B91D-3D38F3CB7520}"/>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Spatial coverage is limited under this protocol</a:t>
            </a:r>
          </a:p>
        </p:txBody>
      </p:sp>
      <p:sp>
        <p:nvSpPr>
          <p:cNvPr id="5" name="line-11-4">
            <a:extLst xmlns:a="http://schemas.openxmlformats.org/drawingml/2006/main">
              <a:ext uri="{FF2B5EF4-FFF2-40B4-BE49-F238E27FC236}">
                <a16:creationId xmlns:a16="http://schemas.microsoft.com/office/drawing/2014/main" id="{88C177DC-E617-410F-9848-6417194C316B}"/>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11-5">
            <a:extLst xmlns:a="http://schemas.openxmlformats.org/drawingml/2006/main">
              <a:ext uri="{FF2B5EF4-FFF2-40B4-BE49-F238E27FC236}">
                <a16:creationId xmlns:a16="http://schemas.microsoft.com/office/drawing/2014/main" id="{280B4CFC-D4BF-4943-8B38-D654B736E775}"/>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11-6">
            <a:extLst xmlns:a="http://schemas.openxmlformats.org/drawingml/2006/main">
              <a:ext uri="{FF2B5EF4-FFF2-40B4-BE49-F238E27FC236}">
                <a16:creationId xmlns:a16="http://schemas.microsoft.com/office/drawing/2014/main" id="{D80DE6AE-2B02-4764-9E3A-340C14E1D632}"/>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text-11-7">
            <a:extLst xmlns:a="http://schemas.openxmlformats.org/drawingml/2006/main">
              <a:ext uri="{FF2B5EF4-FFF2-40B4-BE49-F238E27FC236}">
                <a16:creationId xmlns:a16="http://schemas.microsoft.com/office/drawing/2014/main" id="{9C7E7854-955D-427B-BDB6-529F0DA5A269}"/>
              </a:ext>
            </a:extLst>
          </p:cNvPr>
          <p:cNvSpPr>
            <a:spLocks xmlns:a="http://schemas.openxmlformats.org/drawingml/2006/main" noGrp="1"/>
          </p:cNvSpPr>
          <p:nvPr/>
        </p:nvSpPr>
        <p:spPr>
          <a:xfrm xmlns:a="http://schemas.openxmlformats.org/drawingml/2006/main">
            <a:off x="533400" y="21717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850" b="0">
                <a:solidFill>
                  <a:srgbClr val="14314B"/>
                </a:solidFill>
                <a:latin typeface="IBM Plex Serif"/>
                <a:ea typeface="IBM Plex Serif"/>
                <a:cs typeface="IBM Plex Serif"/>
              </a:defRPr>
            </a:pPr>
            <a:r>
              <a:rPr sz="2850" b="0">
                <a:solidFill>
                  <a:srgbClr val="14314B"/>
                </a:solidFill>
                <a:latin typeface="IBM Plex Serif"/>
                <a:ea typeface="IBM Plex Serif"/>
                <a:cs typeface="IBM Plex Serif"/>
              </a:rPr>
              <a:t>The four-sensor model leaves most of the loaded reference</a:t>
            </a:r>
          </a:p>
        </p:txBody>
      </p:sp>
      <p:sp>
        <p:nvSpPr>
          <p:cNvPr id="9" name="text-11-8">
            <a:extLst xmlns:a="http://schemas.openxmlformats.org/drawingml/2006/main">
              <a:ext uri="{FF2B5EF4-FFF2-40B4-BE49-F238E27FC236}">
                <a16:creationId xmlns:a16="http://schemas.microsoft.com/office/drawing/2014/main" id="{481AC6E5-D5FE-4B0E-926D-D50EB8E18767}"/>
              </a:ext>
            </a:extLst>
          </p:cNvPr>
          <p:cNvSpPr>
            <a:spLocks xmlns:a="http://schemas.openxmlformats.org/drawingml/2006/main" noGrp="1"/>
          </p:cNvSpPr>
          <p:nvPr/>
        </p:nvSpPr>
        <p:spPr>
          <a:xfrm xmlns:a="http://schemas.openxmlformats.org/drawingml/2006/main">
            <a:off x="533400" y="2616899"/>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850" b="0">
                <a:solidFill>
                  <a:srgbClr val="14314B"/>
                </a:solidFill>
                <a:latin typeface="IBM Plex Serif"/>
                <a:ea typeface="IBM Plex Serif"/>
                <a:cs typeface="IBM Plex Serif"/>
              </a:defRPr>
            </a:pPr>
            <a:r>
              <a:rPr sz="2850" b="0">
                <a:solidFill>
                  <a:srgbClr val="14314B"/>
                </a:solidFill>
                <a:latin typeface="IBM Plex Serif"/>
                <a:ea typeface="IBM Plex Serif"/>
                <a:cs typeface="IBM Plex Serif"/>
              </a:rPr>
              <a:t>surface outside its active footprints.</a:t>
            </a:r>
          </a:p>
        </p:txBody>
      </p:sp>
      <p:sp>
        <p:nvSpPr>
          <p:cNvPr id="10" name="line-11-9">
            <a:extLst xmlns:a="http://schemas.openxmlformats.org/drawingml/2006/main">
              <a:ext uri="{FF2B5EF4-FFF2-40B4-BE49-F238E27FC236}">
                <a16:creationId xmlns:a16="http://schemas.microsoft.com/office/drawing/2014/main" id="{E9145160-4429-48D7-AD15-4AAC4B587E1A}"/>
              </a:ext>
            </a:extLst>
          </p:cNvPr>
          <p:cNvSpPr>
            <a:spLocks xmlns:a="http://schemas.openxmlformats.org/drawingml/2006/main" noGrp="1"/>
          </p:cNvSpPr>
          <p:nvPr/>
        </p:nvSpPr>
        <p:spPr>
          <a:xfrm xmlns:a="http://schemas.openxmlformats.org/drawingml/2006/main">
            <a:off x="533400" y="3476625"/>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19050">
            <a:solidFill>
              <a:srgbClr val="14314B"/>
            </a:solidFill>
          </a:ln>
        </p:spPr>
      </p:sp>
      <p:sp>
        <p:nvSpPr>
          <p:cNvPr id="11" name="text-11-10">
            <a:extLst xmlns:a="http://schemas.openxmlformats.org/drawingml/2006/main">
              <a:ext uri="{FF2B5EF4-FFF2-40B4-BE49-F238E27FC236}">
                <a16:creationId xmlns:a16="http://schemas.microsoft.com/office/drawing/2014/main" id="{220E0BA5-69B8-44A9-9D7E-1A43099BCDF6}"/>
              </a:ext>
            </a:extLst>
          </p:cNvPr>
          <p:cNvSpPr>
            <a:spLocks xmlns:a="http://schemas.openxmlformats.org/drawingml/2006/main" noGrp="1"/>
          </p:cNvSpPr>
          <p:nvPr/>
        </p:nvSpPr>
        <p:spPr>
          <a:xfrm xmlns:a="http://schemas.openxmlformats.org/drawingml/2006/main">
            <a:off x="533400" y="37814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1">
                <a:solidFill>
                  <a:srgbClr val="0B6F79"/>
                </a:solidFill>
                <a:latin typeface="IBM Plex Sans"/>
                <a:ea typeface="IBM Plex Sans"/>
                <a:cs typeface="IBM Plex Sans"/>
              </a:defRPr>
            </a:pPr>
            <a:r>
              <a:rPr sz="2100" b="1">
                <a:solidFill>
                  <a:srgbClr val="0B6F79"/>
                </a:solidFill>
                <a:latin typeface="IBM Plex Sans"/>
                <a:ea typeface="IBM Plex Sans"/>
                <a:cs typeface="IBM Plex Sans"/>
              </a:rPr>
              <a:t>R1 / endurance</a:t>
            </a:r>
          </a:p>
        </p:txBody>
      </p:sp>
      <p:sp>
        <p:nvSpPr>
          <p:cNvPr id="12" name="text-11-11">
            <a:extLst xmlns:a="http://schemas.openxmlformats.org/drawingml/2006/main">
              <a:ext uri="{FF2B5EF4-FFF2-40B4-BE49-F238E27FC236}">
                <a16:creationId xmlns:a16="http://schemas.microsoft.com/office/drawing/2014/main" id="{13BE320C-D086-40D1-BE73-214E811F20F4}"/>
              </a:ext>
            </a:extLst>
          </p:cNvPr>
          <p:cNvSpPr>
            <a:spLocks xmlns:a="http://schemas.openxmlformats.org/drawingml/2006/main" noGrp="1"/>
          </p:cNvSpPr>
          <p:nvPr/>
        </p:nvSpPr>
        <p:spPr>
          <a:xfrm xmlns:a="http://schemas.openxmlformats.org/drawingml/2006/main">
            <a:off x="533400" y="4343400"/>
            <a:ext cx="5143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Cyclic loading and repeated calibration</a:t>
            </a:r>
          </a:p>
        </p:txBody>
      </p:sp>
      <p:sp>
        <p:nvSpPr>
          <p:cNvPr id="13" name="text-11-12">
            <a:extLst xmlns:a="http://schemas.openxmlformats.org/drawingml/2006/main">
              <a:ext uri="{FF2B5EF4-FFF2-40B4-BE49-F238E27FC236}">
                <a16:creationId xmlns:a16="http://schemas.microsoft.com/office/drawing/2014/main" id="{6FE21BC3-1AB3-4F24-A82A-51C4A2B5AD16}"/>
              </a:ext>
            </a:extLst>
          </p:cNvPr>
          <p:cNvSpPr>
            <a:spLocks xmlns:a="http://schemas.openxmlformats.org/drawingml/2006/main" noGrp="1"/>
          </p:cNvSpPr>
          <p:nvPr/>
        </p:nvSpPr>
        <p:spPr>
          <a:xfrm xmlns:a="http://schemas.openxmlformats.org/drawingml/2006/main">
            <a:off x="533400" y="4636294"/>
            <a:ext cx="5143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Sensitivity change: to be measured</a:t>
            </a:r>
          </a:p>
        </p:txBody>
      </p:sp>
      <p:sp>
        <p:nvSpPr>
          <p:cNvPr id="14" name="text-11-13">
            <a:extLst xmlns:a="http://schemas.openxmlformats.org/drawingml/2006/main">
              <a:ext uri="{FF2B5EF4-FFF2-40B4-BE49-F238E27FC236}">
                <a16:creationId xmlns:a16="http://schemas.microsoft.com/office/drawing/2014/main" id="{AD516E68-E573-4353-B5F3-A00843E804AB}"/>
              </a:ext>
            </a:extLst>
          </p:cNvPr>
          <p:cNvSpPr>
            <a:spLocks xmlns:a="http://schemas.openxmlformats.org/drawingml/2006/main" noGrp="1"/>
          </p:cNvSpPr>
          <p:nvPr/>
        </p:nvSpPr>
        <p:spPr>
          <a:xfrm xmlns:a="http://schemas.openxmlformats.org/drawingml/2006/main">
            <a:off x="6419850" y="37814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1">
                <a:solidFill>
                  <a:srgbClr val="0B6F79"/>
                </a:solidFill>
                <a:latin typeface="IBM Plex Sans"/>
                <a:ea typeface="IBM Plex Sans"/>
                <a:cs typeface="IBM Plex Sans"/>
              </a:defRPr>
            </a:pPr>
            <a:r>
              <a:rPr sz="2100" b="1">
                <a:solidFill>
                  <a:srgbClr val="0B6F79"/>
                </a:solidFill>
                <a:latin typeface="IBM Plex Sans"/>
                <a:ea typeface="IBM Plex Sans"/>
                <a:cs typeface="IBM Plex Sans"/>
              </a:rPr>
              <a:t>R3 / validity</a:t>
            </a:r>
          </a:p>
        </p:txBody>
      </p:sp>
      <p:sp>
        <p:nvSpPr>
          <p:cNvPr id="15" name="text-11-14">
            <a:extLst xmlns:a="http://schemas.openxmlformats.org/drawingml/2006/main">
              <a:ext uri="{FF2B5EF4-FFF2-40B4-BE49-F238E27FC236}">
                <a16:creationId xmlns:a16="http://schemas.microsoft.com/office/drawing/2014/main" id="{33E7479E-82FA-4D56-9731-D4194C770D7D}"/>
              </a:ext>
            </a:extLst>
          </p:cNvPr>
          <p:cNvSpPr>
            <a:spLocks xmlns:a="http://schemas.openxmlformats.org/drawingml/2006/main" noGrp="1"/>
          </p:cNvSpPr>
          <p:nvPr/>
        </p:nvSpPr>
        <p:spPr>
          <a:xfrm xmlns:a="http://schemas.openxmlformats.org/drawingml/2006/main">
            <a:off x="6419850" y="4343400"/>
            <a:ext cx="5143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Use aged sensors from R1 to test the gate</a:t>
            </a:r>
          </a:p>
        </p:txBody>
      </p:sp>
      <p:sp>
        <p:nvSpPr>
          <p:cNvPr id="16" name="text-11-15">
            <a:extLst xmlns:a="http://schemas.openxmlformats.org/drawingml/2006/main">
              <a:ext uri="{FF2B5EF4-FFF2-40B4-BE49-F238E27FC236}">
                <a16:creationId xmlns:a16="http://schemas.microsoft.com/office/drawing/2014/main" id="{0B70FF8E-0BB1-4132-A6DF-81F83DA928F3}"/>
              </a:ext>
            </a:extLst>
          </p:cNvPr>
          <p:cNvSpPr>
            <a:spLocks xmlns:a="http://schemas.openxmlformats.org/drawingml/2006/main" noGrp="1"/>
          </p:cNvSpPr>
          <p:nvPr/>
        </p:nvSpPr>
        <p:spPr>
          <a:xfrm xmlns:a="http://schemas.openxmlformats.org/drawingml/2006/main">
            <a:off x="6419850" y="4636294"/>
            <a:ext cx="5143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0F1B1E"/>
                </a:solidFill>
                <a:latin typeface="IBM Plex Sans"/>
                <a:ea typeface="IBM Plex Sans"/>
                <a:cs typeface="IBM Plex Sans"/>
              </a:defRPr>
            </a:pPr>
            <a:r>
              <a:rPr sz="1875" b="0">
                <a:solidFill>
                  <a:srgbClr val="0F1B1E"/>
                </a:solidFill>
                <a:latin typeface="IBM Plex Sans"/>
                <a:ea typeface="IBM Plex Sans"/>
                <a:cs typeface="IBM Plex Sans"/>
              </a:rPr>
              <a:t>Detection performance: to be measured</a:t>
            </a:r>
          </a:p>
        </p:txBody>
      </p:sp>
      <p:sp>
        <p:nvSpPr>
          <p:cNvPr id="17" name="text-11-16">
            <a:extLst xmlns:a="http://schemas.openxmlformats.org/drawingml/2006/main">
              <a:ext uri="{FF2B5EF4-FFF2-40B4-BE49-F238E27FC236}">
                <a16:creationId xmlns:a16="http://schemas.microsoft.com/office/drawing/2014/main" id="{63C337DB-5302-49C8-A2DA-7FB5F4A4C36F}"/>
              </a:ext>
            </a:extLst>
          </p:cNvPr>
          <p:cNvSpPr>
            <a:spLocks xmlns:a="http://schemas.openxmlformats.org/drawingml/2006/main" noGrp="1"/>
          </p:cNvSpPr>
          <p:nvPr/>
        </p:nvSpPr>
        <p:spPr>
          <a:xfrm xmlns:a="http://schemas.openxmlformats.org/drawingml/2006/main">
            <a:off x="533400" y="5734050"/>
            <a:ext cx="11125200" cy="3286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5A6C72"/>
                </a:solidFill>
                <a:latin typeface="IBM Plex Sans"/>
                <a:ea typeface="IBM Plex Sans"/>
                <a:cs typeface="IBM Plex Sans"/>
              </a:defRPr>
            </a:pPr>
            <a:r>
              <a:rPr sz="1725" b="0">
                <a:solidFill>
                  <a:srgbClr val="5A6C72"/>
                </a:solidFill>
                <a:latin typeface="IBM Plex Sans"/>
                <a:ea typeface="IBM Plex Sans"/>
                <a:cs typeface="IBM Plex Sans"/>
              </a:rPr>
              <a:t>Next prerequisite: integrate and verify the acquisition fixes before hardware measurement.</a:t>
            </a:r>
          </a:p>
        </p:txBody>
      </p:sp>
    </p:spTree>
    <p:extLst>
      <p:ext uri="{BB962C8B-B14F-4D97-AF65-F5344CB8AC3E}">
        <p14:creationId xmlns:p14="http://schemas.microsoft.com/office/powerpoint/2010/main" val="11410548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12-0">
            <a:extLst xmlns:a="http://schemas.openxmlformats.org/drawingml/2006/main">
              <a:ext uri="{FF2B5EF4-FFF2-40B4-BE49-F238E27FC236}">
                <a16:creationId xmlns:a16="http://schemas.microsoft.com/office/drawing/2014/main" id="{FC4A06F3-AE08-42AA-AB15-F0481800DCF0}"/>
              </a:ext>
            </a:extLst>
          </p:cNvPr>
          <p:cNvSpPr>
            <a:spLocks xmlns:a="http://schemas.openxmlformats.org/drawingml/2006/main" noGrp="1"/>
          </p:cNvSpPr>
          <p:nvPr/>
        </p:nvSpPr>
        <p:spPr>
          <a:xfrm xmlns:a="http://schemas.openxmlformats.org/drawingml/2006/main">
            <a:off x="533400" y="266700"/>
            <a:ext cx="857250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125" b="1">
                <a:solidFill>
                  <a:srgbClr val="5A6C72"/>
                </a:solidFill>
                <a:latin typeface="IBM Plex Sans"/>
                <a:ea typeface="IBM Plex Sans"/>
                <a:cs typeface="IBM Plex Sans"/>
              </a:defRPr>
            </a:pPr>
            <a:r>
              <a:rPr sz="1125" b="1">
                <a:solidFill>
                  <a:srgbClr val="5A6C72"/>
                </a:solidFill>
                <a:latin typeface="IBM Plex Sans"/>
                <a:ea typeface="IBM Plex Sans"/>
                <a:cs typeface="IBM Plex Sans"/>
              </a:rPr>
              <a:t>NIVA / AAVISHKAR 2026–27</a:t>
            </a:r>
          </a:p>
        </p:txBody>
      </p:sp>
      <p:sp>
        <p:nvSpPr>
          <p:cNvPr id="2" name="text-12-1">
            <a:extLst xmlns:a="http://schemas.openxmlformats.org/drawingml/2006/main">
              <a:ext uri="{FF2B5EF4-FFF2-40B4-BE49-F238E27FC236}">
                <a16:creationId xmlns:a16="http://schemas.microsoft.com/office/drawing/2014/main" id="{E5B0CA77-F1E7-4F61-9DB9-9E1B78FF3AF5}"/>
              </a:ext>
            </a:extLst>
          </p:cNvPr>
          <p:cNvSpPr>
            <a:spLocks xmlns:a="http://schemas.openxmlformats.org/drawingml/2006/main" noGrp="1"/>
          </p:cNvSpPr>
          <p:nvPr/>
        </p:nvSpPr>
        <p:spPr>
          <a:xfrm xmlns:a="http://schemas.openxmlformats.org/drawingml/2006/main">
            <a:off x="11201400" y="266700"/>
            <a:ext cx="5715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5A6C72"/>
                </a:solidFill>
                <a:latin typeface="IBM Plex Mono"/>
                <a:ea typeface="IBM Plex Mono"/>
                <a:cs typeface="IBM Plex Mono"/>
              </a:defRPr>
            </a:pPr>
            <a:r>
              <a:rPr sz="1275" b="0">
                <a:solidFill>
                  <a:srgbClr val="5A6C72"/>
                </a:solidFill>
                <a:latin typeface="IBM Plex Mono"/>
                <a:ea typeface="IBM Plex Mono"/>
                <a:cs typeface="IBM Plex Mono"/>
              </a:rPr>
              <a:t>12</a:t>
            </a:r>
          </a:p>
        </p:txBody>
      </p:sp>
      <p:sp>
        <p:nvSpPr>
          <p:cNvPr id="3" name="text-12-2">
            <a:extLst xmlns:a="http://schemas.openxmlformats.org/drawingml/2006/main">
              <a:ext uri="{FF2B5EF4-FFF2-40B4-BE49-F238E27FC236}">
                <a16:creationId xmlns:a16="http://schemas.microsoft.com/office/drawing/2014/main" id="{31FB387D-648B-4080-B269-D74E7F1346BA}"/>
              </a:ext>
            </a:extLst>
          </p:cNvPr>
          <p:cNvSpPr>
            <a:spLocks xmlns:a="http://schemas.openxmlformats.org/drawingml/2006/main" noGrp="1"/>
          </p:cNvSpPr>
          <p:nvPr/>
        </p:nvSpPr>
        <p:spPr>
          <a:xfrm xmlns:a="http://schemas.openxmlformats.org/drawingml/2006/main">
            <a:off x="533400" y="876300"/>
            <a:ext cx="1112520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1">
                <a:solidFill>
                  <a:srgbClr val="08535B"/>
                </a:solidFill>
                <a:latin typeface="IBM Plex Sans"/>
                <a:ea typeface="IBM Plex Sans"/>
                <a:cs typeface="IBM Plex Sans"/>
              </a:defRPr>
            </a:pPr>
            <a:r>
              <a:rPr sz="1275" b="1">
                <a:solidFill>
                  <a:srgbClr val="08535B"/>
                </a:solidFill>
                <a:latin typeface="IBM Plex Sans"/>
                <a:ea typeface="IBM Plex Sans"/>
                <a:cs typeface="IBM Plex Sans"/>
              </a:rPr>
              <a:t>REFERENCES</a:t>
            </a:r>
          </a:p>
        </p:txBody>
      </p:sp>
      <p:sp>
        <p:nvSpPr>
          <p:cNvPr id="4" name="text-12-3">
            <a:extLst xmlns:a="http://schemas.openxmlformats.org/drawingml/2006/main">
              <a:ext uri="{FF2B5EF4-FFF2-40B4-BE49-F238E27FC236}">
                <a16:creationId xmlns:a16="http://schemas.microsoft.com/office/drawing/2014/main" id="{E4A1B0DF-4A5F-4C67-9728-750B09F2FF3A}"/>
              </a:ext>
            </a:extLst>
          </p:cNvPr>
          <p:cNvSpPr>
            <a:spLocks xmlns:a="http://schemas.openxmlformats.org/drawingml/2006/main" noGrp="1"/>
          </p:cNvSpPr>
          <p:nvPr/>
        </p:nvSpPr>
        <p:spPr>
          <a:xfrm xmlns:a="http://schemas.openxmlformats.org/drawingml/2006/main">
            <a:off x="533400" y="1219200"/>
            <a:ext cx="11125200" cy="642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375" b="0">
                <a:solidFill>
                  <a:srgbClr val="14314B"/>
                </a:solidFill>
                <a:latin typeface="IBM Plex Serif"/>
                <a:ea typeface="IBM Plex Serif"/>
                <a:cs typeface="IBM Plex Serif"/>
              </a:defRPr>
            </a:pPr>
            <a:r>
              <a:rPr sz="3375" b="0">
                <a:solidFill>
                  <a:srgbClr val="14314B"/>
                </a:solidFill>
                <a:latin typeface="IBM Plex Serif"/>
                <a:ea typeface="IBM Plex Serif"/>
                <a:cs typeface="IBM Plex Serif"/>
              </a:rPr>
              <a:t>Sources and reproducibility</a:t>
            </a:r>
          </a:p>
        </p:txBody>
      </p:sp>
      <p:sp>
        <p:nvSpPr>
          <p:cNvPr id="5" name="line-12-4">
            <a:extLst xmlns:a="http://schemas.openxmlformats.org/drawingml/2006/main">
              <a:ext uri="{FF2B5EF4-FFF2-40B4-BE49-F238E27FC236}">
                <a16:creationId xmlns:a16="http://schemas.microsoft.com/office/drawing/2014/main" id="{433BEACB-0CD8-4BA3-B89B-C002B784556F}"/>
              </a:ext>
            </a:extLst>
          </p:cNvPr>
          <p:cNvSpPr>
            <a:spLocks xmlns:a="http://schemas.openxmlformats.org/drawingml/2006/main" noGrp="1"/>
          </p:cNvSpPr>
          <p:nvPr/>
        </p:nvSpPr>
        <p:spPr>
          <a:xfrm xmlns:a="http://schemas.openxmlformats.org/drawingml/2006/main">
            <a:off x="533400" y="62484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9525">
            <a:solidFill>
              <a:srgbClr val="CBD8DC"/>
            </a:solidFill>
          </a:ln>
        </p:spPr>
      </p:sp>
      <p:sp>
        <p:nvSpPr>
          <p:cNvPr id="6" name="text-12-5">
            <a:extLst xmlns:a="http://schemas.openxmlformats.org/drawingml/2006/main">
              <a:ext uri="{FF2B5EF4-FFF2-40B4-BE49-F238E27FC236}">
                <a16:creationId xmlns:a16="http://schemas.microsoft.com/office/drawing/2014/main" id="{6853CD1F-A693-4173-B156-5067AFA4B503}"/>
              </a:ext>
            </a:extLst>
          </p:cNvPr>
          <p:cNvSpPr>
            <a:spLocks xmlns:a="http://schemas.openxmlformats.org/drawingml/2006/main" noGrp="1"/>
          </p:cNvSpPr>
          <p:nvPr/>
        </p:nvSpPr>
        <p:spPr>
          <a:xfrm xmlns:a="http://schemas.openxmlformats.org/drawingml/2006/main">
            <a:off x="533400" y="6419850"/>
            <a:ext cx="61912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Engineering &amp; Technology   /   UG</a:t>
            </a:r>
          </a:p>
        </p:txBody>
      </p:sp>
      <p:sp>
        <p:nvSpPr>
          <p:cNvPr id="7" name="text-12-6">
            <a:extLst xmlns:a="http://schemas.openxmlformats.org/drawingml/2006/main">
              <a:ext uri="{FF2B5EF4-FFF2-40B4-BE49-F238E27FC236}">
                <a16:creationId xmlns:a16="http://schemas.microsoft.com/office/drawing/2014/main" id="{DFF5DA58-1CD7-4D3F-B680-E8848691DF03}"/>
              </a:ext>
            </a:extLst>
          </p:cNvPr>
          <p:cNvSpPr>
            <a:spLocks xmlns:a="http://schemas.openxmlformats.org/drawingml/2006/main" noGrp="1"/>
          </p:cNvSpPr>
          <p:nvPr/>
        </p:nvSpPr>
        <p:spPr>
          <a:xfrm xmlns:a="http://schemas.openxmlformats.org/drawingml/2006/main">
            <a:off x="9001125" y="6419850"/>
            <a:ext cx="2667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050" b="0">
                <a:solidFill>
                  <a:srgbClr val="5A6C72"/>
                </a:solidFill>
                <a:latin typeface="IBM Plex Sans"/>
                <a:ea typeface="IBM Plex Sans"/>
                <a:cs typeface="IBM Plex Sans"/>
              </a:defRPr>
            </a:pPr>
            <a:r>
              <a:rPr sz="1050" b="0">
                <a:solidFill>
                  <a:srgbClr val="5A6C72"/>
                </a:solidFill>
                <a:latin typeface="IBM Plex Sans"/>
                <a:ea typeface="IBM Plex Sans"/>
                <a:cs typeface="IBM Plex Sans"/>
              </a:rPr>
              <a:t>Niva research instrument</a:t>
            </a:r>
          </a:p>
        </p:txBody>
      </p:sp>
      <p:sp>
        <p:nvSpPr>
          <p:cNvPr id="8" name="text-12-7">
            <a:extLst xmlns:a="http://schemas.openxmlformats.org/drawingml/2006/main">
              <a:ext uri="{FF2B5EF4-FFF2-40B4-BE49-F238E27FC236}">
                <a16:creationId xmlns:a16="http://schemas.microsoft.com/office/drawing/2014/main" id="{CD3E8C50-F8F0-42D9-979C-0B9C107117D5}"/>
              </a:ext>
            </a:extLst>
          </p:cNvPr>
          <p:cNvSpPr>
            <a:spLocks xmlns:a="http://schemas.openxmlformats.org/drawingml/2006/main" noGrp="1"/>
          </p:cNvSpPr>
          <p:nvPr/>
        </p:nvSpPr>
        <p:spPr>
          <a:xfrm xmlns:a="http://schemas.openxmlformats.org/drawingml/2006/main">
            <a:off x="533400" y="2095500"/>
            <a:ext cx="666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0B6F79"/>
                </a:solidFill>
                <a:latin typeface="IBM Plex Mono"/>
                <a:ea typeface="IBM Plex Mono"/>
                <a:cs typeface="IBM Plex Mono"/>
              </a:defRPr>
            </a:pPr>
            <a:r>
              <a:rPr sz="1575" b="0">
                <a:solidFill>
                  <a:srgbClr val="0B6F79"/>
                </a:solidFill>
                <a:latin typeface="IBM Plex Mono"/>
                <a:ea typeface="IBM Plex Mono"/>
                <a:cs typeface="IBM Plex Mono"/>
              </a:rPr>
              <a:t>01</a:t>
            </a:r>
          </a:p>
        </p:txBody>
      </p:sp>
      <p:sp>
        <p:nvSpPr>
          <p:cNvPr id="9" name="text-12-8">
            <a:extLst xmlns:a="http://schemas.openxmlformats.org/drawingml/2006/main">
              <a:ext uri="{FF2B5EF4-FFF2-40B4-BE49-F238E27FC236}">
                <a16:creationId xmlns:a16="http://schemas.microsoft.com/office/drawing/2014/main" id="{86098208-2BBA-4555-B05A-A0438E707846}"/>
              </a:ext>
            </a:extLst>
          </p:cNvPr>
          <p:cNvSpPr>
            <a:spLocks xmlns:a="http://schemas.openxmlformats.org/drawingml/2006/main" noGrp="1"/>
          </p:cNvSpPr>
          <p:nvPr/>
        </p:nvSpPr>
        <p:spPr>
          <a:xfrm xmlns:a="http://schemas.openxmlformats.org/drawingml/2006/main">
            <a:off x="1390650" y="209550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Larracy et al. StepUP-P150 dataset paper</a:t>
            </a:r>
          </a:p>
        </p:txBody>
      </p:sp>
      <p:sp>
        <p:nvSpPr>
          <p:cNvPr id="10" name="text-12-9">
            <a:extLst xmlns:a="http://schemas.openxmlformats.org/drawingml/2006/main">
              <a:ext uri="{FF2B5EF4-FFF2-40B4-BE49-F238E27FC236}">
                <a16:creationId xmlns:a16="http://schemas.microsoft.com/office/drawing/2014/main" id="{F5FDCAE8-3672-4DEB-83DC-BFBAFC2E3EEE}"/>
              </a:ext>
            </a:extLst>
          </p:cNvPr>
          <p:cNvSpPr>
            <a:spLocks xmlns:a="http://schemas.openxmlformats.org/drawingml/2006/main" noGrp="1"/>
          </p:cNvSpPr>
          <p:nvPr/>
        </p:nvSpPr>
        <p:spPr>
          <a:xfrm xmlns:a="http://schemas.openxmlformats.org/drawingml/2006/main">
            <a:off x="1390650" y="2428875"/>
            <a:ext cx="10239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A6C72"/>
                </a:solidFill>
                <a:latin typeface="IBM Plex Sans"/>
                <a:ea typeface="IBM Plex Sans"/>
                <a:cs typeface="IBM Plex Sans"/>
              </a:defRPr>
            </a:pPr>
            <a:r>
              <a:rPr sz="1350" b="0">
                <a:solidFill>
                  <a:srgbClr val="5A6C72"/>
                </a:solidFill>
                <a:latin typeface="IBM Plex Sans"/>
                <a:ea typeface="IBM Plex Sans"/>
                <a:cs typeface="IBM Plex Sans"/>
              </a:rPr>
              <a:t>Scientific Data 12, 1415 (2025). doi:10.1038/s41597-025-05792-1</a:t>
            </a:r>
          </a:p>
        </p:txBody>
      </p:sp>
      <p:sp>
        <p:nvSpPr>
          <p:cNvPr id="11" name="text-12-10">
            <a:extLst xmlns:a="http://schemas.openxmlformats.org/drawingml/2006/main">
              <a:ext uri="{FF2B5EF4-FFF2-40B4-BE49-F238E27FC236}">
                <a16:creationId xmlns:a16="http://schemas.microsoft.com/office/drawing/2014/main" id="{0FDEFD81-E09A-4A74-B454-56440C83DF8D}"/>
              </a:ext>
            </a:extLst>
          </p:cNvPr>
          <p:cNvSpPr>
            <a:spLocks xmlns:a="http://schemas.openxmlformats.org/drawingml/2006/main" noGrp="1"/>
          </p:cNvSpPr>
          <p:nvPr/>
        </p:nvSpPr>
        <p:spPr>
          <a:xfrm xmlns:a="http://schemas.openxmlformats.org/drawingml/2006/main">
            <a:off x="533400" y="2857500"/>
            <a:ext cx="666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0B6F79"/>
                </a:solidFill>
                <a:latin typeface="IBM Plex Mono"/>
                <a:ea typeface="IBM Plex Mono"/>
                <a:cs typeface="IBM Plex Mono"/>
              </a:defRPr>
            </a:pPr>
            <a:r>
              <a:rPr sz="1575" b="0">
                <a:solidFill>
                  <a:srgbClr val="0B6F79"/>
                </a:solidFill>
                <a:latin typeface="IBM Plex Mono"/>
                <a:ea typeface="IBM Plex Mono"/>
                <a:cs typeface="IBM Plex Mono"/>
              </a:rPr>
              <a:t>02</a:t>
            </a:r>
          </a:p>
        </p:txBody>
      </p:sp>
      <p:sp>
        <p:nvSpPr>
          <p:cNvPr id="12" name="text-12-11">
            <a:extLst xmlns:a="http://schemas.openxmlformats.org/drawingml/2006/main">
              <a:ext uri="{FF2B5EF4-FFF2-40B4-BE49-F238E27FC236}">
                <a16:creationId xmlns:a16="http://schemas.microsoft.com/office/drawing/2014/main" id="{7A606DA4-3AF4-4AED-9201-B05BB75D3BE8}"/>
              </a:ext>
            </a:extLst>
          </p:cNvPr>
          <p:cNvSpPr>
            <a:spLocks xmlns:a="http://schemas.openxmlformats.org/drawingml/2006/main" noGrp="1"/>
          </p:cNvSpPr>
          <p:nvPr/>
        </p:nvSpPr>
        <p:spPr>
          <a:xfrm xmlns:a="http://schemas.openxmlformats.org/drawingml/2006/main">
            <a:off x="1390650" y="285750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StepUP-P150 research dataset</a:t>
            </a:r>
          </a:p>
        </p:txBody>
      </p:sp>
      <p:sp>
        <p:nvSpPr>
          <p:cNvPr id="13" name="text-12-12">
            <a:extLst xmlns:a="http://schemas.openxmlformats.org/drawingml/2006/main">
              <a:ext uri="{FF2B5EF4-FFF2-40B4-BE49-F238E27FC236}">
                <a16:creationId xmlns:a16="http://schemas.microsoft.com/office/drawing/2014/main" id="{710931C3-E6F8-4929-B167-FDDBFDCEF012}"/>
              </a:ext>
            </a:extLst>
          </p:cNvPr>
          <p:cNvSpPr>
            <a:spLocks xmlns:a="http://schemas.openxmlformats.org/drawingml/2006/main" noGrp="1"/>
          </p:cNvSpPr>
          <p:nvPr/>
        </p:nvSpPr>
        <p:spPr>
          <a:xfrm xmlns:a="http://schemas.openxmlformats.org/drawingml/2006/main">
            <a:off x="1390650" y="3190875"/>
            <a:ext cx="10239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A6C72"/>
                </a:solidFill>
                <a:latin typeface="IBM Plex Sans"/>
                <a:ea typeface="IBM Plex Sans"/>
                <a:cs typeface="IBM Plex Sans"/>
              </a:defRPr>
            </a:pPr>
            <a:r>
              <a:rPr sz="1350" b="0">
                <a:solidFill>
                  <a:srgbClr val="5A6C72"/>
                </a:solidFill>
                <a:latin typeface="IBM Plex Sans"/>
                <a:ea typeface="IBM Plex Sans"/>
                <a:cs typeface="IBM Plex Sans"/>
              </a:rPr>
              <a:t>Federated Research Data Repository. doi:10.20383/103.01285</a:t>
            </a:r>
          </a:p>
        </p:txBody>
      </p:sp>
      <p:sp>
        <p:nvSpPr>
          <p:cNvPr id="14" name="text-12-13">
            <a:extLst xmlns:a="http://schemas.openxmlformats.org/drawingml/2006/main">
              <a:ext uri="{FF2B5EF4-FFF2-40B4-BE49-F238E27FC236}">
                <a16:creationId xmlns:a16="http://schemas.microsoft.com/office/drawing/2014/main" id="{50B2FE16-19E7-4F7E-A6D8-368938D78144}"/>
              </a:ext>
            </a:extLst>
          </p:cNvPr>
          <p:cNvSpPr>
            <a:spLocks xmlns:a="http://schemas.openxmlformats.org/drawingml/2006/main" noGrp="1"/>
          </p:cNvSpPr>
          <p:nvPr/>
        </p:nvSpPr>
        <p:spPr>
          <a:xfrm xmlns:a="http://schemas.openxmlformats.org/drawingml/2006/main">
            <a:off x="533400" y="3619500"/>
            <a:ext cx="666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0B6F79"/>
                </a:solidFill>
                <a:latin typeface="IBM Plex Mono"/>
                <a:ea typeface="IBM Plex Mono"/>
                <a:cs typeface="IBM Plex Mono"/>
              </a:defRPr>
            </a:pPr>
            <a:r>
              <a:rPr sz="1575" b="0">
                <a:solidFill>
                  <a:srgbClr val="0B6F79"/>
                </a:solidFill>
                <a:latin typeface="IBM Plex Mono"/>
                <a:ea typeface="IBM Plex Mono"/>
                <a:cs typeface="IBM Plex Mono"/>
              </a:rPr>
              <a:t>03</a:t>
            </a:r>
          </a:p>
        </p:txBody>
      </p:sp>
      <p:sp>
        <p:nvSpPr>
          <p:cNvPr id="15" name="text-12-14">
            <a:extLst xmlns:a="http://schemas.openxmlformats.org/drawingml/2006/main">
              <a:ext uri="{FF2B5EF4-FFF2-40B4-BE49-F238E27FC236}">
                <a16:creationId xmlns:a16="http://schemas.microsoft.com/office/drawing/2014/main" id="{B2478505-529B-4178-A2CA-6C09F50FCFD4}"/>
              </a:ext>
            </a:extLst>
          </p:cNvPr>
          <p:cNvSpPr>
            <a:spLocks xmlns:a="http://schemas.openxmlformats.org/drawingml/2006/main" noGrp="1"/>
          </p:cNvSpPr>
          <p:nvPr/>
        </p:nvSpPr>
        <p:spPr>
          <a:xfrm xmlns:a="http://schemas.openxmlformats.org/drawingml/2006/main">
            <a:off x="1390650" y="361950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Niva predeclared R2 sampling plan</a:t>
            </a:r>
          </a:p>
        </p:txBody>
      </p:sp>
      <p:sp>
        <p:nvSpPr>
          <p:cNvPr id="16" name="text-12-15">
            <a:extLst xmlns:a="http://schemas.openxmlformats.org/drawingml/2006/main">
              <a:ext uri="{FF2B5EF4-FFF2-40B4-BE49-F238E27FC236}">
                <a16:creationId xmlns:a16="http://schemas.microsoft.com/office/drawing/2014/main" id="{7E799A9A-5707-48B0-809A-9FB78B9B9D0D}"/>
              </a:ext>
            </a:extLst>
          </p:cNvPr>
          <p:cNvSpPr>
            <a:spLocks xmlns:a="http://schemas.openxmlformats.org/drawingml/2006/main" noGrp="1"/>
          </p:cNvSpPr>
          <p:nvPr/>
        </p:nvSpPr>
        <p:spPr>
          <a:xfrm xmlns:a="http://schemas.openxmlformats.org/drawingml/2006/main">
            <a:off x="1390650" y="3952875"/>
            <a:ext cx="10239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A6C72"/>
                </a:solidFill>
                <a:latin typeface="IBM Plex Sans"/>
                <a:ea typeface="IBM Plex Sans"/>
                <a:cs typeface="IBM Plex Sans"/>
              </a:defRPr>
            </a:pPr>
            <a:r>
              <a:rPr sz="1350" b="0">
                <a:solidFill>
                  <a:srgbClr val="5A6C72"/>
                </a:solidFill>
                <a:latin typeface="IBM Plex Sans"/>
                <a:ea typeface="IBM Plex Sans"/>
                <a:cs typeface="IBM Plex Sans"/>
              </a:rPr>
              <a:t>docs/R2_sampling_plan.md · commit 799f322</a:t>
            </a:r>
          </a:p>
        </p:txBody>
      </p:sp>
      <p:sp>
        <p:nvSpPr>
          <p:cNvPr id="17" name="text-12-16">
            <a:extLst xmlns:a="http://schemas.openxmlformats.org/drawingml/2006/main">
              <a:ext uri="{FF2B5EF4-FFF2-40B4-BE49-F238E27FC236}">
                <a16:creationId xmlns:a16="http://schemas.microsoft.com/office/drawing/2014/main" id="{4DC5A90C-97FD-4DEC-90C1-074AAE3C7087}"/>
              </a:ext>
            </a:extLst>
          </p:cNvPr>
          <p:cNvSpPr>
            <a:spLocks xmlns:a="http://schemas.openxmlformats.org/drawingml/2006/main" noGrp="1"/>
          </p:cNvSpPr>
          <p:nvPr/>
        </p:nvSpPr>
        <p:spPr>
          <a:xfrm xmlns:a="http://schemas.openxmlformats.org/drawingml/2006/main">
            <a:off x="533400" y="4381500"/>
            <a:ext cx="666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0B6F79"/>
                </a:solidFill>
                <a:latin typeface="IBM Plex Mono"/>
                <a:ea typeface="IBM Plex Mono"/>
                <a:cs typeface="IBM Plex Mono"/>
              </a:defRPr>
            </a:pPr>
            <a:r>
              <a:rPr sz="1575" b="0">
                <a:solidFill>
                  <a:srgbClr val="0B6F79"/>
                </a:solidFill>
                <a:latin typeface="IBM Plex Mono"/>
                <a:ea typeface="IBM Plex Mono"/>
                <a:cs typeface="IBM Plex Mono"/>
              </a:rPr>
              <a:t>04</a:t>
            </a:r>
          </a:p>
        </p:txBody>
      </p:sp>
      <p:sp>
        <p:nvSpPr>
          <p:cNvPr id="18" name="text-12-17">
            <a:extLst xmlns:a="http://schemas.openxmlformats.org/drawingml/2006/main">
              <a:ext uri="{FF2B5EF4-FFF2-40B4-BE49-F238E27FC236}">
                <a16:creationId xmlns:a16="http://schemas.microsoft.com/office/drawing/2014/main" id="{FECE69F5-A72F-40D2-AA04-110D72F40D57}"/>
              </a:ext>
            </a:extLst>
          </p:cNvPr>
          <p:cNvSpPr>
            <a:spLocks xmlns:a="http://schemas.openxmlformats.org/drawingml/2006/main" noGrp="1"/>
          </p:cNvSpPr>
          <p:nvPr/>
        </p:nvSpPr>
        <p:spPr>
          <a:xfrm xmlns:a="http://schemas.openxmlformats.org/drawingml/2006/main">
            <a:off x="1390650" y="438150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R2 analysis and outcome archive</a:t>
            </a:r>
          </a:p>
        </p:txBody>
      </p:sp>
      <p:sp>
        <p:nvSpPr>
          <p:cNvPr id="19" name="text-12-18">
            <a:extLst xmlns:a="http://schemas.openxmlformats.org/drawingml/2006/main">
              <a:ext uri="{FF2B5EF4-FFF2-40B4-BE49-F238E27FC236}">
                <a16:creationId xmlns:a16="http://schemas.microsoft.com/office/drawing/2014/main" id="{6456EF55-8D1E-41AE-9038-9F9A64D689C7}"/>
              </a:ext>
            </a:extLst>
          </p:cNvPr>
          <p:cNvSpPr>
            <a:spLocks xmlns:a="http://schemas.openxmlformats.org/drawingml/2006/main" noGrp="1"/>
          </p:cNvSpPr>
          <p:nvPr/>
        </p:nvSpPr>
        <p:spPr>
          <a:xfrm xmlns:a="http://schemas.openxmlformats.org/drawingml/2006/main">
            <a:off x="1390650" y="4714875"/>
            <a:ext cx="10239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A6C72"/>
                </a:solidFill>
                <a:latin typeface="IBM Plex Sans"/>
                <a:ea typeface="IBM Plex Sans"/>
                <a:cs typeface="IBM Plex Sans"/>
              </a:defRPr>
            </a:pPr>
            <a:r>
              <a:rPr sz="1350" b="0">
                <a:solidFill>
                  <a:srgbClr val="5A6C72"/>
                </a:solidFill>
                <a:latin typeface="IBM Plex Sans"/>
                <a:ea typeface="IBM Plex Sans"/>
                <a:cs typeface="IBM Plex Sans"/>
              </a:rPr>
              <a:t>tools/r2_study.py · docs/r2/run_20260912T161228Z/</a:t>
            </a:r>
          </a:p>
        </p:txBody>
      </p:sp>
      <p:sp>
        <p:nvSpPr>
          <p:cNvPr id="20" name="text-12-19">
            <a:extLst xmlns:a="http://schemas.openxmlformats.org/drawingml/2006/main">
              <a:ext uri="{FF2B5EF4-FFF2-40B4-BE49-F238E27FC236}">
                <a16:creationId xmlns:a16="http://schemas.microsoft.com/office/drawing/2014/main" id="{2CAE7E5E-24A0-409E-9BAF-97676F0F11C3}"/>
              </a:ext>
            </a:extLst>
          </p:cNvPr>
          <p:cNvSpPr>
            <a:spLocks xmlns:a="http://schemas.openxmlformats.org/drawingml/2006/main" noGrp="1"/>
          </p:cNvSpPr>
          <p:nvPr/>
        </p:nvSpPr>
        <p:spPr>
          <a:xfrm xmlns:a="http://schemas.openxmlformats.org/drawingml/2006/main">
            <a:off x="533400" y="5143500"/>
            <a:ext cx="66675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0B6F79"/>
                </a:solidFill>
                <a:latin typeface="IBM Plex Mono"/>
                <a:ea typeface="IBM Plex Mono"/>
                <a:cs typeface="IBM Plex Mono"/>
              </a:defRPr>
            </a:pPr>
            <a:r>
              <a:rPr sz="1575" b="0">
                <a:solidFill>
                  <a:srgbClr val="0B6F79"/>
                </a:solidFill>
                <a:latin typeface="IBM Plex Mono"/>
                <a:ea typeface="IBM Plex Mono"/>
                <a:cs typeface="IBM Plex Mono"/>
              </a:rPr>
              <a:t>05</a:t>
            </a:r>
          </a:p>
        </p:txBody>
      </p:sp>
      <p:sp>
        <p:nvSpPr>
          <p:cNvPr id="21" name="text-12-20">
            <a:extLst xmlns:a="http://schemas.openxmlformats.org/drawingml/2006/main">
              <a:ext uri="{FF2B5EF4-FFF2-40B4-BE49-F238E27FC236}">
                <a16:creationId xmlns:a16="http://schemas.microsoft.com/office/drawing/2014/main" id="{9B7ABEA5-96B3-4EF8-A0B1-8EA67CE122E2}"/>
              </a:ext>
            </a:extLst>
          </p:cNvPr>
          <p:cNvSpPr>
            <a:spLocks xmlns:a="http://schemas.openxmlformats.org/drawingml/2006/main" noGrp="1"/>
          </p:cNvSpPr>
          <p:nvPr/>
        </p:nvSpPr>
        <p:spPr>
          <a:xfrm xmlns:a="http://schemas.openxmlformats.org/drawingml/2006/main">
            <a:off x="1390650" y="5143500"/>
            <a:ext cx="1023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1">
                <a:solidFill>
                  <a:srgbClr val="14314B"/>
                </a:solidFill>
                <a:latin typeface="IBM Plex Sans"/>
                <a:ea typeface="IBM Plex Sans"/>
                <a:cs typeface="IBM Plex Sans"/>
              </a:defRPr>
            </a:pPr>
            <a:r>
              <a:rPr sz="1800" b="1">
                <a:solidFill>
                  <a:srgbClr val="14314B"/>
                </a:solidFill>
                <a:latin typeface="IBM Plex Sans"/>
                <a:ea typeface="IBM Plex Sans"/>
                <a:cs typeface="IBM Plex Sans"/>
              </a:rPr>
              <a:t>Niva research framework and work package</a:t>
            </a:r>
          </a:p>
        </p:txBody>
      </p:sp>
      <p:sp>
        <p:nvSpPr>
          <p:cNvPr id="22" name="text-12-21">
            <a:extLst xmlns:a="http://schemas.openxmlformats.org/drawingml/2006/main">
              <a:ext uri="{FF2B5EF4-FFF2-40B4-BE49-F238E27FC236}">
                <a16:creationId xmlns:a16="http://schemas.microsoft.com/office/drawing/2014/main" id="{72246AD9-137A-47EC-BAA7-5685CCD0B860}"/>
              </a:ext>
            </a:extLst>
          </p:cNvPr>
          <p:cNvSpPr>
            <a:spLocks xmlns:a="http://schemas.openxmlformats.org/drawingml/2006/main" noGrp="1"/>
          </p:cNvSpPr>
          <p:nvPr/>
        </p:nvSpPr>
        <p:spPr>
          <a:xfrm xmlns:a="http://schemas.openxmlformats.org/drawingml/2006/main">
            <a:off x="1390650" y="5476875"/>
            <a:ext cx="102393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5A6C72"/>
                </a:solidFill>
                <a:latin typeface="IBM Plex Sans"/>
                <a:ea typeface="IBM Plex Sans"/>
                <a:cs typeface="IBM Plex Sans"/>
              </a:defRPr>
            </a:pPr>
            <a:r>
              <a:rPr sz="1350" b="0">
                <a:solidFill>
                  <a:srgbClr val="5A6C72"/>
                </a:solidFill>
                <a:latin typeface="IBM Plex Sans"/>
                <a:ea typeface="IBM Plex Sans"/>
                <a:cs typeface="IBM Plex Sans"/>
              </a:rPr>
              <a:t>Project documents: methods, claims, hazards and planned experiments</a:t>
            </a:r>
          </a:p>
        </p:txBody>
      </p:sp>
    </p:spTree>
    <p:extLst>
      <p:ext uri="{BB962C8B-B14F-4D97-AF65-F5344CB8AC3E}">
        <p14:creationId xmlns:p14="http://schemas.microsoft.com/office/powerpoint/2010/main" val="108434336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rect-13-0">
            <a:extLst xmlns:a="http://schemas.openxmlformats.org/drawingml/2006/main">
              <a:ext uri="{FF2B5EF4-FFF2-40B4-BE49-F238E27FC236}">
                <a16:creationId xmlns:a16="http://schemas.microsoft.com/office/drawing/2014/main" id="{C4EAAD54-0DA4-4B41-9742-34187601EB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314B"/>
          </a:solidFill>
          <a:ln xmlns:a="http://schemas.openxmlformats.org/drawingml/2006/main" w="0">
            <a:noFill/>
          </a:ln>
        </p:spPr>
      </p:sp>
      <p:sp>
        <p:nvSpPr>
          <p:cNvPr id="2" name="text-13-1">
            <a:extLst xmlns:a="http://schemas.openxmlformats.org/drawingml/2006/main">
              <a:ext uri="{FF2B5EF4-FFF2-40B4-BE49-F238E27FC236}">
                <a16:creationId xmlns:a16="http://schemas.microsoft.com/office/drawing/2014/main" id="{9B0B9EAD-4E1D-481B-A414-A80E508FAFDC}"/>
              </a:ext>
            </a:extLst>
          </p:cNvPr>
          <p:cNvSpPr>
            <a:spLocks xmlns:a="http://schemas.openxmlformats.org/drawingml/2006/main" noGrp="1"/>
          </p:cNvSpPr>
          <p:nvPr/>
        </p:nvSpPr>
        <p:spPr>
          <a:xfrm xmlns:a="http://schemas.openxmlformats.org/drawingml/2006/main">
            <a:off x="533400" y="2390775"/>
            <a:ext cx="11125200" cy="1300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6825" b="0">
                <a:solidFill>
                  <a:srgbClr val="FFFFFF"/>
                </a:solidFill>
                <a:latin typeface="IBM Plex Serif"/>
                <a:ea typeface="IBM Plex Serif"/>
                <a:cs typeface="IBM Plex Serif"/>
              </a:defRPr>
            </a:pPr>
            <a:r>
              <a:rPr sz="6825" b="0">
                <a:solidFill>
                  <a:srgbClr val="FFFFFF"/>
                </a:solidFill>
                <a:latin typeface="IBM Plex Serif"/>
                <a:ea typeface="IBM Plex Serif"/>
                <a:cs typeface="IBM Plex Serif"/>
              </a:rPr>
              <a:t>Thank you</a:t>
            </a:r>
          </a:p>
        </p:txBody>
      </p:sp>
      <p:sp>
        <p:nvSpPr>
          <p:cNvPr id="3" name="text-13-2">
            <a:extLst xmlns:a="http://schemas.openxmlformats.org/drawingml/2006/main">
              <a:ext uri="{FF2B5EF4-FFF2-40B4-BE49-F238E27FC236}">
                <a16:creationId xmlns:a16="http://schemas.microsoft.com/office/drawing/2014/main" id="{8917BE55-A750-4443-9E37-1D6BBD8CC176}"/>
              </a:ext>
            </a:extLst>
          </p:cNvPr>
          <p:cNvSpPr>
            <a:spLocks xmlns:a="http://schemas.openxmlformats.org/drawingml/2006/main" noGrp="1"/>
          </p:cNvSpPr>
          <p:nvPr/>
        </p:nvSpPr>
        <p:spPr>
          <a:xfrm xmlns:a="http://schemas.openxmlformats.org/drawingml/2006/main">
            <a:off x="581025" y="3657600"/>
            <a:ext cx="10572750"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FFFFFF"/>
                </a:solidFill>
                <a:latin typeface="IBM Plex Sans"/>
                <a:ea typeface="IBM Plex Sans"/>
                <a:cs typeface="IBM Plex Sans"/>
              </a:defRPr>
            </a:pPr>
            <a:r>
              <a:rPr sz="2325" b="0">
                <a:solidFill>
                  <a:srgbClr val="FFFFFF"/>
                </a:solidFill>
                <a:latin typeface="IBM Plex Sans"/>
                <a:ea typeface="IBM Plex Sans"/>
                <a:cs typeface="IBM Plex Sans"/>
              </a:rPr>
              <a:t>Questions &amp; discussion</a:t>
            </a:r>
          </a:p>
        </p:txBody>
      </p:sp>
      <p:sp>
        <p:nvSpPr>
          <p:cNvPr id="4" name="line-13-3">
            <a:extLst xmlns:a="http://schemas.openxmlformats.org/drawingml/2006/main">
              <a:ext uri="{FF2B5EF4-FFF2-40B4-BE49-F238E27FC236}">
                <a16:creationId xmlns:a16="http://schemas.microsoft.com/office/drawing/2014/main" id="{28BA7A52-9ABC-4BD3-82D7-2005EBE4B48A}"/>
              </a:ext>
            </a:extLst>
          </p:cNvPr>
          <p:cNvSpPr>
            <a:spLocks xmlns:a="http://schemas.openxmlformats.org/drawingml/2006/main" noGrp="1"/>
          </p:cNvSpPr>
          <p:nvPr/>
        </p:nvSpPr>
        <p:spPr>
          <a:xfrm xmlns:a="http://schemas.openxmlformats.org/drawingml/2006/main">
            <a:off x="533400" y="5753100"/>
            <a:ext cx="11125200" cy="95"/>
          </a:xfrm>
          <a:custGeom xmlns:a="http://schemas.openxmlformats.org/drawingml/2006/main">
            <a:pathLst>
              <a:path w="11125200" h="95">
                <a:moveTo>
                  <a:pt x="0" y="0"/>
                </a:moveTo>
                <a:lnTo>
                  <a:pt x="11125200" y="95"/>
                </a:lnTo>
              </a:path>
            </a:pathLst>
          </a:custGeom>
          <a:noFill xmlns:a="http://schemas.openxmlformats.org/drawingml/2006/main"/>
          <a:ln xmlns:a="http://schemas.openxmlformats.org/drawingml/2006/main" w="28575">
            <a:solidFill>
              <a:srgbClr val="0B6F79"/>
            </a:solidFill>
          </a:ln>
        </p:spPr>
      </p:sp>
      <p:sp>
        <p:nvSpPr>
          <p:cNvPr id="5" name="text-13-4">
            <a:extLst xmlns:a="http://schemas.openxmlformats.org/drawingml/2006/main">
              <a:ext uri="{FF2B5EF4-FFF2-40B4-BE49-F238E27FC236}">
                <a16:creationId xmlns:a16="http://schemas.microsoft.com/office/drawing/2014/main" id="{F1F1A2F4-6DBD-4DB1-BF01-06E566DD0240}"/>
              </a:ext>
            </a:extLst>
          </p:cNvPr>
          <p:cNvSpPr>
            <a:spLocks xmlns:a="http://schemas.openxmlformats.org/drawingml/2006/main" noGrp="1"/>
          </p:cNvSpPr>
          <p:nvPr/>
        </p:nvSpPr>
        <p:spPr>
          <a:xfrm xmlns:a="http://schemas.openxmlformats.org/drawingml/2006/main">
            <a:off x="533400" y="6029325"/>
            <a:ext cx="11125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FFFFFF"/>
                </a:solidFill>
                <a:latin typeface="IBM Plex Sans"/>
                <a:ea typeface="IBM Plex Sans"/>
                <a:cs typeface="IBM Plex Sans"/>
              </a:defRPr>
            </a:pPr>
            <a:r>
              <a:rPr sz="1800" b="0">
                <a:solidFill>
                  <a:srgbClr val="FFFFFF"/>
                </a:solidFill>
                <a:latin typeface="IBM Plex Sans"/>
                <a:ea typeface="IBM Plex Sans"/>
                <a:cs typeface="IBM Plex Sans"/>
              </a:rPr>
              <a:t>Observability limits. Endurance testing. Validity reporting.</a:t>
            </a:r>
          </a:p>
        </p:txBody>
      </p:sp>
      <p:sp>
        <p:nvSpPr>
          <p:cNvPr id="6" name="logo-vector-13-5">
            <a:extLst xmlns:a="http://schemas.openxmlformats.org/drawingml/2006/main">
              <a:ext uri="{FF2B5EF4-FFF2-40B4-BE49-F238E27FC236}">
                <a16:creationId xmlns:a16="http://schemas.microsoft.com/office/drawing/2014/main" id="{3AE06E0C-AA4B-4167-B494-5A4C7FC18174}"/>
              </a:ext>
            </a:extLst>
          </p:cNvPr>
          <p:cNvSpPr>
            <a:spLocks xmlns:a="http://schemas.openxmlformats.org/drawingml/2006/main" noGrp="1"/>
          </p:cNvSpPr>
          <p:nvPr/>
        </p:nvSpPr>
        <p:spPr>
          <a:xfrm xmlns:a="http://schemas.openxmlformats.org/drawingml/2006/main">
            <a:off x="533400" y="542925"/>
            <a:ext cx="3333750" cy="1705048"/>
          </a:xfrm>
          <a:custGeom xmlns:a="http://schemas.openxmlformats.org/drawingml/2006/main">
            <a:pathLst>
              <a:path w="3743325" h="1914525">
                <a:moveTo>
                  <a:pt x="693677" y="150200"/>
                </a:moveTo>
                <a:lnTo>
                  <a:pt x="694773" y="150200"/>
                </a:lnTo>
                <a:lnTo>
                  <a:pt x="696487" y="149533"/>
                </a:lnTo>
                <a:lnTo>
                  <a:pt x="698811" y="148190"/>
                </a:lnTo>
                <a:lnTo>
                  <a:pt x="701192" y="147495"/>
                </a:lnTo>
                <a:lnTo>
                  <a:pt x="703631" y="147428"/>
                </a:lnTo>
                <a:lnTo>
                  <a:pt x="705688" y="147104"/>
                </a:lnTo>
                <a:lnTo>
                  <a:pt x="707365" y="146523"/>
                </a:lnTo>
                <a:lnTo>
                  <a:pt x="709746" y="146199"/>
                </a:lnTo>
                <a:lnTo>
                  <a:pt x="712832" y="146142"/>
                </a:lnTo>
                <a:lnTo>
                  <a:pt x="715023" y="145952"/>
                </a:lnTo>
                <a:lnTo>
                  <a:pt x="716328" y="145628"/>
                </a:lnTo>
                <a:lnTo>
                  <a:pt x="718709" y="145447"/>
                </a:lnTo>
                <a:lnTo>
                  <a:pt x="722166" y="145390"/>
                </a:lnTo>
                <a:lnTo>
                  <a:pt x="724443" y="145294"/>
                </a:lnTo>
                <a:lnTo>
                  <a:pt x="725538" y="145142"/>
                </a:lnTo>
                <a:lnTo>
                  <a:pt x="727920" y="145066"/>
                </a:lnTo>
                <a:lnTo>
                  <a:pt x="731587" y="145066"/>
                </a:lnTo>
                <a:lnTo>
                  <a:pt x="733939" y="145037"/>
                </a:lnTo>
                <a:lnTo>
                  <a:pt x="734978" y="144980"/>
                </a:lnTo>
                <a:lnTo>
                  <a:pt x="737359" y="144923"/>
                </a:lnTo>
                <a:lnTo>
                  <a:pt x="741083" y="144875"/>
                </a:lnTo>
                <a:lnTo>
                  <a:pt x="743417" y="144828"/>
                </a:lnTo>
                <a:lnTo>
                  <a:pt x="744341" y="144761"/>
                </a:lnTo>
                <a:lnTo>
                  <a:pt x="746722" y="144713"/>
                </a:lnTo>
                <a:lnTo>
                  <a:pt x="750560" y="144666"/>
                </a:lnTo>
                <a:lnTo>
                  <a:pt x="752904" y="144628"/>
                </a:lnTo>
                <a:lnTo>
                  <a:pt x="753751" y="144590"/>
                </a:lnTo>
                <a:lnTo>
                  <a:pt x="756133" y="144551"/>
                </a:lnTo>
                <a:lnTo>
                  <a:pt x="760047" y="144504"/>
                </a:lnTo>
                <a:lnTo>
                  <a:pt x="762419" y="144504"/>
                </a:lnTo>
                <a:lnTo>
                  <a:pt x="763267" y="144542"/>
                </a:lnTo>
                <a:lnTo>
                  <a:pt x="765648" y="144561"/>
                </a:lnTo>
                <a:lnTo>
                  <a:pt x="769563" y="144561"/>
                </a:lnTo>
                <a:lnTo>
                  <a:pt x="771992" y="144609"/>
                </a:lnTo>
                <a:lnTo>
                  <a:pt x="772935" y="144704"/>
                </a:lnTo>
                <a:lnTo>
                  <a:pt x="775316" y="144780"/>
                </a:lnTo>
                <a:lnTo>
                  <a:pt x="779135" y="144837"/>
                </a:lnTo>
                <a:lnTo>
                  <a:pt x="781650" y="144961"/>
                </a:lnTo>
                <a:lnTo>
                  <a:pt x="782841" y="145161"/>
                </a:lnTo>
                <a:lnTo>
                  <a:pt x="785222" y="145285"/>
                </a:lnTo>
                <a:lnTo>
                  <a:pt x="788794" y="145342"/>
                </a:lnTo>
                <a:lnTo>
                  <a:pt x="791318" y="145494"/>
                </a:lnTo>
                <a:lnTo>
                  <a:pt x="792813" y="145742"/>
                </a:lnTo>
                <a:lnTo>
                  <a:pt x="795195" y="145894"/>
                </a:lnTo>
                <a:lnTo>
                  <a:pt x="798462" y="145961"/>
                </a:lnTo>
                <a:lnTo>
                  <a:pt x="801138" y="146247"/>
                </a:lnTo>
                <a:lnTo>
                  <a:pt x="803215" y="146771"/>
                </a:lnTo>
                <a:lnTo>
                  <a:pt x="805596" y="147056"/>
                </a:lnTo>
                <a:lnTo>
                  <a:pt x="808282" y="147123"/>
                </a:lnTo>
                <a:lnTo>
                  <a:pt x="811273" y="147742"/>
                </a:lnTo>
                <a:lnTo>
                  <a:pt x="814568" y="148895"/>
                </a:lnTo>
                <a:lnTo>
                  <a:pt x="816950" y="149523"/>
                </a:lnTo>
                <a:lnTo>
                  <a:pt x="818417" y="149628"/>
                </a:lnTo>
                <a:lnTo>
                  <a:pt x="820341" y="150362"/>
                </a:lnTo>
                <a:lnTo>
                  <a:pt x="822722" y="151724"/>
                </a:lnTo>
                <a:lnTo>
                  <a:pt x="825103" y="152571"/>
                </a:lnTo>
                <a:lnTo>
                  <a:pt x="827484" y="152905"/>
                </a:lnTo>
                <a:lnTo>
                  <a:pt x="828894" y="153124"/>
                </a:lnTo>
                <a:lnTo>
                  <a:pt x="829342" y="153229"/>
                </a:lnTo>
                <a:lnTo>
                  <a:pt x="831723" y="153467"/>
                </a:lnTo>
                <a:lnTo>
                  <a:pt x="836038" y="153838"/>
                </a:lnTo>
                <a:lnTo>
                  <a:pt x="838733" y="154153"/>
                </a:lnTo>
                <a:lnTo>
                  <a:pt x="839810" y="154419"/>
                </a:lnTo>
                <a:lnTo>
                  <a:pt x="842191" y="154600"/>
                </a:lnTo>
                <a:lnTo>
                  <a:pt x="845877" y="154696"/>
                </a:lnTo>
                <a:lnTo>
                  <a:pt x="848678" y="155115"/>
                </a:lnTo>
                <a:lnTo>
                  <a:pt x="850583" y="155848"/>
                </a:lnTo>
                <a:lnTo>
                  <a:pt x="852964" y="156210"/>
                </a:lnTo>
                <a:lnTo>
                  <a:pt x="855821" y="156210"/>
                </a:lnTo>
                <a:lnTo>
                  <a:pt x="859326" y="157639"/>
                </a:lnTo>
                <a:lnTo>
                  <a:pt x="863470" y="160496"/>
                </a:lnTo>
                <a:lnTo>
                  <a:pt x="865851" y="162001"/>
                </a:lnTo>
                <a:lnTo>
                  <a:pt x="866470" y="162154"/>
                </a:lnTo>
                <a:lnTo>
                  <a:pt x="866880" y="162258"/>
                </a:lnTo>
                <a:lnTo>
                  <a:pt x="869471" y="162658"/>
                </a:lnTo>
                <a:lnTo>
                  <a:pt x="874024" y="163297"/>
                </a:lnTo>
                <a:lnTo>
                  <a:pt x="877005" y="163897"/>
                </a:lnTo>
                <a:lnTo>
                  <a:pt x="878424" y="164468"/>
                </a:lnTo>
                <a:lnTo>
                  <a:pt x="880805" y="164725"/>
                </a:lnTo>
                <a:lnTo>
                  <a:pt x="884149" y="164678"/>
                </a:lnTo>
                <a:lnTo>
                  <a:pt x="887968" y="166106"/>
                </a:lnTo>
                <a:lnTo>
                  <a:pt x="892254" y="169031"/>
                </a:lnTo>
                <a:lnTo>
                  <a:pt x="894636" y="170507"/>
                </a:lnTo>
                <a:lnTo>
                  <a:pt x="895112" y="170536"/>
                </a:lnTo>
                <a:lnTo>
                  <a:pt x="895598" y="170774"/>
                </a:lnTo>
                <a:lnTo>
                  <a:pt x="896102" y="171221"/>
                </a:lnTo>
                <a:lnTo>
                  <a:pt x="898484" y="171841"/>
                </a:lnTo>
                <a:lnTo>
                  <a:pt x="902741" y="172631"/>
                </a:lnTo>
                <a:lnTo>
                  <a:pt x="905751" y="173507"/>
                </a:lnTo>
                <a:lnTo>
                  <a:pt x="907513" y="174479"/>
                </a:lnTo>
                <a:lnTo>
                  <a:pt x="909895" y="174936"/>
                </a:lnTo>
                <a:lnTo>
                  <a:pt x="912895" y="174869"/>
                </a:lnTo>
                <a:lnTo>
                  <a:pt x="916086" y="176374"/>
                </a:lnTo>
                <a:lnTo>
                  <a:pt x="919448" y="179441"/>
                </a:lnTo>
                <a:lnTo>
                  <a:pt x="921830" y="181213"/>
                </a:lnTo>
                <a:lnTo>
                  <a:pt x="923230" y="181699"/>
                </a:lnTo>
                <a:lnTo>
                  <a:pt x="924592" y="182356"/>
                </a:lnTo>
                <a:lnTo>
                  <a:pt x="925916" y="183213"/>
                </a:lnTo>
                <a:lnTo>
                  <a:pt x="928297" y="183813"/>
                </a:lnTo>
                <a:lnTo>
                  <a:pt x="931735" y="184166"/>
                </a:lnTo>
                <a:lnTo>
                  <a:pt x="935050" y="185890"/>
                </a:lnTo>
                <a:lnTo>
                  <a:pt x="938260" y="188966"/>
                </a:lnTo>
                <a:lnTo>
                  <a:pt x="940641" y="190833"/>
                </a:lnTo>
                <a:lnTo>
                  <a:pt x="942194" y="191510"/>
                </a:lnTo>
                <a:lnTo>
                  <a:pt x="943966" y="192500"/>
                </a:lnTo>
                <a:lnTo>
                  <a:pt x="945956" y="193815"/>
                </a:lnTo>
                <a:lnTo>
                  <a:pt x="948338" y="194605"/>
                </a:lnTo>
                <a:lnTo>
                  <a:pt x="951109" y="194882"/>
                </a:lnTo>
                <a:lnTo>
                  <a:pt x="953967" y="196272"/>
                </a:lnTo>
                <a:lnTo>
                  <a:pt x="956910" y="198777"/>
                </a:lnTo>
                <a:lnTo>
                  <a:pt x="959291" y="200368"/>
                </a:lnTo>
                <a:lnTo>
                  <a:pt x="961111" y="201044"/>
                </a:lnTo>
                <a:lnTo>
                  <a:pt x="963654" y="202673"/>
                </a:lnTo>
                <a:lnTo>
                  <a:pt x="966911" y="205254"/>
                </a:lnTo>
                <a:lnTo>
                  <a:pt x="969293" y="206702"/>
                </a:lnTo>
                <a:lnTo>
                  <a:pt x="970798" y="207016"/>
                </a:lnTo>
                <a:lnTo>
                  <a:pt x="972169" y="207769"/>
                </a:lnTo>
                <a:lnTo>
                  <a:pt x="973417" y="208959"/>
                </a:lnTo>
                <a:lnTo>
                  <a:pt x="975798" y="210188"/>
                </a:lnTo>
                <a:lnTo>
                  <a:pt x="979313" y="211474"/>
                </a:lnTo>
                <a:lnTo>
                  <a:pt x="982932" y="213855"/>
                </a:lnTo>
                <a:lnTo>
                  <a:pt x="986647" y="217332"/>
                </a:lnTo>
                <a:lnTo>
                  <a:pt x="989028" y="219408"/>
                </a:lnTo>
                <a:lnTo>
                  <a:pt x="990076" y="220066"/>
                </a:lnTo>
                <a:lnTo>
                  <a:pt x="992791" y="222447"/>
                </a:lnTo>
                <a:lnTo>
                  <a:pt x="997172" y="226552"/>
                </a:lnTo>
                <a:lnTo>
                  <a:pt x="999554" y="228752"/>
                </a:lnTo>
                <a:lnTo>
                  <a:pt x="999935" y="229048"/>
                </a:lnTo>
                <a:lnTo>
                  <a:pt x="1001973" y="230896"/>
                </a:lnTo>
                <a:lnTo>
                  <a:pt x="1005678" y="234305"/>
                </a:lnTo>
                <a:lnTo>
                  <a:pt x="1008059" y="236325"/>
                </a:lnTo>
                <a:lnTo>
                  <a:pt x="1009117" y="236944"/>
                </a:lnTo>
                <a:lnTo>
                  <a:pt x="1009879" y="237477"/>
                </a:lnTo>
                <a:lnTo>
                  <a:pt x="1010326" y="237906"/>
                </a:lnTo>
                <a:lnTo>
                  <a:pt x="1012708" y="239258"/>
                </a:lnTo>
                <a:lnTo>
                  <a:pt x="1017022" y="241516"/>
                </a:lnTo>
                <a:lnTo>
                  <a:pt x="1020489" y="243897"/>
                </a:lnTo>
                <a:lnTo>
                  <a:pt x="1023118" y="246402"/>
                </a:lnTo>
                <a:lnTo>
                  <a:pt x="1025500" y="248593"/>
                </a:lnTo>
                <a:lnTo>
                  <a:pt x="1027633" y="250479"/>
                </a:lnTo>
                <a:lnTo>
                  <a:pt x="1030110" y="252860"/>
                </a:lnTo>
                <a:lnTo>
                  <a:pt x="1032920" y="255737"/>
                </a:lnTo>
                <a:lnTo>
                  <a:pt x="1035301" y="258223"/>
                </a:lnTo>
                <a:lnTo>
                  <a:pt x="1037253" y="260309"/>
                </a:lnTo>
                <a:lnTo>
                  <a:pt x="1039559" y="262690"/>
                </a:lnTo>
                <a:lnTo>
                  <a:pt x="1042235" y="265367"/>
                </a:lnTo>
                <a:lnTo>
                  <a:pt x="1044616" y="267824"/>
                </a:lnTo>
                <a:lnTo>
                  <a:pt x="1046702" y="270081"/>
                </a:lnTo>
                <a:lnTo>
                  <a:pt x="1049007" y="272463"/>
                </a:lnTo>
                <a:lnTo>
                  <a:pt x="1051512" y="274968"/>
                </a:lnTo>
                <a:lnTo>
                  <a:pt x="1053894" y="277568"/>
                </a:lnTo>
                <a:lnTo>
                  <a:pt x="1056151" y="280245"/>
                </a:lnTo>
                <a:lnTo>
                  <a:pt x="1058285" y="282626"/>
                </a:lnTo>
                <a:lnTo>
                  <a:pt x="1060304" y="284712"/>
                </a:lnTo>
                <a:lnTo>
                  <a:pt x="1062266" y="287712"/>
                </a:lnTo>
                <a:lnTo>
                  <a:pt x="1064171" y="291636"/>
                </a:lnTo>
                <a:lnTo>
                  <a:pt x="1065476" y="294018"/>
                </a:lnTo>
                <a:lnTo>
                  <a:pt x="1066200" y="294856"/>
                </a:lnTo>
                <a:lnTo>
                  <a:pt x="1066619" y="295351"/>
                </a:lnTo>
                <a:lnTo>
                  <a:pt x="1068896" y="297875"/>
                </a:lnTo>
                <a:lnTo>
                  <a:pt x="1073096" y="302495"/>
                </a:lnTo>
                <a:lnTo>
                  <a:pt x="1075477" y="305200"/>
                </a:lnTo>
                <a:lnTo>
                  <a:pt x="1076039" y="306010"/>
                </a:lnTo>
                <a:lnTo>
                  <a:pt x="1078230" y="308391"/>
                </a:lnTo>
                <a:lnTo>
                  <a:pt x="1082040" y="312344"/>
                </a:lnTo>
                <a:lnTo>
                  <a:pt x="1084421" y="315354"/>
                </a:lnTo>
                <a:lnTo>
                  <a:pt x="1085374" y="317411"/>
                </a:lnTo>
                <a:lnTo>
                  <a:pt x="1087164" y="319792"/>
                </a:lnTo>
                <a:lnTo>
                  <a:pt x="1089793" y="322497"/>
                </a:lnTo>
                <a:lnTo>
                  <a:pt x="1091460" y="325517"/>
                </a:lnTo>
                <a:lnTo>
                  <a:pt x="1092165" y="328851"/>
                </a:lnTo>
                <a:lnTo>
                  <a:pt x="1093051" y="331232"/>
                </a:lnTo>
                <a:lnTo>
                  <a:pt x="1094118" y="332661"/>
                </a:lnTo>
                <a:lnTo>
                  <a:pt x="1094832" y="333718"/>
                </a:lnTo>
                <a:lnTo>
                  <a:pt x="1095194" y="334413"/>
                </a:lnTo>
                <a:lnTo>
                  <a:pt x="1097261" y="336794"/>
                </a:lnTo>
                <a:lnTo>
                  <a:pt x="1101023" y="340862"/>
                </a:lnTo>
                <a:lnTo>
                  <a:pt x="1103405" y="344653"/>
                </a:lnTo>
                <a:lnTo>
                  <a:pt x="1104405" y="348167"/>
                </a:lnTo>
                <a:lnTo>
                  <a:pt x="1105472" y="350549"/>
                </a:lnTo>
                <a:lnTo>
                  <a:pt x="1106605" y="351796"/>
                </a:lnTo>
                <a:lnTo>
                  <a:pt x="1107167" y="352997"/>
                </a:lnTo>
                <a:lnTo>
                  <a:pt x="1107167" y="354130"/>
                </a:lnTo>
                <a:lnTo>
                  <a:pt x="1108539" y="356511"/>
                </a:lnTo>
                <a:lnTo>
                  <a:pt x="1111282" y="360140"/>
                </a:lnTo>
                <a:lnTo>
                  <a:pt x="1113092" y="363960"/>
                </a:lnTo>
                <a:lnTo>
                  <a:pt x="1113977" y="367970"/>
                </a:lnTo>
                <a:lnTo>
                  <a:pt x="1114768" y="370351"/>
                </a:lnTo>
                <a:lnTo>
                  <a:pt x="1115444" y="371104"/>
                </a:lnTo>
                <a:lnTo>
                  <a:pt x="1115806" y="371837"/>
                </a:lnTo>
                <a:lnTo>
                  <a:pt x="1115835" y="372542"/>
                </a:lnTo>
                <a:lnTo>
                  <a:pt x="1117311" y="374923"/>
                </a:lnTo>
                <a:lnTo>
                  <a:pt x="1120235" y="378981"/>
                </a:lnTo>
                <a:lnTo>
                  <a:pt x="1121959" y="383076"/>
                </a:lnTo>
                <a:lnTo>
                  <a:pt x="1122483" y="387239"/>
                </a:lnTo>
                <a:lnTo>
                  <a:pt x="1122864" y="389620"/>
                </a:lnTo>
                <a:lnTo>
                  <a:pt x="1123121" y="390220"/>
                </a:lnTo>
                <a:lnTo>
                  <a:pt x="1123417" y="391125"/>
                </a:lnTo>
                <a:lnTo>
                  <a:pt x="1123769" y="392316"/>
                </a:lnTo>
                <a:lnTo>
                  <a:pt x="1125341" y="394697"/>
                </a:lnTo>
                <a:lnTo>
                  <a:pt x="1128131" y="398269"/>
                </a:lnTo>
                <a:lnTo>
                  <a:pt x="1129560" y="401479"/>
                </a:lnTo>
                <a:lnTo>
                  <a:pt x="1129627" y="404336"/>
                </a:lnTo>
                <a:lnTo>
                  <a:pt x="1130198" y="406718"/>
                </a:lnTo>
                <a:lnTo>
                  <a:pt x="1131256" y="408623"/>
                </a:lnTo>
                <a:lnTo>
                  <a:pt x="1132170" y="411928"/>
                </a:lnTo>
                <a:lnTo>
                  <a:pt x="1132961" y="416624"/>
                </a:lnTo>
                <a:lnTo>
                  <a:pt x="1133361" y="419005"/>
                </a:lnTo>
                <a:lnTo>
                  <a:pt x="1134885" y="421748"/>
                </a:lnTo>
                <a:lnTo>
                  <a:pt x="1137695" y="426329"/>
                </a:lnTo>
                <a:lnTo>
                  <a:pt x="1139076" y="429997"/>
                </a:lnTo>
                <a:lnTo>
                  <a:pt x="1139009" y="432749"/>
                </a:lnTo>
                <a:lnTo>
                  <a:pt x="1139400" y="435131"/>
                </a:lnTo>
                <a:lnTo>
                  <a:pt x="1140257" y="437140"/>
                </a:lnTo>
                <a:lnTo>
                  <a:pt x="1140752" y="440026"/>
                </a:lnTo>
                <a:lnTo>
                  <a:pt x="1140895" y="443770"/>
                </a:lnTo>
                <a:lnTo>
                  <a:pt x="1141105" y="446151"/>
                </a:lnTo>
                <a:lnTo>
                  <a:pt x="1141381" y="447170"/>
                </a:lnTo>
                <a:lnTo>
                  <a:pt x="1141838" y="449999"/>
                </a:lnTo>
                <a:lnTo>
                  <a:pt x="1142467" y="454657"/>
                </a:lnTo>
                <a:lnTo>
                  <a:pt x="1142800" y="457038"/>
                </a:lnTo>
                <a:lnTo>
                  <a:pt x="1142876" y="457391"/>
                </a:lnTo>
                <a:lnTo>
                  <a:pt x="1142962" y="457772"/>
                </a:lnTo>
                <a:lnTo>
                  <a:pt x="1144334" y="460153"/>
                </a:lnTo>
                <a:lnTo>
                  <a:pt x="1147010" y="464534"/>
                </a:lnTo>
                <a:lnTo>
                  <a:pt x="1148344" y="468059"/>
                </a:lnTo>
                <a:lnTo>
                  <a:pt x="1148344" y="470735"/>
                </a:lnTo>
                <a:lnTo>
                  <a:pt x="1148782" y="473116"/>
                </a:lnTo>
                <a:lnTo>
                  <a:pt x="1149668" y="475202"/>
                </a:lnTo>
                <a:lnTo>
                  <a:pt x="1150087" y="478003"/>
                </a:lnTo>
                <a:lnTo>
                  <a:pt x="1150039" y="481508"/>
                </a:lnTo>
                <a:lnTo>
                  <a:pt x="1150115" y="483889"/>
                </a:lnTo>
                <a:lnTo>
                  <a:pt x="1150334" y="485146"/>
                </a:lnTo>
                <a:lnTo>
                  <a:pt x="1150468" y="487661"/>
                </a:lnTo>
                <a:lnTo>
                  <a:pt x="1150506" y="491423"/>
                </a:lnTo>
                <a:lnTo>
                  <a:pt x="1150582" y="493805"/>
                </a:lnTo>
                <a:lnTo>
                  <a:pt x="1150677" y="494805"/>
                </a:lnTo>
                <a:lnTo>
                  <a:pt x="1150725" y="497234"/>
                </a:lnTo>
                <a:lnTo>
                  <a:pt x="1150725" y="501091"/>
                </a:lnTo>
                <a:lnTo>
                  <a:pt x="1150763" y="503472"/>
                </a:lnTo>
                <a:lnTo>
                  <a:pt x="1150849" y="504377"/>
                </a:lnTo>
                <a:lnTo>
                  <a:pt x="1150915" y="506816"/>
                </a:lnTo>
                <a:lnTo>
                  <a:pt x="1150953" y="510797"/>
                </a:lnTo>
                <a:lnTo>
                  <a:pt x="1151001" y="513178"/>
                </a:lnTo>
                <a:lnTo>
                  <a:pt x="1151058" y="513959"/>
                </a:lnTo>
                <a:lnTo>
                  <a:pt x="1151144" y="516426"/>
                </a:lnTo>
                <a:lnTo>
                  <a:pt x="1151258" y="520589"/>
                </a:lnTo>
                <a:lnTo>
                  <a:pt x="1151325" y="522970"/>
                </a:lnTo>
                <a:lnTo>
                  <a:pt x="1151353" y="523570"/>
                </a:lnTo>
                <a:lnTo>
                  <a:pt x="1151382" y="525980"/>
                </a:lnTo>
                <a:lnTo>
                  <a:pt x="1151420" y="530200"/>
                </a:lnTo>
                <a:lnTo>
                  <a:pt x="1151439" y="532581"/>
                </a:lnTo>
                <a:lnTo>
                  <a:pt x="1151449" y="533124"/>
                </a:lnTo>
                <a:lnTo>
                  <a:pt x="1151449" y="535515"/>
                </a:lnTo>
                <a:lnTo>
                  <a:pt x="1151449" y="539734"/>
                </a:lnTo>
                <a:lnTo>
                  <a:pt x="1151439" y="542115"/>
                </a:lnTo>
                <a:lnTo>
                  <a:pt x="1151430" y="542658"/>
                </a:lnTo>
                <a:lnTo>
                  <a:pt x="1151411" y="545011"/>
                </a:lnTo>
                <a:lnTo>
                  <a:pt x="1151372" y="549192"/>
                </a:lnTo>
                <a:lnTo>
                  <a:pt x="1151344" y="551574"/>
                </a:lnTo>
                <a:lnTo>
                  <a:pt x="1151325" y="552155"/>
                </a:lnTo>
                <a:lnTo>
                  <a:pt x="1151277" y="554488"/>
                </a:lnTo>
                <a:lnTo>
                  <a:pt x="1151201" y="558575"/>
                </a:lnTo>
                <a:lnTo>
                  <a:pt x="1151144" y="560956"/>
                </a:lnTo>
                <a:lnTo>
                  <a:pt x="1151096" y="561632"/>
                </a:lnTo>
                <a:lnTo>
                  <a:pt x="1151039" y="563956"/>
                </a:lnTo>
                <a:lnTo>
                  <a:pt x="1150963" y="567919"/>
                </a:lnTo>
                <a:lnTo>
                  <a:pt x="1150868" y="570300"/>
                </a:lnTo>
                <a:lnTo>
                  <a:pt x="1150753" y="571100"/>
                </a:lnTo>
                <a:lnTo>
                  <a:pt x="1150677" y="573405"/>
                </a:lnTo>
                <a:lnTo>
                  <a:pt x="1150639" y="577215"/>
                </a:lnTo>
                <a:lnTo>
                  <a:pt x="1150563" y="579596"/>
                </a:lnTo>
                <a:lnTo>
                  <a:pt x="1150449" y="580549"/>
                </a:lnTo>
                <a:lnTo>
                  <a:pt x="1150391" y="582873"/>
                </a:lnTo>
                <a:lnTo>
                  <a:pt x="1150391" y="586569"/>
                </a:lnTo>
                <a:lnTo>
                  <a:pt x="1150306" y="588950"/>
                </a:lnTo>
                <a:lnTo>
                  <a:pt x="1150134" y="590017"/>
                </a:lnTo>
                <a:lnTo>
                  <a:pt x="1150049" y="592312"/>
                </a:lnTo>
                <a:lnTo>
                  <a:pt x="1150049" y="595836"/>
                </a:lnTo>
                <a:lnTo>
                  <a:pt x="1149810" y="598218"/>
                </a:lnTo>
                <a:lnTo>
                  <a:pt x="1149344" y="599456"/>
                </a:lnTo>
                <a:lnTo>
                  <a:pt x="1149144" y="601628"/>
                </a:lnTo>
                <a:lnTo>
                  <a:pt x="1149201" y="604742"/>
                </a:lnTo>
                <a:lnTo>
                  <a:pt x="1148334" y="607124"/>
                </a:lnTo>
                <a:lnTo>
                  <a:pt x="1146553" y="608771"/>
                </a:lnTo>
                <a:lnTo>
                  <a:pt x="1145638" y="610238"/>
                </a:lnTo>
                <a:lnTo>
                  <a:pt x="1145591" y="611524"/>
                </a:lnTo>
                <a:lnTo>
                  <a:pt x="1144924" y="612448"/>
                </a:lnTo>
                <a:lnTo>
                  <a:pt x="1143638" y="613019"/>
                </a:lnTo>
                <a:lnTo>
                  <a:pt x="1142790" y="614543"/>
                </a:lnTo>
                <a:lnTo>
                  <a:pt x="1142362" y="617030"/>
                </a:lnTo>
                <a:lnTo>
                  <a:pt x="1142095" y="618487"/>
                </a:lnTo>
                <a:lnTo>
                  <a:pt x="1141981" y="618915"/>
                </a:lnTo>
                <a:lnTo>
                  <a:pt x="1141809" y="621116"/>
                </a:lnTo>
                <a:lnTo>
                  <a:pt x="1141562" y="625097"/>
                </a:lnTo>
                <a:lnTo>
                  <a:pt x="1141352" y="627478"/>
                </a:lnTo>
                <a:lnTo>
                  <a:pt x="1141162" y="628259"/>
                </a:lnTo>
                <a:lnTo>
                  <a:pt x="1141047" y="630526"/>
                </a:lnTo>
                <a:lnTo>
                  <a:pt x="1141009" y="634279"/>
                </a:lnTo>
                <a:lnTo>
                  <a:pt x="1140733" y="636661"/>
                </a:lnTo>
                <a:lnTo>
                  <a:pt x="1140238" y="637670"/>
                </a:lnTo>
                <a:lnTo>
                  <a:pt x="1140047" y="639861"/>
                </a:lnTo>
                <a:lnTo>
                  <a:pt x="1140171" y="643242"/>
                </a:lnTo>
                <a:lnTo>
                  <a:pt x="1139190" y="645624"/>
                </a:lnTo>
                <a:lnTo>
                  <a:pt x="1137114" y="647005"/>
                </a:lnTo>
                <a:lnTo>
                  <a:pt x="1136142" y="648414"/>
                </a:lnTo>
                <a:lnTo>
                  <a:pt x="1136266" y="649843"/>
                </a:lnTo>
                <a:lnTo>
                  <a:pt x="1135618" y="650681"/>
                </a:lnTo>
                <a:lnTo>
                  <a:pt x="1134189" y="650939"/>
                </a:lnTo>
                <a:lnTo>
                  <a:pt x="1133265" y="652396"/>
                </a:lnTo>
                <a:lnTo>
                  <a:pt x="1132846" y="655053"/>
                </a:lnTo>
                <a:lnTo>
                  <a:pt x="1132561" y="656596"/>
                </a:lnTo>
                <a:lnTo>
                  <a:pt x="1132399" y="657015"/>
                </a:lnTo>
                <a:lnTo>
                  <a:pt x="1132256" y="659254"/>
                </a:lnTo>
                <a:lnTo>
                  <a:pt x="1132122" y="663302"/>
                </a:lnTo>
                <a:lnTo>
                  <a:pt x="1131837" y="665683"/>
                </a:lnTo>
                <a:lnTo>
                  <a:pt x="1131399" y="666398"/>
                </a:lnTo>
                <a:lnTo>
                  <a:pt x="1131113" y="668493"/>
                </a:lnTo>
                <a:lnTo>
                  <a:pt x="1130999" y="671989"/>
                </a:lnTo>
                <a:lnTo>
                  <a:pt x="1129913" y="674370"/>
                </a:lnTo>
                <a:lnTo>
                  <a:pt x="1127874" y="675637"/>
                </a:lnTo>
                <a:lnTo>
                  <a:pt x="1126788" y="676942"/>
                </a:lnTo>
                <a:lnTo>
                  <a:pt x="1126674" y="678275"/>
                </a:lnTo>
                <a:lnTo>
                  <a:pt x="1125950" y="678999"/>
                </a:lnTo>
                <a:lnTo>
                  <a:pt x="1124617" y="679113"/>
                </a:lnTo>
                <a:lnTo>
                  <a:pt x="1123655" y="680533"/>
                </a:lnTo>
                <a:lnTo>
                  <a:pt x="1123074" y="683266"/>
                </a:lnTo>
                <a:lnTo>
                  <a:pt x="1122655" y="684924"/>
                </a:lnTo>
                <a:lnTo>
                  <a:pt x="1122397" y="685505"/>
                </a:lnTo>
                <a:lnTo>
                  <a:pt x="1122236" y="687724"/>
                </a:lnTo>
                <a:lnTo>
                  <a:pt x="1122150" y="691563"/>
                </a:lnTo>
                <a:lnTo>
                  <a:pt x="1121597" y="693944"/>
                </a:lnTo>
                <a:lnTo>
                  <a:pt x="1120569" y="694868"/>
                </a:lnTo>
                <a:lnTo>
                  <a:pt x="1120026" y="696697"/>
                </a:lnTo>
                <a:lnTo>
                  <a:pt x="1119959" y="699449"/>
                </a:lnTo>
                <a:lnTo>
                  <a:pt x="1118549" y="701126"/>
                </a:lnTo>
                <a:lnTo>
                  <a:pt x="1115797" y="701716"/>
                </a:lnTo>
                <a:lnTo>
                  <a:pt x="1114215" y="702516"/>
                </a:lnTo>
                <a:lnTo>
                  <a:pt x="1113806" y="703517"/>
                </a:lnTo>
                <a:lnTo>
                  <a:pt x="1113558" y="704231"/>
                </a:lnTo>
                <a:lnTo>
                  <a:pt x="1113482" y="704640"/>
                </a:lnTo>
                <a:lnTo>
                  <a:pt x="1113311" y="706860"/>
                </a:lnTo>
                <a:lnTo>
                  <a:pt x="1113053" y="710870"/>
                </a:lnTo>
                <a:lnTo>
                  <a:pt x="1112530" y="713251"/>
                </a:lnTo>
                <a:lnTo>
                  <a:pt x="1111748" y="714004"/>
                </a:lnTo>
                <a:lnTo>
                  <a:pt x="1111310" y="715937"/>
                </a:lnTo>
                <a:lnTo>
                  <a:pt x="1111196" y="719052"/>
                </a:lnTo>
                <a:lnTo>
                  <a:pt x="1109577" y="721062"/>
                </a:lnTo>
                <a:lnTo>
                  <a:pt x="1106462" y="721966"/>
                </a:lnTo>
                <a:lnTo>
                  <a:pt x="1104767" y="722652"/>
                </a:lnTo>
                <a:lnTo>
                  <a:pt x="1104490" y="723119"/>
                </a:lnTo>
                <a:lnTo>
                  <a:pt x="1104319" y="723490"/>
                </a:lnTo>
                <a:lnTo>
                  <a:pt x="1104262" y="723767"/>
                </a:lnTo>
                <a:lnTo>
                  <a:pt x="1103995" y="725881"/>
                </a:lnTo>
                <a:lnTo>
                  <a:pt x="1103519" y="729834"/>
                </a:lnTo>
                <a:lnTo>
                  <a:pt x="1102709" y="732215"/>
                </a:lnTo>
                <a:lnTo>
                  <a:pt x="1101547" y="733025"/>
                </a:lnTo>
                <a:lnTo>
                  <a:pt x="1100966" y="734825"/>
                </a:lnTo>
                <a:lnTo>
                  <a:pt x="1100966" y="737616"/>
                </a:lnTo>
                <a:lnTo>
                  <a:pt x="1099566" y="739111"/>
                </a:lnTo>
                <a:lnTo>
                  <a:pt x="1096775" y="739311"/>
                </a:lnTo>
                <a:lnTo>
                  <a:pt x="1095070" y="739988"/>
                </a:lnTo>
                <a:lnTo>
                  <a:pt x="1094461" y="741150"/>
                </a:lnTo>
                <a:lnTo>
                  <a:pt x="1094061" y="742036"/>
                </a:lnTo>
                <a:lnTo>
                  <a:pt x="1093880" y="742645"/>
                </a:lnTo>
                <a:lnTo>
                  <a:pt x="1093727" y="744874"/>
                </a:lnTo>
                <a:lnTo>
                  <a:pt x="1093603" y="748722"/>
                </a:lnTo>
                <a:lnTo>
                  <a:pt x="1092746" y="751103"/>
                </a:lnTo>
                <a:lnTo>
                  <a:pt x="1091146" y="752018"/>
                </a:lnTo>
                <a:lnTo>
                  <a:pt x="1090412" y="753666"/>
                </a:lnTo>
                <a:lnTo>
                  <a:pt x="1090546" y="756047"/>
                </a:lnTo>
                <a:lnTo>
                  <a:pt x="1089422" y="757199"/>
                </a:lnTo>
                <a:lnTo>
                  <a:pt x="1087041" y="757133"/>
                </a:lnTo>
                <a:lnTo>
                  <a:pt x="1085517" y="757990"/>
                </a:lnTo>
                <a:lnTo>
                  <a:pt x="1084850" y="759771"/>
                </a:lnTo>
                <a:lnTo>
                  <a:pt x="1084269" y="761000"/>
                </a:lnTo>
                <a:lnTo>
                  <a:pt x="1083774" y="761667"/>
                </a:lnTo>
                <a:lnTo>
                  <a:pt x="1083583" y="763848"/>
                </a:lnTo>
                <a:lnTo>
                  <a:pt x="1083688" y="767553"/>
                </a:lnTo>
                <a:lnTo>
                  <a:pt x="1081878" y="769639"/>
                </a:lnTo>
                <a:lnTo>
                  <a:pt x="1078173" y="770106"/>
                </a:lnTo>
                <a:lnTo>
                  <a:pt x="1076163" y="770477"/>
                </a:lnTo>
                <a:lnTo>
                  <a:pt x="1075849" y="770753"/>
                </a:lnTo>
                <a:lnTo>
                  <a:pt x="1075658" y="771049"/>
                </a:lnTo>
                <a:lnTo>
                  <a:pt x="1075601" y="771363"/>
                </a:lnTo>
                <a:lnTo>
                  <a:pt x="1075353" y="773506"/>
                </a:lnTo>
                <a:lnTo>
                  <a:pt x="1074925" y="777459"/>
                </a:lnTo>
                <a:lnTo>
                  <a:pt x="1073858" y="779840"/>
                </a:lnTo>
                <a:lnTo>
                  <a:pt x="1072153" y="780650"/>
                </a:lnTo>
                <a:lnTo>
                  <a:pt x="1071296" y="782174"/>
                </a:lnTo>
                <a:lnTo>
                  <a:pt x="1071296" y="784422"/>
                </a:lnTo>
                <a:lnTo>
                  <a:pt x="1070172" y="785612"/>
                </a:lnTo>
                <a:lnTo>
                  <a:pt x="1067924" y="785746"/>
                </a:lnTo>
                <a:lnTo>
                  <a:pt x="1066476" y="786679"/>
                </a:lnTo>
                <a:lnTo>
                  <a:pt x="1065838" y="788422"/>
                </a:lnTo>
                <a:lnTo>
                  <a:pt x="1065124" y="789613"/>
                </a:lnTo>
                <a:lnTo>
                  <a:pt x="1064352" y="790251"/>
                </a:lnTo>
                <a:lnTo>
                  <a:pt x="1063933" y="792213"/>
                </a:lnTo>
                <a:lnTo>
                  <a:pt x="1063876" y="795499"/>
                </a:lnTo>
                <a:lnTo>
                  <a:pt x="1062199" y="797262"/>
                </a:lnTo>
                <a:lnTo>
                  <a:pt x="1058913" y="797509"/>
                </a:lnTo>
                <a:lnTo>
                  <a:pt x="1057008" y="797985"/>
                </a:lnTo>
                <a:lnTo>
                  <a:pt x="1056475" y="798681"/>
                </a:lnTo>
                <a:lnTo>
                  <a:pt x="1056075" y="799300"/>
                </a:lnTo>
                <a:lnTo>
                  <a:pt x="1055818" y="799833"/>
                </a:lnTo>
                <a:lnTo>
                  <a:pt x="1055665" y="802062"/>
                </a:lnTo>
                <a:lnTo>
                  <a:pt x="1055618" y="805986"/>
                </a:lnTo>
                <a:lnTo>
                  <a:pt x="1053636" y="808263"/>
                </a:lnTo>
                <a:lnTo>
                  <a:pt x="1049712" y="808911"/>
                </a:lnTo>
                <a:lnTo>
                  <a:pt x="1047693" y="809273"/>
                </a:lnTo>
                <a:lnTo>
                  <a:pt x="1047159" y="811654"/>
                </a:lnTo>
                <a:lnTo>
                  <a:pt x="1046617" y="815721"/>
                </a:lnTo>
                <a:lnTo>
                  <a:pt x="1044997" y="818102"/>
                </a:lnTo>
                <a:lnTo>
                  <a:pt x="1042302" y="818798"/>
                </a:lnTo>
                <a:lnTo>
                  <a:pt x="1040863" y="819750"/>
                </a:lnTo>
                <a:lnTo>
                  <a:pt x="1040692" y="820941"/>
                </a:lnTo>
                <a:lnTo>
                  <a:pt x="1040016" y="821588"/>
                </a:lnTo>
                <a:lnTo>
                  <a:pt x="1038825" y="821693"/>
                </a:lnTo>
                <a:lnTo>
                  <a:pt x="1037901" y="823160"/>
                </a:lnTo>
                <a:lnTo>
                  <a:pt x="1037263" y="825979"/>
                </a:lnTo>
                <a:lnTo>
                  <a:pt x="1036263" y="827713"/>
                </a:lnTo>
                <a:lnTo>
                  <a:pt x="1034901" y="828351"/>
                </a:lnTo>
                <a:lnTo>
                  <a:pt x="1034148" y="829989"/>
                </a:lnTo>
                <a:lnTo>
                  <a:pt x="1034005" y="832599"/>
                </a:lnTo>
                <a:lnTo>
                  <a:pt x="1032624" y="833952"/>
                </a:lnTo>
                <a:lnTo>
                  <a:pt x="1030014" y="834019"/>
                </a:lnTo>
                <a:lnTo>
                  <a:pt x="1028376" y="834761"/>
                </a:lnTo>
                <a:lnTo>
                  <a:pt x="1027728" y="836190"/>
                </a:lnTo>
                <a:lnTo>
                  <a:pt x="1026919" y="837228"/>
                </a:lnTo>
                <a:lnTo>
                  <a:pt x="1025947" y="837876"/>
                </a:lnTo>
                <a:lnTo>
                  <a:pt x="1025490" y="839800"/>
                </a:lnTo>
                <a:lnTo>
                  <a:pt x="1025557" y="843010"/>
                </a:lnTo>
                <a:lnTo>
                  <a:pt x="1023985" y="844610"/>
                </a:lnTo>
                <a:lnTo>
                  <a:pt x="1020775" y="844610"/>
                </a:lnTo>
                <a:lnTo>
                  <a:pt x="1018851" y="845068"/>
                </a:lnTo>
                <a:lnTo>
                  <a:pt x="1018194" y="845963"/>
                </a:lnTo>
                <a:lnTo>
                  <a:pt x="1017432" y="846744"/>
                </a:lnTo>
                <a:lnTo>
                  <a:pt x="1016565" y="847401"/>
                </a:lnTo>
                <a:lnTo>
                  <a:pt x="1016127" y="849344"/>
                </a:lnTo>
                <a:lnTo>
                  <a:pt x="1016127" y="852583"/>
                </a:lnTo>
                <a:lnTo>
                  <a:pt x="1014508" y="854173"/>
                </a:lnTo>
                <a:lnTo>
                  <a:pt x="1011269" y="854107"/>
                </a:lnTo>
                <a:lnTo>
                  <a:pt x="1009307" y="854526"/>
                </a:lnTo>
                <a:lnTo>
                  <a:pt x="1008612" y="855421"/>
                </a:lnTo>
                <a:lnTo>
                  <a:pt x="1007802" y="856212"/>
                </a:lnTo>
                <a:lnTo>
                  <a:pt x="1006878" y="856907"/>
                </a:lnTo>
                <a:lnTo>
                  <a:pt x="1006412" y="858822"/>
                </a:lnTo>
                <a:lnTo>
                  <a:pt x="1006412" y="861965"/>
                </a:lnTo>
                <a:lnTo>
                  <a:pt x="1004840" y="863508"/>
                </a:lnTo>
                <a:lnTo>
                  <a:pt x="1001697" y="863441"/>
                </a:lnTo>
                <a:lnTo>
                  <a:pt x="999801" y="863927"/>
                </a:lnTo>
                <a:lnTo>
                  <a:pt x="999144" y="864956"/>
                </a:lnTo>
                <a:lnTo>
                  <a:pt x="998172" y="865794"/>
                </a:lnTo>
                <a:lnTo>
                  <a:pt x="996877" y="866451"/>
                </a:lnTo>
                <a:lnTo>
                  <a:pt x="996163" y="868118"/>
                </a:lnTo>
                <a:lnTo>
                  <a:pt x="996048" y="870814"/>
                </a:lnTo>
                <a:lnTo>
                  <a:pt x="994639" y="872223"/>
                </a:lnTo>
                <a:lnTo>
                  <a:pt x="991943" y="872338"/>
                </a:lnTo>
                <a:lnTo>
                  <a:pt x="990248" y="873023"/>
                </a:lnTo>
                <a:lnTo>
                  <a:pt x="989533" y="874262"/>
                </a:lnTo>
                <a:lnTo>
                  <a:pt x="988152" y="875233"/>
                </a:lnTo>
                <a:lnTo>
                  <a:pt x="986095" y="875948"/>
                </a:lnTo>
                <a:lnTo>
                  <a:pt x="984952" y="877186"/>
                </a:lnTo>
                <a:lnTo>
                  <a:pt x="984723" y="878957"/>
                </a:lnTo>
                <a:lnTo>
                  <a:pt x="983732" y="879948"/>
                </a:lnTo>
                <a:lnTo>
                  <a:pt x="981961" y="880177"/>
                </a:lnTo>
                <a:lnTo>
                  <a:pt x="980704" y="881310"/>
                </a:lnTo>
                <a:lnTo>
                  <a:pt x="979970" y="883329"/>
                </a:lnTo>
                <a:lnTo>
                  <a:pt x="978179" y="884720"/>
                </a:lnTo>
                <a:lnTo>
                  <a:pt x="975350" y="885454"/>
                </a:lnTo>
                <a:lnTo>
                  <a:pt x="973912" y="886397"/>
                </a:lnTo>
                <a:lnTo>
                  <a:pt x="973855" y="887540"/>
                </a:lnTo>
                <a:lnTo>
                  <a:pt x="973265" y="888130"/>
                </a:lnTo>
                <a:lnTo>
                  <a:pt x="972122" y="888187"/>
                </a:lnTo>
                <a:lnTo>
                  <a:pt x="971159" y="889606"/>
                </a:lnTo>
                <a:lnTo>
                  <a:pt x="970388" y="892407"/>
                </a:lnTo>
                <a:lnTo>
                  <a:pt x="968350" y="894188"/>
                </a:lnTo>
                <a:lnTo>
                  <a:pt x="965044" y="894959"/>
                </a:lnTo>
                <a:lnTo>
                  <a:pt x="963387" y="895693"/>
                </a:lnTo>
                <a:lnTo>
                  <a:pt x="963387" y="896369"/>
                </a:lnTo>
                <a:lnTo>
                  <a:pt x="963044" y="896712"/>
                </a:lnTo>
                <a:lnTo>
                  <a:pt x="962368" y="896712"/>
                </a:lnTo>
                <a:lnTo>
                  <a:pt x="961625" y="898350"/>
                </a:lnTo>
                <a:lnTo>
                  <a:pt x="960815" y="901617"/>
                </a:lnTo>
                <a:lnTo>
                  <a:pt x="958558" y="903665"/>
                </a:lnTo>
                <a:lnTo>
                  <a:pt x="954853" y="904475"/>
                </a:lnTo>
                <a:lnTo>
                  <a:pt x="952986" y="904989"/>
                </a:lnTo>
                <a:lnTo>
                  <a:pt x="952071" y="907209"/>
                </a:lnTo>
                <a:lnTo>
                  <a:pt x="951224" y="910866"/>
                </a:lnTo>
                <a:lnTo>
                  <a:pt x="948842" y="913047"/>
                </a:lnTo>
                <a:lnTo>
                  <a:pt x="944928" y="913724"/>
                </a:lnTo>
                <a:lnTo>
                  <a:pt x="942918" y="914086"/>
                </a:lnTo>
                <a:lnTo>
                  <a:pt x="942318" y="916391"/>
                </a:lnTo>
                <a:lnTo>
                  <a:pt x="941718" y="920382"/>
                </a:lnTo>
                <a:lnTo>
                  <a:pt x="939432" y="922487"/>
                </a:lnTo>
                <a:lnTo>
                  <a:pt x="935441" y="922715"/>
                </a:lnTo>
                <a:lnTo>
                  <a:pt x="933231" y="922887"/>
                </a:lnTo>
                <a:lnTo>
                  <a:pt x="932802" y="923011"/>
                </a:lnTo>
                <a:lnTo>
                  <a:pt x="932478" y="923277"/>
                </a:lnTo>
                <a:lnTo>
                  <a:pt x="932259" y="923706"/>
                </a:lnTo>
                <a:lnTo>
                  <a:pt x="931945" y="925773"/>
                </a:lnTo>
                <a:lnTo>
                  <a:pt x="931535" y="929478"/>
                </a:lnTo>
                <a:lnTo>
                  <a:pt x="929478" y="931355"/>
                </a:lnTo>
                <a:lnTo>
                  <a:pt x="925773" y="931402"/>
                </a:lnTo>
                <a:lnTo>
                  <a:pt x="923601" y="931602"/>
                </a:lnTo>
                <a:lnTo>
                  <a:pt x="922944" y="931964"/>
                </a:lnTo>
                <a:lnTo>
                  <a:pt x="922363" y="932469"/>
                </a:lnTo>
                <a:lnTo>
                  <a:pt x="921868" y="933126"/>
                </a:lnTo>
                <a:lnTo>
                  <a:pt x="921468" y="935107"/>
                </a:lnTo>
                <a:lnTo>
                  <a:pt x="921182" y="938432"/>
                </a:lnTo>
                <a:lnTo>
                  <a:pt x="919382" y="940184"/>
                </a:lnTo>
                <a:lnTo>
                  <a:pt x="916057" y="940365"/>
                </a:lnTo>
                <a:lnTo>
                  <a:pt x="914038" y="940727"/>
                </a:lnTo>
                <a:lnTo>
                  <a:pt x="913314" y="941260"/>
                </a:lnTo>
                <a:lnTo>
                  <a:pt x="912371" y="941889"/>
                </a:lnTo>
                <a:lnTo>
                  <a:pt x="911209" y="942613"/>
                </a:lnTo>
                <a:lnTo>
                  <a:pt x="910600" y="944385"/>
                </a:lnTo>
                <a:lnTo>
                  <a:pt x="910542" y="947204"/>
                </a:lnTo>
                <a:lnTo>
                  <a:pt x="909104" y="948804"/>
                </a:lnTo>
                <a:lnTo>
                  <a:pt x="906285" y="949204"/>
                </a:lnTo>
                <a:lnTo>
                  <a:pt x="904599" y="949900"/>
                </a:lnTo>
                <a:lnTo>
                  <a:pt x="904046" y="950900"/>
                </a:lnTo>
                <a:lnTo>
                  <a:pt x="903037" y="951671"/>
                </a:lnTo>
                <a:lnTo>
                  <a:pt x="901570" y="952224"/>
                </a:lnTo>
                <a:lnTo>
                  <a:pt x="900684" y="953719"/>
                </a:lnTo>
                <a:lnTo>
                  <a:pt x="900389" y="956167"/>
                </a:lnTo>
                <a:lnTo>
                  <a:pt x="899017" y="957539"/>
                </a:lnTo>
                <a:lnTo>
                  <a:pt x="896569" y="957834"/>
                </a:lnTo>
                <a:lnTo>
                  <a:pt x="895064" y="958710"/>
                </a:lnTo>
                <a:lnTo>
                  <a:pt x="894483" y="960149"/>
                </a:lnTo>
                <a:lnTo>
                  <a:pt x="892969" y="961158"/>
                </a:lnTo>
                <a:lnTo>
                  <a:pt x="890521" y="961739"/>
                </a:lnTo>
                <a:lnTo>
                  <a:pt x="889130" y="962730"/>
                </a:lnTo>
                <a:lnTo>
                  <a:pt x="888806" y="964140"/>
                </a:lnTo>
                <a:lnTo>
                  <a:pt x="887940" y="964940"/>
                </a:lnTo>
                <a:lnTo>
                  <a:pt x="886530" y="965111"/>
                </a:lnTo>
                <a:lnTo>
                  <a:pt x="885415" y="966378"/>
                </a:lnTo>
                <a:lnTo>
                  <a:pt x="884606" y="968750"/>
                </a:lnTo>
                <a:lnTo>
                  <a:pt x="882225" y="970064"/>
                </a:lnTo>
                <a:lnTo>
                  <a:pt x="878272" y="970331"/>
                </a:lnTo>
                <a:lnTo>
                  <a:pt x="876100" y="970540"/>
                </a:lnTo>
                <a:lnTo>
                  <a:pt x="875709" y="970683"/>
                </a:lnTo>
                <a:lnTo>
                  <a:pt x="874671" y="970959"/>
                </a:lnTo>
                <a:lnTo>
                  <a:pt x="872995" y="971350"/>
                </a:lnTo>
                <a:lnTo>
                  <a:pt x="871652" y="972388"/>
                </a:lnTo>
                <a:lnTo>
                  <a:pt x="870633" y="974065"/>
                </a:lnTo>
                <a:lnTo>
                  <a:pt x="869290" y="974941"/>
                </a:lnTo>
                <a:lnTo>
                  <a:pt x="867613" y="975036"/>
                </a:lnTo>
                <a:lnTo>
                  <a:pt x="865765" y="975579"/>
                </a:lnTo>
                <a:lnTo>
                  <a:pt x="863756" y="976560"/>
                </a:lnTo>
                <a:lnTo>
                  <a:pt x="861374" y="977046"/>
                </a:lnTo>
                <a:lnTo>
                  <a:pt x="858622" y="977046"/>
                </a:lnTo>
                <a:lnTo>
                  <a:pt x="856088" y="976884"/>
                </a:lnTo>
                <a:lnTo>
                  <a:pt x="853754" y="976579"/>
                </a:lnTo>
                <a:lnTo>
                  <a:pt x="851373" y="976446"/>
                </a:lnTo>
                <a:lnTo>
                  <a:pt x="848944" y="976503"/>
                </a:lnTo>
                <a:lnTo>
                  <a:pt x="845439" y="975284"/>
                </a:lnTo>
                <a:lnTo>
                  <a:pt x="840877" y="972798"/>
                </a:lnTo>
                <a:lnTo>
                  <a:pt x="838495" y="971521"/>
                </a:lnTo>
                <a:lnTo>
                  <a:pt x="835666" y="970826"/>
                </a:lnTo>
                <a:lnTo>
                  <a:pt x="831009" y="969807"/>
                </a:lnTo>
                <a:lnTo>
                  <a:pt x="826760" y="967473"/>
                </a:lnTo>
                <a:lnTo>
                  <a:pt x="822931" y="963844"/>
                </a:lnTo>
                <a:lnTo>
                  <a:pt x="820550" y="961644"/>
                </a:lnTo>
                <a:lnTo>
                  <a:pt x="819617" y="960882"/>
                </a:lnTo>
                <a:lnTo>
                  <a:pt x="817178" y="958501"/>
                </a:lnTo>
                <a:lnTo>
                  <a:pt x="813235" y="954500"/>
                </a:lnTo>
                <a:lnTo>
                  <a:pt x="810854" y="951786"/>
                </a:lnTo>
                <a:lnTo>
                  <a:pt x="810035" y="950357"/>
                </a:lnTo>
                <a:lnTo>
                  <a:pt x="808034" y="947976"/>
                </a:lnTo>
                <a:lnTo>
                  <a:pt x="804863" y="944642"/>
                </a:lnTo>
                <a:lnTo>
                  <a:pt x="803234" y="941346"/>
                </a:lnTo>
                <a:lnTo>
                  <a:pt x="803158" y="938098"/>
                </a:lnTo>
                <a:lnTo>
                  <a:pt x="802757" y="935717"/>
                </a:lnTo>
                <a:lnTo>
                  <a:pt x="802043" y="934202"/>
                </a:lnTo>
                <a:lnTo>
                  <a:pt x="801710" y="931488"/>
                </a:lnTo>
                <a:lnTo>
                  <a:pt x="801767" y="927573"/>
                </a:lnTo>
                <a:lnTo>
                  <a:pt x="801757" y="925192"/>
                </a:lnTo>
                <a:lnTo>
                  <a:pt x="801700" y="924344"/>
                </a:lnTo>
                <a:lnTo>
                  <a:pt x="801691" y="921963"/>
                </a:lnTo>
                <a:lnTo>
                  <a:pt x="801738" y="918029"/>
                </a:lnTo>
                <a:lnTo>
                  <a:pt x="801795" y="915648"/>
                </a:lnTo>
                <a:lnTo>
                  <a:pt x="801872" y="914819"/>
                </a:lnTo>
                <a:lnTo>
                  <a:pt x="801957" y="912514"/>
                </a:lnTo>
                <a:lnTo>
                  <a:pt x="802053" y="908752"/>
                </a:lnTo>
                <a:lnTo>
                  <a:pt x="802519" y="906370"/>
                </a:lnTo>
                <a:lnTo>
                  <a:pt x="803358" y="905370"/>
                </a:lnTo>
                <a:lnTo>
                  <a:pt x="803900" y="903532"/>
                </a:lnTo>
                <a:lnTo>
                  <a:pt x="804148" y="900855"/>
                </a:lnTo>
                <a:lnTo>
                  <a:pt x="805605" y="899360"/>
                </a:lnTo>
                <a:lnTo>
                  <a:pt x="808282" y="899046"/>
                </a:lnTo>
                <a:lnTo>
                  <a:pt x="809949" y="898331"/>
                </a:lnTo>
                <a:lnTo>
                  <a:pt x="810587" y="897198"/>
                </a:lnTo>
                <a:lnTo>
                  <a:pt x="811054" y="896312"/>
                </a:lnTo>
                <a:lnTo>
                  <a:pt x="811359" y="895674"/>
                </a:lnTo>
                <a:lnTo>
                  <a:pt x="811597" y="893531"/>
                </a:lnTo>
                <a:lnTo>
                  <a:pt x="811778" y="889883"/>
                </a:lnTo>
                <a:lnTo>
                  <a:pt x="813683" y="887949"/>
                </a:lnTo>
                <a:lnTo>
                  <a:pt x="817331" y="887720"/>
                </a:lnTo>
                <a:lnTo>
                  <a:pt x="819445" y="887454"/>
                </a:lnTo>
                <a:lnTo>
                  <a:pt x="820026" y="887149"/>
                </a:lnTo>
                <a:lnTo>
                  <a:pt x="820484" y="886701"/>
                </a:lnTo>
                <a:lnTo>
                  <a:pt x="820817" y="886120"/>
                </a:lnTo>
                <a:lnTo>
                  <a:pt x="821055" y="883977"/>
                </a:lnTo>
                <a:lnTo>
                  <a:pt x="821198" y="880272"/>
                </a:lnTo>
                <a:lnTo>
                  <a:pt x="823122" y="878415"/>
                </a:lnTo>
                <a:lnTo>
                  <a:pt x="826827" y="878415"/>
                </a:lnTo>
                <a:lnTo>
                  <a:pt x="829018" y="878234"/>
                </a:lnTo>
                <a:lnTo>
                  <a:pt x="829713" y="877862"/>
                </a:lnTo>
                <a:lnTo>
                  <a:pt x="830361" y="877338"/>
                </a:lnTo>
                <a:lnTo>
                  <a:pt x="830971" y="876643"/>
                </a:lnTo>
                <a:lnTo>
                  <a:pt x="831323" y="874624"/>
                </a:lnTo>
                <a:lnTo>
                  <a:pt x="831428" y="871261"/>
                </a:lnTo>
                <a:lnTo>
                  <a:pt x="833161" y="869528"/>
                </a:lnTo>
                <a:lnTo>
                  <a:pt x="836524" y="869423"/>
                </a:lnTo>
                <a:lnTo>
                  <a:pt x="838533" y="869051"/>
                </a:lnTo>
                <a:lnTo>
                  <a:pt x="839200" y="868423"/>
                </a:lnTo>
                <a:lnTo>
                  <a:pt x="840086" y="867775"/>
                </a:lnTo>
                <a:lnTo>
                  <a:pt x="841210" y="867108"/>
                </a:lnTo>
                <a:lnTo>
                  <a:pt x="841772" y="865289"/>
                </a:lnTo>
                <a:lnTo>
                  <a:pt x="841772" y="862308"/>
                </a:lnTo>
                <a:lnTo>
                  <a:pt x="843258" y="860793"/>
                </a:lnTo>
                <a:lnTo>
                  <a:pt x="846239" y="860727"/>
                </a:lnTo>
                <a:lnTo>
                  <a:pt x="848049" y="860155"/>
                </a:lnTo>
                <a:lnTo>
                  <a:pt x="848687" y="859079"/>
                </a:lnTo>
                <a:lnTo>
                  <a:pt x="850135" y="858212"/>
                </a:lnTo>
                <a:lnTo>
                  <a:pt x="852383" y="857574"/>
                </a:lnTo>
                <a:lnTo>
                  <a:pt x="853507" y="856317"/>
                </a:lnTo>
                <a:lnTo>
                  <a:pt x="853507" y="854440"/>
                </a:lnTo>
                <a:lnTo>
                  <a:pt x="854440" y="853545"/>
                </a:lnTo>
                <a:lnTo>
                  <a:pt x="856317" y="853602"/>
                </a:lnTo>
                <a:lnTo>
                  <a:pt x="857602" y="852516"/>
                </a:lnTo>
                <a:lnTo>
                  <a:pt x="858317" y="850268"/>
                </a:lnTo>
                <a:lnTo>
                  <a:pt x="860698" y="848811"/>
                </a:lnTo>
                <a:lnTo>
                  <a:pt x="864746" y="848144"/>
                </a:lnTo>
                <a:lnTo>
                  <a:pt x="866794" y="847811"/>
                </a:lnTo>
                <a:lnTo>
                  <a:pt x="867242" y="845734"/>
                </a:lnTo>
                <a:lnTo>
                  <a:pt x="867956" y="841743"/>
                </a:lnTo>
                <a:lnTo>
                  <a:pt x="870318" y="839381"/>
                </a:lnTo>
                <a:lnTo>
                  <a:pt x="874309" y="838667"/>
                </a:lnTo>
                <a:lnTo>
                  <a:pt x="876319" y="838295"/>
                </a:lnTo>
                <a:lnTo>
                  <a:pt x="876824" y="836266"/>
                </a:lnTo>
                <a:lnTo>
                  <a:pt x="877662" y="832399"/>
                </a:lnTo>
                <a:lnTo>
                  <a:pt x="880024" y="830275"/>
                </a:lnTo>
                <a:lnTo>
                  <a:pt x="883891" y="829894"/>
                </a:lnTo>
                <a:lnTo>
                  <a:pt x="886025" y="829647"/>
                </a:lnTo>
                <a:lnTo>
                  <a:pt x="886416" y="829523"/>
                </a:lnTo>
                <a:lnTo>
                  <a:pt x="886682" y="829266"/>
                </a:lnTo>
                <a:lnTo>
                  <a:pt x="886816" y="828875"/>
                </a:lnTo>
                <a:lnTo>
                  <a:pt x="887073" y="826751"/>
                </a:lnTo>
                <a:lnTo>
                  <a:pt x="887463" y="822903"/>
                </a:lnTo>
                <a:lnTo>
                  <a:pt x="889578" y="820807"/>
                </a:lnTo>
                <a:lnTo>
                  <a:pt x="893426" y="820464"/>
                </a:lnTo>
                <a:lnTo>
                  <a:pt x="895569" y="820226"/>
                </a:lnTo>
                <a:lnTo>
                  <a:pt x="896017" y="820103"/>
                </a:lnTo>
                <a:lnTo>
                  <a:pt x="896322" y="819817"/>
                </a:lnTo>
                <a:lnTo>
                  <a:pt x="896493" y="819369"/>
                </a:lnTo>
                <a:lnTo>
                  <a:pt x="896722" y="817216"/>
                </a:lnTo>
                <a:lnTo>
                  <a:pt x="897017" y="813359"/>
                </a:lnTo>
                <a:lnTo>
                  <a:pt x="899084" y="811263"/>
                </a:lnTo>
                <a:lnTo>
                  <a:pt x="902941" y="810930"/>
                </a:lnTo>
                <a:lnTo>
                  <a:pt x="905085" y="810692"/>
                </a:lnTo>
                <a:lnTo>
                  <a:pt x="905513" y="810549"/>
                </a:lnTo>
                <a:lnTo>
                  <a:pt x="905799" y="810263"/>
                </a:lnTo>
                <a:lnTo>
                  <a:pt x="905942" y="809835"/>
                </a:lnTo>
                <a:lnTo>
                  <a:pt x="906085" y="807596"/>
                </a:lnTo>
                <a:lnTo>
                  <a:pt x="906209" y="803539"/>
                </a:lnTo>
                <a:lnTo>
                  <a:pt x="908314" y="801395"/>
                </a:lnTo>
                <a:lnTo>
                  <a:pt x="912371" y="801167"/>
                </a:lnTo>
                <a:lnTo>
                  <a:pt x="914571" y="800986"/>
                </a:lnTo>
                <a:lnTo>
                  <a:pt x="914924" y="800862"/>
                </a:lnTo>
                <a:lnTo>
                  <a:pt x="915162" y="800624"/>
                </a:lnTo>
                <a:lnTo>
                  <a:pt x="915276" y="800271"/>
                </a:lnTo>
                <a:lnTo>
                  <a:pt x="915457" y="798062"/>
                </a:lnTo>
                <a:lnTo>
                  <a:pt x="915676" y="793994"/>
                </a:lnTo>
                <a:lnTo>
                  <a:pt x="917819" y="791756"/>
                </a:lnTo>
                <a:lnTo>
                  <a:pt x="921887" y="791337"/>
                </a:lnTo>
                <a:lnTo>
                  <a:pt x="924020" y="791080"/>
                </a:lnTo>
                <a:lnTo>
                  <a:pt x="924782" y="788594"/>
                </a:lnTo>
                <a:lnTo>
                  <a:pt x="925278" y="784631"/>
                </a:lnTo>
                <a:lnTo>
                  <a:pt x="927506" y="782536"/>
                </a:lnTo>
                <a:lnTo>
                  <a:pt x="931469" y="782298"/>
                </a:lnTo>
                <a:lnTo>
                  <a:pt x="933641" y="782088"/>
                </a:lnTo>
                <a:lnTo>
                  <a:pt x="934012" y="781898"/>
                </a:lnTo>
                <a:lnTo>
                  <a:pt x="934279" y="781612"/>
                </a:lnTo>
                <a:lnTo>
                  <a:pt x="934441" y="781241"/>
                </a:lnTo>
                <a:lnTo>
                  <a:pt x="934679" y="779088"/>
                </a:lnTo>
                <a:lnTo>
                  <a:pt x="934984" y="775173"/>
                </a:lnTo>
                <a:lnTo>
                  <a:pt x="937098" y="773078"/>
                </a:lnTo>
                <a:lnTo>
                  <a:pt x="941013" y="772820"/>
                </a:lnTo>
                <a:lnTo>
                  <a:pt x="943175" y="772592"/>
                </a:lnTo>
                <a:lnTo>
                  <a:pt x="943566" y="772411"/>
                </a:lnTo>
                <a:lnTo>
                  <a:pt x="943851" y="772116"/>
                </a:lnTo>
                <a:lnTo>
                  <a:pt x="944023" y="771725"/>
                </a:lnTo>
                <a:lnTo>
                  <a:pt x="944223" y="769534"/>
                </a:lnTo>
                <a:lnTo>
                  <a:pt x="944442" y="765562"/>
                </a:lnTo>
                <a:lnTo>
                  <a:pt x="946537" y="763438"/>
                </a:lnTo>
                <a:lnTo>
                  <a:pt x="950509" y="763181"/>
                </a:lnTo>
                <a:lnTo>
                  <a:pt x="952681" y="762962"/>
                </a:lnTo>
                <a:lnTo>
                  <a:pt x="953033" y="762791"/>
                </a:lnTo>
                <a:lnTo>
                  <a:pt x="953262" y="762533"/>
                </a:lnTo>
                <a:lnTo>
                  <a:pt x="953367" y="762181"/>
                </a:lnTo>
                <a:lnTo>
                  <a:pt x="953653" y="760076"/>
                </a:lnTo>
                <a:lnTo>
                  <a:pt x="954100" y="756218"/>
                </a:lnTo>
                <a:lnTo>
                  <a:pt x="956243" y="753942"/>
                </a:lnTo>
                <a:lnTo>
                  <a:pt x="960101" y="753227"/>
                </a:lnTo>
                <a:lnTo>
                  <a:pt x="962101" y="752846"/>
                </a:lnTo>
                <a:lnTo>
                  <a:pt x="962616" y="750427"/>
                </a:lnTo>
                <a:lnTo>
                  <a:pt x="963120" y="746341"/>
                </a:lnTo>
                <a:lnTo>
                  <a:pt x="964197" y="743960"/>
                </a:lnTo>
                <a:lnTo>
                  <a:pt x="965835" y="743283"/>
                </a:lnTo>
                <a:lnTo>
                  <a:pt x="966626" y="741693"/>
                </a:lnTo>
                <a:lnTo>
                  <a:pt x="966559" y="739178"/>
                </a:lnTo>
                <a:lnTo>
                  <a:pt x="967778" y="737921"/>
                </a:lnTo>
                <a:lnTo>
                  <a:pt x="970293" y="737921"/>
                </a:lnTo>
                <a:lnTo>
                  <a:pt x="971864" y="737111"/>
                </a:lnTo>
                <a:lnTo>
                  <a:pt x="972503" y="735501"/>
                </a:lnTo>
                <a:lnTo>
                  <a:pt x="973122" y="734378"/>
                </a:lnTo>
                <a:lnTo>
                  <a:pt x="973731" y="733739"/>
                </a:lnTo>
                <a:lnTo>
                  <a:pt x="974065" y="731691"/>
                </a:lnTo>
                <a:lnTo>
                  <a:pt x="974122" y="728234"/>
                </a:lnTo>
                <a:lnTo>
                  <a:pt x="975884" y="726415"/>
                </a:lnTo>
                <a:lnTo>
                  <a:pt x="979341" y="726253"/>
                </a:lnTo>
                <a:lnTo>
                  <a:pt x="981361" y="725891"/>
                </a:lnTo>
                <a:lnTo>
                  <a:pt x="981942" y="725329"/>
                </a:lnTo>
                <a:lnTo>
                  <a:pt x="982294" y="724767"/>
                </a:lnTo>
                <a:lnTo>
                  <a:pt x="982428" y="724186"/>
                </a:lnTo>
                <a:lnTo>
                  <a:pt x="982532" y="721909"/>
                </a:lnTo>
                <a:lnTo>
                  <a:pt x="982609" y="717937"/>
                </a:lnTo>
                <a:lnTo>
                  <a:pt x="984380" y="715556"/>
                </a:lnTo>
                <a:lnTo>
                  <a:pt x="987857" y="714766"/>
                </a:lnTo>
                <a:lnTo>
                  <a:pt x="989619" y="714146"/>
                </a:lnTo>
                <a:lnTo>
                  <a:pt x="989667" y="713699"/>
                </a:lnTo>
                <a:lnTo>
                  <a:pt x="989924" y="713442"/>
                </a:lnTo>
                <a:lnTo>
                  <a:pt x="990371" y="713394"/>
                </a:lnTo>
                <a:lnTo>
                  <a:pt x="990914" y="711565"/>
                </a:lnTo>
                <a:lnTo>
                  <a:pt x="991553" y="707936"/>
                </a:lnTo>
                <a:lnTo>
                  <a:pt x="992219" y="705803"/>
                </a:lnTo>
                <a:lnTo>
                  <a:pt x="992905" y="705164"/>
                </a:lnTo>
                <a:lnTo>
                  <a:pt x="993257" y="703135"/>
                </a:lnTo>
                <a:lnTo>
                  <a:pt x="993257" y="699697"/>
                </a:lnTo>
                <a:lnTo>
                  <a:pt x="994972" y="697563"/>
                </a:lnTo>
                <a:lnTo>
                  <a:pt x="998410" y="696716"/>
                </a:lnTo>
                <a:lnTo>
                  <a:pt x="1000220" y="696154"/>
                </a:lnTo>
                <a:lnTo>
                  <a:pt x="1000411" y="695858"/>
                </a:lnTo>
                <a:lnTo>
                  <a:pt x="1000535" y="695611"/>
                </a:lnTo>
                <a:lnTo>
                  <a:pt x="1000706" y="693172"/>
                </a:lnTo>
                <a:lnTo>
                  <a:pt x="1000916" y="688858"/>
                </a:lnTo>
                <a:lnTo>
                  <a:pt x="1001306" y="686476"/>
                </a:lnTo>
                <a:lnTo>
                  <a:pt x="1001868" y="686029"/>
                </a:lnTo>
                <a:lnTo>
                  <a:pt x="1002335" y="684105"/>
                </a:lnTo>
                <a:lnTo>
                  <a:pt x="1002697" y="680714"/>
                </a:lnTo>
                <a:lnTo>
                  <a:pt x="1004564" y="678885"/>
                </a:lnTo>
                <a:lnTo>
                  <a:pt x="1007955" y="678599"/>
                </a:lnTo>
                <a:lnTo>
                  <a:pt x="1009850" y="678113"/>
                </a:lnTo>
                <a:lnTo>
                  <a:pt x="1010241" y="677408"/>
                </a:lnTo>
                <a:lnTo>
                  <a:pt x="1010479" y="676866"/>
                </a:lnTo>
                <a:lnTo>
                  <a:pt x="1010574" y="676475"/>
                </a:lnTo>
                <a:lnTo>
                  <a:pt x="1010698" y="674208"/>
                </a:lnTo>
                <a:lnTo>
                  <a:pt x="1010850" y="670084"/>
                </a:lnTo>
                <a:lnTo>
                  <a:pt x="1011355" y="667703"/>
                </a:lnTo>
                <a:lnTo>
                  <a:pt x="1012203" y="667064"/>
                </a:lnTo>
                <a:lnTo>
                  <a:pt x="1012727" y="665207"/>
                </a:lnTo>
                <a:lnTo>
                  <a:pt x="1012917" y="662130"/>
                </a:lnTo>
                <a:lnTo>
                  <a:pt x="1014555" y="660416"/>
                </a:lnTo>
                <a:lnTo>
                  <a:pt x="1017632" y="660083"/>
                </a:lnTo>
                <a:lnTo>
                  <a:pt x="1019413" y="659482"/>
                </a:lnTo>
                <a:lnTo>
                  <a:pt x="1019880" y="658606"/>
                </a:lnTo>
                <a:lnTo>
                  <a:pt x="1020185" y="657930"/>
                </a:lnTo>
                <a:lnTo>
                  <a:pt x="1020318" y="657463"/>
                </a:lnTo>
                <a:lnTo>
                  <a:pt x="1020489" y="655244"/>
                </a:lnTo>
                <a:lnTo>
                  <a:pt x="1020680" y="651281"/>
                </a:lnTo>
                <a:lnTo>
                  <a:pt x="1021128" y="648900"/>
                </a:lnTo>
                <a:lnTo>
                  <a:pt x="1021832" y="648100"/>
                </a:lnTo>
                <a:lnTo>
                  <a:pt x="1022242" y="646128"/>
                </a:lnTo>
                <a:lnTo>
                  <a:pt x="1022347" y="642976"/>
                </a:lnTo>
                <a:lnTo>
                  <a:pt x="1023976" y="640766"/>
                </a:lnTo>
                <a:lnTo>
                  <a:pt x="1027128" y="639489"/>
                </a:lnTo>
                <a:lnTo>
                  <a:pt x="1028757" y="638747"/>
                </a:lnTo>
                <a:lnTo>
                  <a:pt x="1028871" y="638518"/>
                </a:lnTo>
                <a:lnTo>
                  <a:pt x="1029205" y="636118"/>
                </a:lnTo>
                <a:lnTo>
                  <a:pt x="1029738" y="632003"/>
                </a:lnTo>
                <a:lnTo>
                  <a:pt x="1030091" y="629622"/>
                </a:lnTo>
                <a:lnTo>
                  <a:pt x="1030272" y="628974"/>
                </a:lnTo>
                <a:lnTo>
                  <a:pt x="1030367" y="626688"/>
                </a:lnTo>
                <a:lnTo>
                  <a:pt x="1030367" y="622754"/>
                </a:lnTo>
                <a:lnTo>
                  <a:pt x="1030595" y="620373"/>
                </a:lnTo>
                <a:lnTo>
                  <a:pt x="1031062" y="619544"/>
                </a:lnTo>
                <a:lnTo>
                  <a:pt x="1031348" y="617449"/>
                </a:lnTo>
                <a:lnTo>
                  <a:pt x="1031453" y="614086"/>
                </a:lnTo>
                <a:lnTo>
                  <a:pt x="1032443" y="611705"/>
                </a:lnTo>
                <a:lnTo>
                  <a:pt x="1034329" y="610305"/>
                </a:lnTo>
                <a:lnTo>
                  <a:pt x="1035291" y="608886"/>
                </a:lnTo>
                <a:lnTo>
                  <a:pt x="1035339" y="607457"/>
                </a:lnTo>
                <a:lnTo>
                  <a:pt x="1036082" y="606523"/>
                </a:lnTo>
                <a:lnTo>
                  <a:pt x="1037511" y="606095"/>
                </a:lnTo>
                <a:lnTo>
                  <a:pt x="1038482" y="604676"/>
                </a:lnTo>
                <a:lnTo>
                  <a:pt x="1038987" y="602285"/>
                </a:lnTo>
                <a:lnTo>
                  <a:pt x="1039282" y="600837"/>
                </a:lnTo>
                <a:lnTo>
                  <a:pt x="1039387" y="600332"/>
                </a:lnTo>
                <a:lnTo>
                  <a:pt x="1039511" y="598065"/>
                </a:lnTo>
                <a:lnTo>
                  <a:pt x="1039654" y="594055"/>
                </a:lnTo>
                <a:lnTo>
                  <a:pt x="1039825" y="591674"/>
                </a:lnTo>
                <a:lnTo>
                  <a:pt x="1040016" y="590921"/>
                </a:lnTo>
                <a:lnTo>
                  <a:pt x="1040111" y="588635"/>
                </a:lnTo>
                <a:lnTo>
                  <a:pt x="1040111" y="584816"/>
                </a:lnTo>
                <a:lnTo>
                  <a:pt x="1040206" y="582435"/>
                </a:lnTo>
                <a:lnTo>
                  <a:pt x="1040387" y="581492"/>
                </a:lnTo>
                <a:lnTo>
                  <a:pt x="1040482" y="579206"/>
                </a:lnTo>
                <a:lnTo>
                  <a:pt x="1040482" y="575577"/>
                </a:lnTo>
                <a:lnTo>
                  <a:pt x="1040597" y="573195"/>
                </a:lnTo>
                <a:lnTo>
                  <a:pt x="1040825" y="572062"/>
                </a:lnTo>
                <a:lnTo>
                  <a:pt x="1040921" y="569776"/>
                </a:lnTo>
                <a:lnTo>
                  <a:pt x="1040863" y="566318"/>
                </a:lnTo>
                <a:lnTo>
                  <a:pt x="1041121" y="563937"/>
                </a:lnTo>
                <a:lnTo>
                  <a:pt x="1041702" y="562632"/>
                </a:lnTo>
                <a:lnTo>
                  <a:pt x="1041959" y="560499"/>
                </a:lnTo>
                <a:lnTo>
                  <a:pt x="1041892" y="557555"/>
                </a:lnTo>
                <a:lnTo>
                  <a:pt x="1042311" y="555174"/>
                </a:lnTo>
                <a:lnTo>
                  <a:pt x="1043216" y="553355"/>
                </a:lnTo>
                <a:lnTo>
                  <a:pt x="1043626" y="551393"/>
                </a:lnTo>
                <a:lnTo>
                  <a:pt x="1043559" y="549278"/>
                </a:lnTo>
                <a:lnTo>
                  <a:pt x="1043816" y="546897"/>
                </a:lnTo>
                <a:lnTo>
                  <a:pt x="1044416" y="544249"/>
                </a:lnTo>
                <a:lnTo>
                  <a:pt x="1044683" y="542134"/>
                </a:lnTo>
                <a:lnTo>
                  <a:pt x="1044607" y="540544"/>
                </a:lnTo>
                <a:lnTo>
                  <a:pt x="1044435" y="538163"/>
                </a:lnTo>
                <a:lnTo>
                  <a:pt x="1044159" y="534991"/>
                </a:lnTo>
                <a:lnTo>
                  <a:pt x="1044064" y="532505"/>
                </a:lnTo>
                <a:lnTo>
                  <a:pt x="1044140" y="530723"/>
                </a:lnTo>
                <a:lnTo>
                  <a:pt x="1043883" y="528342"/>
                </a:lnTo>
                <a:lnTo>
                  <a:pt x="1043283" y="525361"/>
                </a:lnTo>
                <a:lnTo>
                  <a:pt x="1042988" y="522684"/>
                </a:lnTo>
                <a:lnTo>
                  <a:pt x="1042988" y="520303"/>
                </a:lnTo>
                <a:lnTo>
                  <a:pt x="1042759" y="517922"/>
                </a:lnTo>
                <a:lnTo>
                  <a:pt x="1042311" y="515541"/>
                </a:lnTo>
                <a:lnTo>
                  <a:pt x="1042159" y="513007"/>
                </a:lnTo>
                <a:lnTo>
                  <a:pt x="1042302" y="510321"/>
                </a:lnTo>
                <a:lnTo>
                  <a:pt x="1042168" y="507940"/>
                </a:lnTo>
                <a:lnTo>
                  <a:pt x="1041740" y="505863"/>
                </a:lnTo>
                <a:lnTo>
                  <a:pt x="1041559" y="503301"/>
                </a:lnTo>
                <a:lnTo>
                  <a:pt x="1041625" y="500253"/>
                </a:lnTo>
                <a:lnTo>
                  <a:pt x="1041540" y="497872"/>
                </a:lnTo>
                <a:lnTo>
                  <a:pt x="1041302" y="496157"/>
                </a:lnTo>
                <a:lnTo>
                  <a:pt x="1041206" y="493690"/>
                </a:lnTo>
                <a:lnTo>
                  <a:pt x="1041263" y="490461"/>
                </a:lnTo>
                <a:lnTo>
                  <a:pt x="1041102" y="488080"/>
                </a:lnTo>
                <a:lnTo>
                  <a:pt x="1040730" y="486547"/>
                </a:lnTo>
                <a:lnTo>
                  <a:pt x="1040549" y="483975"/>
                </a:lnTo>
                <a:lnTo>
                  <a:pt x="1040549" y="480374"/>
                </a:lnTo>
                <a:lnTo>
                  <a:pt x="1040397" y="477993"/>
                </a:lnTo>
                <a:lnTo>
                  <a:pt x="1040082" y="476831"/>
                </a:lnTo>
                <a:lnTo>
                  <a:pt x="1039682" y="474050"/>
                </a:lnTo>
                <a:lnTo>
                  <a:pt x="1039187" y="469640"/>
                </a:lnTo>
                <a:lnTo>
                  <a:pt x="1038901" y="467258"/>
                </a:lnTo>
                <a:lnTo>
                  <a:pt x="1038825" y="466906"/>
                </a:lnTo>
                <a:lnTo>
                  <a:pt x="1038654" y="466106"/>
                </a:lnTo>
                <a:lnTo>
                  <a:pt x="1038368" y="464877"/>
                </a:lnTo>
                <a:lnTo>
                  <a:pt x="1036968" y="462496"/>
                </a:lnTo>
                <a:lnTo>
                  <a:pt x="1034463" y="458962"/>
                </a:lnTo>
                <a:lnTo>
                  <a:pt x="1033215" y="455943"/>
                </a:lnTo>
                <a:lnTo>
                  <a:pt x="1033215" y="453438"/>
                </a:lnTo>
                <a:lnTo>
                  <a:pt x="1032586" y="451056"/>
                </a:lnTo>
                <a:lnTo>
                  <a:pt x="1031338" y="448799"/>
                </a:lnTo>
                <a:lnTo>
                  <a:pt x="1030576" y="445656"/>
                </a:lnTo>
                <a:lnTo>
                  <a:pt x="1030291" y="441617"/>
                </a:lnTo>
                <a:lnTo>
                  <a:pt x="1030034" y="439236"/>
                </a:lnTo>
                <a:lnTo>
                  <a:pt x="1029824" y="438512"/>
                </a:lnTo>
                <a:lnTo>
                  <a:pt x="1029462" y="437331"/>
                </a:lnTo>
                <a:lnTo>
                  <a:pt x="1028957" y="435702"/>
                </a:lnTo>
                <a:lnTo>
                  <a:pt x="1027367" y="433321"/>
                </a:lnTo>
                <a:lnTo>
                  <a:pt x="1024690" y="430187"/>
                </a:lnTo>
                <a:lnTo>
                  <a:pt x="1023290" y="427225"/>
                </a:lnTo>
                <a:lnTo>
                  <a:pt x="1023147" y="424415"/>
                </a:lnTo>
                <a:lnTo>
                  <a:pt x="1022509" y="422034"/>
                </a:lnTo>
                <a:lnTo>
                  <a:pt x="1021366" y="420081"/>
                </a:lnTo>
                <a:lnTo>
                  <a:pt x="1020394" y="417443"/>
                </a:lnTo>
                <a:lnTo>
                  <a:pt x="1019585" y="414128"/>
                </a:lnTo>
                <a:lnTo>
                  <a:pt x="1018384" y="411747"/>
                </a:lnTo>
                <a:lnTo>
                  <a:pt x="1016794" y="410299"/>
                </a:lnTo>
                <a:lnTo>
                  <a:pt x="1015917" y="408699"/>
                </a:lnTo>
                <a:lnTo>
                  <a:pt x="1015746" y="406946"/>
                </a:lnTo>
                <a:lnTo>
                  <a:pt x="1014498" y="404565"/>
                </a:lnTo>
                <a:lnTo>
                  <a:pt x="1012155" y="401555"/>
                </a:lnTo>
                <a:lnTo>
                  <a:pt x="1010650" y="399126"/>
                </a:lnTo>
                <a:lnTo>
                  <a:pt x="1009983" y="397288"/>
                </a:lnTo>
                <a:lnTo>
                  <a:pt x="1008145" y="394907"/>
                </a:lnTo>
                <a:lnTo>
                  <a:pt x="1005126" y="391982"/>
                </a:lnTo>
                <a:lnTo>
                  <a:pt x="1003506" y="388906"/>
                </a:lnTo>
                <a:lnTo>
                  <a:pt x="1003297" y="385677"/>
                </a:lnTo>
                <a:lnTo>
                  <a:pt x="1002630" y="383296"/>
                </a:lnTo>
                <a:lnTo>
                  <a:pt x="1001516" y="381762"/>
                </a:lnTo>
                <a:lnTo>
                  <a:pt x="1000754" y="380629"/>
                </a:lnTo>
                <a:lnTo>
                  <a:pt x="1000335" y="379895"/>
                </a:lnTo>
                <a:lnTo>
                  <a:pt x="998353" y="377514"/>
                </a:lnTo>
                <a:lnTo>
                  <a:pt x="994820" y="373485"/>
                </a:lnTo>
                <a:lnTo>
                  <a:pt x="992438" y="370208"/>
                </a:lnTo>
                <a:lnTo>
                  <a:pt x="991210" y="367684"/>
                </a:lnTo>
                <a:lnTo>
                  <a:pt x="989514" y="365303"/>
                </a:lnTo>
                <a:lnTo>
                  <a:pt x="987352" y="363064"/>
                </a:lnTo>
                <a:lnTo>
                  <a:pt x="985476" y="360074"/>
                </a:lnTo>
                <a:lnTo>
                  <a:pt x="983875" y="356311"/>
                </a:lnTo>
                <a:lnTo>
                  <a:pt x="982666" y="353930"/>
                </a:lnTo>
                <a:lnTo>
                  <a:pt x="981847" y="352930"/>
                </a:lnTo>
                <a:lnTo>
                  <a:pt x="981342" y="352339"/>
                </a:lnTo>
                <a:lnTo>
                  <a:pt x="981161" y="352158"/>
                </a:lnTo>
                <a:lnTo>
                  <a:pt x="978903" y="349777"/>
                </a:lnTo>
                <a:lnTo>
                  <a:pt x="974569" y="345196"/>
                </a:lnTo>
                <a:lnTo>
                  <a:pt x="972188" y="342652"/>
                </a:lnTo>
                <a:lnTo>
                  <a:pt x="971760" y="342167"/>
                </a:lnTo>
                <a:lnTo>
                  <a:pt x="969569" y="339785"/>
                </a:lnTo>
                <a:lnTo>
                  <a:pt x="965616" y="335509"/>
                </a:lnTo>
                <a:lnTo>
                  <a:pt x="963235" y="332918"/>
                </a:lnTo>
                <a:lnTo>
                  <a:pt x="962425" y="332003"/>
                </a:lnTo>
                <a:lnTo>
                  <a:pt x="960120" y="329622"/>
                </a:lnTo>
                <a:lnTo>
                  <a:pt x="956310" y="325774"/>
                </a:lnTo>
                <a:lnTo>
                  <a:pt x="953929" y="323459"/>
                </a:lnTo>
                <a:lnTo>
                  <a:pt x="952976" y="322678"/>
                </a:lnTo>
                <a:lnTo>
                  <a:pt x="950233" y="320297"/>
                </a:lnTo>
                <a:lnTo>
                  <a:pt x="945709" y="316316"/>
                </a:lnTo>
                <a:lnTo>
                  <a:pt x="943327" y="314230"/>
                </a:lnTo>
                <a:lnTo>
                  <a:pt x="943089" y="314030"/>
                </a:lnTo>
                <a:lnTo>
                  <a:pt x="942594" y="313639"/>
                </a:lnTo>
                <a:lnTo>
                  <a:pt x="941822" y="313077"/>
                </a:lnTo>
                <a:lnTo>
                  <a:pt x="939441" y="312201"/>
                </a:lnTo>
                <a:lnTo>
                  <a:pt x="935450" y="311020"/>
                </a:lnTo>
                <a:lnTo>
                  <a:pt x="932040" y="309020"/>
                </a:lnTo>
                <a:lnTo>
                  <a:pt x="929230" y="306210"/>
                </a:lnTo>
                <a:lnTo>
                  <a:pt x="926849" y="304314"/>
                </a:lnTo>
                <a:lnTo>
                  <a:pt x="924897" y="303343"/>
                </a:lnTo>
                <a:lnTo>
                  <a:pt x="921810" y="300961"/>
                </a:lnTo>
                <a:lnTo>
                  <a:pt x="917591" y="297170"/>
                </a:lnTo>
                <a:lnTo>
                  <a:pt x="915210" y="295094"/>
                </a:lnTo>
                <a:lnTo>
                  <a:pt x="914667" y="294742"/>
                </a:lnTo>
                <a:lnTo>
                  <a:pt x="913914" y="294256"/>
                </a:lnTo>
                <a:lnTo>
                  <a:pt x="912943" y="293637"/>
                </a:lnTo>
                <a:lnTo>
                  <a:pt x="910561" y="292979"/>
                </a:lnTo>
                <a:lnTo>
                  <a:pt x="906770" y="292275"/>
                </a:lnTo>
                <a:lnTo>
                  <a:pt x="903027" y="290379"/>
                </a:lnTo>
                <a:lnTo>
                  <a:pt x="899322" y="287293"/>
                </a:lnTo>
                <a:lnTo>
                  <a:pt x="896941" y="285531"/>
                </a:lnTo>
                <a:lnTo>
                  <a:pt x="895883" y="285102"/>
                </a:lnTo>
                <a:lnTo>
                  <a:pt x="894845" y="284597"/>
                </a:lnTo>
                <a:lnTo>
                  <a:pt x="893826" y="284016"/>
                </a:lnTo>
                <a:lnTo>
                  <a:pt x="891445" y="283540"/>
                </a:lnTo>
                <a:lnTo>
                  <a:pt x="887701" y="283178"/>
                </a:lnTo>
                <a:lnTo>
                  <a:pt x="883910" y="281311"/>
                </a:lnTo>
                <a:lnTo>
                  <a:pt x="880081" y="277920"/>
                </a:lnTo>
                <a:lnTo>
                  <a:pt x="877700" y="276035"/>
                </a:lnTo>
                <a:lnTo>
                  <a:pt x="876767" y="275644"/>
                </a:lnTo>
                <a:lnTo>
                  <a:pt x="875900" y="275253"/>
                </a:lnTo>
                <a:lnTo>
                  <a:pt x="875109" y="274844"/>
                </a:lnTo>
                <a:lnTo>
                  <a:pt x="872728" y="274406"/>
                </a:lnTo>
                <a:lnTo>
                  <a:pt x="868756" y="273958"/>
                </a:lnTo>
                <a:lnTo>
                  <a:pt x="864660" y="272234"/>
                </a:lnTo>
                <a:lnTo>
                  <a:pt x="860422" y="269253"/>
                </a:lnTo>
                <a:lnTo>
                  <a:pt x="858041" y="267795"/>
                </a:lnTo>
                <a:lnTo>
                  <a:pt x="857517" y="267862"/>
                </a:lnTo>
                <a:lnTo>
                  <a:pt x="856955" y="267595"/>
                </a:lnTo>
                <a:lnTo>
                  <a:pt x="856355" y="266995"/>
                </a:lnTo>
                <a:lnTo>
                  <a:pt x="853973" y="266414"/>
                </a:lnTo>
                <a:lnTo>
                  <a:pt x="849811" y="265833"/>
                </a:lnTo>
                <a:lnTo>
                  <a:pt x="847315" y="265414"/>
                </a:lnTo>
                <a:lnTo>
                  <a:pt x="846487" y="265176"/>
                </a:lnTo>
                <a:lnTo>
                  <a:pt x="844106" y="265005"/>
                </a:lnTo>
                <a:lnTo>
                  <a:pt x="840172" y="264909"/>
                </a:lnTo>
                <a:lnTo>
                  <a:pt x="837314" y="264433"/>
                </a:lnTo>
                <a:lnTo>
                  <a:pt x="835543" y="263585"/>
                </a:lnTo>
                <a:lnTo>
                  <a:pt x="833161" y="263119"/>
                </a:lnTo>
                <a:lnTo>
                  <a:pt x="830170" y="263052"/>
                </a:lnTo>
                <a:lnTo>
                  <a:pt x="826379" y="261557"/>
                </a:lnTo>
                <a:lnTo>
                  <a:pt x="821788" y="258632"/>
                </a:lnTo>
                <a:lnTo>
                  <a:pt x="819407" y="257156"/>
                </a:lnTo>
                <a:lnTo>
                  <a:pt x="816702" y="256832"/>
                </a:lnTo>
                <a:lnTo>
                  <a:pt x="811987" y="256327"/>
                </a:lnTo>
                <a:lnTo>
                  <a:pt x="809292" y="256013"/>
                </a:lnTo>
                <a:lnTo>
                  <a:pt x="808615" y="255889"/>
                </a:lnTo>
                <a:lnTo>
                  <a:pt x="806234" y="255746"/>
                </a:lnTo>
                <a:lnTo>
                  <a:pt x="802148" y="255594"/>
                </a:lnTo>
                <a:lnTo>
                  <a:pt x="799586" y="255413"/>
                </a:lnTo>
                <a:lnTo>
                  <a:pt x="798547" y="255213"/>
                </a:lnTo>
                <a:lnTo>
                  <a:pt x="796166" y="255108"/>
                </a:lnTo>
                <a:lnTo>
                  <a:pt x="792442" y="255108"/>
                </a:lnTo>
                <a:lnTo>
                  <a:pt x="789956" y="255003"/>
                </a:lnTo>
                <a:lnTo>
                  <a:pt x="788708" y="254794"/>
                </a:lnTo>
                <a:lnTo>
                  <a:pt x="786327" y="254689"/>
                </a:lnTo>
                <a:lnTo>
                  <a:pt x="782812" y="254689"/>
                </a:lnTo>
                <a:lnTo>
                  <a:pt x="780374" y="254632"/>
                </a:lnTo>
                <a:lnTo>
                  <a:pt x="779012" y="254508"/>
                </a:lnTo>
                <a:lnTo>
                  <a:pt x="776630" y="254451"/>
                </a:lnTo>
                <a:lnTo>
                  <a:pt x="773230" y="254451"/>
                </a:lnTo>
                <a:lnTo>
                  <a:pt x="770763" y="254365"/>
                </a:lnTo>
                <a:lnTo>
                  <a:pt x="769229" y="254203"/>
                </a:lnTo>
                <a:lnTo>
                  <a:pt x="766848" y="254117"/>
                </a:lnTo>
                <a:lnTo>
                  <a:pt x="763619" y="254117"/>
                </a:lnTo>
                <a:lnTo>
                  <a:pt x="761209" y="254089"/>
                </a:lnTo>
                <a:lnTo>
                  <a:pt x="759619" y="254032"/>
                </a:lnTo>
                <a:lnTo>
                  <a:pt x="757238" y="254003"/>
                </a:lnTo>
                <a:lnTo>
                  <a:pt x="754066" y="254003"/>
                </a:lnTo>
                <a:lnTo>
                  <a:pt x="751665" y="253984"/>
                </a:lnTo>
                <a:lnTo>
                  <a:pt x="750046" y="253956"/>
                </a:lnTo>
                <a:lnTo>
                  <a:pt x="747665" y="253937"/>
                </a:lnTo>
                <a:lnTo>
                  <a:pt x="744522" y="253937"/>
                </a:lnTo>
                <a:lnTo>
                  <a:pt x="742293" y="254089"/>
                </a:lnTo>
                <a:lnTo>
                  <a:pt x="740969" y="254384"/>
                </a:lnTo>
                <a:lnTo>
                  <a:pt x="738588" y="254565"/>
                </a:lnTo>
                <a:lnTo>
                  <a:pt x="735149" y="254622"/>
                </a:lnTo>
                <a:lnTo>
                  <a:pt x="732939" y="254794"/>
                </a:lnTo>
                <a:lnTo>
                  <a:pt x="731977" y="255099"/>
                </a:lnTo>
                <a:lnTo>
                  <a:pt x="729596" y="255251"/>
                </a:lnTo>
                <a:lnTo>
                  <a:pt x="725795" y="255251"/>
                </a:lnTo>
                <a:lnTo>
                  <a:pt x="723509" y="255337"/>
                </a:lnTo>
                <a:lnTo>
                  <a:pt x="722719" y="255518"/>
                </a:lnTo>
                <a:lnTo>
                  <a:pt x="720338" y="255641"/>
                </a:lnTo>
                <a:lnTo>
                  <a:pt x="716366" y="255718"/>
                </a:lnTo>
                <a:lnTo>
                  <a:pt x="714070" y="255813"/>
                </a:lnTo>
                <a:lnTo>
                  <a:pt x="713461" y="255908"/>
                </a:lnTo>
                <a:lnTo>
                  <a:pt x="711079" y="256013"/>
                </a:lnTo>
                <a:lnTo>
                  <a:pt x="706926" y="256118"/>
                </a:lnTo>
                <a:lnTo>
                  <a:pt x="704631" y="256203"/>
                </a:lnTo>
                <a:lnTo>
                  <a:pt x="704202" y="256280"/>
                </a:lnTo>
                <a:lnTo>
                  <a:pt x="702526" y="256527"/>
                </a:lnTo>
                <a:lnTo>
                  <a:pt x="699592" y="256956"/>
                </a:lnTo>
                <a:lnTo>
                  <a:pt x="697925" y="257670"/>
                </a:lnTo>
                <a:lnTo>
                  <a:pt x="697516" y="258661"/>
                </a:lnTo>
                <a:lnTo>
                  <a:pt x="696811" y="259204"/>
                </a:lnTo>
                <a:lnTo>
                  <a:pt x="695820" y="259299"/>
                </a:lnTo>
                <a:lnTo>
                  <a:pt x="694477" y="260337"/>
                </a:lnTo>
                <a:lnTo>
                  <a:pt x="692791" y="262328"/>
                </a:lnTo>
                <a:lnTo>
                  <a:pt x="690410" y="263328"/>
                </a:lnTo>
                <a:lnTo>
                  <a:pt x="687334" y="263328"/>
                </a:lnTo>
                <a:lnTo>
                  <a:pt x="685295" y="263662"/>
                </a:lnTo>
                <a:lnTo>
                  <a:pt x="684286" y="264338"/>
                </a:lnTo>
                <a:lnTo>
                  <a:pt x="681904" y="264681"/>
                </a:lnTo>
                <a:lnTo>
                  <a:pt x="678151" y="264681"/>
                </a:lnTo>
                <a:lnTo>
                  <a:pt x="675904" y="264814"/>
                </a:lnTo>
                <a:lnTo>
                  <a:pt x="675161" y="265081"/>
                </a:lnTo>
                <a:lnTo>
                  <a:pt x="672779" y="265233"/>
                </a:lnTo>
                <a:lnTo>
                  <a:pt x="668760" y="265271"/>
                </a:lnTo>
                <a:lnTo>
                  <a:pt x="666464" y="265357"/>
                </a:lnTo>
                <a:lnTo>
                  <a:pt x="665902" y="265500"/>
                </a:lnTo>
                <a:lnTo>
                  <a:pt x="664312" y="265852"/>
                </a:lnTo>
                <a:lnTo>
                  <a:pt x="661702" y="266414"/>
                </a:lnTo>
                <a:lnTo>
                  <a:pt x="660435" y="267529"/>
                </a:lnTo>
                <a:lnTo>
                  <a:pt x="660502" y="269186"/>
                </a:lnTo>
                <a:lnTo>
                  <a:pt x="659711" y="269977"/>
                </a:lnTo>
                <a:lnTo>
                  <a:pt x="658054" y="269910"/>
                </a:lnTo>
                <a:lnTo>
                  <a:pt x="656634" y="270872"/>
                </a:lnTo>
                <a:lnTo>
                  <a:pt x="655463" y="272882"/>
                </a:lnTo>
                <a:lnTo>
                  <a:pt x="653082" y="273853"/>
                </a:lnTo>
                <a:lnTo>
                  <a:pt x="649491" y="273796"/>
                </a:lnTo>
                <a:lnTo>
                  <a:pt x="647376" y="274063"/>
                </a:lnTo>
                <a:lnTo>
                  <a:pt x="646719" y="274634"/>
                </a:lnTo>
                <a:lnTo>
                  <a:pt x="644338" y="275006"/>
                </a:lnTo>
                <a:lnTo>
                  <a:pt x="640232" y="275177"/>
                </a:lnTo>
                <a:lnTo>
                  <a:pt x="637975" y="275311"/>
                </a:lnTo>
                <a:lnTo>
                  <a:pt x="637584" y="275396"/>
                </a:lnTo>
                <a:lnTo>
                  <a:pt x="636946" y="275634"/>
                </a:lnTo>
                <a:lnTo>
                  <a:pt x="636070" y="276025"/>
                </a:lnTo>
                <a:lnTo>
                  <a:pt x="635318" y="277654"/>
                </a:lnTo>
                <a:lnTo>
                  <a:pt x="634679" y="280511"/>
                </a:lnTo>
                <a:lnTo>
                  <a:pt x="632936" y="281997"/>
                </a:lnTo>
                <a:lnTo>
                  <a:pt x="630079" y="282102"/>
                </a:lnTo>
                <a:lnTo>
                  <a:pt x="628240" y="282645"/>
                </a:lnTo>
                <a:lnTo>
                  <a:pt x="627412" y="283607"/>
                </a:lnTo>
                <a:lnTo>
                  <a:pt x="625031" y="284245"/>
                </a:lnTo>
                <a:lnTo>
                  <a:pt x="621097" y="284531"/>
                </a:lnTo>
                <a:lnTo>
                  <a:pt x="618915" y="284740"/>
                </a:lnTo>
                <a:lnTo>
                  <a:pt x="618496" y="284855"/>
                </a:lnTo>
                <a:lnTo>
                  <a:pt x="617963" y="285121"/>
                </a:lnTo>
                <a:lnTo>
                  <a:pt x="617296" y="285540"/>
                </a:lnTo>
                <a:lnTo>
                  <a:pt x="616725" y="287350"/>
                </a:lnTo>
                <a:lnTo>
                  <a:pt x="616239" y="290551"/>
                </a:lnTo>
                <a:lnTo>
                  <a:pt x="614401" y="292360"/>
                </a:lnTo>
                <a:lnTo>
                  <a:pt x="611200" y="292770"/>
                </a:lnTo>
                <a:lnTo>
                  <a:pt x="609343" y="293303"/>
                </a:lnTo>
                <a:lnTo>
                  <a:pt x="608838" y="293942"/>
                </a:lnTo>
                <a:lnTo>
                  <a:pt x="606771" y="294513"/>
                </a:lnTo>
                <a:lnTo>
                  <a:pt x="603152" y="295018"/>
                </a:lnTo>
                <a:lnTo>
                  <a:pt x="601266" y="295513"/>
                </a:lnTo>
                <a:lnTo>
                  <a:pt x="601104" y="295989"/>
                </a:lnTo>
                <a:lnTo>
                  <a:pt x="600789" y="296237"/>
                </a:lnTo>
                <a:lnTo>
                  <a:pt x="600313" y="296266"/>
                </a:lnTo>
                <a:lnTo>
                  <a:pt x="599627" y="297961"/>
                </a:lnTo>
                <a:lnTo>
                  <a:pt x="598742" y="301333"/>
                </a:lnTo>
                <a:lnTo>
                  <a:pt x="596360" y="303086"/>
                </a:lnTo>
                <a:lnTo>
                  <a:pt x="592484" y="303219"/>
                </a:lnTo>
                <a:lnTo>
                  <a:pt x="590312" y="303428"/>
                </a:lnTo>
                <a:lnTo>
                  <a:pt x="589845" y="303714"/>
                </a:lnTo>
                <a:lnTo>
                  <a:pt x="589131" y="304095"/>
                </a:lnTo>
                <a:lnTo>
                  <a:pt x="588188" y="304562"/>
                </a:lnTo>
                <a:lnTo>
                  <a:pt x="587645" y="306400"/>
                </a:lnTo>
                <a:lnTo>
                  <a:pt x="587512" y="309610"/>
                </a:lnTo>
                <a:lnTo>
                  <a:pt x="585835" y="311210"/>
                </a:lnTo>
                <a:lnTo>
                  <a:pt x="582625" y="311210"/>
                </a:lnTo>
                <a:lnTo>
                  <a:pt x="580739" y="311706"/>
                </a:lnTo>
                <a:lnTo>
                  <a:pt x="580158" y="312677"/>
                </a:lnTo>
                <a:lnTo>
                  <a:pt x="578501" y="313458"/>
                </a:lnTo>
                <a:lnTo>
                  <a:pt x="575767" y="314039"/>
                </a:lnTo>
                <a:lnTo>
                  <a:pt x="574367" y="315020"/>
                </a:lnTo>
                <a:lnTo>
                  <a:pt x="574310" y="316411"/>
                </a:lnTo>
                <a:lnTo>
                  <a:pt x="573586" y="317106"/>
                </a:lnTo>
                <a:lnTo>
                  <a:pt x="572195" y="317106"/>
                </a:lnTo>
                <a:lnTo>
                  <a:pt x="571157" y="318440"/>
                </a:lnTo>
                <a:lnTo>
                  <a:pt x="570462" y="321126"/>
                </a:lnTo>
                <a:lnTo>
                  <a:pt x="568081" y="322659"/>
                </a:lnTo>
                <a:lnTo>
                  <a:pt x="564013" y="323040"/>
                </a:lnTo>
                <a:lnTo>
                  <a:pt x="561851" y="323259"/>
                </a:lnTo>
                <a:lnTo>
                  <a:pt x="561594" y="323317"/>
                </a:lnTo>
                <a:lnTo>
                  <a:pt x="561365" y="323726"/>
                </a:lnTo>
                <a:lnTo>
                  <a:pt x="561080" y="325822"/>
                </a:lnTo>
                <a:lnTo>
                  <a:pt x="560584" y="329765"/>
                </a:lnTo>
                <a:lnTo>
                  <a:pt x="558365" y="331822"/>
                </a:lnTo>
                <a:lnTo>
                  <a:pt x="554422" y="332003"/>
                </a:lnTo>
                <a:lnTo>
                  <a:pt x="552202" y="332165"/>
                </a:lnTo>
                <a:lnTo>
                  <a:pt x="551707" y="332318"/>
                </a:lnTo>
                <a:lnTo>
                  <a:pt x="551355" y="332632"/>
                </a:lnTo>
                <a:lnTo>
                  <a:pt x="551136" y="333127"/>
                </a:lnTo>
                <a:lnTo>
                  <a:pt x="550964" y="335337"/>
                </a:lnTo>
                <a:lnTo>
                  <a:pt x="550840" y="339271"/>
                </a:lnTo>
                <a:lnTo>
                  <a:pt x="548821" y="341405"/>
                </a:lnTo>
                <a:lnTo>
                  <a:pt x="544887" y="341728"/>
                </a:lnTo>
                <a:lnTo>
                  <a:pt x="542754" y="341976"/>
                </a:lnTo>
                <a:lnTo>
                  <a:pt x="542411" y="342138"/>
                </a:lnTo>
                <a:lnTo>
                  <a:pt x="542182" y="342386"/>
                </a:lnTo>
                <a:lnTo>
                  <a:pt x="542068" y="342729"/>
                </a:lnTo>
                <a:lnTo>
                  <a:pt x="541877" y="344919"/>
                </a:lnTo>
                <a:lnTo>
                  <a:pt x="541601" y="348948"/>
                </a:lnTo>
                <a:lnTo>
                  <a:pt x="539448" y="351187"/>
                </a:lnTo>
                <a:lnTo>
                  <a:pt x="535419" y="351634"/>
                </a:lnTo>
                <a:lnTo>
                  <a:pt x="533295" y="351892"/>
                </a:lnTo>
                <a:lnTo>
                  <a:pt x="532562" y="354416"/>
                </a:lnTo>
                <a:lnTo>
                  <a:pt x="532076" y="358388"/>
                </a:lnTo>
                <a:lnTo>
                  <a:pt x="529838" y="360721"/>
                </a:lnTo>
                <a:lnTo>
                  <a:pt x="525866" y="361407"/>
                </a:lnTo>
                <a:lnTo>
                  <a:pt x="523837" y="361759"/>
                </a:lnTo>
                <a:lnTo>
                  <a:pt x="523437" y="364017"/>
                </a:lnTo>
                <a:lnTo>
                  <a:pt x="522884" y="368141"/>
                </a:lnTo>
                <a:lnTo>
                  <a:pt x="522065" y="370523"/>
                </a:lnTo>
                <a:lnTo>
                  <a:pt x="520989" y="371161"/>
                </a:lnTo>
                <a:lnTo>
                  <a:pt x="520389" y="372942"/>
                </a:lnTo>
                <a:lnTo>
                  <a:pt x="520275" y="375876"/>
                </a:lnTo>
                <a:lnTo>
                  <a:pt x="518751" y="377495"/>
                </a:lnTo>
                <a:lnTo>
                  <a:pt x="515817" y="377800"/>
                </a:lnTo>
                <a:lnTo>
                  <a:pt x="514102" y="378476"/>
                </a:lnTo>
                <a:lnTo>
                  <a:pt x="513607" y="379495"/>
                </a:lnTo>
                <a:lnTo>
                  <a:pt x="513226" y="380257"/>
                </a:lnTo>
                <a:lnTo>
                  <a:pt x="512959" y="380752"/>
                </a:lnTo>
                <a:lnTo>
                  <a:pt x="512807" y="382981"/>
                </a:lnTo>
                <a:lnTo>
                  <a:pt x="512769" y="386944"/>
                </a:lnTo>
                <a:lnTo>
                  <a:pt x="511331" y="389325"/>
                </a:lnTo>
                <a:lnTo>
                  <a:pt x="508502" y="390125"/>
                </a:lnTo>
                <a:lnTo>
                  <a:pt x="507092" y="391097"/>
                </a:lnTo>
                <a:lnTo>
                  <a:pt x="507092" y="392230"/>
                </a:lnTo>
                <a:lnTo>
                  <a:pt x="506530" y="392725"/>
                </a:lnTo>
                <a:lnTo>
                  <a:pt x="505397" y="392582"/>
                </a:lnTo>
                <a:lnTo>
                  <a:pt x="504482" y="394049"/>
                </a:lnTo>
                <a:lnTo>
                  <a:pt x="503796" y="397135"/>
                </a:lnTo>
                <a:lnTo>
                  <a:pt x="503196" y="399021"/>
                </a:lnTo>
                <a:lnTo>
                  <a:pt x="502672" y="399707"/>
                </a:lnTo>
                <a:lnTo>
                  <a:pt x="502368" y="401784"/>
                </a:lnTo>
                <a:lnTo>
                  <a:pt x="502272" y="405241"/>
                </a:lnTo>
                <a:lnTo>
                  <a:pt x="500491" y="407546"/>
                </a:lnTo>
                <a:lnTo>
                  <a:pt x="497034" y="408680"/>
                </a:lnTo>
                <a:lnTo>
                  <a:pt x="495262" y="409289"/>
                </a:lnTo>
                <a:lnTo>
                  <a:pt x="494833" y="411613"/>
                </a:lnTo>
                <a:lnTo>
                  <a:pt x="494233" y="415700"/>
                </a:lnTo>
                <a:lnTo>
                  <a:pt x="493671" y="418081"/>
                </a:lnTo>
                <a:lnTo>
                  <a:pt x="493119" y="418757"/>
                </a:lnTo>
                <a:lnTo>
                  <a:pt x="492824" y="420843"/>
                </a:lnTo>
                <a:lnTo>
                  <a:pt x="492776" y="424329"/>
                </a:lnTo>
                <a:lnTo>
                  <a:pt x="491328" y="426710"/>
                </a:lnTo>
                <a:lnTo>
                  <a:pt x="488490" y="427987"/>
                </a:lnTo>
                <a:lnTo>
                  <a:pt x="487070" y="428949"/>
                </a:lnTo>
                <a:lnTo>
                  <a:pt x="487070" y="429597"/>
                </a:lnTo>
                <a:lnTo>
                  <a:pt x="486747" y="429939"/>
                </a:lnTo>
                <a:lnTo>
                  <a:pt x="486099" y="429968"/>
                </a:lnTo>
                <a:lnTo>
                  <a:pt x="485470" y="431721"/>
                </a:lnTo>
                <a:lnTo>
                  <a:pt x="484861" y="435188"/>
                </a:lnTo>
                <a:lnTo>
                  <a:pt x="484432" y="437236"/>
                </a:lnTo>
                <a:lnTo>
                  <a:pt x="484184" y="437845"/>
                </a:lnTo>
                <a:lnTo>
                  <a:pt x="484061" y="440103"/>
                </a:lnTo>
                <a:lnTo>
                  <a:pt x="484061" y="444008"/>
                </a:lnTo>
                <a:lnTo>
                  <a:pt x="483765" y="446389"/>
                </a:lnTo>
                <a:lnTo>
                  <a:pt x="483165" y="447246"/>
                </a:lnTo>
                <a:lnTo>
                  <a:pt x="482870" y="449332"/>
                </a:lnTo>
                <a:lnTo>
                  <a:pt x="482870" y="452638"/>
                </a:lnTo>
                <a:lnTo>
                  <a:pt x="482117" y="455019"/>
                </a:lnTo>
                <a:lnTo>
                  <a:pt x="480612" y="456476"/>
                </a:lnTo>
                <a:lnTo>
                  <a:pt x="480003" y="458248"/>
                </a:lnTo>
                <a:lnTo>
                  <a:pt x="480298" y="460343"/>
                </a:lnTo>
                <a:lnTo>
                  <a:pt x="479393" y="461534"/>
                </a:lnTo>
                <a:lnTo>
                  <a:pt x="477298" y="461820"/>
                </a:lnTo>
                <a:lnTo>
                  <a:pt x="476040" y="462944"/>
                </a:lnTo>
                <a:lnTo>
                  <a:pt x="475612" y="464896"/>
                </a:lnTo>
                <a:lnTo>
                  <a:pt x="475364" y="466087"/>
                </a:lnTo>
                <a:lnTo>
                  <a:pt x="475278" y="466515"/>
                </a:lnTo>
                <a:lnTo>
                  <a:pt x="475174" y="468792"/>
                </a:lnTo>
                <a:lnTo>
                  <a:pt x="475050" y="472926"/>
                </a:lnTo>
                <a:lnTo>
                  <a:pt x="474926" y="475307"/>
                </a:lnTo>
                <a:lnTo>
                  <a:pt x="474783" y="475936"/>
                </a:lnTo>
                <a:lnTo>
                  <a:pt x="474697" y="478222"/>
                </a:lnTo>
                <a:lnTo>
                  <a:pt x="474650" y="482175"/>
                </a:lnTo>
                <a:lnTo>
                  <a:pt x="474469" y="484556"/>
                </a:lnTo>
                <a:lnTo>
                  <a:pt x="474145" y="485365"/>
                </a:lnTo>
                <a:lnTo>
                  <a:pt x="473954" y="487566"/>
                </a:lnTo>
                <a:lnTo>
                  <a:pt x="473897" y="491138"/>
                </a:lnTo>
                <a:lnTo>
                  <a:pt x="473621" y="493519"/>
                </a:lnTo>
                <a:lnTo>
                  <a:pt x="473116" y="494709"/>
                </a:lnTo>
                <a:lnTo>
                  <a:pt x="472831" y="496805"/>
                </a:lnTo>
                <a:lnTo>
                  <a:pt x="472764" y="499805"/>
                </a:lnTo>
                <a:lnTo>
                  <a:pt x="472211" y="502187"/>
                </a:lnTo>
                <a:lnTo>
                  <a:pt x="471183" y="503949"/>
                </a:lnTo>
                <a:lnTo>
                  <a:pt x="470668" y="505806"/>
                </a:lnTo>
                <a:lnTo>
                  <a:pt x="470668" y="507778"/>
                </a:lnTo>
                <a:lnTo>
                  <a:pt x="469678" y="509683"/>
                </a:lnTo>
                <a:lnTo>
                  <a:pt x="467706" y="511521"/>
                </a:lnTo>
                <a:lnTo>
                  <a:pt x="466668" y="512864"/>
                </a:lnTo>
                <a:lnTo>
                  <a:pt x="466563" y="513712"/>
                </a:lnTo>
                <a:lnTo>
                  <a:pt x="466506" y="514188"/>
                </a:lnTo>
                <a:lnTo>
                  <a:pt x="466363" y="516550"/>
                </a:lnTo>
                <a:lnTo>
                  <a:pt x="466115" y="520941"/>
                </a:lnTo>
                <a:lnTo>
                  <a:pt x="465982" y="523323"/>
                </a:lnTo>
                <a:lnTo>
                  <a:pt x="465953" y="523694"/>
                </a:lnTo>
                <a:lnTo>
                  <a:pt x="465896" y="526009"/>
                </a:lnTo>
                <a:lnTo>
                  <a:pt x="465792" y="530276"/>
                </a:lnTo>
                <a:lnTo>
                  <a:pt x="465725" y="532657"/>
                </a:lnTo>
                <a:lnTo>
                  <a:pt x="465715" y="533152"/>
                </a:lnTo>
                <a:lnTo>
                  <a:pt x="465696" y="535515"/>
                </a:lnTo>
                <a:lnTo>
                  <a:pt x="465658" y="539734"/>
                </a:lnTo>
                <a:lnTo>
                  <a:pt x="465639" y="542115"/>
                </a:lnTo>
                <a:lnTo>
                  <a:pt x="465649" y="542658"/>
                </a:lnTo>
                <a:lnTo>
                  <a:pt x="465649" y="545040"/>
                </a:lnTo>
                <a:lnTo>
                  <a:pt x="465649" y="549259"/>
                </a:lnTo>
                <a:lnTo>
                  <a:pt x="465658" y="551640"/>
                </a:lnTo>
                <a:lnTo>
                  <a:pt x="465658" y="552183"/>
                </a:lnTo>
                <a:lnTo>
                  <a:pt x="465668" y="554565"/>
                </a:lnTo>
                <a:lnTo>
                  <a:pt x="465668" y="558803"/>
                </a:lnTo>
                <a:lnTo>
                  <a:pt x="465668" y="561184"/>
                </a:lnTo>
                <a:lnTo>
                  <a:pt x="465677" y="561708"/>
                </a:lnTo>
                <a:lnTo>
                  <a:pt x="465725" y="564147"/>
                </a:lnTo>
                <a:lnTo>
                  <a:pt x="465830" y="568481"/>
                </a:lnTo>
                <a:lnTo>
                  <a:pt x="465887" y="570862"/>
                </a:lnTo>
                <a:lnTo>
                  <a:pt x="465906" y="571290"/>
                </a:lnTo>
                <a:lnTo>
                  <a:pt x="466115" y="573519"/>
                </a:lnTo>
                <a:lnTo>
                  <a:pt x="466525" y="577548"/>
                </a:lnTo>
                <a:lnTo>
                  <a:pt x="466935" y="579930"/>
                </a:lnTo>
                <a:lnTo>
                  <a:pt x="467344" y="580663"/>
                </a:lnTo>
                <a:lnTo>
                  <a:pt x="467582" y="581263"/>
                </a:lnTo>
                <a:lnTo>
                  <a:pt x="467649" y="581739"/>
                </a:lnTo>
                <a:lnTo>
                  <a:pt x="468868" y="584121"/>
                </a:lnTo>
                <a:lnTo>
                  <a:pt x="471249" y="588407"/>
                </a:lnTo>
                <a:lnTo>
                  <a:pt x="472440" y="591979"/>
                </a:lnTo>
                <a:lnTo>
                  <a:pt x="472440" y="594836"/>
                </a:lnTo>
                <a:lnTo>
                  <a:pt x="472802" y="597218"/>
                </a:lnTo>
                <a:lnTo>
                  <a:pt x="473507" y="599123"/>
                </a:lnTo>
                <a:lnTo>
                  <a:pt x="473869" y="601866"/>
                </a:lnTo>
                <a:lnTo>
                  <a:pt x="473869" y="605438"/>
                </a:lnTo>
                <a:lnTo>
                  <a:pt x="474021" y="607819"/>
                </a:lnTo>
                <a:lnTo>
                  <a:pt x="474326" y="609009"/>
                </a:lnTo>
                <a:lnTo>
                  <a:pt x="474707" y="611762"/>
                </a:lnTo>
                <a:lnTo>
                  <a:pt x="475155" y="616087"/>
                </a:lnTo>
                <a:lnTo>
                  <a:pt x="475421" y="618468"/>
                </a:lnTo>
                <a:lnTo>
                  <a:pt x="475526" y="618906"/>
                </a:lnTo>
                <a:lnTo>
                  <a:pt x="475745" y="619830"/>
                </a:lnTo>
                <a:lnTo>
                  <a:pt x="476079" y="621240"/>
                </a:lnTo>
                <a:lnTo>
                  <a:pt x="477507" y="623621"/>
                </a:lnTo>
                <a:lnTo>
                  <a:pt x="480022" y="626974"/>
                </a:lnTo>
                <a:lnTo>
                  <a:pt x="481355" y="629984"/>
                </a:lnTo>
                <a:lnTo>
                  <a:pt x="481498" y="632641"/>
                </a:lnTo>
                <a:lnTo>
                  <a:pt x="482165" y="635022"/>
                </a:lnTo>
                <a:lnTo>
                  <a:pt x="483346" y="637127"/>
                </a:lnTo>
                <a:lnTo>
                  <a:pt x="484137" y="640290"/>
                </a:lnTo>
                <a:lnTo>
                  <a:pt x="484508" y="644509"/>
                </a:lnTo>
                <a:lnTo>
                  <a:pt x="484813" y="646890"/>
                </a:lnTo>
                <a:lnTo>
                  <a:pt x="485042" y="647433"/>
                </a:lnTo>
                <a:lnTo>
                  <a:pt x="485308" y="648319"/>
                </a:lnTo>
                <a:lnTo>
                  <a:pt x="485623" y="649548"/>
                </a:lnTo>
                <a:lnTo>
                  <a:pt x="487213" y="651929"/>
                </a:lnTo>
                <a:lnTo>
                  <a:pt x="490099" y="655463"/>
                </a:lnTo>
                <a:lnTo>
                  <a:pt x="491623" y="658749"/>
                </a:lnTo>
                <a:lnTo>
                  <a:pt x="491776" y="661787"/>
                </a:lnTo>
                <a:lnTo>
                  <a:pt x="492376" y="664169"/>
                </a:lnTo>
                <a:lnTo>
                  <a:pt x="493395" y="665893"/>
                </a:lnTo>
                <a:lnTo>
                  <a:pt x="494252" y="668036"/>
                </a:lnTo>
                <a:lnTo>
                  <a:pt x="494948" y="670617"/>
                </a:lnTo>
                <a:lnTo>
                  <a:pt x="496395" y="672998"/>
                </a:lnTo>
                <a:lnTo>
                  <a:pt x="498577" y="675180"/>
                </a:lnTo>
                <a:lnTo>
                  <a:pt x="499710" y="677418"/>
                </a:lnTo>
                <a:lnTo>
                  <a:pt x="499805" y="679694"/>
                </a:lnTo>
                <a:lnTo>
                  <a:pt x="500758" y="682076"/>
                </a:lnTo>
                <a:lnTo>
                  <a:pt x="502549" y="684562"/>
                </a:lnTo>
                <a:lnTo>
                  <a:pt x="503796" y="687591"/>
                </a:lnTo>
                <a:lnTo>
                  <a:pt x="504482" y="691163"/>
                </a:lnTo>
                <a:lnTo>
                  <a:pt x="505254" y="693544"/>
                </a:lnTo>
                <a:lnTo>
                  <a:pt x="506120" y="694734"/>
                </a:lnTo>
                <a:lnTo>
                  <a:pt x="506578" y="695782"/>
                </a:lnTo>
                <a:lnTo>
                  <a:pt x="506616" y="696687"/>
                </a:lnTo>
                <a:lnTo>
                  <a:pt x="508054" y="699068"/>
                </a:lnTo>
                <a:lnTo>
                  <a:pt x="510883" y="702926"/>
                </a:lnTo>
                <a:lnTo>
                  <a:pt x="512816" y="706155"/>
                </a:lnTo>
                <a:lnTo>
                  <a:pt x="513836" y="708765"/>
                </a:lnTo>
                <a:lnTo>
                  <a:pt x="515464" y="711146"/>
                </a:lnTo>
                <a:lnTo>
                  <a:pt x="517684" y="713299"/>
                </a:lnTo>
                <a:lnTo>
                  <a:pt x="519132" y="715823"/>
                </a:lnTo>
                <a:lnTo>
                  <a:pt x="519808" y="718728"/>
                </a:lnTo>
                <a:lnTo>
                  <a:pt x="520875" y="721109"/>
                </a:lnTo>
                <a:lnTo>
                  <a:pt x="522322" y="722967"/>
                </a:lnTo>
                <a:lnTo>
                  <a:pt x="523246" y="724300"/>
                </a:lnTo>
                <a:lnTo>
                  <a:pt x="523665" y="725110"/>
                </a:lnTo>
                <a:lnTo>
                  <a:pt x="525590" y="727491"/>
                </a:lnTo>
                <a:lnTo>
                  <a:pt x="529028" y="731444"/>
                </a:lnTo>
                <a:lnTo>
                  <a:pt x="531409" y="734920"/>
                </a:lnTo>
                <a:lnTo>
                  <a:pt x="532733" y="737921"/>
                </a:lnTo>
                <a:lnTo>
                  <a:pt x="534314" y="740302"/>
                </a:lnTo>
                <a:lnTo>
                  <a:pt x="536143" y="742064"/>
                </a:lnTo>
                <a:lnTo>
                  <a:pt x="537143" y="743941"/>
                </a:lnTo>
                <a:lnTo>
                  <a:pt x="537296" y="745931"/>
                </a:lnTo>
                <a:lnTo>
                  <a:pt x="538477" y="748313"/>
                </a:lnTo>
                <a:lnTo>
                  <a:pt x="540677" y="751084"/>
                </a:lnTo>
                <a:lnTo>
                  <a:pt x="542068" y="752904"/>
                </a:lnTo>
                <a:lnTo>
                  <a:pt x="542639" y="753770"/>
                </a:lnTo>
                <a:lnTo>
                  <a:pt x="544773" y="756152"/>
                </a:lnTo>
                <a:lnTo>
                  <a:pt x="548478" y="760047"/>
                </a:lnTo>
                <a:lnTo>
                  <a:pt x="550859" y="763162"/>
                </a:lnTo>
                <a:lnTo>
                  <a:pt x="551917" y="765477"/>
                </a:lnTo>
                <a:lnTo>
                  <a:pt x="553641" y="767858"/>
                </a:lnTo>
                <a:lnTo>
                  <a:pt x="556022" y="770306"/>
                </a:lnTo>
                <a:lnTo>
                  <a:pt x="558403" y="773906"/>
                </a:lnTo>
                <a:lnTo>
                  <a:pt x="560784" y="778669"/>
                </a:lnTo>
                <a:lnTo>
                  <a:pt x="564109" y="783431"/>
                </a:lnTo>
                <a:lnTo>
                  <a:pt x="568366" y="788194"/>
                </a:lnTo>
                <a:lnTo>
                  <a:pt x="570748" y="790918"/>
                </a:lnTo>
                <a:lnTo>
                  <a:pt x="571252" y="791594"/>
                </a:lnTo>
                <a:lnTo>
                  <a:pt x="573367" y="793975"/>
                </a:lnTo>
                <a:lnTo>
                  <a:pt x="577110" y="798062"/>
                </a:lnTo>
                <a:lnTo>
                  <a:pt x="579491" y="800843"/>
                </a:lnTo>
                <a:lnTo>
                  <a:pt x="580511" y="802319"/>
                </a:lnTo>
                <a:lnTo>
                  <a:pt x="582663" y="804701"/>
                </a:lnTo>
                <a:lnTo>
                  <a:pt x="585949" y="807987"/>
                </a:lnTo>
                <a:lnTo>
                  <a:pt x="588331" y="810673"/>
                </a:lnTo>
                <a:lnTo>
                  <a:pt x="589807" y="812759"/>
                </a:lnTo>
                <a:lnTo>
                  <a:pt x="591922" y="815140"/>
                </a:lnTo>
                <a:lnTo>
                  <a:pt x="594655" y="817817"/>
                </a:lnTo>
                <a:lnTo>
                  <a:pt x="597037" y="820836"/>
                </a:lnTo>
                <a:lnTo>
                  <a:pt x="599065" y="824208"/>
                </a:lnTo>
                <a:lnTo>
                  <a:pt x="600713" y="826589"/>
                </a:lnTo>
                <a:lnTo>
                  <a:pt x="601999" y="827980"/>
                </a:lnTo>
                <a:lnTo>
                  <a:pt x="604380" y="830732"/>
                </a:lnTo>
                <a:lnTo>
                  <a:pt x="607857" y="834847"/>
                </a:lnTo>
                <a:lnTo>
                  <a:pt x="609914" y="837228"/>
                </a:lnTo>
                <a:lnTo>
                  <a:pt x="610533" y="837876"/>
                </a:lnTo>
                <a:lnTo>
                  <a:pt x="610981" y="838648"/>
                </a:lnTo>
                <a:lnTo>
                  <a:pt x="611248" y="839543"/>
                </a:lnTo>
                <a:lnTo>
                  <a:pt x="613019" y="841924"/>
                </a:lnTo>
                <a:lnTo>
                  <a:pt x="616277" y="845791"/>
                </a:lnTo>
                <a:lnTo>
                  <a:pt x="618211" y="848058"/>
                </a:lnTo>
                <a:lnTo>
                  <a:pt x="618820" y="848735"/>
                </a:lnTo>
                <a:lnTo>
                  <a:pt x="621106" y="851116"/>
                </a:lnTo>
                <a:lnTo>
                  <a:pt x="625069" y="855202"/>
                </a:lnTo>
                <a:lnTo>
                  <a:pt x="627450" y="857736"/>
                </a:lnTo>
                <a:lnTo>
                  <a:pt x="628250" y="858698"/>
                </a:lnTo>
                <a:lnTo>
                  <a:pt x="630650" y="861079"/>
                </a:lnTo>
                <a:lnTo>
                  <a:pt x="634651" y="864880"/>
                </a:lnTo>
                <a:lnTo>
                  <a:pt x="637032" y="867308"/>
                </a:lnTo>
                <a:lnTo>
                  <a:pt x="637794" y="868366"/>
                </a:lnTo>
                <a:lnTo>
                  <a:pt x="639899" y="870747"/>
                </a:lnTo>
                <a:lnTo>
                  <a:pt x="643347" y="874452"/>
                </a:lnTo>
                <a:lnTo>
                  <a:pt x="645728" y="877253"/>
                </a:lnTo>
                <a:lnTo>
                  <a:pt x="647043" y="879158"/>
                </a:lnTo>
                <a:lnTo>
                  <a:pt x="649062" y="881539"/>
                </a:lnTo>
                <a:lnTo>
                  <a:pt x="651786" y="884396"/>
                </a:lnTo>
                <a:lnTo>
                  <a:pt x="654167" y="887206"/>
                </a:lnTo>
                <a:lnTo>
                  <a:pt x="656206" y="889968"/>
                </a:lnTo>
                <a:lnTo>
                  <a:pt x="658330" y="892350"/>
                </a:lnTo>
                <a:lnTo>
                  <a:pt x="660540" y="894350"/>
                </a:lnTo>
                <a:lnTo>
                  <a:pt x="662921" y="897331"/>
                </a:lnTo>
                <a:lnTo>
                  <a:pt x="665474" y="901303"/>
                </a:lnTo>
                <a:lnTo>
                  <a:pt x="667169" y="903684"/>
                </a:lnTo>
                <a:lnTo>
                  <a:pt x="668007" y="904475"/>
                </a:lnTo>
                <a:lnTo>
                  <a:pt x="669198" y="906066"/>
                </a:lnTo>
                <a:lnTo>
                  <a:pt x="670741" y="908447"/>
                </a:lnTo>
                <a:lnTo>
                  <a:pt x="672627" y="910828"/>
                </a:lnTo>
                <a:lnTo>
                  <a:pt x="674856" y="913209"/>
                </a:lnTo>
                <a:lnTo>
                  <a:pt x="676046" y="914495"/>
                </a:lnTo>
                <a:lnTo>
                  <a:pt x="676199" y="914695"/>
                </a:lnTo>
                <a:lnTo>
                  <a:pt x="678332" y="917077"/>
                </a:lnTo>
                <a:lnTo>
                  <a:pt x="682438" y="921639"/>
                </a:lnTo>
                <a:lnTo>
                  <a:pt x="684819" y="924249"/>
                </a:lnTo>
                <a:lnTo>
                  <a:pt x="685476" y="924906"/>
                </a:lnTo>
                <a:lnTo>
                  <a:pt x="687686" y="927287"/>
                </a:lnTo>
                <a:lnTo>
                  <a:pt x="691467" y="931393"/>
                </a:lnTo>
                <a:lnTo>
                  <a:pt x="693849" y="934060"/>
                </a:lnTo>
                <a:lnTo>
                  <a:pt x="694830" y="935288"/>
                </a:lnTo>
                <a:lnTo>
                  <a:pt x="697097" y="937670"/>
                </a:lnTo>
                <a:lnTo>
                  <a:pt x="700630" y="941203"/>
                </a:lnTo>
                <a:lnTo>
                  <a:pt x="703012" y="943737"/>
                </a:lnTo>
                <a:lnTo>
                  <a:pt x="704240" y="945271"/>
                </a:lnTo>
                <a:lnTo>
                  <a:pt x="706469" y="947652"/>
                </a:lnTo>
                <a:lnTo>
                  <a:pt x="709698" y="950881"/>
                </a:lnTo>
                <a:lnTo>
                  <a:pt x="712079" y="953548"/>
                </a:lnTo>
                <a:lnTo>
                  <a:pt x="713613" y="955634"/>
                </a:lnTo>
                <a:lnTo>
                  <a:pt x="715709" y="958015"/>
                </a:lnTo>
                <a:lnTo>
                  <a:pt x="718385" y="960692"/>
                </a:lnTo>
                <a:lnTo>
                  <a:pt x="720766" y="963740"/>
                </a:lnTo>
                <a:lnTo>
                  <a:pt x="722852" y="967169"/>
                </a:lnTo>
                <a:lnTo>
                  <a:pt x="724567" y="969550"/>
                </a:lnTo>
                <a:lnTo>
                  <a:pt x="725900" y="970883"/>
                </a:lnTo>
                <a:lnTo>
                  <a:pt x="728281" y="973807"/>
                </a:lnTo>
                <a:lnTo>
                  <a:pt x="731710" y="978322"/>
                </a:lnTo>
                <a:lnTo>
                  <a:pt x="733549" y="980704"/>
                </a:lnTo>
                <a:lnTo>
                  <a:pt x="733796" y="980951"/>
                </a:lnTo>
                <a:lnTo>
                  <a:pt x="734139" y="981418"/>
                </a:lnTo>
                <a:lnTo>
                  <a:pt x="734568" y="982094"/>
                </a:lnTo>
                <a:lnTo>
                  <a:pt x="736683" y="984475"/>
                </a:lnTo>
                <a:lnTo>
                  <a:pt x="740464" y="988562"/>
                </a:lnTo>
                <a:lnTo>
                  <a:pt x="742502" y="990771"/>
                </a:lnTo>
                <a:lnTo>
                  <a:pt x="742798" y="991124"/>
                </a:lnTo>
                <a:lnTo>
                  <a:pt x="745103" y="993505"/>
                </a:lnTo>
                <a:lnTo>
                  <a:pt x="749417" y="997915"/>
                </a:lnTo>
                <a:lnTo>
                  <a:pt x="751799" y="1000401"/>
                </a:lnTo>
                <a:lnTo>
                  <a:pt x="752246" y="1000963"/>
                </a:lnTo>
                <a:lnTo>
                  <a:pt x="754513" y="1003344"/>
                </a:lnTo>
                <a:lnTo>
                  <a:pt x="758600" y="1007545"/>
                </a:lnTo>
                <a:lnTo>
                  <a:pt x="760981" y="1010079"/>
                </a:lnTo>
                <a:lnTo>
                  <a:pt x="761657" y="1010926"/>
                </a:lnTo>
                <a:lnTo>
                  <a:pt x="763762" y="1013308"/>
                </a:lnTo>
                <a:lnTo>
                  <a:pt x="767296" y="1017222"/>
                </a:lnTo>
                <a:lnTo>
                  <a:pt x="769677" y="1019937"/>
                </a:lnTo>
                <a:lnTo>
                  <a:pt x="770906" y="1021461"/>
                </a:lnTo>
                <a:lnTo>
                  <a:pt x="773173" y="1023842"/>
                </a:lnTo>
                <a:lnTo>
                  <a:pt x="776478" y="1027081"/>
                </a:lnTo>
                <a:lnTo>
                  <a:pt x="778859" y="1029595"/>
                </a:lnTo>
                <a:lnTo>
                  <a:pt x="780317" y="1031377"/>
                </a:lnTo>
                <a:lnTo>
                  <a:pt x="782660" y="1033758"/>
                </a:lnTo>
                <a:lnTo>
                  <a:pt x="785879" y="1036739"/>
                </a:lnTo>
                <a:lnTo>
                  <a:pt x="788260" y="1039520"/>
                </a:lnTo>
                <a:lnTo>
                  <a:pt x="789803" y="1042121"/>
                </a:lnTo>
                <a:lnTo>
                  <a:pt x="791528" y="1044502"/>
                </a:lnTo>
                <a:lnTo>
                  <a:pt x="793433" y="1046664"/>
                </a:lnTo>
                <a:lnTo>
                  <a:pt x="794690" y="1049007"/>
                </a:lnTo>
                <a:lnTo>
                  <a:pt x="795290" y="1051512"/>
                </a:lnTo>
                <a:lnTo>
                  <a:pt x="796481" y="1053894"/>
                </a:lnTo>
                <a:lnTo>
                  <a:pt x="798271" y="1056151"/>
                </a:lnTo>
                <a:lnTo>
                  <a:pt x="799405" y="1057561"/>
                </a:lnTo>
                <a:lnTo>
                  <a:pt x="799871" y="1058142"/>
                </a:lnTo>
                <a:lnTo>
                  <a:pt x="802015" y="1060523"/>
                </a:lnTo>
                <a:lnTo>
                  <a:pt x="805834" y="1064705"/>
                </a:lnTo>
                <a:lnTo>
                  <a:pt x="808215" y="1067648"/>
                </a:lnTo>
                <a:lnTo>
                  <a:pt x="809158" y="1069343"/>
                </a:lnTo>
                <a:lnTo>
                  <a:pt x="811063" y="1071724"/>
                </a:lnTo>
                <a:lnTo>
                  <a:pt x="813940" y="1074791"/>
                </a:lnTo>
                <a:lnTo>
                  <a:pt x="816321" y="1077887"/>
                </a:lnTo>
                <a:lnTo>
                  <a:pt x="818207" y="1081002"/>
                </a:lnTo>
                <a:lnTo>
                  <a:pt x="820064" y="1083383"/>
                </a:lnTo>
                <a:lnTo>
                  <a:pt x="821893" y="1085031"/>
                </a:lnTo>
                <a:lnTo>
                  <a:pt x="823732" y="1087679"/>
                </a:lnTo>
                <a:lnTo>
                  <a:pt x="825560" y="1091346"/>
                </a:lnTo>
                <a:lnTo>
                  <a:pt x="826951" y="1093727"/>
                </a:lnTo>
                <a:lnTo>
                  <a:pt x="827903" y="1094823"/>
                </a:lnTo>
                <a:lnTo>
                  <a:pt x="828456" y="1095461"/>
                </a:lnTo>
                <a:lnTo>
                  <a:pt x="830704" y="1098023"/>
                </a:lnTo>
                <a:lnTo>
                  <a:pt x="834771" y="1102604"/>
                </a:lnTo>
                <a:lnTo>
                  <a:pt x="837152" y="1105414"/>
                </a:lnTo>
                <a:lnTo>
                  <a:pt x="837848" y="1106443"/>
                </a:lnTo>
                <a:lnTo>
                  <a:pt x="839924" y="1108824"/>
                </a:lnTo>
                <a:lnTo>
                  <a:pt x="843363" y="1112558"/>
                </a:lnTo>
                <a:lnTo>
                  <a:pt x="845744" y="1115682"/>
                </a:lnTo>
                <a:lnTo>
                  <a:pt x="847068" y="1118206"/>
                </a:lnTo>
                <a:lnTo>
                  <a:pt x="848878" y="1120588"/>
                </a:lnTo>
                <a:lnTo>
                  <a:pt x="851192" y="1122826"/>
                </a:lnTo>
                <a:lnTo>
                  <a:pt x="852849" y="1125607"/>
                </a:lnTo>
                <a:lnTo>
                  <a:pt x="853850" y="1128922"/>
                </a:lnTo>
                <a:lnTo>
                  <a:pt x="854888" y="1131303"/>
                </a:lnTo>
                <a:lnTo>
                  <a:pt x="855974" y="1132751"/>
                </a:lnTo>
                <a:lnTo>
                  <a:pt x="856698" y="1133723"/>
                </a:lnTo>
                <a:lnTo>
                  <a:pt x="857069" y="1134208"/>
                </a:lnTo>
                <a:lnTo>
                  <a:pt x="859165" y="1136590"/>
                </a:lnTo>
                <a:lnTo>
                  <a:pt x="862984" y="1140866"/>
                </a:lnTo>
                <a:lnTo>
                  <a:pt x="865365" y="1144324"/>
                </a:lnTo>
                <a:lnTo>
                  <a:pt x="866308" y="1146972"/>
                </a:lnTo>
                <a:lnTo>
                  <a:pt x="867870" y="1149353"/>
                </a:lnTo>
                <a:lnTo>
                  <a:pt x="870071" y="1151468"/>
                </a:lnTo>
                <a:lnTo>
                  <a:pt x="871261" y="1153716"/>
                </a:lnTo>
                <a:lnTo>
                  <a:pt x="871442" y="1156097"/>
                </a:lnTo>
                <a:lnTo>
                  <a:pt x="872414" y="1158478"/>
                </a:lnTo>
                <a:lnTo>
                  <a:pt x="874166" y="1160859"/>
                </a:lnTo>
                <a:lnTo>
                  <a:pt x="875357" y="1162869"/>
                </a:lnTo>
                <a:lnTo>
                  <a:pt x="875986" y="1164498"/>
                </a:lnTo>
                <a:lnTo>
                  <a:pt x="877672" y="1166879"/>
                </a:lnTo>
                <a:lnTo>
                  <a:pt x="880405" y="1170013"/>
                </a:lnTo>
                <a:lnTo>
                  <a:pt x="881929" y="1173099"/>
                </a:lnTo>
                <a:lnTo>
                  <a:pt x="882234" y="1176137"/>
                </a:lnTo>
                <a:lnTo>
                  <a:pt x="882948" y="1178519"/>
                </a:lnTo>
                <a:lnTo>
                  <a:pt x="884063" y="1180243"/>
                </a:lnTo>
                <a:lnTo>
                  <a:pt x="884920" y="1181986"/>
                </a:lnTo>
                <a:lnTo>
                  <a:pt x="885520" y="1183757"/>
                </a:lnTo>
                <a:lnTo>
                  <a:pt x="887168" y="1186139"/>
                </a:lnTo>
                <a:lnTo>
                  <a:pt x="889854" y="1189130"/>
                </a:lnTo>
                <a:lnTo>
                  <a:pt x="891273" y="1192044"/>
                </a:lnTo>
                <a:lnTo>
                  <a:pt x="891416" y="1194873"/>
                </a:lnTo>
                <a:lnTo>
                  <a:pt x="892064" y="1197254"/>
                </a:lnTo>
                <a:lnTo>
                  <a:pt x="893216" y="1199188"/>
                </a:lnTo>
                <a:lnTo>
                  <a:pt x="894188" y="1201636"/>
                </a:lnTo>
                <a:lnTo>
                  <a:pt x="894959" y="1204617"/>
                </a:lnTo>
                <a:lnTo>
                  <a:pt x="896207" y="1206998"/>
                </a:lnTo>
                <a:lnTo>
                  <a:pt x="897922" y="1208780"/>
                </a:lnTo>
                <a:lnTo>
                  <a:pt x="898817" y="1210570"/>
                </a:lnTo>
                <a:lnTo>
                  <a:pt x="898884" y="1212352"/>
                </a:lnTo>
                <a:lnTo>
                  <a:pt x="899893" y="1214733"/>
                </a:lnTo>
                <a:lnTo>
                  <a:pt x="901837" y="1217714"/>
                </a:lnTo>
                <a:lnTo>
                  <a:pt x="902980" y="1221238"/>
                </a:lnTo>
                <a:lnTo>
                  <a:pt x="903341" y="1225325"/>
                </a:lnTo>
                <a:lnTo>
                  <a:pt x="903646" y="1227706"/>
                </a:lnTo>
                <a:lnTo>
                  <a:pt x="903903" y="1228382"/>
                </a:lnTo>
                <a:lnTo>
                  <a:pt x="904246" y="1229620"/>
                </a:lnTo>
                <a:lnTo>
                  <a:pt x="904665" y="1231402"/>
                </a:lnTo>
                <a:lnTo>
                  <a:pt x="905989" y="1233783"/>
                </a:lnTo>
                <a:lnTo>
                  <a:pt x="908228" y="1236764"/>
                </a:lnTo>
                <a:lnTo>
                  <a:pt x="909304" y="1239336"/>
                </a:lnTo>
                <a:lnTo>
                  <a:pt x="909237" y="1241498"/>
                </a:lnTo>
                <a:lnTo>
                  <a:pt x="909942" y="1243879"/>
                </a:lnTo>
                <a:lnTo>
                  <a:pt x="911409" y="1246480"/>
                </a:lnTo>
                <a:lnTo>
                  <a:pt x="912485" y="1249937"/>
                </a:lnTo>
                <a:lnTo>
                  <a:pt x="913162" y="1254252"/>
                </a:lnTo>
                <a:lnTo>
                  <a:pt x="913590" y="1256633"/>
                </a:lnTo>
                <a:lnTo>
                  <a:pt x="913752" y="1257081"/>
                </a:lnTo>
                <a:lnTo>
                  <a:pt x="913971" y="1257814"/>
                </a:lnTo>
                <a:lnTo>
                  <a:pt x="914257" y="1258834"/>
                </a:lnTo>
                <a:lnTo>
                  <a:pt x="915714" y="1261215"/>
                </a:lnTo>
                <a:lnTo>
                  <a:pt x="918324" y="1264958"/>
                </a:lnTo>
                <a:lnTo>
                  <a:pt x="919639" y="1268130"/>
                </a:lnTo>
                <a:lnTo>
                  <a:pt x="919639" y="1270759"/>
                </a:lnTo>
                <a:lnTo>
                  <a:pt x="920067" y="1273140"/>
                </a:lnTo>
                <a:lnTo>
                  <a:pt x="920934" y="1275274"/>
                </a:lnTo>
                <a:lnTo>
                  <a:pt x="921363" y="1278093"/>
                </a:lnTo>
                <a:lnTo>
                  <a:pt x="921363" y="1281579"/>
                </a:lnTo>
                <a:lnTo>
                  <a:pt x="921534" y="1283960"/>
                </a:lnTo>
                <a:lnTo>
                  <a:pt x="921858" y="1285237"/>
                </a:lnTo>
                <a:lnTo>
                  <a:pt x="922106" y="1287866"/>
                </a:lnTo>
                <a:lnTo>
                  <a:pt x="922287" y="1291857"/>
                </a:lnTo>
                <a:lnTo>
                  <a:pt x="922449" y="1294238"/>
                </a:lnTo>
                <a:lnTo>
                  <a:pt x="922582" y="1295009"/>
                </a:lnTo>
                <a:lnTo>
                  <a:pt x="922944" y="1297753"/>
                </a:lnTo>
                <a:lnTo>
                  <a:pt x="923534" y="1302468"/>
                </a:lnTo>
                <a:lnTo>
                  <a:pt x="923820" y="1304849"/>
                </a:lnTo>
                <a:lnTo>
                  <a:pt x="923906" y="1305525"/>
                </a:lnTo>
                <a:lnTo>
                  <a:pt x="924801" y="1307906"/>
                </a:lnTo>
                <a:lnTo>
                  <a:pt x="926544" y="1312269"/>
                </a:lnTo>
                <a:lnTo>
                  <a:pt x="927478" y="1315383"/>
                </a:lnTo>
                <a:lnTo>
                  <a:pt x="927602" y="1317260"/>
                </a:lnTo>
                <a:lnTo>
                  <a:pt x="928078" y="1319641"/>
                </a:lnTo>
                <a:lnTo>
                  <a:pt x="928888" y="1322527"/>
                </a:lnTo>
                <a:lnTo>
                  <a:pt x="929335" y="1325356"/>
                </a:lnTo>
                <a:lnTo>
                  <a:pt x="929402" y="1328109"/>
                </a:lnTo>
                <a:lnTo>
                  <a:pt x="929707" y="1330490"/>
                </a:lnTo>
                <a:lnTo>
                  <a:pt x="930250" y="1332500"/>
                </a:lnTo>
                <a:lnTo>
                  <a:pt x="930583" y="1335215"/>
                </a:lnTo>
                <a:lnTo>
                  <a:pt x="930716" y="1338644"/>
                </a:lnTo>
                <a:lnTo>
                  <a:pt x="930964" y="1341025"/>
                </a:lnTo>
                <a:lnTo>
                  <a:pt x="931316" y="1342358"/>
                </a:lnTo>
                <a:lnTo>
                  <a:pt x="931516" y="1344940"/>
                </a:lnTo>
                <a:lnTo>
                  <a:pt x="931574" y="1348778"/>
                </a:lnTo>
                <a:lnTo>
                  <a:pt x="931659" y="1351159"/>
                </a:lnTo>
                <a:lnTo>
                  <a:pt x="931783" y="1352083"/>
                </a:lnTo>
                <a:lnTo>
                  <a:pt x="931869" y="1354560"/>
                </a:lnTo>
                <a:lnTo>
                  <a:pt x="931916" y="1358570"/>
                </a:lnTo>
                <a:lnTo>
                  <a:pt x="931945" y="1360951"/>
                </a:lnTo>
                <a:lnTo>
                  <a:pt x="931945" y="1361704"/>
                </a:lnTo>
                <a:lnTo>
                  <a:pt x="931945" y="1364085"/>
                </a:lnTo>
                <a:lnTo>
                  <a:pt x="931945" y="1368095"/>
                </a:lnTo>
                <a:lnTo>
                  <a:pt x="931945" y="1370476"/>
                </a:lnTo>
                <a:lnTo>
                  <a:pt x="931945" y="1371229"/>
                </a:lnTo>
                <a:lnTo>
                  <a:pt x="931916" y="1373581"/>
                </a:lnTo>
                <a:lnTo>
                  <a:pt x="931869" y="1377534"/>
                </a:lnTo>
                <a:lnTo>
                  <a:pt x="931840" y="1379915"/>
                </a:lnTo>
                <a:lnTo>
                  <a:pt x="931831" y="1380725"/>
                </a:lnTo>
                <a:lnTo>
                  <a:pt x="931793" y="1383078"/>
                </a:lnTo>
                <a:lnTo>
                  <a:pt x="931745" y="1386973"/>
                </a:lnTo>
                <a:lnTo>
                  <a:pt x="931726" y="1389355"/>
                </a:lnTo>
                <a:lnTo>
                  <a:pt x="931735" y="1390221"/>
                </a:lnTo>
                <a:lnTo>
                  <a:pt x="931745" y="1392603"/>
                </a:lnTo>
                <a:lnTo>
                  <a:pt x="931745" y="1396508"/>
                </a:lnTo>
                <a:lnTo>
                  <a:pt x="931716" y="1398889"/>
                </a:lnTo>
                <a:lnTo>
                  <a:pt x="931669" y="1399746"/>
                </a:lnTo>
                <a:lnTo>
                  <a:pt x="931574" y="1402032"/>
                </a:lnTo>
                <a:lnTo>
                  <a:pt x="931421" y="1405738"/>
                </a:lnTo>
                <a:lnTo>
                  <a:pt x="931269" y="1408119"/>
                </a:lnTo>
                <a:lnTo>
                  <a:pt x="931116" y="1409176"/>
                </a:lnTo>
                <a:lnTo>
                  <a:pt x="931012" y="1411453"/>
                </a:lnTo>
                <a:lnTo>
                  <a:pt x="930954" y="1414948"/>
                </a:lnTo>
                <a:lnTo>
                  <a:pt x="930716" y="1417330"/>
                </a:lnTo>
                <a:lnTo>
                  <a:pt x="930297" y="1418596"/>
                </a:lnTo>
                <a:lnTo>
                  <a:pt x="930088" y="1420768"/>
                </a:lnTo>
                <a:lnTo>
                  <a:pt x="930088" y="1423845"/>
                </a:lnTo>
                <a:lnTo>
                  <a:pt x="929707" y="1426226"/>
                </a:lnTo>
                <a:lnTo>
                  <a:pt x="928935" y="1427912"/>
                </a:lnTo>
                <a:lnTo>
                  <a:pt x="928554" y="1429903"/>
                </a:lnTo>
                <a:lnTo>
                  <a:pt x="928554" y="1432217"/>
                </a:lnTo>
                <a:lnTo>
                  <a:pt x="927735" y="1434598"/>
                </a:lnTo>
                <a:lnTo>
                  <a:pt x="926106" y="1437046"/>
                </a:lnTo>
                <a:lnTo>
                  <a:pt x="925239" y="1438570"/>
                </a:lnTo>
                <a:lnTo>
                  <a:pt x="925154" y="1439170"/>
                </a:lnTo>
                <a:lnTo>
                  <a:pt x="924820" y="1439713"/>
                </a:lnTo>
                <a:lnTo>
                  <a:pt x="924220" y="1440218"/>
                </a:lnTo>
                <a:lnTo>
                  <a:pt x="923696" y="1442075"/>
                </a:lnTo>
                <a:lnTo>
                  <a:pt x="923249" y="1445295"/>
                </a:lnTo>
                <a:lnTo>
                  <a:pt x="923001" y="1447124"/>
                </a:lnTo>
                <a:lnTo>
                  <a:pt x="922944" y="1447571"/>
                </a:lnTo>
                <a:lnTo>
                  <a:pt x="922753" y="1449762"/>
                </a:lnTo>
                <a:lnTo>
                  <a:pt x="922430" y="1453696"/>
                </a:lnTo>
                <a:lnTo>
                  <a:pt x="922201" y="1456077"/>
                </a:lnTo>
                <a:lnTo>
                  <a:pt x="922077" y="1456906"/>
                </a:lnTo>
                <a:lnTo>
                  <a:pt x="922020" y="1459230"/>
                </a:lnTo>
                <a:lnTo>
                  <a:pt x="922020" y="1463040"/>
                </a:lnTo>
                <a:lnTo>
                  <a:pt x="921896" y="1465421"/>
                </a:lnTo>
                <a:lnTo>
                  <a:pt x="921639" y="1466374"/>
                </a:lnTo>
                <a:lnTo>
                  <a:pt x="921506" y="1468631"/>
                </a:lnTo>
                <a:lnTo>
                  <a:pt x="921506" y="1472184"/>
                </a:lnTo>
                <a:lnTo>
                  <a:pt x="921039" y="1474565"/>
                </a:lnTo>
                <a:lnTo>
                  <a:pt x="920105" y="1475775"/>
                </a:lnTo>
                <a:lnTo>
                  <a:pt x="919610" y="1477651"/>
                </a:lnTo>
                <a:lnTo>
                  <a:pt x="919544" y="1480204"/>
                </a:lnTo>
                <a:lnTo>
                  <a:pt x="918229" y="1482147"/>
                </a:lnTo>
                <a:lnTo>
                  <a:pt x="915676" y="1483471"/>
                </a:lnTo>
                <a:lnTo>
                  <a:pt x="914286" y="1484462"/>
                </a:lnTo>
                <a:lnTo>
                  <a:pt x="914067" y="1485128"/>
                </a:lnTo>
                <a:lnTo>
                  <a:pt x="913924" y="1485567"/>
                </a:lnTo>
                <a:lnTo>
                  <a:pt x="913571" y="1487881"/>
                </a:lnTo>
                <a:lnTo>
                  <a:pt x="913057" y="1491844"/>
                </a:lnTo>
                <a:lnTo>
                  <a:pt x="912600" y="1494225"/>
                </a:lnTo>
                <a:lnTo>
                  <a:pt x="912209" y="1495025"/>
                </a:lnTo>
                <a:lnTo>
                  <a:pt x="912019" y="1497216"/>
                </a:lnTo>
                <a:lnTo>
                  <a:pt x="912019" y="1500788"/>
                </a:lnTo>
                <a:lnTo>
                  <a:pt x="911428" y="1503169"/>
                </a:lnTo>
                <a:lnTo>
                  <a:pt x="910238" y="1504359"/>
                </a:lnTo>
                <a:lnTo>
                  <a:pt x="909714" y="1506217"/>
                </a:lnTo>
                <a:lnTo>
                  <a:pt x="909876" y="1508760"/>
                </a:lnTo>
                <a:lnTo>
                  <a:pt x="908685" y="1510494"/>
                </a:lnTo>
                <a:lnTo>
                  <a:pt x="906142" y="1511417"/>
                </a:lnTo>
                <a:lnTo>
                  <a:pt x="904742" y="1512399"/>
                </a:lnTo>
                <a:lnTo>
                  <a:pt x="904475" y="1513427"/>
                </a:lnTo>
                <a:lnTo>
                  <a:pt x="904313" y="1514075"/>
                </a:lnTo>
                <a:lnTo>
                  <a:pt x="904265" y="1514342"/>
                </a:lnTo>
                <a:lnTo>
                  <a:pt x="904046" y="1516513"/>
                </a:lnTo>
                <a:lnTo>
                  <a:pt x="903684" y="1520590"/>
                </a:lnTo>
                <a:lnTo>
                  <a:pt x="903237" y="1522971"/>
                </a:lnTo>
                <a:lnTo>
                  <a:pt x="902713" y="1523657"/>
                </a:lnTo>
                <a:lnTo>
                  <a:pt x="902418" y="1525743"/>
                </a:lnTo>
                <a:lnTo>
                  <a:pt x="902351" y="1529229"/>
                </a:lnTo>
                <a:lnTo>
                  <a:pt x="900579" y="1531610"/>
                </a:lnTo>
                <a:lnTo>
                  <a:pt x="897093" y="1532887"/>
                </a:lnTo>
                <a:lnTo>
                  <a:pt x="894988" y="1535544"/>
                </a:lnTo>
                <a:lnTo>
                  <a:pt x="894264" y="1539583"/>
                </a:lnTo>
                <a:lnTo>
                  <a:pt x="893683" y="1541964"/>
                </a:lnTo>
                <a:lnTo>
                  <a:pt x="893255" y="1542688"/>
                </a:lnTo>
                <a:lnTo>
                  <a:pt x="893045" y="1544850"/>
                </a:lnTo>
                <a:lnTo>
                  <a:pt x="893045" y="1548460"/>
                </a:lnTo>
                <a:lnTo>
                  <a:pt x="891235" y="1550841"/>
                </a:lnTo>
                <a:lnTo>
                  <a:pt x="887625" y="1551994"/>
                </a:lnTo>
                <a:lnTo>
                  <a:pt x="885454" y="1554585"/>
                </a:lnTo>
                <a:lnTo>
                  <a:pt x="884711" y="1558604"/>
                </a:lnTo>
                <a:lnTo>
                  <a:pt x="883987" y="1560986"/>
                </a:lnTo>
                <a:lnTo>
                  <a:pt x="883282" y="1561729"/>
                </a:lnTo>
                <a:lnTo>
                  <a:pt x="882996" y="1563824"/>
                </a:lnTo>
                <a:lnTo>
                  <a:pt x="883120" y="1567263"/>
                </a:lnTo>
                <a:lnTo>
                  <a:pt x="881463" y="1569282"/>
                </a:lnTo>
                <a:lnTo>
                  <a:pt x="878024" y="1569872"/>
                </a:lnTo>
                <a:lnTo>
                  <a:pt x="876148" y="1570387"/>
                </a:lnTo>
                <a:lnTo>
                  <a:pt x="875833" y="1570796"/>
                </a:lnTo>
                <a:lnTo>
                  <a:pt x="875633" y="1571158"/>
                </a:lnTo>
                <a:lnTo>
                  <a:pt x="875557" y="1571473"/>
                </a:lnTo>
                <a:lnTo>
                  <a:pt x="875262" y="1573559"/>
                </a:lnTo>
                <a:lnTo>
                  <a:pt x="874766" y="1577426"/>
                </a:lnTo>
                <a:lnTo>
                  <a:pt x="873576" y="1579807"/>
                </a:lnTo>
                <a:lnTo>
                  <a:pt x="871709" y="1580702"/>
                </a:lnTo>
                <a:lnTo>
                  <a:pt x="870737" y="1582122"/>
                </a:lnTo>
                <a:lnTo>
                  <a:pt x="870680" y="1584055"/>
                </a:lnTo>
                <a:lnTo>
                  <a:pt x="869680" y="1585055"/>
                </a:lnTo>
                <a:lnTo>
                  <a:pt x="867747" y="1585112"/>
                </a:lnTo>
                <a:lnTo>
                  <a:pt x="866404" y="1586160"/>
                </a:lnTo>
                <a:lnTo>
                  <a:pt x="865670" y="1588179"/>
                </a:lnTo>
                <a:lnTo>
                  <a:pt x="865003" y="1589570"/>
                </a:lnTo>
                <a:lnTo>
                  <a:pt x="864432" y="1590304"/>
                </a:lnTo>
                <a:lnTo>
                  <a:pt x="864137" y="1592399"/>
                </a:lnTo>
                <a:lnTo>
                  <a:pt x="864137" y="1595838"/>
                </a:lnTo>
                <a:lnTo>
                  <a:pt x="862413" y="1597676"/>
                </a:lnTo>
                <a:lnTo>
                  <a:pt x="858974" y="1597904"/>
                </a:lnTo>
                <a:lnTo>
                  <a:pt x="856964" y="1598276"/>
                </a:lnTo>
                <a:lnTo>
                  <a:pt x="856393" y="1598800"/>
                </a:lnTo>
                <a:lnTo>
                  <a:pt x="856002" y="1599343"/>
                </a:lnTo>
                <a:lnTo>
                  <a:pt x="855793" y="1599914"/>
                </a:lnTo>
                <a:lnTo>
                  <a:pt x="855593" y="1602095"/>
                </a:lnTo>
                <a:lnTo>
                  <a:pt x="855412" y="1605896"/>
                </a:lnTo>
                <a:lnTo>
                  <a:pt x="853859" y="1608277"/>
                </a:lnTo>
                <a:lnTo>
                  <a:pt x="850925" y="1609239"/>
                </a:lnTo>
                <a:lnTo>
                  <a:pt x="849459" y="1610154"/>
                </a:lnTo>
                <a:lnTo>
                  <a:pt x="849459" y="1611020"/>
                </a:lnTo>
                <a:lnTo>
                  <a:pt x="849020" y="1611459"/>
                </a:lnTo>
                <a:lnTo>
                  <a:pt x="848154" y="1611459"/>
                </a:lnTo>
                <a:lnTo>
                  <a:pt x="847334" y="1613021"/>
                </a:lnTo>
                <a:lnTo>
                  <a:pt x="846563" y="1616145"/>
                </a:lnTo>
                <a:lnTo>
                  <a:pt x="845372" y="1618088"/>
                </a:lnTo>
                <a:lnTo>
                  <a:pt x="843763" y="1618859"/>
                </a:lnTo>
                <a:lnTo>
                  <a:pt x="842896" y="1620374"/>
                </a:lnTo>
                <a:lnTo>
                  <a:pt x="842772" y="1622631"/>
                </a:lnTo>
                <a:lnTo>
                  <a:pt x="841581" y="1623822"/>
                </a:lnTo>
                <a:lnTo>
                  <a:pt x="839324" y="1623946"/>
                </a:lnTo>
                <a:lnTo>
                  <a:pt x="837819" y="1624822"/>
                </a:lnTo>
                <a:lnTo>
                  <a:pt x="837067" y="1626451"/>
                </a:lnTo>
                <a:lnTo>
                  <a:pt x="835962" y="1627642"/>
                </a:lnTo>
                <a:lnTo>
                  <a:pt x="834523" y="1628394"/>
                </a:lnTo>
                <a:lnTo>
                  <a:pt x="833771" y="1630023"/>
                </a:lnTo>
                <a:lnTo>
                  <a:pt x="833704" y="1632528"/>
                </a:lnTo>
                <a:lnTo>
                  <a:pt x="832428" y="1633804"/>
                </a:lnTo>
                <a:lnTo>
                  <a:pt x="829923" y="1633871"/>
                </a:lnTo>
                <a:lnTo>
                  <a:pt x="828294" y="1634623"/>
                </a:lnTo>
                <a:lnTo>
                  <a:pt x="827542" y="1636062"/>
                </a:lnTo>
                <a:lnTo>
                  <a:pt x="826513" y="1637167"/>
                </a:lnTo>
                <a:lnTo>
                  <a:pt x="825236" y="1637919"/>
                </a:lnTo>
                <a:lnTo>
                  <a:pt x="824627" y="1639691"/>
                </a:lnTo>
                <a:lnTo>
                  <a:pt x="824694" y="1642481"/>
                </a:lnTo>
                <a:lnTo>
                  <a:pt x="823331" y="1643910"/>
                </a:lnTo>
                <a:lnTo>
                  <a:pt x="820541" y="1643977"/>
                </a:lnTo>
                <a:lnTo>
                  <a:pt x="818807" y="1644625"/>
                </a:lnTo>
                <a:lnTo>
                  <a:pt x="818121" y="1645844"/>
                </a:lnTo>
                <a:lnTo>
                  <a:pt x="816931" y="1646796"/>
                </a:lnTo>
                <a:lnTo>
                  <a:pt x="815235" y="1647482"/>
                </a:lnTo>
                <a:lnTo>
                  <a:pt x="814321" y="1648949"/>
                </a:lnTo>
                <a:lnTo>
                  <a:pt x="814178" y="1651187"/>
                </a:lnTo>
                <a:lnTo>
                  <a:pt x="812987" y="1652378"/>
                </a:lnTo>
                <a:lnTo>
                  <a:pt x="810749" y="1652521"/>
                </a:lnTo>
                <a:lnTo>
                  <a:pt x="809263" y="1653416"/>
                </a:lnTo>
                <a:lnTo>
                  <a:pt x="808530" y="1655064"/>
                </a:lnTo>
                <a:lnTo>
                  <a:pt x="807253" y="1656255"/>
                </a:lnTo>
                <a:lnTo>
                  <a:pt x="805453" y="1656988"/>
                </a:lnTo>
                <a:lnTo>
                  <a:pt x="804548" y="1658464"/>
                </a:lnTo>
                <a:lnTo>
                  <a:pt x="804548" y="1660684"/>
                </a:lnTo>
                <a:lnTo>
                  <a:pt x="803434" y="1661874"/>
                </a:lnTo>
                <a:lnTo>
                  <a:pt x="801214" y="1662036"/>
                </a:lnTo>
                <a:lnTo>
                  <a:pt x="799786" y="1662989"/>
                </a:lnTo>
                <a:lnTo>
                  <a:pt x="799148" y="1664732"/>
                </a:lnTo>
                <a:lnTo>
                  <a:pt x="797862" y="1665923"/>
                </a:lnTo>
                <a:lnTo>
                  <a:pt x="795938" y="1666561"/>
                </a:lnTo>
                <a:lnTo>
                  <a:pt x="794928" y="1667932"/>
                </a:lnTo>
                <a:lnTo>
                  <a:pt x="794852" y="1670047"/>
                </a:lnTo>
                <a:lnTo>
                  <a:pt x="793747" y="1671104"/>
                </a:lnTo>
                <a:lnTo>
                  <a:pt x="791632" y="1671104"/>
                </a:lnTo>
                <a:lnTo>
                  <a:pt x="790232" y="1672095"/>
                </a:lnTo>
                <a:lnTo>
                  <a:pt x="789556" y="1674057"/>
                </a:lnTo>
                <a:lnTo>
                  <a:pt x="787175" y="1675324"/>
                </a:lnTo>
                <a:lnTo>
                  <a:pt x="783088" y="1675905"/>
                </a:lnTo>
                <a:lnTo>
                  <a:pt x="781002" y="1676200"/>
                </a:lnTo>
                <a:lnTo>
                  <a:pt x="780269" y="1678219"/>
                </a:lnTo>
                <a:lnTo>
                  <a:pt x="779297" y="1681867"/>
                </a:lnTo>
                <a:lnTo>
                  <a:pt x="776992" y="1683782"/>
                </a:lnTo>
                <a:lnTo>
                  <a:pt x="773344" y="1683972"/>
                </a:lnTo>
                <a:lnTo>
                  <a:pt x="771211" y="1684220"/>
                </a:lnTo>
                <a:lnTo>
                  <a:pt x="770582" y="1684525"/>
                </a:lnTo>
                <a:lnTo>
                  <a:pt x="769934" y="1684982"/>
                </a:lnTo>
                <a:lnTo>
                  <a:pt x="769268" y="1685611"/>
                </a:lnTo>
                <a:lnTo>
                  <a:pt x="768868" y="1687592"/>
                </a:lnTo>
                <a:lnTo>
                  <a:pt x="768744" y="1690935"/>
                </a:lnTo>
                <a:lnTo>
                  <a:pt x="767010" y="1692669"/>
                </a:lnTo>
                <a:lnTo>
                  <a:pt x="763667" y="1692793"/>
                </a:lnTo>
                <a:lnTo>
                  <a:pt x="761676" y="1693174"/>
                </a:lnTo>
                <a:lnTo>
                  <a:pt x="761028" y="1693831"/>
                </a:lnTo>
                <a:lnTo>
                  <a:pt x="759476" y="1694478"/>
                </a:lnTo>
                <a:lnTo>
                  <a:pt x="757018" y="1695126"/>
                </a:lnTo>
                <a:lnTo>
                  <a:pt x="755637" y="1696126"/>
                </a:lnTo>
                <a:lnTo>
                  <a:pt x="755342" y="1697488"/>
                </a:lnTo>
                <a:lnTo>
                  <a:pt x="754513" y="1698193"/>
                </a:lnTo>
                <a:lnTo>
                  <a:pt x="753151" y="1698250"/>
                </a:lnTo>
                <a:lnTo>
                  <a:pt x="751932" y="1699412"/>
                </a:lnTo>
                <a:lnTo>
                  <a:pt x="750856" y="1701679"/>
                </a:lnTo>
                <a:lnTo>
                  <a:pt x="748475" y="1702870"/>
                </a:lnTo>
                <a:lnTo>
                  <a:pt x="744788" y="1702956"/>
                </a:lnTo>
                <a:lnTo>
                  <a:pt x="742588" y="1703137"/>
                </a:lnTo>
                <a:lnTo>
                  <a:pt x="741874" y="1703403"/>
                </a:lnTo>
                <a:lnTo>
                  <a:pt x="740683" y="1703899"/>
                </a:lnTo>
                <a:lnTo>
                  <a:pt x="739016" y="1704613"/>
                </a:lnTo>
                <a:lnTo>
                  <a:pt x="738121" y="1706099"/>
                </a:lnTo>
                <a:lnTo>
                  <a:pt x="737987" y="1708347"/>
                </a:lnTo>
                <a:lnTo>
                  <a:pt x="736797" y="1709537"/>
                </a:lnTo>
                <a:lnTo>
                  <a:pt x="734549" y="1709671"/>
                </a:lnTo>
                <a:lnTo>
                  <a:pt x="733006" y="1710509"/>
                </a:lnTo>
                <a:lnTo>
                  <a:pt x="732158" y="1712043"/>
                </a:lnTo>
                <a:lnTo>
                  <a:pt x="729777" y="1712947"/>
                </a:lnTo>
                <a:lnTo>
                  <a:pt x="725862" y="1713205"/>
                </a:lnTo>
                <a:lnTo>
                  <a:pt x="723662" y="1713395"/>
                </a:lnTo>
                <a:lnTo>
                  <a:pt x="723195" y="1713500"/>
                </a:lnTo>
                <a:lnTo>
                  <a:pt x="722557" y="1713795"/>
                </a:lnTo>
                <a:lnTo>
                  <a:pt x="721747" y="1714262"/>
                </a:lnTo>
                <a:lnTo>
                  <a:pt x="721157" y="1716053"/>
                </a:lnTo>
                <a:lnTo>
                  <a:pt x="720776" y="1719158"/>
                </a:lnTo>
                <a:lnTo>
                  <a:pt x="719033" y="1720710"/>
                </a:lnTo>
                <a:lnTo>
                  <a:pt x="715928" y="1720710"/>
                </a:lnTo>
                <a:lnTo>
                  <a:pt x="713975" y="1721139"/>
                </a:lnTo>
                <a:lnTo>
                  <a:pt x="713184" y="1722006"/>
                </a:lnTo>
                <a:lnTo>
                  <a:pt x="710803" y="1722520"/>
                </a:lnTo>
                <a:lnTo>
                  <a:pt x="706831" y="1722701"/>
                </a:lnTo>
                <a:lnTo>
                  <a:pt x="704593" y="1722844"/>
                </a:lnTo>
                <a:lnTo>
                  <a:pt x="704088" y="1722958"/>
                </a:lnTo>
                <a:lnTo>
                  <a:pt x="703316" y="1723263"/>
                </a:lnTo>
                <a:lnTo>
                  <a:pt x="702278" y="1723768"/>
                </a:lnTo>
                <a:lnTo>
                  <a:pt x="701573" y="1725444"/>
                </a:lnTo>
                <a:lnTo>
                  <a:pt x="701183" y="1728273"/>
                </a:lnTo>
                <a:lnTo>
                  <a:pt x="699573" y="1729692"/>
                </a:lnTo>
                <a:lnTo>
                  <a:pt x="696744" y="1729692"/>
                </a:lnTo>
                <a:lnTo>
                  <a:pt x="694868" y="1730197"/>
                </a:lnTo>
                <a:lnTo>
                  <a:pt x="693944" y="1731207"/>
                </a:lnTo>
                <a:lnTo>
                  <a:pt x="691563" y="1731855"/>
                </a:lnTo>
                <a:lnTo>
                  <a:pt x="687724" y="1732131"/>
                </a:lnTo>
                <a:lnTo>
                  <a:pt x="685562" y="1732350"/>
                </a:lnTo>
                <a:lnTo>
                  <a:pt x="685076" y="1732502"/>
                </a:lnTo>
                <a:lnTo>
                  <a:pt x="683533" y="1732826"/>
                </a:lnTo>
                <a:lnTo>
                  <a:pt x="680933" y="1733312"/>
                </a:lnTo>
                <a:lnTo>
                  <a:pt x="679418" y="1734169"/>
                </a:lnTo>
                <a:lnTo>
                  <a:pt x="678980" y="1735417"/>
                </a:lnTo>
                <a:lnTo>
                  <a:pt x="678142" y="1736007"/>
                </a:lnTo>
                <a:lnTo>
                  <a:pt x="676894" y="1735960"/>
                </a:lnTo>
                <a:lnTo>
                  <a:pt x="675599" y="1737036"/>
                </a:lnTo>
                <a:lnTo>
                  <a:pt x="674237" y="1739246"/>
                </a:lnTo>
                <a:lnTo>
                  <a:pt x="671855" y="1740379"/>
                </a:lnTo>
                <a:lnTo>
                  <a:pt x="668455" y="1740437"/>
                </a:lnTo>
                <a:lnTo>
                  <a:pt x="666331" y="1740703"/>
                </a:lnTo>
                <a:lnTo>
                  <a:pt x="665502" y="1741170"/>
                </a:lnTo>
                <a:lnTo>
                  <a:pt x="663121" y="1741465"/>
                </a:lnTo>
                <a:lnTo>
                  <a:pt x="659187" y="1741589"/>
                </a:lnTo>
                <a:lnTo>
                  <a:pt x="656930" y="1741713"/>
                </a:lnTo>
                <a:lnTo>
                  <a:pt x="656330" y="1741827"/>
                </a:lnTo>
                <a:lnTo>
                  <a:pt x="654482" y="1742180"/>
                </a:lnTo>
                <a:lnTo>
                  <a:pt x="651367" y="1742780"/>
                </a:lnTo>
                <a:lnTo>
                  <a:pt x="649700" y="1743485"/>
                </a:lnTo>
                <a:lnTo>
                  <a:pt x="649472" y="1744313"/>
                </a:lnTo>
                <a:lnTo>
                  <a:pt x="648938" y="1744770"/>
                </a:lnTo>
                <a:lnTo>
                  <a:pt x="648110" y="1744847"/>
                </a:lnTo>
                <a:lnTo>
                  <a:pt x="646976" y="1746094"/>
                </a:lnTo>
                <a:lnTo>
                  <a:pt x="645528" y="1748504"/>
                </a:lnTo>
                <a:lnTo>
                  <a:pt x="643147" y="1749743"/>
                </a:lnTo>
                <a:lnTo>
                  <a:pt x="639832" y="1749800"/>
                </a:lnTo>
                <a:lnTo>
                  <a:pt x="637727" y="1750076"/>
                </a:lnTo>
                <a:lnTo>
                  <a:pt x="636842" y="1750581"/>
                </a:lnTo>
                <a:lnTo>
                  <a:pt x="634460" y="1750847"/>
                </a:lnTo>
                <a:lnTo>
                  <a:pt x="630584" y="1750895"/>
                </a:lnTo>
                <a:lnTo>
                  <a:pt x="628317" y="1751000"/>
                </a:lnTo>
                <a:lnTo>
                  <a:pt x="627640" y="1751171"/>
                </a:lnTo>
                <a:lnTo>
                  <a:pt x="625259" y="1751371"/>
                </a:lnTo>
                <a:lnTo>
                  <a:pt x="621173" y="1751619"/>
                </a:lnTo>
                <a:lnTo>
                  <a:pt x="618935" y="1751762"/>
                </a:lnTo>
                <a:lnTo>
                  <a:pt x="618544" y="1751809"/>
                </a:lnTo>
                <a:lnTo>
                  <a:pt x="616601" y="1752019"/>
                </a:lnTo>
                <a:lnTo>
                  <a:pt x="613086" y="1752410"/>
                </a:lnTo>
                <a:lnTo>
                  <a:pt x="611181" y="1752876"/>
                </a:lnTo>
                <a:lnTo>
                  <a:pt x="610876" y="1753438"/>
                </a:lnTo>
                <a:lnTo>
                  <a:pt x="610438" y="1753705"/>
                </a:lnTo>
                <a:lnTo>
                  <a:pt x="609876" y="1753676"/>
                </a:lnTo>
                <a:lnTo>
                  <a:pt x="608447" y="1754619"/>
                </a:lnTo>
                <a:lnTo>
                  <a:pt x="606133" y="1756543"/>
                </a:lnTo>
                <a:lnTo>
                  <a:pt x="603752" y="1757505"/>
                </a:lnTo>
                <a:lnTo>
                  <a:pt x="601304" y="1757505"/>
                </a:lnTo>
                <a:lnTo>
                  <a:pt x="599284" y="1757867"/>
                </a:lnTo>
                <a:lnTo>
                  <a:pt x="597694" y="1758591"/>
                </a:lnTo>
                <a:lnTo>
                  <a:pt x="595313" y="1758887"/>
                </a:lnTo>
                <a:lnTo>
                  <a:pt x="592141" y="1758763"/>
                </a:lnTo>
                <a:lnTo>
                  <a:pt x="589893" y="1758896"/>
                </a:lnTo>
                <a:lnTo>
                  <a:pt x="588569" y="1759287"/>
                </a:lnTo>
                <a:lnTo>
                  <a:pt x="586188" y="1759458"/>
                </a:lnTo>
                <a:lnTo>
                  <a:pt x="582749" y="1759410"/>
                </a:lnTo>
                <a:lnTo>
                  <a:pt x="580454" y="1759496"/>
                </a:lnTo>
                <a:lnTo>
                  <a:pt x="579311" y="1759725"/>
                </a:lnTo>
                <a:lnTo>
                  <a:pt x="576929" y="1759829"/>
                </a:lnTo>
                <a:lnTo>
                  <a:pt x="573310" y="1759829"/>
                </a:lnTo>
                <a:lnTo>
                  <a:pt x="570976" y="1759887"/>
                </a:lnTo>
                <a:lnTo>
                  <a:pt x="569938" y="1759991"/>
                </a:lnTo>
                <a:lnTo>
                  <a:pt x="567557" y="1760049"/>
                </a:lnTo>
                <a:lnTo>
                  <a:pt x="563832" y="1760049"/>
                </a:lnTo>
                <a:lnTo>
                  <a:pt x="561489" y="1760077"/>
                </a:lnTo>
                <a:lnTo>
                  <a:pt x="560518" y="1760144"/>
                </a:lnTo>
                <a:lnTo>
                  <a:pt x="558136" y="1760220"/>
                </a:lnTo>
                <a:lnTo>
                  <a:pt x="554345" y="1760306"/>
                </a:lnTo>
                <a:lnTo>
                  <a:pt x="552012" y="1760353"/>
                </a:lnTo>
                <a:lnTo>
                  <a:pt x="551145" y="1760372"/>
                </a:lnTo>
                <a:lnTo>
                  <a:pt x="548764" y="1760382"/>
                </a:lnTo>
                <a:lnTo>
                  <a:pt x="544868" y="1760382"/>
                </a:lnTo>
                <a:lnTo>
                  <a:pt x="542487" y="1760382"/>
                </a:lnTo>
                <a:lnTo>
                  <a:pt x="541620" y="1760382"/>
                </a:lnTo>
                <a:lnTo>
                  <a:pt x="539239" y="1760363"/>
                </a:lnTo>
                <a:lnTo>
                  <a:pt x="535343" y="1760325"/>
                </a:lnTo>
                <a:lnTo>
                  <a:pt x="532933" y="1760287"/>
                </a:lnTo>
                <a:lnTo>
                  <a:pt x="531990" y="1760258"/>
                </a:lnTo>
                <a:lnTo>
                  <a:pt x="529609" y="1760239"/>
                </a:lnTo>
                <a:lnTo>
                  <a:pt x="525790" y="1760239"/>
                </a:lnTo>
                <a:lnTo>
                  <a:pt x="523342" y="1760172"/>
                </a:lnTo>
                <a:lnTo>
                  <a:pt x="522265" y="1760049"/>
                </a:lnTo>
                <a:lnTo>
                  <a:pt x="519884" y="1759982"/>
                </a:lnTo>
                <a:lnTo>
                  <a:pt x="516198" y="1759982"/>
                </a:lnTo>
                <a:lnTo>
                  <a:pt x="513721" y="1759887"/>
                </a:lnTo>
                <a:lnTo>
                  <a:pt x="512455" y="1759696"/>
                </a:lnTo>
                <a:lnTo>
                  <a:pt x="510073" y="1759601"/>
                </a:lnTo>
                <a:lnTo>
                  <a:pt x="506578" y="1759601"/>
                </a:lnTo>
                <a:lnTo>
                  <a:pt x="503987" y="1759391"/>
                </a:lnTo>
                <a:lnTo>
                  <a:pt x="502301" y="1758972"/>
                </a:lnTo>
                <a:lnTo>
                  <a:pt x="499920" y="1758763"/>
                </a:lnTo>
                <a:lnTo>
                  <a:pt x="496843" y="1758763"/>
                </a:lnTo>
                <a:lnTo>
                  <a:pt x="493957" y="1758267"/>
                </a:lnTo>
                <a:lnTo>
                  <a:pt x="491280" y="1757267"/>
                </a:lnTo>
                <a:lnTo>
                  <a:pt x="488899" y="1756772"/>
                </a:lnTo>
                <a:lnTo>
                  <a:pt x="486813" y="1756772"/>
                </a:lnTo>
                <a:lnTo>
                  <a:pt x="483394" y="1755724"/>
                </a:lnTo>
                <a:lnTo>
                  <a:pt x="478631" y="1753638"/>
                </a:lnTo>
                <a:lnTo>
                  <a:pt x="473869" y="1752390"/>
                </a:lnTo>
                <a:lnTo>
                  <a:pt x="469106" y="1751981"/>
                </a:lnTo>
                <a:lnTo>
                  <a:pt x="466487" y="1751743"/>
                </a:lnTo>
                <a:lnTo>
                  <a:pt x="466011" y="1751676"/>
                </a:lnTo>
                <a:lnTo>
                  <a:pt x="463629" y="1751533"/>
                </a:lnTo>
                <a:lnTo>
                  <a:pt x="459343" y="1751305"/>
                </a:lnTo>
                <a:lnTo>
                  <a:pt x="456695" y="1751038"/>
                </a:lnTo>
                <a:lnTo>
                  <a:pt x="455686" y="1750733"/>
                </a:lnTo>
                <a:lnTo>
                  <a:pt x="453304" y="1750524"/>
                </a:lnTo>
                <a:lnTo>
                  <a:pt x="449551" y="1750409"/>
                </a:lnTo>
                <a:lnTo>
                  <a:pt x="446522" y="1749762"/>
                </a:lnTo>
                <a:lnTo>
                  <a:pt x="444208" y="1748580"/>
                </a:lnTo>
                <a:lnTo>
                  <a:pt x="441827" y="1747942"/>
                </a:lnTo>
                <a:lnTo>
                  <a:pt x="439379" y="1747876"/>
                </a:lnTo>
                <a:lnTo>
                  <a:pt x="436226" y="1746647"/>
                </a:lnTo>
                <a:lnTo>
                  <a:pt x="432368" y="1744266"/>
                </a:lnTo>
                <a:lnTo>
                  <a:pt x="429987" y="1742980"/>
                </a:lnTo>
                <a:lnTo>
                  <a:pt x="429082" y="1742799"/>
                </a:lnTo>
                <a:lnTo>
                  <a:pt x="428501" y="1742675"/>
                </a:lnTo>
                <a:lnTo>
                  <a:pt x="428263" y="1742618"/>
                </a:lnTo>
                <a:lnTo>
                  <a:pt x="425882" y="1742342"/>
                </a:lnTo>
                <a:lnTo>
                  <a:pt x="421357" y="1741827"/>
                </a:lnTo>
                <a:lnTo>
                  <a:pt x="418224" y="1741075"/>
                </a:lnTo>
                <a:lnTo>
                  <a:pt x="416471" y="1740065"/>
                </a:lnTo>
                <a:lnTo>
                  <a:pt x="414090" y="1739532"/>
                </a:lnTo>
                <a:lnTo>
                  <a:pt x="411080" y="1739446"/>
                </a:lnTo>
                <a:lnTo>
                  <a:pt x="407670" y="1737951"/>
                </a:lnTo>
                <a:lnTo>
                  <a:pt x="403860" y="1735017"/>
                </a:lnTo>
                <a:lnTo>
                  <a:pt x="401479" y="1733417"/>
                </a:lnTo>
                <a:lnTo>
                  <a:pt x="400526" y="1733140"/>
                </a:lnTo>
                <a:lnTo>
                  <a:pt x="399793" y="1732883"/>
                </a:lnTo>
                <a:lnTo>
                  <a:pt x="399288" y="1732645"/>
                </a:lnTo>
                <a:lnTo>
                  <a:pt x="396907" y="1732236"/>
                </a:lnTo>
                <a:lnTo>
                  <a:pt x="392649" y="1731645"/>
                </a:lnTo>
                <a:lnTo>
                  <a:pt x="388191" y="1729521"/>
                </a:lnTo>
                <a:lnTo>
                  <a:pt x="383524" y="1725854"/>
                </a:lnTo>
                <a:lnTo>
                  <a:pt x="381143" y="1724006"/>
                </a:lnTo>
                <a:lnTo>
                  <a:pt x="378485" y="1723349"/>
                </a:lnTo>
                <a:lnTo>
                  <a:pt x="373809" y="1722358"/>
                </a:lnTo>
                <a:lnTo>
                  <a:pt x="369303" y="1720025"/>
                </a:lnTo>
                <a:lnTo>
                  <a:pt x="364969" y="1716338"/>
                </a:lnTo>
                <a:lnTo>
                  <a:pt x="362588" y="1714395"/>
                </a:lnTo>
                <a:lnTo>
                  <a:pt x="362160" y="1714176"/>
                </a:lnTo>
                <a:lnTo>
                  <a:pt x="361712" y="1713938"/>
                </a:lnTo>
                <a:lnTo>
                  <a:pt x="361236" y="1713681"/>
                </a:lnTo>
                <a:lnTo>
                  <a:pt x="358854" y="1713109"/>
                </a:lnTo>
                <a:lnTo>
                  <a:pt x="354568" y="1712224"/>
                </a:lnTo>
                <a:lnTo>
                  <a:pt x="350472" y="1710080"/>
                </a:lnTo>
                <a:lnTo>
                  <a:pt x="346577" y="1706680"/>
                </a:lnTo>
                <a:lnTo>
                  <a:pt x="344195" y="1704756"/>
                </a:lnTo>
                <a:lnTo>
                  <a:pt x="343329" y="1704327"/>
                </a:lnTo>
                <a:lnTo>
                  <a:pt x="342081" y="1703508"/>
                </a:lnTo>
                <a:lnTo>
                  <a:pt x="340433" y="1702298"/>
                </a:lnTo>
                <a:lnTo>
                  <a:pt x="338052" y="1701422"/>
                </a:lnTo>
                <a:lnTo>
                  <a:pt x="334937" y="1700889"/>
                </a:lnTo>
                <a:lnTo>
                  <a:pt x="332080" y="1699327"/>
                </a:lnTo>
                <a:lnTo>
                  <a:pt x="329498" y="1696745"/>
                </a:lnTo>
                <a:lnTo>
                  <a:pt x="327117" y="1694993"/>
                </a:lnTo>
                <a:lnTo>
                  <a:pt x="324936" y="1694088"/>
                </a:lnTo>
                <a:lnTo>
                  <a:pt x="321745" y="1691707"/>
                </a:lnTo>
                <a:lnTo>
                  <a:pt x="317544" y="1687849"/>
                </a:lnTo>
                <a:lnTo>
                  <a:pt x="315163" y="1685735"/>
                </a:lnTo>
                <a:lnTo>
                  <a:pt x="314601" y="1685344"/>
                </a:lnTo>
                <a:lnTo>
                  <a:pt x="313258" y="1684277"/>
                </a:lnTo>
                <a:lnTo>
                  <a:pt x="311106" y="1682515"/>
                </a:lnTo>
                <a:lnTo>
                  <a:pt x="308724" y="1681201"/>
                </a:lnTo>
                <a:lnTo>
                  <a:pt x="306114" y="1680334"/>
                </a:lnTo>
                <a:lnTo>
                  <a:pt x="303895" y="1679019"/>
                </a:lnTo>
                <a:lnTo>
                  <a:pt x="302095" y="1677276"/>
                </a:lnTo>
                <a:lnTo>
                  <a:pt x="299714" y="1675524"/>
                </a:lnTo>
                <a:lnTo>
                  <a:pt x="296751" y="1673771"/>
                </a:lnTo>
                <a:lnTo>
                  <a:pt x="293675" y="1671390"/>
                </a:lnTo>
                <a:lnTo>
                  <a:pt x="290465" y="1668380"/>
                </a:lnTo>
                <a:lnTo>
                  <a:pt x="288084" y="1666199"/>
                </a:lnTo>
                <a:lnTo>
                  <a:pt x="286531" y="1664856"/>
                </a:lnTo>
                <a:lnTo>
                  <a:pt x="284102" y="1662474"/>
                </a:lnTo>
                <a:lnTo>
                  <a:pt x="280816" y="1659055"/>
                </a:lnTo>
                <a:lnTo>
                  <a:pt x="278435" y="1656693"/>
                </a:lnTo>
                <a:lnTo>
                  <a:pt x="276958" y="1655388"/>
                </a:lnTo>
                <a:lnTo>
                  <a:pt x="274520" y="1653007"/>
                </a:lnTo>
                <a:lnTo>
                  <a:pt x="271120" y="1649549"/>
                </a:lnTo>
                <a:lnTo>
                  <a:pt x="268738" y="1647111"/>
                </a:lnTo>
                <a:lnTo>
                  <a:pt x="267376" y="1645682"/>
                </a:lnTo>
                <a:lnTo>
                  <a:pt x="265033" y="1643301"/>
                </a:lnTo>
                <a:lnTo>
                  <a:pt x="261699" y="1639967"/>
                </a:lnTo>
                <a:lnTo>
                  <a:pt x="259318" y="1637424"/>
                </a:lnTo>
                <a:lnTo>
                  <a:pt x="257889" y="1635671"/>
                </a:lnTo>
                <a:lnTo>
                  <a:pt x="255670" y="1633290"/>
                </a:lnTo>
                <a:lnTo>
                  <a:pt x="252660" y="1630280"/>
                </a:lnTo>
                <a:lnTo>
                  <a:pt x="250279" y="1627518"/>
                </a:lnTo>
                <a:lnTo>
                  <a:pt x="248526" y="1624994"/>
                </a:lnTo>
                <a:lnTo>
                  <a:pt x="246497" y="1622612"/>
                </a:lnTo>
                <a:lnTo>
                  <a:pt x="244183" y="1620374"/>
                </a:lnTo>
                <a:lnTo>
                  <a:pt x="241802" y="1617221"/>
                </a:lnTo>
                <a:lnTo>
                  <a:pt x="239354" y="1613183"/>
                </a:lnTo>
                <a:lnTo>
                  <a:pt x="237763" y="1610801"/>
                </a:lnTo>
                <a:lnTo>
                  <a:pt x="237058" y="1610077"/>
                </a:lnTo>
                <a:lnTo>
                  <a:pt x="236506" y="1609173"/>
                </a:lnTo>
                <a:lnTo>
                  <a:pt x="236115" y="1608077"/>
                </a:lnTo>
                <a:lnTo>
                  <a:pt x="234315" y="1605696"/>
                </a:lnTo>
                <a:lnTo>
                  <a:pt x="231086" y="1602029"/>
                </a:lnTo>
                <a:lnTo>
                  <a:pt x="229257" y="1599819"/>
                </a:lnTo>
                <a:lnTo>
                  <a:pt x="228819" y="1599047"/>
                </a:lnTo>
                <a:lnTo>
                  <a:pt x="226809" y="1596666"/>
                </a:lnTo>
                <a:lnTo>
                  <a:pt x="223218" y="1592675"/>
                </a:lnTo>
                <a:lnTo>
                  <a:pt x="220837" y="1588837"/>
                </a:lnTo>
                <a:lnTo>
                  <a:pt x="219666" y="1585150"/>
                </a:lnTo>
                <a:lnTo>
                  <a:pt x="218484" y="1582769"/>
                </a:lnTo>
                <a:lnTo>
                  <a:pt x="217294" y="1581693"/>
                </a:lnTo>
                <a:lnTo>
                  <a:pt x="216589" y="1580445"/>
                </a:lnTo>
                <a:lnTo>
                  <a:pt x="216379" y="1579045"/>
                </a:lnTo>
                <a:lnTo>
                  <a:pt x="214884" y="1576664"/>
                </a:lnTo>
                <a:lnTo>
                  <a:pt x="212093" y="1573301"/>
                </a:lnTo>
                <a:lnTo>
                  <a:pt x="210417" y="1570958"/>
                </a:lnTo>
                <a:lnTo>
                  <a:pt x="209836" y="1569634"/>
                </a:lnTo>
                <a:lnTo>
                  <a:pt x="207912" y="1567253"/>
                </a:lnTo>
                <a:lnTo>
                  <a:pt x="204626" y="1563815"/>
                </a:lnTo>
                <a:lnTo>
                  <a:pt x="202873" y="1560338"/>
                </a:lnTo>
                <a:lnTo>
                  <a:pt x="202635" y="1556823"/>
                </a:lnTo>
                <a:lnTo>
                  <a:pt x="202121" y="1554442"/>
                </a:lnTo>
                <a:lnTo>
                  <a:pt x="201320" y="1553194"/>
                </a:lnTo>
                <a:lnTo>
                  <a:pt x="200701" y="1551956"/>
                </a:lnTo>
                <a:lnTo>
                  <a:pt x="200254" y="1550708"/>
                </a:lnTo>
                <a:lnTo>
                  <a:pt x="198520" y="1548327"/>
                </a:lnTo>
                <a:lnTo>
                  <a:pt x="195510" y="1544812"/>
                </a:lnTo>
                <a:lnTo>
                  <a:pt x="193900" y="1541450"/>
                </a:lnTo>
                <a:lnTo>
                  <a:pt x="193700" y="1538240"/>
                </a:lnTo>
                <a:lnTo>
                  <a:pt x="193129" y="1535859"/>
                </a:lnTo>
                <a:lnTo>
                  <a:pt x="192167" y="1534306"/>
                </a:lnTo>
                <a:lnTo>
                  <a:pt x="191395" y="1532582"/>
                </a:lnTo>
                <a:lnTo>
                  <a:pt x="190795" y="1530706"/>
                </a:lnTo>
                <a:lnTo>
                  <a:pt x="189195" y="1528324"/>
                </a:lnTo>
                <a:lnTo>
                  <a:pt x="186585" y="1525438"/>
                </a:lnTo>
                <a:lnTo>
                  <a:pt x="185223" y="1522628"/>
                </a:lnTo>
                <a:lnTo>
                  <a:pt x="185090" y="1519895"/>
                </a:lnTo>
                <a:lnTo>
                  <a:pt x="184375" y="1517513"/>
                </a:lnTo>
                <a:lnTo>
                  <a:pt x="183080" y="1515485"/>
                </a:lnTo>
                <a:lnTo>
                  <a:pt x="182147" y="1512170"/>
                </a:lnTo>
                <a:lnTo>
                  <a:pt x="181556" y="1507550"/>
                </a:lnTo>
                <a:lnTo>
                  <a:pt x="181251" y="1505169"/>
                </a:lnTo>
                <a:lnTo>
                  <a:pt x="181137" y="1504788"/>
                </a:lnTo>
                <a:lnTo>
                  <a:pt x="181032" y="1504464"/>
                </a:lnTo>
                <a:lnTo>
                  <a:pt x="179289" y="1502083"/>
                </a:lnTo>
                <a:lnTo>
                  <a:pt x="175927" y="1497644"/>
                </a:lnTo>
                <a:lnTo>
                  <a:pt x="174212" y="1493711"/>
                </a:lnTo>
                <a:lnTo>
                  <a:pt x="174155" y="1490291"/>
                </a:lnTo>
                <a:lnTo>
                  <a:pt x="173822" y="1487910"/>
                </a:lnTo>
                <a:lnTo>
                  <a:pt x="173222" y="1486567"/>
                </a:lnTo>
                <a:lnTo>
                  <a:pt x="172793" y="1483766"/>
                </a:lnTo>
                <a:lnTo>
                  <a:pt x="172545" y="1479490"/>
                </a:lnTo>
                <a:lnTo>
                  <a:pt x="172364" y="1477108"/>
                </a:lnTo>
                <a:lnTo>
                  <a:pt x="172241" y="1476623"/>
                </a:lnTo>
                <a:lnTo>
                  <a:pt x="172002" y="1475242"/>
                </a:lnTo>
                <a:lnTo>
                  <a:pt x="171631" y="1472975"/>
                </a:lnTo>
                <a:lnTo>
                  <a:pt x="170545" y="1470593"/>
                </a:lnTo>
                <a:lnTo>
                  <a:pt x="168745" y="1468098"/>
                </a:lnTo>
                <a:lnTo>
                  <a:pt x="167840" y="1465945"/>
                </a:lnTo>
                <a:lnTo>
                  <a:pt x="167840" y="1464145"/>
                </a:lnTo>
                <a:lnTo>
                  <a:pt x="167002" y="1461764"/>
                </a:lnTo>
                <a:lnTo>
                  <a:pt x="165325" y="1458801"/>
                </a:lnTo>
                <a:lnTo>
                  <a:pt x="164487" y="1455582"/>
                </a:lnTo>
                <a:lnTo>
                  <a:pt x="164487" y="1452096"/>
                </a:lnTo>
                <a:lnTo>
                  <a:pt x="164287" y="1449715"/>
                </a:lnTo>
                <a:lnTo>
                  <a:pt x="163906" y="1448438"/>
                </a:lnTo>
                <a:lnTo>
                  <a:pt x="163601" y="1445762"/>
                </a:lnTo>
                <a:lnTo>
                  <a:pt x="163392" y="1441675"/>
                </a:lnTo>
                <a:lnTo>
                  <a:pt x="163220" y="1439294"/>
                </a:lnTo>
                <a:lnTo>
                  <a:pt x="163087" y="1438618"/>
                </a:lnTo>
                <a:lnTo>
                  <a:pt x="162906" y="1436046"/>
                </a:lnTo>
                <a:lnTo>
                  <a:pt x="162668" y="1431598"/>
                </a:lnTo>
                <a:lnTo>
                  <a:pt x="162525" y="1429217"/>
                </a:lnTo>
                <a:lnTo>
                  <a:pt x="162477" y="1428902"/>
                </a:lnTo>
                <a:lnTo>
                  <a:pt x="162325" y="1427359"/>
                </a:lnTo>
                <a:lnTo>
                  <a:pt x="162058" y="1424588"/>
                </a:lnTo>
                <a:lnTo>
                  <a:pt x="161430" y="1422206"/>
                </a:lnTo>
                <a:lnTo>
                  <a:pt x="160439" y="1420216"/>
                </a:lnTo>
                <a:lnTo>
                  <a:pt x="159944" y="1418730"/>
                </a:lnTo>
                <a:lnTo>
                  <a:pt x="159944" y="1417739"/>
                </a:lnTo>
                <a:lnTo>
                  <a:pt x="159182" y="1415358"/>
                </a:lnTo>
                <a:lnTo>
                  <a:pt x="157677" y="1411586"/>
                </a:lnTo>
                <a:lnTo>
                  <a:pt x="156924" y="1408452"/>
                </a:lnTo>
                <a:lnTo>
                  <a:pt x="156924" y="1405947"/>
                </a:lnTo>
                <a:lnTo>
                  <a:pt x="156715" y="1403566"/>
                </a:lnTo>
                <a:lnTo>
                  <a:pt x="156305" y="1401308"/>
                </a:lnTo>
                <a:lnTo>
                  <a:pt x="156067" y="1398689"/>
                </a:lnTo>
                <a:lnTo>
                  <a:pt x="156000" y="1395708"/>
                </a:lnTo>
                <a:lnTo>
                  <a:pt x="155934" y="1393327"/>
                </a:lnTo>
                <a:lnTo>
                  <a:pt x="155867" y="1391545"/>
                </a:lnTo>
                <a:lnTo>
                  <a:pt x="155829" y="1389126"/>
                </a:lnTo>
                <a:lnTo>
                  <a:pt x="155829" y="1386078"/>
                </a:lnTo>
                <a:lnTo>
                  <a:pt x="155800" y="1383697"/>
                </a:lnTo>
                <a:lnTo>
                  <a:pt x="155734" y="1381982"/>
                </a:lnTo>
                <a:lnTo>
                  <a:pt x="155696" y="1379572"/>
                </a:lnTo>
                <a:lnTo>
                  <a:pt x="155696" y="1376458"/>
                </a:lnTo>
                <a:lnTo>
                  <a:pt x="155667" y="1374077"/>
                </a:lnTo>
                <a:lnTo>
                  <a:pt x="155610" y="1372429"/>
                </a:lnTo>
                <a:lnTo>
                  <a:pt x="155600" y="1370038"/>
                </a:lnTo>
                <a:lnTo>
                  <a:pt x="155658" y="1366923"/>
                </a:lnTo>
                <a:lnTo>
                  <a:pt x="155705" y="1364542"/>
                </a:lnTo>
                <a:lnTo>
                  <a:pt x="155734" y="1362894"/>
                </a:lnTo>
                <a:lnTo>
                  <a:pt x="155724" y="1360503"/>
                </a:lnTo>
                <a:lnTo>
                  <a:pt x="155667" y="1357360"/>
                </a:lnTo>
                <a:lnTo>
                  <a:pt x="155734" y="1354979"/>
                </a:lnTo>
                <a:lnTo>
                  <a:pt x="155943" y="1353360"/>
                </a:lnTo>
                <a:lnTo>
                  <a:pt x="156077" y="1351112"/>
                </a:lnTo>
                <a:lnTo>
                  <a:pt x="156143" y="1348235"/>
                </a:lnTo>
                <a:lnTo>
                  <a:pt x="156601" y="1345854"/>
                </a:lnTo>
                <a:lnTo>
                  <a:pt x="157458" y="1343968"/>
                </a:lnTo>
                <a:lnTo>
                  <a:pt x="157944" y="1342073"/>
                </a:lnTo>
                <a:lnTo>
                  <a:pt x="158058" y="1340168"/>
                </a:lnTo>
                <a:lnTo>
                  <a:pt x="159068" y="1337948"/>
                </a:lnTo>
                <a:lnTo>
                  <a:pt x="160973" y="1335405"/>
                </a:lnTo>
                <a:lnTo>
                  <a:pt x="161944" y="1333995"/>
                </a:lnTo>
                <a:lnTo>
                  <a:pt x="161973" y="1333710"/>
                </a:lnTo>
                <a:lnTo>
                  <a:pt x="162135" y="1331271"/>
                </a:lnTo>
                <a:lnTo>
                  <a:pt x="162411" y="1326823"/>
                </a:lnTo>
                <a:lnTo>
                  <a:pt x="162563" y="1324442"/>
                </a:lnTo>
                <a:lnTo>
                  <a:pt x="162573" y="1324127"/>
                </a:lnTo>
                <a:lnTo>
                  <a:pt x="162649" y="1321822"/>
                </a:lnTo>
                <a:lnTo>
                  <a:pt x="162782" y="1317527"/>
                </a:lnTo>
                <a:lnTo>
                  <a:pt x="162858" y="1315145"/>
                </a:lnTo>
                <a:lnTo>
                  <a:pt x="162878" y="1314679"/>
                </a:lnTo>
                <a:lnTo>
                  <a:pt x="162916" y="1312345"/>
                </a:lnTo>
                <a:lnTo>
                  <a:pt x="162982" y="1308125"/>
                </a:lnTo>
                <a:lnTo>
                  <a:pt x="163068" y="1305744"/>
                </a:lnTo>
                <a:lnTo>
                  <a:pt x="163163" y="1305201"/>
                </a:lnTo>
                <a:lnTo>
                  <a:pt x="163230" y="1302887"/>
                </a:lnTo>
                <a:lnTo>
                  <a:pt x="163268" y="1298800"/>
                </a:lnTo>
                <a:lnTo>
                  <a:pt x="163430" y="1296419"/>
                </a:lnTo>
                <a:lnTo>
                  <a:pt x="163735" y="1295743"/>
                </a:lnTo>
                <a:lnTo>
                  <a:pt x="163906" y="1293533"/>
                </a:lnTo>
                <a:lnTo>
                  <a:pt x="163954" y="1289790"/>
                </a:lnTo>
                <a:lnTo>
                  <a:pt x="164582" y="1287409"/>
                </a:lnTo>
                <a:lnTo>
                  <a:pt x="165811" y="1286389"/>
                </a:lnTo>
                <a:lnTo>
                  <a:pt x="166487" y="1284684"/>
                </a:lnTo>
                <a:lnTo>
                  <a:pt x="166621" y="1282303"/>
                </a:lnTo>
                <a:lnTo>
                  <a:pt x="167878" y="1280417"/>
                </a:lnTo>
                <a:lnTo>
                  <a:pt x="170259" y="1279027"/>
                </a:lnTo>
                <a:lnTo>
                  <a:pt x="171526" y="1277922"/>
                </a:lnTo>
                <a:lnTo>
                  <a:pt x="171688" y="1277083"/>
                </a:lnTo>
                <a:lnTo>
                  <a:pt x="171774" y="1276588"/>
                </a:lnTo>
                <a:lnTo>
                  <a:pt x="171955" y="1274216"/>
                </a:lnTo>
                <a:lnTo>
                  <a:pt x="172279" y="1269949"/>
                </a:lnTo>
                <a:lnTo>
                  <a:pt x="172498" y="1267568"/>
                </a:lnTo>
                <a:lnTo>
                  <a:pt x="172603" y="1267073"/>
                </a:lnTo>
                <a:lnTo>
                  <a:pt x="172669" y="1264758"/>
                </a:lnTo>
                <a:lnTo>
                  <a:pt x="172698" y="1260634"/>
                </a:lnTo>
                <a:lnTo>
                  <a:pt x="172879" y="1258253"/>
                </a:lnTo>
                <a:lnTo>
                  <a:pt x="173212" y="1257614"/>
                </a:lnTo>
                <a:lnTo>
                  <a:pt x="173403" y="1255424"/>
                </a:lnTo>
                <a:lnTo>
                  <a:pt x="173441" y="1251671"/>
                </a:lnTo>
                <a:lnTo>
                  <a:pt x="174498" y="1249289"/>
                </a:lnTo>
                <a:lnTo>
                  <a:pt x="176546" y="1248280"/>
                </a:lnTo>
                <a:lnTo>
                  <a:pt x="177632" y="1246984"/>
                </a:lnTo>
                <a:lnTo>
                  <a:pt x="177746" y="1245394"/>
                </a:lnTo>
                <a:lnTo>
                  <a:pt x="178594" y="1244508"/>
                </a:lnTo>
                <a:lnTo>
                  <a:pt x="180184" y="1244336"/>
                </a:lnTo>
                <a:lnTo>
                  <a:pt x="181242" y="1243013"/>
                </a:lnTo>
                <a:lnTo>
                  <a:pt x="181775" y="1240546"/>
                </a:lnTo>
                <a:lnTo>
                  <a:pt x="182108" y="1239050"/>
                </a:lnTo>
                <a:lnTo>
                  <a:pt x="182242" y="1238517"/>
                </a:lnTo>
                <a:lnTo>
                  <a:pt x="182347" y="1236240"/>
                </a:lnTo>
                <a:lnTo>
                  <a:pt x="182413" y="1232211"/>
                </a:lnTo>
                <a:lnTo>
                  <a:pt x="182766" y="1229830"/>
                </a:lnTo>
                <a:lnTo>
                  <a:pt x="183404" y="1229096"/>
                </a:lnTo>
                <a:lnTo>
                  <a:pt x="183718" y="1227030"/>
                </a:lnTo>
                <a:lnTo>
                  <a:pt x="183718" y="1223639"/>
                </a:lnTo>
                <a:lnTo>
                  <a:pt x="185414" y="1221486"/>
                </a:lnTo>
                <a:lnTo>
                  <a:pt x="188805" y="1220572"/>
                </a:lnTo>
                <a:lnTo>
                  <a:pt x="190586" y="1219972"/>
                </a:lnTo>
                <a:lnTo>
                  <a:pt x="190748" y="1219676"/>
                </a:lnTo>
                <a:lnTo>
                  <a:pt x="190833" y="1219448"/>
                </a:lnTo>
                <a:lnTo>
                  <a:pt x="191072" y="1217124"/>
                </a:lnTo>
                <a:lnTo>
                  <a:pt x="191500" y="1212971"/>
                </a:lnTo>
                <a:lnTo>
                  <a:pt x="191853" y="1210589"/>
                </a:lnTo>
                <a:lnTo>
                  <a:pt x="192138" y="1209980"/>
                </a:lnTo>
                <a:lnTo>
                  <a:pt x="192310" y="1207770"/>
                </a:lnTo>
                <a:lnTo>
                  <a:pt x="192386" y="1203970"/>
                </a:lnTo>
                <a:lnTo>
                  <a:pt x="193291" y="1201588"/>
                </a:lnTo>
                <a:lnTo>
                  <a:pt x="195034" y="1200626"/>
                </a:lnTo>
                <a:lnTo>
                  <a:pt x="195882" y="1199093"/>
                </a:lnTo>
                <a:lnTo>
                  <a:pt x="195824" y="1196978"/>
                </a:lnTo>
                <a:lnTo>
                  <a:pt x="196853" y="1195749"/>
                </a:lnTo>
                <a:lnTo>
                  <a:pt x="198968" y="1195407"/>
                </a:lnTo>
                <a:lnTo>
                  <a:pt x="200263" y="1194321"/>
                </a:lnTo>
                <a:lnTo>
                  <a:pt x="200730" y="1192482"/>
                </a:lnTo>
                <a:lnTo>
                  <a:pt x="201063" y="1191330"/>
                </a:lnTo>
                <a:lnTo>
                  <a:pt x="201273" y="1190863"/>
                </a:lnTo>
                <a:lnTo>
                  <a:pt x="201397" y="1188596"/>
                </a:lnTo>
                <a:lnTo>
                  <a:pt x="201435" y="1184548"/>
                </a:lnTo>
                <a:lnTo>
                  <a:pt x="202092" y="1182167"/>
                </a:lnTo>
                <a:lnTo>
                  <a:pt x="203387" y="1181452"/>
                </a:lnTo>
                <a:lnTo>
                  <a:pt x="204102" y="1179786"/>
                </a:lnTo>
                <a:lnTo>
                  <a:pt x="204245" y="1177176"/>
                </a:lnTo>
                <a:lnTo>
                  <a:pt x="205616" y="1175795"/>
                </a:lnTo>
                <a:lnTo>
                  <a:pt x="208245" y="1175652"/>
                </a:lnTo>
                <a:lnTo>
                  <a:pt x="209798" y="1174833"/>
                </a:lnTo>
                <a:lnTo>
                  <a:pt x="210302" y="1173337"/>
                </a:lnTo>
                <a:lnTo>
                  <a:pt x="210674" y="1172327"/>
                </a:lnTo>
                <a:lnTo>
                  <a:pt x="210893" y="1171823"/>
                </a:lnTo>
                <a:lnTo>
                  <a:pt x="211093" y="1169651"/>
                </a:lnTo>
                <a:lnTo>
                  <a:pt x="211274" y="1165793"/>
                </a:lnTo>
                <a:lnTo>
                  <a:pt x="212388" y="1163412"/>
                </a:lnTo>
                <a:lnTo>
                  <a:pt x="214417" y="1162507"/>
                </a:lnTo>
                <a:lnTo>
                  <a:pt x="215408" y="1161117"/>
                </a:lnTo>
                <a:lnTo>
                  <a:pt x="215351" y="1159240"/>
                </a:lnTo>
                <a:lnTo>
                  <a:pt x="216265" y="1158240"/>
                </a:lnTo>
                <a:lnTo>
                  <a:pt x="218142" y="1158116"/>
                </a:lnTo>
                <a:lnTo>
                  <a:pt x="219370" y="1156973"/>
                </a:lnTo>
                <a:lnTo>
                  <a:pt x="219961" y="1154792"/>
                </a:lnTo>
                <a:lnTo>
                  <a:pt x="220475" y="1153411"/>
                </a:lnTo>
                <a:lnTo>
                  <a:pt x="220923" y="1152820"/>
                </a:lnTo>
                <a:lnTo>
                  <a:pt x="221142" y="1150658"/>
                </a:lnTo>
                <a:lnTo>
                  <a:pt x="221142" y="1146934"/>
                </a:lnTo>
                <a:lnTo>
                  <a:pt x="223009" y="1144724"/>
                </a:lnTo>
                <a:lnTo>
                  <a:pt x="226733" y="1144029"/>
                </a:lnTo>
                <a:lnTo>
                  <a:pt x="228686" y="1143600"/>
                </a:lnTo>
                <a:lnTo>
                  <a:pt x="228857" y="1143429"/>
                </a:lnTo>
                <a:lnTo>
                  <a:pt x="229200" y="1140924"/>
                </a:lnTo>
                <a:lnTo>
                  <a:pt x="229610" y="1136771"/>
                </a:lnTo>
                <a:lnTo>
                  <a:pt x="230343" y="1134389"/>
                </a:lnTo>
                <a:lnTo>
                  <a:pt x="231381" y="1133780"/>
                </a:lnTo>
                <a:lnTo>
                  <a:pt x="231934" y="1131951"/>
                </a:lnTo>
                <a:lnTo>
                  <a:pt x="232000" y="1128903"/>
                </a:lnTo>
                <a:lnTo>
                  <a:pt x="233553" y="1127284"/>
                </a:lnTo>
                <a:lnTo>
                  <a:pt x="236601" y="1127084"/>
                </a:lnTo>
                <a:lnTo>
                  <a:pt x="238373" y="1126484"/>
                </a:lnTo>
                <a:lnTo>
                  <a:pt x="238877" y="1125464"/>
                </a:lnTo>
                <a:lnTo>
                  <a:pt x="239344" y="1124702"/>
                </a:lnTo>
                <a:lnTo>
                  <a:pt x="239773" y="1124198"/>
                </a:lnTo>
                <a:lnTo>
                  <a:pt x="240049" y="1122102"/>
                </a:lnTo>
                <a:lnTo>
                  <a:pt x="240192" y="1118416"/>
                </a:lnTo>
                <a:lnTo>
                  <a:pt x="242116" y="1116416"/>
                </a:lnTo>
                <a:lnTo>
                  <a:pt x="245802" y="1116120"/>
                </a:lnTo>
                <a:lnTo>
                  <a:pt x="247850" y="1115778"/>
                </a:lnTo>
                <a:lnTo>
                  <a:pt x="248241" y="1115397"/>
                </a:lnTo>
                <a:lnTo>
                  <a:pt x="248507" y="1115016"/>
                </a:lnTo>
                <a:lnTo>
                  <a:pt x="248650" y="1114625"/>
                </a:lnTo>
                <a:lnTo>
                  <a:pt x="248793" y="1112387"/>
                </a:lnTo>
                <a:lnTo>
                  <a:pt x="248945" y="1108310"/>
                </a:lnTo>
                <a:lnTo>
                  <a:pt x="250336" y="1105929"/>
                </a:lnTo>
                <a:lnTo>
                  <a:pt x="252965" y="1105243"/>
                </a:lnTo>
                <a:lnTo>
                  <a:pt x="254337" y="1104233"/>
                </a:lnTo>
                <a:lnTo>
                  <a:pt x="254451" y="1102900"/>
                </a:lnTo>
                <a:lnTo>
                  <a:pt x="255175" y="1102204"/>
                </a:lnTo>
                <a:lnTo>
                  <a:pt x="256508" y="1102147"/>
                </a:lnTo>
                <a:lnTo>
                  <a:pt x="257470" y="1100728"/>
                </a:lnTo>
                <a:lnTo>
                  <a:pt x="258051" y="1097937"/>
                </a:lnTo>
                <a:lnTo>
                  <a:pt x="259090" y="1096251"/>
                </a:lnTo>
                <a:lnTo>
                  <a:pt x="260585" y="1095670"/>
                </a:lnTo>
                <a:lnTo>
                  <a:pt x="261452" y="1094156"/>
                </a:lnTo>
                <a:lnTo>
                  <a:pt x="261699" y="1091717"/>
                </a:lnTo>
                <a:lnTo>
                  <a:pt x="263042" y="1090412"/>
                </a:lnTo>
                <a:lnTo>
                  <a:pt x="265481" y="1090232"/>
                </a:lnTo>
                <a:lnTo>
                  <a:pt x="266995" y="1089355"/>
                </a:lnTo>
                <a:lnTo>
                  <a:pt x="267576" y="1087793"/>
                </a:lnTo>
                <a:lnTo>
                  <a:pt x="268224" y="1086726"/>
                </a:lnTo>
                <a:lnTo>
                  <a:pt x="268938" y="1086145"/>
                </a:lnTo>
                <a:lnTo>
                  <a:pt x="269348" y="1084174"/>
                </a:lnTo>
                <a:lnTo>
                  <a:pt x="269453" y="1080811"/>
                </a:lnTo>
                <a:lnTo>
                  <a:pt x="271186" y="1079021"/>
                </a:lnTo>
                <a:lnTo>
                  <a:pt x="274549" y="1078811"/>
                </a:lnTo>
                <a:lnTo>
                  <a:pt x="276482" y="1078363"/>
                </a:lnTo>
                <a:lnTo>
                  <a:pt x="276997" y="1077687"/>
                </a:lnTo>
                <a:lnTo>
                  <a:pt x="277482" y="1077097"/>
                </a:lnTo>
                <a:lnTo>
                  <a:pt x="277968" y="1076582"/>
                </a:lnTo>
                <a:lnTo>
                  <a:pt x="278206" y="1074439"/>
                </a:lnTo>
                <a:lnTo>
                  <a:pt x="278206" y="1070667"/>
                </a:lnTo>
                <a:lnTo>
                  <a:pt x="280092" y="1068705"/>
                </a:lnTo>
                <a:lnTo>
                  <a:pt x="283864" y="1068553"/>
                </a:lnTo>
                <a:lnTo>
                  <a:pt x="285960" y="1068267"/>
                </a:lnTo>
                <a:lnTo>
                  <a:pt x="286379" y="1067848"/>
                </a:lnTo>
                <a:lnTo>
                  <a:pt x="286703" y="1067429"/>
                </a:lnTo>
                <a:lnTo>
                  <a:pt x="286950" y="1067010"/>
                </a:lnTo>
                <a:lnTo>
                  <a:pt x="287188" y="1064866"/>
                </a:lnTo>
                <a:lnTo>
                  <a:pt x="287436" y="1061009"/>
                </a:lnTo>
                <a:lnTo>
                  <a:pt x="289493" y="1058894"/>
                </a:lnTo>
                <a:lnTo>
                  <a:pt x="293341" y="1058513"/>
                </a:lnTo>
                <a:lnTo>
                  <a:pt x="295437" y="1058228"/>
                </a:lnTo>
                <a:lnTo>
                  <a:pt x="295770" y="1058027"/>
                </a:lnTo>
                <a:lnTo>
                  <a:pt x="295980" y="1057770"/>
                </a:lnTo>
                <a:lnTo>
                  <a:pt x="296075" y="1057437"/>
                </a:lnTo>
                <a:lnTo>
                  <a:pt x="296304" y="1055284"/>
                </a:lnTo>
                <a:lnTo>
                  <a:pt x="296656" y="1051303"/>
                </a:lnTo>
                <a:lnTo>
                  <a:pt x="298828" y="1049074"/>
                </a:lnTo>
                <a:lnTo>
                  <a:pt x="302809" y="1048598"/>
                </a:lnTo>
                <a:lnTo>
                  <a:pt x="304924" y="1048331"/>
                </a:lnTo>
                <a:lnTo>
                  <a:pt x="305152" y="1048264"/>
                </a:lnTo>
                <a:lnTo>
                  <a:pt x="305362" y="1047874"/>
                </a:lnTo>
                <a:lnTo>
                  <a:pt x="305591" y="1045712"/>
                </a:lnTo>
                <a:lnTo>
                  <a:pt x="305981" y="1041644"/>
                </a:lnTo>
                <a:lnTo>
                  <a:pt x="308219" y="1039349"/>
                </a:lnTo>
                <a:lnTo>
                  <a:pt x="312287" y="1038835"/>
                </a:lnTo>
                <a:lnTo>
                  <a:pt x="314392" y="1038558"/>
                </a:lnTo>
                <a:lnTo>
                  <a:pt x="315030" y="1036244"/>
                </a:lnTo>
                <a:lnTo>
                  <a:pt x="315620" y="1032272"/>
                </a:lnTo>
                <a:lnTo>
                  <a:pt x="317897" y="1030062"/>
                </a:lnTo>
                <a:lnTo>
                  <a:pt x="321869" y="1029614"/>
                </a:lnTo>
                <a:lnTo>
                  <a:pt x="323964" y="1029329"/>
                </a:lnTo>
                <a:lnTo>
                  <a:pt x="324202" y="1029224"/>
                </a:lnTo>
                <a:lnTo>
                  <a:pt x="324441" y="1028814"/>
                </a:lnTo>
                <a:lnTo>
                  <a:pt x="324698" y="1026690"/>
                </a:lnTo>
                <a:lnTo>
                  <a:pt x="325117" y="1022661"/>
                </a:lnTo>
                <a:lnTo>
                  <a:pt x="327336" y="1020423"/>
                </a:lnTo>
                <a:lnTo>
                  <a:pt x="331365" y="1019956"/>
                </a:lnTo>
                <a:lnTo>
                  <a:pt x="333480" y="1019689"/>
                </a:lnTo>
                <a:lnTo>
                  <a:pt x="334185" y="1017156"/>
                </a:lnTo>
                <a:lnTo>
                  <a:pt x="334604" y="1013108"/>
                </a:lnTo>
                <a:lnTo>
                  <a:pt x="336833" y="1010945"/>
                </a:lnTo>
                <a:lnTo>
                  <a:pt x="340881" y="1010660"/>
                </a:lnTo>
                <a:lnTo>
                  <a:pt x="343052" y="1010450"/>
                </a:lnTo>
                <a:lnTo>
                  <a:pt x="343348" y="1010317"/>
                </a:lnTo>
                <a:lnTo>
                  <a:pt x="343576" y="1010098"/>
                </a:lnTo>
                <a:lnTo>
                  <a:pt x="343738" y="1009802"/>
                </a:lnTo>
                <a:lnTo>
                  <a:pt x="344033" y="1007726"/>
                </a:lnTo>
                <a:lnTo>
                  <a:pt x="344491" y="1003868"/>
                </a:lnTo>
                <a:lnTo>
                  <a:pt x="346643" y="1001801"/>
                </a:lnTo>
                <a:lnTo>
                  <a:pt x="350501" y="1001525"/>
                </a:lnTo>
                <a:lnTo>
                  <a:pt x="352635" y="1001287"/>
                </a:lnTo>
                <a:lnTo>
                  <a:pt x="353063" y="1001078"/>
                </a:lnTo>
                <a:lnTo>
                  <a:pt x="353425" y="1000763"/>
                </a:lnTo>
                <a:lnTo>
                  <a:pt x="353730" y="1000335"/>
                </a:lnTo>
                <a:lnTo>
                  <a:pt x="354035" y="998258"/>
                </a:lnTo>
                <a:lnTo>
                  <a:pt x="354340" y="994534"/>
                </a:lnTo>
                <a:lnTo>
                  <a:pt x="356359" y="992543"/>
                </a:lnTo>
                <a:lnTo>
                  <a:pt x="360083" y="992276"/>
                </a:lnTo>
                <a:lnTo>
                  <a:pt x="362179" y="991991"/>
                </a:lnTo>
                <a:lnTo>
                  <a:pt x="362636" y="991676"/>
                </a:lnTo>
                <a:lnTo>
                  <a:pt x="363026" y="991286"/>
                </a:lnTo>
                <a:lnTo>
                  <a:pt x="363341" y="990829"/>
                </a:lnTo>
                <a:lnTo>
                  <a:pt x="363607" y="988714"/>
                </a:lnTo>
                <a:lnTo>
                  <a:pt x="363826" y="984952"/>
                </a:lnTo>
                <a:lnTo>
                  <a:pt x="365827" y="982904"/>
                </a:lnTo>
                <a:lnTo>
                  <a:pt x="369589" y="982589"/>
                </a:lnTo>
                <a:lnTo>
                  <a:pt x="371666" y="982294"/>
                </a:lnTo>
                <a:lnTo>
                  <a:pt x="372056" y="981999"/>
                </a:lnTo>
                <a:lnTo>
                  <a:pt x="372408" y="981656"/>
                </a:lnTo>
                <a:lnTo>
                  <a:pt x="372713" y="981266"/>
                </a:lnTo>
                <a:lnTo>
                  <a:pt x="372961" y="979141"/>
                </a:lnTo>
                <a:lnTo>
                  <a:pt x="373151" y="975265"/>
                </a:lnTo>
                <a:lnTo>
                  <a:pt x="375190" y="973226"/>
                </a:lnTo>
                <a:lnTo>
                  <a:pt x="379066" y="973036"/>
                </a:lnTo>
                <a:lnTo>
                  <a:pt x="381200" y="972788"/>
                </a:lnTo>
                <a:lnTo>
                  <a:pt x="381591" y="972493"/>
                </a:lnTo>
                <a:lnTo>
                  <a:pt x="382000" y="972141"/>
                </a:lnTo>
                <a:lnTo>
                  <a:pt x="382419" y="971750"/>
                </a:lnTo>
                <a:lnTo>
                  <a:pt x="382791" y="969731"/>
                </a:lnTo>
                <a:lnTo>
                  <a:pt x="383096" y="966102"/>
                </a:lnTo>
                <a:lnTo>
                  <a:pt x="385077" y="964206"/>
                </a:lnTo>
                <a:lnTo>
                  <a:pt x="388706" y="964054"/>
                </a:lnTo>
                <a:lnTo>
                  <a:pt x="390773" y="963740"/>
                </a:lnTo>
                <a:lnTo>
                  <a:pt x="391277" y="963263"/>
                </a:lnTo>
                <a:lnTo>
                  <a:pt x="392068" y="962777"/>
                </a:lnTo>
                <a:lnTo>
                  <a:pt x="393154" y="962273"/>
                </a:lnTo>
                <a:lnTo>
                  <a:pt x="393935" y="960672"/>
                </a:lnTo>
                <a:lnTo>
                  <a:pt x="394421" y="957977"/>
                </a:lnTo>
                <a:lnTo>
                  <a:pt x="396002" y="956491"/>
                </a:lnTo>
                <a:lnTo>
                  <a:pt x="398697" y="956215"/>
                </a:lnTo>
                <a:lnTo>
                  <a:pt x="400355" y="955481"/>
                </a:lnTo>
                <a:lnTo>
                  <a:pt x="400964" y="954300"/>
                </a:lnTo>
                <a:lnTo>
                  <a:pt x="402260" y="953414"/>
                </a:lnTo>
                <a:lnTo>
                  <a:pt x="404251" y="952805"/>
                </a:lnTo>
                <a:lnTo>
                  <a:pt x="405336" y="951509"/>
                </a:lnTo>
                <a:lnTo>
                  <a:pt x="405517" y="949528"/>
                </a:lnTo>
                <a:lnTo>
                  <a:pt x="406603" y="948338"/>
                </a:lnTo>
                <a:lnTo>
                  <a:pt x="408584" y="947938"/>
                </a:lnTo>
                <a:lnTo>
                  <a:pt x="409918" y="946890"/>
                </a:lnTo>
                <a:lnTo>
                  <a:pt x="410604" y="945194"/>
                </a:lnTo>
                <a:lnTo>
                  <a:pt x="412985" y="944242"/>
                </a:lnTo>
                <a:lnTo>
                  <a:pt x="417062" y="944042"/>
                </a:lnTo>
                <a:lnTo>
                  <a:pt x="419271" y="943870"/>
                </a:lnTo>
                <a:lnTo>
                  <a:pt x="419614" y="943727"/>
                </a:lnTo>
                <a:lnTo>
                  <a:pt x="420862" y="943489"/>
                </a:lnTo>
                <a:lnTo>
                  <a:pt x="423034" y="943146"/>
                </a:lnTo>
                <a:lnTo>
                  <a:pt x="424472" y="942213"/>
                </a:lnTo>
                <a:lnTo>
                  <a:pt x="425206" y="940679"/>
                </a:lnTo>
                <a:lnTo>
                  <a:pt x="426329" y="939822"/>
                </a:lnTo>
                <a:lnTo>
                  <a:pt x="427863" y="939641"/>
                </a:lnTo>
                <a:lnTo>
                  <a:pt x="429558" y="938955"/>
                </a:lnTo>
                <a:lnTo>
                  <a:pt x="431416" y="937765"/>
                </a:lnTo>
                <a:lnTo>
                  <a:pt x="433797" y="937089"/>
                </a:lnTo>
                <a:lnTo>
                  <a:pt x="436702" y="936946"/>
                </a:lnTo>
                <a:lnTo>
                  <a:pt x="439103" y="936965"/>
                </a:lnTo>
                <a:lnTo>
                  <a:pt x="441008" y="937165"/>
                </a:lnTo>
                <a:lnTo>
                  <a:pt x="443389" y="937260"/>
                </a:lnTo>
                <a:lnTo>
                  <a:pt x="446246" y="937260"/>
                </a:lnTo>
                <a:lnTo>
                  <a:pt x="449894" y="938527"/>
                </a:lnTo>
                <a:lnTo>
                  <a:pt x="454343" y="941070"/>
                </a:lnTo>
                <a:lnTo>
                  <a:pt x="456724" y="942365"/>
                </a:lnTo>
                <a:lnTo>
                  <a:pt x="457038" y="942423"/>
                </a:lnTo>
                <a:lnTo>
                  <a:pt x="457343" y="942575"/>
                </a:lnTo>
                <a:lnTo>
                  <a:pt x="457619" y="942842"/>
                </a:lnTo>
                <a:lnTo>
                  <a:pt x="460000" y="943461"/>
                </a:lnTo>
                <a:lnTo>
                  <a:pt x="464487" y="944423"/>
                </a:lnTo>
                <a:lnTo>
                  <a:pt x="468840" y="946804"/>
                </a:lnTo>
                <a:lnTo>
                  <a:pt x="473059" y="950605"/>
                </a:lnTo>
                <a:lnTo>
                  <a:pt x="475440" y="952719"/>
                </a:lnTo>
                <a:lnTo>
                  <a:pt x="475983" y="953167"/>
                </a:lnTo>
                <a:lnTo>
                  <a:pt x="478365" y="955548"/>
                </a:lnTo>
                <a:lnTo>
                  <a:pt x="482584" y="959863"/>
                </a:lnTo>
                <a:lnTo>
                  <a:pt x="484965" y="962530"/>
                </a:lnTo>
                <a:lnTo>
                  <a:pt x="485508" y="963549"/>
                </a:lnTo>
                <a:lnTo>
                  <a:pt x="487442" y="965930"/>
                </a:lnTo>
                <a:lnTo>
                  <a:pt x="490766" y="969674"/>
                </a:lnTo>
                <a:lnTo>
                  <a:pt x="492452" y="973245"/>
                </a:lnTo>
                <a:lnTo>
                  <a:pt x="492519" y="976636"/>
                </a:lnTo>
                <a:lnTo>
                  <a:pt x="492843" y="979018"/>
                </a:lnTo>
                <a:lnTo>
                  <a:pt x="493405" y="980389"/>
                </a:lnTo>
                <a:lnTo>
                  <a:pt x="493738" y="983104"/>
                </a:lnTo>
                <a:lnTo>
                  <a:pt x="493833" y="987152"/>
                </a:lnTo>
                <a:lnTo>
                  <a:pt x="493909" y="989533"/>
                </a:lnTo>
                <a:lnTo>
                  <a:pt x="493976" y="990248"/>
                </a:lnTo>
                <a:lnTo>
                  <a:pt x="493947" y="992600"/>
                </a:lnTo>
                <a:lnTo>
                  <a:pt x="493824" y="996591"/>
                </a:lnTo>
                <a:lnTo>
                  <a:pt x="493728" y="998972"/>
                </a:lnTo>
                <a:lnTo>
                  <a:pt x="493671" y="999744"/>
                </a:lnTo>
                <a:lnTo>
                  <a:pt x="493605" y="1002049"/>
                </a:lnTo>
                <a:lnTo>
                  <a:pt x="493519" y="1005897"/>
                </a:lnTo>
                <a:lnTo>
                  <a:pt x="493090" y="1008278"/>
                </a:lnTo>
                <a:lnTo>
                  <a:pt x="492319" y="1009193"/>
                </a:lnTo>
                <a:lnTo>
                  <a:pt x="491938" y="1011193"/>
                </a:lnTo>
                <a:lnTo>
                  <a:pt x="491938" y="1014270"/>
                </a:lnTo>
                <a:lnTo>
                  <a:pt x="490395" y="1015879"/>
                </a:lnTo>
                <a:lnTo>
                  <a:pt x="487318" y="1016003"/>
                </a:lnTo>
                <a:lnTo>
                  <a:pt x="485480" y="1016556"/>
                </a:lnTo>
                <a:lnTo>
                  <a:pt x="484899" y="1017527"/>
                </a:lnTo>
                <a:lnTo>
                  <a:pt x="484403" y="1018299"/>
                </a:lnTo>
                <a:lnTo>
                  <a:pt x="484003" y="1018880"/>
                </a:lnTo>
                <a:lnTo>
                  <a:pt x="483727" y="1020994"/>
                </a:lnTo>
                <a:lnTo>
                  <a:pt x="483584" y="1024623"/>
                </a:lnTo>
                <a:lnTo>
                  <a:pt x="481698" y="1026462"/>
                </a:lnTo>
                <a:lnTo>
                  <a:pt x="478069" y="1026509"/>
                </a:lnTo>
                <a:lnTo>
                  <a:pt x="475926" y="1026747"/>
                </a:lnTo>
                <a:lnTo>
                  <a:pt x="475278" y="1027186"/>
                </a:lnTo>
                <a:lnTo>
                  <a:pt x="474669" y="1027728"/>
                </a:lnTo>
                <a:lnTo>
                  <a:pt x="474116" y="1028376"/>
                </a:lnTo>
                <a:lnTo>
                  <a:pt x="473783" y="1030434"/>
                </a:lnTo>
                <a:lnTo>
                  <a:pt x="473688" y="1033891"/>
                </a:lnTo>
                <a:lnTo>
                  <a:pt x="471916" y="1035663"/>
                </a:lnTo>
                <a:lnTo>
                  <a:pt x="468459" y="1035758"/>
                </a:lnTo>
                <a:lnTo>
                  <a:pt x="466420" y="1036110"/>
                </a:lnTo>
                <a:lnTo>
                  <a:pt x="465820" y="1036720"/>
                </a:lnTo>
                <a:lnTo>
                  <a:pt x="465030" y="1037320"/>
                </a:lnTo>
                <a:lnTo>
                  <a:pt x="464039" y="1037920"/>
                </a:lnTo>
                <a:lnTo>
                  <a:pt x="463496" y="1039759"/>
                </a:lnTo>
                <a:lnTo>
                  <a:pt x="463382" y="1042816"/>
                </a:lnTo>
                <a:lnTo>
                  <a:pt x="461791" y="1044435"/>
                </a:lnTo>
                <a:lnTo>
                  <a:pt x="458734" y="1044607"/>
                </a:lnTo>
                <a:lnTo>
                  <a:pt x="456905" y="1045169"/>
                </a:lnTo>
                <a:lnTo>
                  <a:pt x="456324" y="1046102"/>
                </a:lnTo>
                <a:lnTo>
                  <a:pt x="455200" y="1046874"/>
                </a:lnTo>
                <a:lnTo>
                  <a:pt x="453533" y="1047455"/>
                </a:lnTo>
                <a:lnTo>
                  <a:pt x="452704" y="1049007"/>
                </a:lnTo>
                <a:lnTo>
                  <a:pt x="452704" y="1051522"/>
                </a:lnTo>
                <a:lnTo>
                  <a:pt x="451447" y="1052741"/>
                </a:lnTo>
                <a:lnTo>
                  <a:pt x="448932" y="1052674"/>
                </a:lnTo>
                <a:lnTo>
                  <a:pt x="447361" y="1053494"/>
                </a:lnTo>
                <a:lnTo>
                  <a:pt x="446742" y="1055189"/>
                </a:lnTo>
                <a:lnTo>
                  <a:pt x="445313" y="1056342"/>
                </a:lnTo>
                <a:lnTo>
                  <a:pt x="443074" y="1056961"/>
                </a:lnTo>
                <a:lnTo>
                  <a:pt x="441903" y="1058170"/>
                </a:lnTo>
                <a:lnTo>
                  <a:pt x="441779" y="1059952"/>
                </a:lnTo>
                <a:lnTo>
                  <a:pt x="440827" y="1060904"/>
                </a:lnTo>
                <a:lnTo>
                  <a:pt x="439045" y="1061028"/>
                </a:lnTo>
                <a:lnTo>
                  <a:pt x="437807" y="1062171"/>
                </a:lnTo>
                <a:lnTo>
                  <a:pt x="437131" y="1064352"/>
                </a:lnTo>
                <a:lnTo>
                  <a:pt x="435597" y="1065781"/>
                </a:lnTo>
                <a:lnTo>
                  <a:pt x="433216" y="1066457"/>
                </a:lnTo>
                <a:lnTo>
                  <a:pt x="432216" y="1067838"/>
                </a:lnTo>
                <a:lnTo>
                  <a:pt x="432578" y="1069905"/>
                </a:lnTo>
                <a:lnTo>
                  <a:pt x="431730" y="1070791"/>
                </a:lnTo>
                <a:lnTo>
                  <a:pt x="429663" y="1070477"/>
                </a:lnTo>
                <a:lnTo>
                  <a:pt x="428292" y="1071496"/>
                </a:lnTo>
                <a:lnTo>
                  <a:pt x="427625" y="1073829"/>
                </a:lnTo>
                <a:lnTo>
                  <a:pt x="425701" y="1075325"/>
                </a:lnTo>
                <a:lnTo>
                  <a:pt x="422510" y="1075992"/>
                </a:lnTo>
                <a:lnTo>
                  <a:pt x="420938" y="1076801"/>
                </a:lnTo>
                <a:lnTo>
                  <a:pt x="420986" y="1077754"/>
                </a:lnTo>
                <a:lnTo>
                  <a:pt x="420529" y="1078211"/>
                </a:lnTo>
                <a:lnTo>
                  <a:pt x="419576" y="1078163"/>
                </a:lnTo>
                <a:lnTo>
                  <a:pt x="418738" y="1079706"/>
                </a:lnTo>
                <a:lnTo>
                  <a:pt x="418014" y="1082840"/>
                </a:lnTo>
                <a:lnTo>
                  <a:pt x="415633" y="1084717"/>
                </a:lnTo>
                <a:lnTo>
                  <a:pt x="411594" y="1085345"/>
                </a:lnTo>
                <a:lnTo>
                  <a:pt x="409537" y="1085660"/>
                </a:lnTo>
                <a:lnTo>
                  <a:pt x="409051" y="1087850"/>
                </a:lnTo>
                <a:lnTo>
                  <a:pt x="408384" y="1091851"/>
                </a:lnTo>
                <a:lnTo>
                  <a:pt x="406051" y="1094061"/>
                </a:lnTo>
                <a:lnTo>
                  <a:pt x="402050" y="1094470"/>
                </a:lnTo>
                <a:lnTo>
                  <a:pt x="399907" y="1094699"/>
                </a:lnTo>
                <a:lnTo>
                  <a:pt x="399621" y="1094765"/>
                </a:lnTo>
                <a:lnTo>
                  <a:pt x="399431" y="1094946"/>
                </a:lnTo>
                <a:lnTo>
                  <a:pt x="399326" y="1095232"/>
                </a:lnTo>
                <a:lnTo>
                  <a:pt x="399031" y="1097309"/>
                </a:lnTo>
                <a:lnTo>
                  <a:pt x="398516" y="1101176"/>
                </a:lnTo>
                <a:lnTo>
                  <a:pt x="396326" y="1103347"/>
                </a:lnTo>
                <a:lnTo>
                  <a:pt x="392459" y="1103814"/>
                </a:lnTo>
                <a:lnTo>
                  <a:pt x="390363" y="1104090"/>
                </a:lnTo>
                <a:lnTo>
                  <a:pt x="390030" y="1104195"/>
                </a:lnTo>
                <a:lnTo>
                  <a:pt x="389820" y="1104405"/>
                </a:lnTo>
                <a:lnTo>
                  <a:pt x="389725" y="1104738"/>
                </a:lnTo>
                <a:lnTo>
                  <a:pt x="389477" y="1106872"/>
                </a:lnTo>
                <a:lnTo>
                  <a:pt x="389087" y="1110825"/>
                </a:lnTo>
                <a:lnTo>
                  <a:pt x="386925" y="1113034"/>
                </a:lnTo>
                <a:lnTo>
                  <a:pt x="382972" y="1113511"/>
                </a:lnTo>
                <a:lnTo>
                  <a:pt x="380876" y="1113796"/>
                </a:lnTo>
                <a:lnTo>
                  <a:pt x="380629" y="1113882"/>
                </a:lnTo>
                <a:lnTo>
                  <a:pt x="380448" y="1114054"/>
                </a:lnTo>
                <a:lnTo>
                  <a:pt x="380333" y="1114301"/>
                </a:lnTo>
                <a:lnTo>
                  <a:pt x="380038" y="1116387"/>
                </a:lnTo>
                <a:lnTo>
                  <a:pt x="379571" y="1120321"/>
                </a:lnTo>
                <a:lnTo>
                  <a:pt x="377371" y="1122617"/>
                </a:lnTo>
                <a:lnTo>
                  <a:pt x="373437" y="1123293"/>
                </a:lnTo>
                <a:lnTo>
                  <a:pt x="371418" y="1123655"/>
                </a:lnTo>
                <a:lnTo>
                  <a:pt x="370932" y="1125998"/>
                </a:lnTo>
                <a:lnTo>
                  <a:pt x="370399" y="1130094"/>
                </a:lnTo>
                <a:lnTo>
                  <a:pt x="368741" y="1132475"/>
                </a:lnTo>
                <a:lnTo>
                  <a:pt x="365941" y="1133142"/>
                </a:lnTo>
                <a:lnTo>
                  <a:pt x="364474" y="1134047"/>
                </a:lnTo>
                <a:lnTo>
                  <a:pt x="364312" y="1135190"/>
                </a:lnTo>
                <a:lnTo>
                  <a:pt x="363665" y="1135761"/>
                </a:lnTo>
                <a:lnTo>
                  <a:pt x="362522" y="1135761"/>
                </a:lnTo>
                <a:lnTo>
                  <a:pt x="361588" y="1137209"/>
                </a:lnTo>
                <a:lnTo>
                  <a:pt x="360864" y="1140104"/>
                </a:lnTo>
                <a:lnTo>
                  <a:pt x="359645" y="1141914"/>
                </a:lnTo>
                <a:lnTo>
                  <a:pt x="357921" y="1142638"/>
                </a:lnTo>
                <a:lnTo>
                  <a:pt x="357026" y="1144124"/>
                </a:lnTo>
                <a:lnTo>
                  <a:pt x="356968" y="1146381"/>
                </a:lnTo>
                <a:lnTo>
                  <a:pt x="355806" y="1147572"/>
                </a:lnTo>
                <a:lnTo>
                  <a:pt x="353549" y="1147696"/>
                </a:lnTo>
                <a:lnTo>
                  <a:pt x="352092" y="1148620"/>
                </a:lnTo>
                <a:lnTo>
                  <a:pt x="351434" y="1150344"/>
                </a:lnTo>
                <a:lnTo>
                  <a:pt x="350682" y="1151534"/>
                </a:lnTo>
                <a:lnTo>
                  <a:pt x="349844" y="1152192"/>
                </a:lnTo>
                <a:lnTo>
                  <a:pt x="349415" y="1154154"/>
                </a:lnTo>
                <a:lnTo>
                  <a:pt x="349415" y="1157411"/>
                </a:lnTo>
                <a:lnTo>
                  <a:pt x="347786" y="1159097"/>
                </a:lnTo>
                <a:lnTo>
                  <a:pt x="344529" y="1159221"/>
                </a:lnTo>
                <a:lnTo>
                  <a:pt x="342614" y="1159688"/>
                </a:lnTo>
                <a:lnTo>
                  <a:pt x="342043" y="1160497"/>
                </a:lnTo>
                <a:lnTo>
                  <a:pt x="341614" y="1161193"/>
                </a:lnTo>
                <a:lnTo>
                  <a:pt x="341328" y="1161764"/>
                </a:lnTo>
                <a:lnTo>
                  <a:pt x="341233" y="1164050"/>
                </a:lnTo>
                <a:lnTo>
                  <a:pt x="341319" y="1168041"/>
                </a:lnTo>
                <a:lnTo>
                  <a:pt x="339366" y="1170327"/>
                </a:lnTo>
                <a:lnTo>
                  <a:pt x="335375" y="1170908"/>
                </a:lnTo>
                <a:lnTo>
                  <a:pt x="333318" y="1171242"/>
                </a:lnTo>
                <a:lnTo>
                  <a:pt x="332861" y="1173642"/>
                </a:lnTo>
                <a:lnTo>
                  <a:pt x="332356" y="1177766"/>
                </a:lnTo>
                <a:lnTo>
                  <a:pt x="331489" y="1180148"/>
                </a:lnTo>
                <a:lnTo>
                  <a:pt x="330270" y="1180786"/>
                </a:lnTo>
                <a:lnTo>
                  <a:pt x="329660" y="1182548"/>
                </a:lnTo>
                <a:lnTo>
                  <a:pt x="329660" y="1185453"/>
                </a:lnTo>
                <a:lnTo>
                  <a:pt x="328203" y="1186986"/>
                </a:lnTo>
                <a:lnTo>
                  <a:pt x="325298" y="1187129"/>
                </a:lnTo>
                <a:lnTo>
                  <a:pt x="323602" y="1187815"/>
                </a:lnTo>
                <a:lnTo>
                  <a:pt x="323117" y="1189044"/>
                </a:lnTo>
                <a:lnTo>
                  <a:pt x="322707" y="1189892"/>
                </a:lnTo>
                <a:lnTo>
                  <a:pt x="322355" y="1190377"/>
                </a:lnTo>
                <a:lnTo>
                  <a:pt x="322136" y="1192540"/>
                </a:lnTo>
                <a:lnTo>
                  <a:pt x="322040" y="1196378"/>
                </a:lnTo>
                <a:lnTo>
                  <a:pt x="320450" y="1198759"/>
                </a:lnTo>
                <a:lnTo>
                  <a:pt x="317373" y="1199683"/>
                </a:lnTo>
                <a:lnTo>
                  <a:pt x="315782" y="1200474"/>
                </a:lnTo>
                <a:lnTo>
                  <a:pt x="315678" y="1201122"/>
                </a:lnTo>
                <a:lnTo>
                  <a:pt x="315297" y="1201503"/>
                </a:lnTo>
                <a:lnTo>
                  <a:pt x="314649" y="1201607"/>
                </a:lnTo>
                <a:lnTo>
                  <a:pt x="314030" y="1203369"/>
                </a:lnTo>
                <a:lnTo>
                  <a:pt x="313449" y="1206789"/>
                </a:lnTo>
                <a:lnTo>
                  <a:pt x="312953" y="1208799"/>
                </a:lnTo>
                <a:lnTo>
                  <a:pt x="312544" y="1209380"/>
                </a:lnTo>
                <a:lnTo>
                  <a:pt x="312296" y="1211513"/>
                </a:lnTo>
                <a:lnTo>
                  <a:pt x="312201" y="1215190"/>
                </a:lnTo>
                <a:lnTo>
                  <a:pt x="310753" y="1217571"/>
                </a:lnTo>
                <a:lnTo>
                  <a:pt x="307934" y="1218657"/>
                </a:lnTo>
                <a:lnTo>
                  <a:pt x="306495" y="1219600"/>
                </a:lnTo>
                <a:lnTo>
                  <a:pt x="306419" y="1220391"/>
                </a:lnTo>
                <a:lnTo>
                  <a:pt x="305991" y="1220924"/>
                </a:lnTo>
                <a:lnTo>
                  <a:pt x="305200" y="1221181"/>
                </a:lnTo>
                <a:lnTo>
                  <a:pt x="304533" y="1222905"/>
                </a:lnTo>
                <a:lnTo>
                  <a:pt x="304009" y="1226087"/>
                </a:lnTo>
                <a:lnTo>
                  <a:pt x="303476" y="1227934"/>
                </a:lnTo>
                <a:lnTo>
                  <a:pt x="302924" y="1228458"/>
                </a:lnTo>
                <a:lnTo>
                  <a:pt x="302619" y="1230535"/>
                </a:lnTo>
                <a:lnTo>
                  <a:pt x="302562" y="1234164"/>
                </a:lnTo>
                <a:lnTo>
                  <a:pt x="300866" y="1236545"/>
                </a:lnTo>
                <a:lnTo>
                  <a:pt x="297532" y="1237679"/>
                </a:lnTo>
                <a:lnTo>
                  <a:pt x="295885" y="1238412"/>
                </a:lnTo>
                <a:lnTo>
                  <a:pt x="295904" y="1238726"/>
                </a:lnTo>
                <a:lnTo>
                  <a:pt x="295437" y="1238955"/>
                </a:lnTo>
                <a:lnTo>
                  <a:pt x="295046" y="1240946"/>
                </a:lnTo>
                <a:lnTo>
                  <a:pt x="294580" y="1244879"/>
                </a:lnTo>
                <a:lnTo>
                  <a:pt x="294208" y="1247080"/>
                </a:lnTo>
                <a:lnTo>
                  <a:pt x="293932" y="1247546"/>
                </a:lnTo>
                <a:lnTo>
                  <a:pt x="293741" y="1249737"/>
                </a:lnTo>
                <a:lnTo>
                  <a:pt x="293637" y="1253652"/>
                </a:lnTo>
                <a:lnTo>
                  <a:pt x="292932" y="1256033"/>
                </a:lnTo>
                <a:lnTo>
                  <a:pt x="291627" y="1256881"/>
                </a:lnTo>
                <a:lnTo>
                  <a:pt x="290894" y="1258529"/>
                </a:lnTo>
                <a:lnTo>
                  <a:pt x="290732" y="1260977"/>
                </a:lnTo>
                <a:lnTo>
                  <a:pt x="289427" y="1262377"/>
                </a:lnTo>
                <a:lnTo>
                  <a:pt x="286979" y="1262710"/>
                </a:lnTo>
                <a:lnTo>
                  <a:pt x="285550" y="1263663"/>
                </a:lnTo>
                <a:lnTo>
                  <a:pt x="285140" y="1265225"/>
                </a:lnTo>
                <a:lnTo>
                  <a:pt x="284864" y="1266215"/>
                </a:lnTo>
                <a:lnTo>
                  <a:pt x="284721" y="1266625"/>
                </a:lnTo>
                <a:lnTo>
                  <a:pt x="284569" y="1268854"/>
                </a:lnTo>
                <a:lnTo>
                  <a:pt x="284417" y="1272911"/>
                </a:lnTo>
                <a:lnTo>
                  <a:pt x="284131" y="1275293"/>
                </a:lnTo>
                <a:lnTo>
                  <a:pt x="283712" y="1275998"/>
                </a:lnTo>
                <a:lnTo>
                  <a:pt x="283483" y="1278141"/>
                </a:lnTo>
                <a:lnTo>
                  <a:pt x="283426" y="1281732"/>
                </a:lnTo>
                <a:lnTo>
                  <a:pt x="282645" y="1284113"/>
                </a:lnTo>
                <a:lnTo>
                  <a:pt x="281111" y="1285284"/>
                </a:lnTo>
                <a:lnTo>
                  <a:pt x="280387" y="1286942"/>
                </a:lnTo>
                <a:lnTo>
                  <a:pt x="280464" y="1289075"/>
                </a:lnTo>
                <a:lnTo>
                  <a:pt x="279425" y="1290228"/>
                </a:lnTo>
                <a:lnTo>
                  <a:pt x="277292" y="1290380"/>
                </a:lnTo>
                <a:lnTo>
                  <a:pt x="275987" y="1291457"/>
                </a:lnTo>
                <a:lnTo>
                  <a:pt x="275520" y="1293457"/>
                </a:lnTo>
                <a:lnTo>
                  <a:pt x="275225" y="1294695"/>
                </a:lnTo>
                <a:lnTo>
                  <a:pt x="275111" y="1295162"/>
                </a:lnTo>
                <a:lnTo>
                  <a:pt x="274968" y="1297400"/>
                </a:lnTo>
                <a:lnTo>
                  <a:pt x="274796" y="1301401"/>
                </a:lnTo>
                <a:lnTo>
                  <a:pt x="274568" y="1303782"/>
                </a:lnTo>
                <a:lnTo>
                  <a:pt x="274301" y="1304544"/>
                </a:lnTo>
                <a:lnTo>
                  <a:pt x="274187" y="1306811"/>
                </a:lnTo>
                <a:lnTo>
                  <a:pt x="274234" y="1310592"/>
                </a:lnTo>
                <a:lnTo>
                  <a:pt x="274082" y="1312974"/>
                </a:lnTo>
                <a:lnTo>
                  <a:pt x="273720" y="1313955"/>
                </a:lnTo>
                <a:lnTo>
                  <a:pt x="273548" y="1316165"/>
                </a:lnTo>
                <a:lnTo>
                  <a:pt x="273548" y="1319584"/>
                </a:lnTo>
                <a:lnTo>
                  <a:pt x="273167" y="1321965"/>
                </a:lnTo>
                <a:lnTo>
                  <a:pt x="272415" y="1323308"/>
                </a:lnTo>
                <a:lnTo>
                  <a:pt x="272015" y="1325280"/>
                </a:lnTo>
                <a:lnTo>
                  <a:pt x="271948" y="1327890"/>
                </a:lnTo>
                <a:lnTo>
                  <a:pt x="270615" y="1330166"/>
                </a:lnTo>
                <a:lnTo>
                  <a:pt x="268005" y="1332128"/>
                </a:lnTo>
                <a:lnTo>
                  <a:pt x="266681" y="1333186"/>
                </a:lnTo>
                <a:lnTo>
                  <a:pt x="266376" y="1335615"/>
                </a:lnTo>
                <a:lnTo>
                  <a:pt x="265871" y="1339834"/>
                </a:lnTo>
                <a:lnTo>
                  <a:pt x="265586" y="1342215"/>
                </a:lnTo>
                <a:lnTo>
                  <a:pt x="265519" y="1342758"/>
                </a:lnTo>
                <a:lnTo>
                  <a:pt x="265452" y="1345073"/>
                </a:lnTo>
                <a:lnTo>
                  <a:pt x="265386" y="1349159"/>
                </a:lnTo>
                <a:lnTo>
                  <a:pt x="265328" y="1351540"/>
                </a:lnTo>
                <a:lnTo>
                  <a:pt x="265281" y="1352217"/>
                </a:lnTo>
                <a:lnTo>
                  <a:pt x="265262" y="1354569"/>
                </a:lnTo>
                <a:lnTo>
                  <a:pt x="265262" y="1358617"/>
                </a:lnTo>
                <a:lnTo>
                  <a:pt x="265252" y="1360999"/>
                </a:lnTo>
                <a:lnTo>
                  <a:pt x="265243" y="1361713"/>
                </a:lnTo>
                <a:lnTo>
                  <a:pt x="265233" y="1364094"/>
                </a:lnTo>
                <a:lnTo>
                  <a:pt x="265233" y="1368123"/>
                </a:lnTo>
                <a:lnTo>
                  <a:pt x="265224" y="1370505"/>
                </a:lnTo>
                <a:lnTo>
                  <a:pt x="265195" y="1371238"/>
                </a:lnTo>
                <a:lnTo>
                  <a:pt x="265186" y="1373600"/>
                </a:lnTo>
                <a:lnTo>
                  <a:pt x="265186" y="1377610"/>
                </a:lnTo>
                <a:lnTo>
                  <a:pt x="265186" y="1379992"/>
                </a:lnTo>
                <a:lnTo>
                  <a:pt x="265186" y="1380744"/>
                </a:lnTo>
                <a:lnTo>
                  <a:pt x="265186" y="1383125"/>
                </a:lnTo>
                <a:lnTo>
                  <a:pt x="265186" y="1387135"/>
                </a:lnTo>
                <a:lnTo>
                  <a:pt x="265195" y="1389517"/>
                </a:lnTo>
                <a:lnTo>
                  <a:pt x="265214" y="1390269"/>
                </a:lnTo>
                <a:lnTo>
                  <a:pt x="265262" y="1392698"/>
                </a:lnTo>
                <a:lnTo>
                  <a:pt x="265328" y="1396794"/>
                </a:lnTo>
                <a:lnTo>
                  <a:pt x="265386" y="1399175"/>
                </a:lnTo>
                <a:lnTo>
                  <a:pt x="265433" y="1399842"/>
                </a:lnTo>
                <a:lnTo>
                  <a:pt x="265605" y="1402394"/>
                </a:lnTo>
                <a:lnTo>
                  <a:pt x="265890" y="1406823"/>
                </a:lnTo>
                <a:lnTo>
                  <a:pt x="266052" y="1409205"/>
                </a:lnTo>
                <a:lnTo>
                  <a:pt x="266090" y="1409538"/>
                </a:lnTo>
                <a:lnTo>
                  <a:pt x="266252" y="1410653"/>
                </a:lnTo>
                <a:lnTo>
                  <a:pt x="266548" y="1412558"/>
                </a:lnTo>
                <a:lnTo>
                  <a:pt x="267624" y="1414939"/>
                </a:lnTo>
                <a:lnTo>
                  <a:pt x="269462" y="1417796"/>
                </a:lnTo>
                <a:lnTo>
                  <a:pt x="270386" y="1420149"/>
                </a:lnTo>
                <a:lnTo>
                  <a:pt x="270386" y="1421987"/>
                </a:lnTo>
                <a:lnTo>
                  <a:pt x="270920" y="1424369"/>
                </a:lnTo>
                <a:lnTo>
                  <a:pt x="271996" y="1427293"/>
                </a:lnTo>
                <a:lnTo>
                  <a:pt x="272529" y="1430207"/>
                </a:lnTo>
                <a:lnTo>
                  <a:pt x="272529" y="1433122"/>
                </a:lnTo>
                <a:lnTo>
                  <a:pt x="272806" y="1435503"/>
                </a:lnTo>
                <a:lnTo>
                  <a:pt x="273358" y="1437351"/>
                </a:lnTo>
                <a:lnTo>
                  <a:pt x="273663" y="1440037"/>
                </a:lnTo>
                <a:lnTo>
                  <a:pt x="273710" y="1443552"/>
                </a:lnTo>
                <a:lnTo>
                  <a:pt x="273901" y="1445933"/>
                </a:lnTo>
                <a:lnTo>
                  <a:pt x="274225" y="1447181"/>
                </a:lnTo>
                <a:lnTo>
                  <a:pt x="274587" y="1449924"/>
                </a:lnTo>
                <a:lnTo>
                  <a:pt x="274996" y="1454182"/>
                </a:lnTo>
                <a:lnTo>
                  <a:pt x="275273" y="1456563"/>
                </a:lnTo>
                <a:lnTo>
                  <a:pt x="275415" y="1457068"/>
                </a:lnTo>
                <a:lnTo>
                  <a:pt x="275673" y="1458020"/>
                </a:lnTo>
                <a:lnTo>
                  <a:pt x="276044" y="1459401"/>
                </a:lnTo>
                <a:lnTo>
                  <a:pt x="277568" y="1461783"/>
                </a:lnTo>
                <a:lnTo>
                  <a:pt x="280254" y="1465164"/>
                </a:lnTo>
                <a:lnTo>
                  <a:pt x="281635" y="1468231"/>
                </a:lnTo>
                <a:lnTo>
                  <a:pt x="281702" y="1470984"/>
                </a:lnTo>
                <a:lnTo>
                  <a:pt x="282311" y="1473365"/>
                </a:lnTo>
                <a:lnTo>
                  <a:pt x="283445" y="1475375"/>
                </a:lnTo>
                <a:lnTo>
                  <a:pt x="284455" y="1478185"/>
                </a:lnTo>
                <a:lnTo>
                  <a:pt x="285321" y="1481814"/>
                </a:lnTo>
                <a:lnTo>
                  <a:pt x="286264" y="1484195"/>
                </a:lnTo>
                <a:lnTo>
                  <a:pt x="287303" y="1485329"/>
                </a:lnTo>
                <a:lnTo>
                  <a:pt x="287903" y="1486500"/>
                </a:lnTo>
                <a:lnTo>
                  <a:pt x="288055" y="1487691"/>
                </a:lnTo>
                <a:lnTo>
                  <a:pt x="289370" y="1490072"/>
                </a:lnTo>
                <a:lnTo>
                  <a:pt x="291836" y="1493644"/>
                </a:lnTo>
                <a:lnTo>
                  <a:pt x="293494" y="1497673"/>
                </a:lnTo>
                <a:lnTo>
                  <a:pt x="294323" y="1502169"/>
                </a:lnTo>
                <a:lnTo>
                  <a:pt x="294808" y="1504550"/>
                </a:lnTo>
                <a:lnTo>
                  <a:pt x="294951" y="1504817"/>
                </a:lnTo>
                <a:lnTo>
                  <a:pt x="295085" y="1505102"/>
                </a:lnTo>
                <a:lnTo>
                  <a:pt x="295208" y="1505407"/>
                </a:lnTo>
                <a:lnTo>
                  <a:pt x="297113" y="1507788"/>
                </a:lnTo>
                <a:lnTo>
                  <a:pt x="300790" y="1512246"/>
                </a:lnTo>
                <a:lnTo>
                  <a:pt x="303171" y="1516409"/>
                </a:lnTo>
                <a:lnTo>
                  <a:pt x="304257" y="1520276"/>
                </a:lnTo>
                <a:lnTo>
                  <a:pt x="305219" y="1522657"/>
                </a:lnTo>
                <a:lnTo>
                  <a:pt x="306057" y="1523552"/>
                </a:lnTo>
                <a:lnTo>
                  <a:pt x="306438" y="1524371"/>
                </a:lnTo>
                <a:lnTo>
                  <a:pt x="306353" y="1525124"/>
                </a:lnTo>
                <a:lnTo>
                  <a:pt x="307858" y="1527505"/>
                </a:lnTo>
                <a:lnTo>
                  <a:pt x="310963" y="1531515"/>
                </a:lnTo>
                <a:lnTo>
                  <a:pt x="312963" y="1534392"/>
                </a:lnTo>
                <a:lnTo>
                  <a:pt x="313868" y="1536125"/>
                </a:lnTo>
                <a:lnTo>
                  <a:pt x="315878" y="1538507"/>
                </a:lnTo>
                <a:lnTo>
                  <a:pt x="318973" y="1541536"/>
                </a:lnTo>
                <a:lnTo>
                  <a:pt x="321354" y="1544479"/>
                </a:lnTo>
                <a:lnTo>
                  <a:pt x="323021" y="1547336"/>
                </a:lnTo>
                <a:lnTo>
                  <a:pt x="324841" y="1549718"/>
                </a:lnTo>
                <a:lnTo>
                  <a:pt x="326831" y="1551623"/>
                </a:lnTo>
                <a:lnTo>
                  <a:pt x="328660" y="1554404"/>
                </a:lnTo>
                <a:lnTo>
                  <a:pt x="330337" y="1558071"/>
                </a:lnTo>
                <a:lnTo>
                  <a:pt x="331661" y="1560452"/>
                </a:lnTo>
                <a:lnTo>
                  <a:pt x="332623" y="1561548"/>
                </a:lnTo>
                <a:lnTo>
                  <a:pt x="333175" y="1562186"/>
                </a:lnTo>
                <a:lnTo>
                  <a:pt x="335480" y="1564729"/>
                </a:lnTo>
                <a:lnTo>
                  <a:pt x="339681" y="1569329"/>
                </a:lnTo>
                <a:lnTo>
                  <a:pt x="342062" y="1571911"/>
                </a:lnTo>
                <a:lnTo>
                  <a:pt x="342624" y="1572492"/>
                </a:lnTo>
                <a:lnTo>
                  <a:pt x="344929" y="1574873"/>
                </a:lnTo>
                <a:lnTo>
                  <a:pt x="348977" y="1579055"/>
                </a:lnTo>
                <a:lnTo>
                  <a:pt x="351358" y="1581483"/>
                </a:lnTo>
                <a:lnTo>
                  <a:pt x="352073" y="1582160"/>
                </a:lnTo>
                <a:lnTo>
                  <a:pt x="354654" y="1584541"/>
                </a:lnTo>
                <a:lnTo>
                  <a:pt x="359102" y="1588627"/>
                </a:lnTo>
                <a:lnTo>
                  <a:pt x="361483" y="1590818"/>
                </a:lnTo>
                <a:lnTo>
                  <a:pt x="361798" y="1591113"/>
                </a:lnTo>
                <a:lnTo>
                  <a:pt x="362598" y="1591770"/>
                </a:lnTo>
                <a:lnTo>
                  <a:pt x="363903" y="1592771"/>
                </a:lnTo>
                <a:lnTo>
                  <a:pt x="366284" y="1593885"/>
                </a:lnTo>
                <a:lnTo>
                  <a:pt x="369741" y="1595104"/>
                </a:lnTo>
                <a:lnTo>
                  <a:pt x="372599" y="1596838"/>
                </a:lnTo>
                <a:lnTo>
                  <a:pt x="374837" y="1599076"/>
                </a:lnTo>
                <a:lnTo>
                  <a:pt x="377219" y="1600867"/>
                </a:lnTo>
                <a:lnTo>
                  <a:pt x="379743" y="1602210"/>
                </a:lnTo>
                <a:lnTo>
                  <a:pt x="382743" y="1604591"/>
                </a:lnTo>
                <a:lnTo>
                  <a:pt x="386220" y="1608011"/>
                </a:lnTo>
                <a:lnTo>
                  <a:pt x="388601" y="1610077"/>
                </a:lnTo>
                <a:lnTo>
                  <a:pt x="389887" y="1610792"/>
                </a:lnTo>
                <a:lnTo>
                  <a:pt x="391401" y="1611668"/>
                </a:lnTo>
                <a:lnTo>
                  <a:pt x="393163" y="1612716"/>
                </a:lnTo>
                <a:lnTo>
                  <a:pt x="395545" y="1613278"/>
                </a:lnTo>
                <a:lnTo>
                  <a:pt x="398545" y="1613345"/>
                </a:lnTo>
                <a:lnTo>
                  <a:pt x="401517" y="1614840"/>
                </a:lnTo>
                <a:lnTo>
                  <a:pt x="404460" y="1617783"/>
                </a:lnTo>
                <a:lnTo>
                  <a:pt x="406841" y="1619698"/>
                </a:lnTo>
                <a:lnTo>
                  <a:pt x="408661" y="1620593"/>
                </a:lnTo>
                <a:lnTo>
                  <a:pt x="410804" y="1621812"/>
                </a:lnTo>
                <a:lnTo>
                  <a:pt x="413252" y="1623374"/>
                </a:lnTo>
                <a:lnTo>
                  <a:pt x="415633" y="1624146"/>
                </a:lnTo>
                <a:lnTo>
                  <a:pt x="417947" y="1624146"/>
                </a:lnTo>
                <a:lnTo>
                  <a:pt x="420329" y="1625308"/>
                </a:lnTo>
                <a:lnTo>
                  <a:pt x="422777" y="1627622"/>
                </a:lnTo>
                <a:lnTo>
                  <a:pt x="425158" y="1629137"/>
                </a:lnTo>
                <a:lnTo>
                  <a:pt x="427472" y="1629870"/>
                </a:lnTo>
                <a:lnTo>
                  <a:pt x="429330" y="1630575"/>
                </a:lnTo>
                <a:lnTo>
                  <a:pt x="430740" y="1631261"/>
                </a:lnTo>
                <a:lnTo>
                  <a:pt x="433121" y="1631623"/>
                </a:lnTo>
                <a:lnTo>
                  <a:pt x="436474" y="1631690"/>
                </a:lnTo>
                <a:lnTo>
                  <a:pt x="440284" y="1633118"/>
                </a:lnTo>
                <a:lnTo>
                  <a:pt x="444541" y="1635900"/>
                </a:lnTo>
                <a:lnTo>
                  <a:pt x="446923" y="1637309"/>
                </a:lnTo>
                <a:lnTo>
                  <a:pt x="447427" y="1637338"/>
                </a:lnTo>
                <a:lnTo>
                  <a:pt x="447942" y="1637586"/>
                </a:lnTo>
                <a:lnTo>
                  <a:pt x="448466" y="1638062"/>
                </a:lnTo>
                <a:lnTo>
                  <a:pt x="450847" y="1638671"/>
                </a:lnTo>
                <a:lnTo>
                  <a:pt x="455085" y="1639424"/>
                </a:lnTo>
                <a:lnTo>
                  <a:pt x="457772" y="1639986"/>
                </a:lnTo>
                <a:lnTo>
                  <a:pt x="458905" y="1640376"/>
                </a:lnTo>
                <a:lnTo>
                  <a:pt x="461286" y="1640653"/>
                </a:lnTo>
                <a:lnTo>
                  <a:pt x="464915" y="1640805"/>
                </a:lnTo>
                <a:lnTo>
                  <a:pt x="467944" y="1641462"/>
                </a:lnTo>
                <a:lnTo>
                  <a:pt x="470392" y="1642615"/>
                </a:lnTo>
                <a:lnTo>
                  <a:pt x="472773" y="1643224"/>
                </a:lnTo>
                <a:lnTo>
                  <a:pt x="475088" y="1643282"/>
                </a:lnTo>
                <a:lnTo>
                  <a:pt x="478117" y="1644444"/>
                </a:lnTo>
                <a:lnTo>
                  <a:pt x="481841" y="1646701"/>
                </a:lnTo>
                <a:lnTo>
                  <a:pt x="484222" y="1647939"/>
                </a:lnTo>
                <a:lnTo>
                  <a:pt x="485261" y="1648158"/>
                </a:lnTo>
                <a:lnTo>
                  <a:pt x="485918" y="1648301"/>
                </a:lnTo>
                <a:lnTo>
                  <a:pt x="486204" y="1648368"/>
                </a:lnTo>
                <a:lnTo>
                  <a:pt x="488585" y="1648616"/>
                </a:lnTo>
                <a:lnTo>
                  <a:pt x="493062" y="1649054"/>
                </a:lnTo>
                <a:lnTo>
                  <a:pt x="495748" y="1649359"/>
                </a:lnTo>
                <a:lnTo>
                  <a:pt x="496653" y="1649540"/>
                </a:lnTo>
                <a:lnTo>
                  <a:pt x="499034" y="1649682"/>
                </a:lnTo>
                <a:lnTo>
                  <a:pt x="502891" y="1649778"/>
                </a:lnTo>
                <a:lnTo>
                  <a:pt x="505425" y="1649921"/>
                </a:lnTo>
                <a:lnTo>
                  <a:pt x="506616" y="1650111"/>
                </a:lnTo>
                <a:lnTo>
                  <a:pt x="508997" y="1650235"/>
                </a:lnTo>
                <a:lnTo>
                  <a:pt x="512569" y="1650292"/>
                </a:lnTo>
                <a:lnTo>
                  <a:pt x="515036" y="1650378"/>
                </a:lnTo>
                <a:lnTo>
                  <a:pt x="516407" y="1650502"/>
                </a:lnTo>
                <a:lnTo>
                  <a:pt x="518789" y="1650568"/>
                </a:lnTo>
                <a:lnTo>
                  <a:pt x="522180" y="1650568"/>
                </a:lnTo>
                <a:lnTo>
                  <a:pt x="524608" y="1650616"/>
                </a:lnTo>
                <a:lnTo>
                  <a:pt x="526085" y="1650721"/>
                </a:lnTo>
                <a:lnTo>
                  <a:pt x="528466" y="1650797"/>
                </a:lnTo>
                <a:lnTo>
                  <a:pt x="531752" y="1650854"/>
                </a:lnTo>
                <a:lnTo>
                  <a:pt x="534181" y="1650902"/>
                </a:lnTo>
                <a:lnTo>
                  <a:pt x="535734" y="1650930"/>
                </a:lnTo>
                <a:lnTo>
                  <a:pt x="538115" y="1650968"/>
                </a:lnTo>
                <a:lnTo>
                  <a:pt x="541325" y="1651025"/>
                </a:lnTo>
                <a:lnTo>
                  <a:pt x="543735" y="1651054"/>
                </a:lnTo>
                <a:lnTo>
                  <a:pt x="545344" y="1651054"/>
                </a:lnTo>
                <a:lnTo>
                  <a:pt x="547726" y="1651054"/>
                </a:lnTo>
                <a:lnTo>
                  <a:pt x="550878" y="1651054"/>
                </a:lnTo>
                <a:lnTo>
                  <a:pt x="553231" y="1651025"/>
                </a:lnTo>
                <a:lnTo>
                  <a:pt x="554793" y="1650978"/>
                </a:lnTo>
                <a:lnTo>
                  <a:pt x="557174" y="1650921"/>
                </a:lnTo>
                <a:lnTo>
                  <a:pt x="560375" y="1650863"/>
                </a:lnTo>
                <a:lnTo>
                  <a:pt x="562670" y="1650768"/>
                </a:lnTo>
                <a:lnTo>
                  <a:pt x="564051" y="1650654"/>
                </a:lnTo>
                <a:lnTo>
                  <a:pt x="566433" y="1650587"/>
                </a:lnTo>
                <a:lnTo>
                  <a:pt x="569814" y="1650587"/>
                </a:lnTo>
                <a:lnTo>
                  <a:pt x="572081" y="1650482"/>
                </a:lnTo>
                <a:lnTo>
                  <a:pt x="573234" y="1650254"/>
                </a:lnTo>
                <a:lnTo>
                  <a:pt x="575615" y="1650140"/>
                </a:lnTo>
                <a:lnTo>
                  <a:pt x="579225" y="1650140"/>
                </a:lnTo>
                <a:lnTo>
                  <a:pt x="581492" y="1650025"/>
                </a:lnTo>
                <a:lnTo>
                  <a:pt x="582425" y="1649806"/>
                </a:lnTo>
                <a:lnTo>
                  <a:pt x="584806" y="1649692"/>
                </a:lnTo>
                <a:lnTo>
                  <a:pt x="588635" y="1649692"/>
                </a:lnTo>
                <a:lnTo>
                  <a:pt x="590921" y="1649597"/>
                </a:lnTo>
                <a:lnTo>
                  <a:pt x="591664" y="1649406"/>
                </a:lnTo>
                <a:lnTo>
                  <a:pt x="594046" y="1649168"/>
                </a:lnTo>
                <a:lnTo>
                  <a:pt x="598065" y="1648863"/>
                </a:lnTo>
                <a:lnTo>
                  <a:pt x="600285" y="1648701"/>
                </a:lnTo>
                <a:lnTo>
                  <a:pt x="600704" y="1648673"/>
                </a:lnTo>
                <a:lnTo>
                  <a:pt x="601951" y="1648454"/>
                </a:lnTo>
                <a:lnTo>
                  <a:pt x="604047" y="1648035"/>
                </a:lnTo>
                <a:lnTo>
                  <a:pt x="605390" y="1646996"/>
                </a:lnTo>
                <a:lnTo>
                  <a:pt x="606000" y="1645349"/>
                </a:lnTo>
                <a:lnTo>
                  <a:pt x="607124" y="1644529"/>
                </a:lnTo>
                <a:lnTo>
                  <a:pt x="608771" y="1644529"/>
                </a:lnTo>
                <a:lnTo>
                  <a:pt x="610352" y="1643720"/>
                </a:lnTo>
                <a:lnTo>
                  <a:pt x="611848" y="1642110"/>
                </a:lnTo>
                <a:lnTo>
                  <a:pt x="614229" y="1641300"/>
                </a:lnTo>
                <a:lnTo>
                  <a:pt x="617496" y="1641300"/>
                </a:lnTo>
                <a:lnTo>
                  <a:pt x="619582" y="1641005"/>
                </a:lnTo>
                <a:lnTo>
                  <a:pt x="620506" y="1640434"/>
                </a:lnTo>
                <a:lnTo>
                  <a:pt x="622887" y="1640119"/>
                </a:lnTo>
                <a:lnTo>
                  <a:pt x="626726" y="1640072"/>
                </a:lnTo>
                <a:lnTo>
                  <a:pt x="628964" y="1639919"/>
                </a:lnTo>
                <a:lnTo>
                  <a:pt x="629583" y="1639672"/>
                </a:lnTo>
                <a:lnTo>
                  <a:pt x="631822" y="1639233"/>
                </a:lnTo>
                <a:lnTo>
                  <a:pt x="635679" y="1638614"/>
                </a:lnTo>
                <a:lnTo>
                  <a:pt x="637632" y="1638176"/>
                </a:lnTo>
                <a:lnTo>
                  <a:pt x="637661" y="1637929"/>
                </a:lnTo>
                <a:lnTo>
                  <a:pt x="638051" y="1637814"/>
                </a:lnTo>
                <a:lnTo>
                  <a:pt x="639013" y="1636395"/>
                </a:lnTo>
                <a:lnTo>
                  <a:pt x="640690" y="1633547"/>
                </a:lnTo>
                <a:lnTo>
                  <a:pt x="643071" y="1632071"/>
                </a:lnTo>
                <a:lnTo>
                  <a:pt x="646157" y="1631947"/>
                </a:lnTo>
                <a:lnTo>
                  <a:pt x="648129" y="1631537"/>
                </a:lnTo>
                <a:lnTo>
                  <a:pt x="648976" y="1630832"/>
                </a:lnTo>
                <a:lnTo>
                  <a:pt x="651358" y="1630394"/>
                </a:lnTo>
                <a:lnTo>
                  <a:pt x="655272" y="1630223"/>
                </a:lnTo>
                <a:lnTo>
                  <a:pt x="657482" y="1630051"/>
                </a:lnTo>
                <a:lnTo>
                  <a:pt x="657997" y="1629880"/>
                </a:lnTo>
                <a:lnTo>
                  <a:pt x="659101" y="1629547"/>
                </a:lnTo>
                <a:lnTo>
                  <a:pt x="660797" y="1629032"/>
                </a:lnTo>
                <a:lnTo>
                  <a:pt x="662007" y="1627861"/>
                </a:lnTo>
                <a:lnTo>
                  <a:pt x="662730" y="1626032"/>
                </a:lnTo>
                <a:lnTo>
                  <a:pt x="664007" y="1625089"/>
                </a:lnTo>
                <a:lnTo>
                  <a:pt x="665836" y="1625041"/>
                </a:lnTo>
                <a:lnTo>
                  <a:pt x="667322" y="1624146"/>
                </a:lnTo>
                <a:lnTo>
                  <a:pt x="668465" y="1622403"/>
                </a:lnTo>
                <a:lnTo>
                  <a:pt x="670846" y="1621450"/>
                </a:lnTo>
                <a:lnTo>
                  <a:pt x="674465" y="1621298"/>
                </a:lnTo>
                <a:lnTo>
                  <a:pt x="676656" y="1621107"/>
                </a:lnTo>
                <a:lnTo>
                  <a:pt x="677418" y="1620879"/>
                </a:lnTo>
                <a:lnTo>
                  <a:pt x="678790" y="1620393"/>
                </a:lnTo>
                <a:lnTo>
                  <a:pt x="680771" y="1619631"/>
                </a:lnTo>
                <a:lnTo>
                  <a:pt x="681914" y="1618393"/>
                </a:lnTo>
                <a:lnTo>
                  <a:pt x="682228" y="1616688"/>
                </a:lnTo>
                <a:lnTo>
                  <a:pt x="683238" y="1615678"/>
                </a:lnTo>
                <a:lnTo>
                  <a:pt x="684943" y="1615364"/>
                </a:lnTo>
                <a:lnTo>
                  <a:pt x="686257" y="1614297"/>
                </a:lnTo>
                <a:lnTo>
                  <a:pt x="687181" y="1612478"/>
                </a:lnTo>
                <a:lnTo>
                  <a:pt x="689562" y="1611249"/>
                </a:lnTo>
                <a:lnTo>
                  <a:pt x="693401" y="1610611"/>
                </a:lnTo>
                <a:lnTo>
                  <a:pt x="695430" y="1610258"/>
                </a:lnTo>
                <a:lnTo>
                  <a:pt x="695954" y="1610049"/>
                </a:lnTo>
                <a:lnTo>
                  <a:pt x="696354" y="1609830"/>
                </a:lnTo>
                <a:lnTo>
                  <a:pt x="697001" y="1608106"/>
                </a:lnTo>
                <a:lnTo>
                  <a:pt x="697916" y="1604867"/>
                </a:lnTo>
                <a:lnTo>
                  <a:pt x="699992" y="1603181"/>
                </a:lnTo>
                <a:lnTo>
                  <a:pt x="703231" y="1603048"/>
                </a:lnTo>
                <a:lnTo>
                  <a:pt x="705136" y="1602572"/>
                </a:lnTo>
                <a:lnTo>
                  <a:pt x="705707" y="1601753"/>
                </a:lnTo>
                <a:lnTo>
                  <a:pt x="706850" y="1601057"/>
                </a:lnTo>
                <a:lnTo>
                  <a:pt x="708584" y="1600486"/>
                </a:lnTo>
                <a:lnTo>
                  <a:pt x="709689" y="1599209"/>
                </a:lnTo>
                <a:lnTo>
                  <a:pt x="710165" y="1597228"/>
                </a:lnTo>
                <a:lnTo>
                  <a:pt x="711403" y="1596200"/>
                </a:lnTo>
                <a:lnTo>
                  <a:pt x="713384" y="1596142"/>
                </a:lnTo>
                <a:lnTo>
                  <a:pt x="714785" y="1595171"/>
                </a:lnTo>
                <a:lnTo>
                  <a:pt x="715613" y="1593275"/>
                </a:lnTo>
                <a:lnTo>
                  <a:pt x="717995" y="1592123"/>
                </a:lnTo>
                <a:lnTo>
                  <a:pt x="721928" y="1591704"/>
                </a:lnTo>
                <a:lnTo>
                  <a:pt x="724081" y="1591475"/>
                </a:lnTo>
                <a:lnTo>
                  <a:pt x="724443" y="1591418"/>
                </a:lnTo>
                <a:lnTo>
                  <a:pt x="724662" y="1591218"/>
                </a:lnTo>
                <a:lnTo>
                  <a:pt x="724748" y="1590856"/>
                </a:lnTo>
                <a:lnTo>
                  <a:pt x="725014" y="1588741"/>
                </a:lnTo>
                <a:lnTo>
                  <a:pt x="725462" y="1584865"/>
                </a:lnTo>
                <a:lnTo>
                  <a:pt x="727615" y="1582769"/>
                </a:lnTo>
                <a:lnTo>
                  <a:pt x="731491" y="1582464"/>
                </a:lnTo>
                <a:lnTo>
                  <a:pt x="733663" y="1582255"/>
                </a:lnTo>
                <a:lnTo>
                  <a:pt x="734130" y="1582150"/>
                </a:lnTo>
                <a:lnTo>
                  <a:pt x="734463" y="1581855"/>
                </a:lnTo>
                <a:lnTo>
                  <a:pt x="734644" y="1581388"/>
                </a:lnTo>
                <a:lnTo>
                  <a:pt x="734873" y="1579226"/>
                </a:lnTo>
                <a:lnTo>
                  <a:pt x="735140" y="1575387"/>
                </a:lnTo>
                <a:lnTo>
                  <a:pt x="737187" y="1573406"/>
                </a:lnTo>
                <a:lnTo>
                  <a:pt x="741026" y="1573273"/>
                </a:lnTo>
                <a:lnTo>
                  <a:pt x="743245" y="1573111"/>
                </a:lnTo>
                <a:lnTo>
                  <a:pt x="743845" y="1572911"/>
                </a:lnTo>
                <a:lnTo>
                  <a:pt x="744245" y="1572520"/>
                </a:lnTo>
                <a:lnTo>
                  <a:pt x="744455" y="1571920"/>
                </a:lnTo>
                <a:lnTo>
                  <a:pt x="744684" y="1569768"/>
                </a:lnTo>
                <a:lnTo>
                  <a:pt x="744931" y="1566062"/>
                </a:lnTo>
                <a:lnTo>
                  <a:pt x="746912" y="1564034"/>
                </a:lnTo>
                <a:lnTo>
                  <a:pt x="750618" y="1563691"/>
                </a:lnTo>
                <a:lnTo>
                  <a:pt x="752751" y="1563443"/>
                </a:lnTo>
                <a:lnTo>
                  <a:pt x="753294" y="1563272"/>
                </a:lnTo>
                <a:lnTo>
                  <a:pt x="753608" y="1562919"/>
                </a:lnTo>
                <a:lnTo>
                  <a:pt x="753694" y="1562376"/>
                </a:lnTo>
                <a:lnTo>
                  <a:pt x="753875" y="1560176"/>
                </a:lnTo>
                <a:lnTo>
                  <a:pt x="754151" y="1556318"/>
                </a:lnTo>
                <a:lnTo>
                  <a:pt x="756218" y="1553937"/>
                </a:lnTo>
                <a:lnTo>
                  <a:pt x="760076" y="1553032"/>
                </a:lnTo>
                <a:lnTo>
                  <a:pt x="762362" y="1550556"/>
                </a:lnTo>
                <a:lnTo>
                  <a:pt x="763086" y="1546517"/>
                </a:lnTo>
                <a:lnTo>
                  <a:pt x="764153" y="1544136"/>
                </a:lnTo>
                <a:lnTo>
                  <a:pt x="765553" y="1543412"/>
                </a:lnTo>
                <a:lnTo>
                  <a:pt x="766229" y="1541697"/>
                </a:lnTo>
                <a:lnTo>
                  <a:pt x="766153" y="1538992"/>
                </a:lnTo>
                <a:lnTo>
                  <a:pt x="767467" y="1537525"/>
                </a:lnTo>
                <a:lnTo>
                  <a:pt x="770172" y="1537287"/>
                </a:lnTo>
                <a:lnTo>
                  <a:pt x="771820" y="1536554"/>
                </a:lnTo>
                <a:lnTo>
                  <a:pt x="772420" y="1535325"/>
                </a:lnTo>
                <a:lnTo>
                  <a:pt x="773011" y="1534420"/>
                </a:lnTo>
                <a:lnTo>
                  <a:pt x="773611" y="1533820"/>
                </a:lnTo>
                <a:lnTo>
                  <a:pt x="773973" y="1531801"/>
                </a:lnTo>
                <a:lnTo>
                  <a:pt x="774106" y="1528362"/>
                </a:lnTo>
                <a:lnTo>
                  <a:pt x="775887" y="1526343"/>
                </a:lnTo>
                <a:lnTo>
                  <a:pt x="779326" y="1525753"/>
                </a:lnTo>
                <a:lnTo>
                  <a:pt x="781212" y="1525248"/>
                </a:lnTo>
                <a:lnTo>
                  <a:pt x="781536" y="1524857"/>
                </a:lnTo>
                <a:lnTo>
                  <a:pt x="781717" y="1524486"/>
                </a:lnTo>
                <a:lnTo>
                  <a:pt x="781736" y="1524162"/>
                </a:lnTo>
                <a:lnTo>
                  <a:pt x="781983" y="1522019"/>
                </a:lnTo>
                <a:lnTo>
                  <a:pt x="782441" y="1518066"/>
                </a:lnTo>
                <a:lnTo>
                  <a:pt x="783336" y="1515685"/>
                </a:lnTo>
                <a:lnTo>
                  <a:pt x="784670" y="1514875"/>
                </a:lnTo>
                <a:lnTo>
                  <a:pt x="785403" y="1513227"/>
                </a:lnTo>
                <a:lnTo>
                  <a:pt x="785527" y="1510732"/>
                </a:lnTo>
                <a:lnTo>
                  <a:pt x="786832" y="1509389"/>
                </a:lnTo>
                <a:lnTo>
                  <a:pt x="789327" y="1509198"/>
                </a:lnTo>
                <a:lnTo>
                  <a:pt x="790946" y="1508436"/>
                </a:lnTo>
                <a:lnTo>
                  <a:pt x="791689" y="1507103"/>
                </a:lnTo>
                <a:lnTo>
                  <a:pt x="792147" y="1506064"/>
                </a:lnTo>
                <a:lnTo>
                  <a:pt x="792328" y="1505321"/>
                </a:lnTo>
                <a:lnTo>
                  <a:pt x="792413" y="1503026"/>
                </a:lnTo>
                <a:lnTo>
                  <a:pt x="792413" y="1499187"/>
                </a:lnTo>
                <a:lnTo>
                  <a:pt x="793185" y="1496806"/>
                </a:lnTo>
                <a:lnTo>
                  <a:pt x="794718" y="1495882"/>
                </a:lnTo>
                <a:lnTo>
                  <a:pt x="795480" y="1494272"/>
                </a:lnTo>
                <a:lnTo>
                  <a:pt x="795480" y="1491958"/>
                </a:lnTo>
                <a:lnTo>
                  <a:pt x="796633" y="1490805"/>
                </a:lnTo>
                <a:lnTo>
                  <a:pt x="798947" y="1490805"/>
                </a:lnTo>
                <a:lnTo>
                  <a:pt x="800452" y="1489929"/>
                </a:lnTo>
                <a:lnTo>
                  <a:pt x="801148" y="1488176"/>
                </a:lnTo>
                <a:lnTo>
                  <a:pt x="801595" y="1486948"/>
                </a:lnTo>
                <a:lnTo>
                  <a:pt x="801795" y="1486252"/>
                </a:lnTo>
                <a:lnTo>
                  <a:pt x="801919" y="1483985"/>
                </a:lnTo>
                <a:lnTo>
                  <a:pt x="801967" y="1480166"/>
                </a:lnTo>
                <a:lnTo>
                  <a:pt x="802310" y="1477785"/>
                </a:lnTo>
                <a:lnTo>
                  <a:pt x="802948" y="1476842"/>
                </a:lnTo>
                <a:lnTo>
                  <a:pt x="803329" y="1474841"/>
                </a:lnTo>
                <a:lnTo>
                  <a:pt x="803443" y="1471784"/>
                </a:lnTo>
                <a:lnTo>
                  <a:pt x="805034" y="1469641"/>
                </a:lnTo>
                <a:lnTo>
                  <a:pt x="808091" y="1468412"/>
                </a:lnTo>
                <a:lnTo>
                  <a:pt x="809720" y="1467660"/>
                </a:lnTo>
                <a:lnTo>
                  <a:pt x="809901" y="1467364"/>
                </a:lnTo>
                <a:lnTo>
                  <a:pt x="809996" y="1467126"/>
                </a:lnTo>
                <a:lnTo>
                  <a:pt x="810301" y="1464850"/>
                </a:lnTo>
                <a:lnTo>
                  <a:pt x="810873" y="1460859"/>
                </a:lnTo>
                <a:lnTo>
                  <a:pt x="811292" y="1458478"/>
                </a:lnTo>
                <a:lnTo>
                  <a:pt x="811578" y="1457706"/>
                </a:lnTo>
                <a:lnTo>
                  <a:pt x="811721" y="1455468"/>
                </a:lnTo>
                <a:lnTo>
                  <a:pt x="811721" y="1451753"/>
                </a:lnTo>
                <a:lnTo>
                  <a:pt x="812054" y="1449372"/>
                </a:lnTo>
                <a:lnTo>
                  <a:pt x="812721" y="1448324"/>
                </a:lnTo>
                <a:lnTo>
                  <a:pt x="813111" y="1446333"/>
                </a:lnTo>
                <a:lnTo>
                  <a:pt x="813225" y="1443399"/>
                </a:lnTo>
                <a:lnTo>
                  <a:pt x="814445" y="1441018"/>
                </a:lnTo>
                <a:lnTo>
                  <a:pt x="816750" y="1439189"/>
                </a:lnTo>
                <a:lnTo>
                  <a:pt x="817874" y="1437932"/>
                </a:lnTo>
                <a:lnTo>
                  <a:pt x="817817" y="1437256"/>
                </a:lnTo>
                <a:lnTo>
                  <a:pt x="818131" y="1436741"/>
                </a:lnTo>
                <a:lnTo>
                  <a:pt x="818807" y="1436408"/>
                </a:lnTo>
                <a:lnTo>
                  <a:pt x="819388" y="1434608"/>
                </a:lnTo>
                <a:lnTo>
                  <a:pt x="819874" y="1431341"/>
                </a:lnTo>
                <a:lnTo>
                  <a:pt x="820141" y="1429474"/>
                </a:lnTo>
                <a:lnTo>
                  <a:pt x="820207" y="1428988"/>
                </a:lnTo>
                <a:lnTo>
                  <a:pt x="820322" y="1426721"/>
                </a:lnTo>
                <a:lnTo>
                  <a:pt x="820493" y="1422683"/>
                </a:lnTo>
                <a:lnTo>
                  <a:pt x="820655" y="1420301"/>
                </a:lnTo>
                <a:lnTo>
                  <a:pt x="820798" y="1419577"/>
                </a:lnTo>
                <a:lnTo>
                  <a:pt x="820922" y="1417320"/>
                </a:lnTo>
                <a:lnTo>
                  <a:pt x="821007" y="1413510"/>
                </a:lnTo>
                <a:lnTo>
                  <a:pt x="821188" y="1411129"/>
                </a:lnTo>
                <a:lnTo>
                  <a:pt x="821465" y="1410176"/>
                </a:lnTo>
                <a:lnTo>
                  <a:pt x="821607" y="1407928"/>
                </a:lnTo>
                <a:lnTo>
                  <a:pt x="821607" y="1404395"/>
                </a:lnTo>
                <a:lnTo>
                  <a:pt x="821855" y="1402013"/>
                </a:lnTo>
                <a:lnTo>
                  <a:pt x="822350" y="1400785"/>
                </a:lnTo>
                <a:lnTo>
                  <a:pt x="822598" y="1398651"/>
                </a:lnTo>
                <a:lnTo>
                  <a:pt x="822598" y="1395613"/>
                </a:lnTo>
                <a:lnTo>
                  <a:pt x="822827" y="1393231"/>
                </a:lnTo>
                <a:lnTo>
                  <a:pt x="823293" y="1391507"/>
                </a:lnTo>
                <a:lnTo>
                  <a:pt x="823560" y="1389393"/>
                </a:lnTo>
                <a:lnTo>
                  <a:pt x="823627" y="1386888"/>
                </a:lnTo>
                <a:lnTo>
                  <a:pt x="823693" y="1384506"/>
                </a:lnTo>
                <a:lnTo>
                  <a:pt x="823751" y="1382249"/>
                </a:lnTo>
                <a:lnTo>
                  <a:pt x="823779" y="1379906"/>
                </a:lnTo>
                <a:lnTo>
                  <a:pt x="823779" y="1377458"/>
                </a:lnTo>
                <a:lnTo>
                  <a:pt x="823722" y="1375077"/>
                </a:lnTo>
                <a:lnTo>
                  <a:pt x="823608" y="1372762"/>
                </a:lnTo>
                <a:lnTo>
                  <a:pt x="823551" y="1370314"/>
                </a:lnTo>
                <a:lnTo>
                  <a:pt x="823551" y="1367752"/>
                </a:lnTo>
                <a:lnTo>
                  <a:pt x="823493" y="1365371"/>
                </a:lnTo>
                <a:lnTo>
                  <a:pt x="823389" y="1363170"/>
                </a:lnTo>
                <a:lnTo>
                  <a:pt x="823331" y="1360742"/>
                </a:lnTo>
                <a:lnTo>
                  <a:pt x="823331" y="1358065"/>
                </a:lnTo>
                <a:lnTo>
                  <a:pt x="823284" y="1355684"/>
                </a:lnTo>
                <a:lnTo>
                  <a:pt x="823189" y="1353598"/>
                </a:lnTo>
                <a:lnTo>
                  <a:pt x="823141" y="1351169"/>
                </a:lnTo>
                <a:lnTo>
                  <a:pt x="823141" y="1348397"/>
                </a:lnTo>
                <a:lnTo>
                  <a:pt x="822960" y="1346016"/>
                </a:lnTo>
                <a:lnTo>
                  <a:pt x="822617" y="1344025"/>
                </a:lnTo>
                <a:lnTo>
                  <a:pt x="822446" y="1341472"/>
                </a:lnTo>
                <a:lnTo>
                  <a:pt x="822446" y="1338358"/>
                </a:lnTo>
                <a:lnTo>
                  <a:pt x="822236" y="1335977"/>
                </a:lnTo>
                <a:lnTo>
                  <a:pt x="821807" y="1334329"/>
                </a:lnTo>
                <a:lnTo>
                  <a:pt x="821569" y="1331709"/>
                </a:lnTo>
                <a:lnTo>
                  <a:pt x="821522" y="1328118"/>
                </a:lnTo>
                <a:lnTo>
                  <a:pt x="821369" y="1325737"/>
                </a:lnTo>
                <a:lnTo>
                  <a:pt x="821103" y="1324566"/>
                </a:lnTo>
                <a:lnTo>
                  <a:pt x="820807" y="1321880"/>
                </a:lnTo>
                <a:lnTo>
                  <a:pt x="820474" y="1317698"/>
                </a:lnTo>
                <a:lnTo>
                  <a:pt x="820245" y="1315317"/>
                </a:lnTo>
                <a:lnTo>
                  <a:pt x="820112" y="1314736"/>
                </a:lnTo>
                <a:lnTo>
                  <a:pt x="819826" y="1313126"/>
                </a:lnTo>
                <a:lnTo>
                  <a:pt x="819379" y="1310478"/>
                </a:lnTo>
                <a:lnTo>
                  <a:pt x="818417" y="1308097"/>
                </a:lnTo>
                <a:lnTo>
                  <a:pt x="816950" y="1305982"/>
                </a:lnTo>
                <a:lnTo>
                  <a:pt x="816216" y="1304192"/>
                </a:lnTo>
                <a:lnTo>
                  <a:pt x="816216" y="1302725"/>
                </a:lnTo>
                <a:lnTo>
                  <a:pt x="815378" y="1300343"/>
                </a:lnTo>
                <a:lnTo>
                  <a:pt x="813702" y="1297048"/>
                </a:lnTo>
                <a:lnTo>
                  <a:pt x="812864" y="1293828"/>
                </a:lnTo>
                <a:lnTo>
                  <a:pt x="812864" y="1290685"/>
                </a:lnTo>
                <a:lnTo>
                  <a:pt x="812540" y="1288304"/>
                </a:lnTo>
                <a:lnTo>
                  <a:pt x="811892" y="1286685"/>
                </a:lnTo>
                <a:lnTo>
                  <a:pt x="811387" y="1283789"/>
                </a:lnTo>
                <a:lnTo>
                  <a:pt x="811006" y="1279627"/>
                </a:lnTo>
                <a:lnTo>
                  <a:pt x="810749" y="1277245"/>
                </a:lnTo>
                <a:lnTo>
                  <a:pt x="810606" y="1276645"/>
                </a:lnTo>
                <a:lnTo>
                  <a:pt x="810311" y="1275607"/>
                </a:lnTo>
                <a:lnTo>
                  <a:pt x="809854" y="1274121"/>
                </a:lnTo>
                <a:lnTo>
                  <a:pt x="808311" y="1271740"/>
                </a:lnTo>
                <a:lnTo>
                  <a:pt x="805701" y="1268463"/>
                </a:lnTo>
                <a:lnTo>
                  <a:pt x="804348" y="1265482"/>
                </a:lnTo>
                <a:lnTo>
                  <a:pt x="804281" y="1262796"/>
                </a:lnTo>
                <a:lnTo>
                  <a:pt x="803700" y="1260415"/>
                </a:lnTo>
                <a:lnTo>
                  <a:pt x="802586" y="1258338"/>
                </a:lnTo>
                <a:lnTo>
                  <a:pt x="801643" y="1255024"/>
                </a:lnTo>
                <a:lnTo>
                  <a:pt x="800891" y="1250461"/>
                </a:lnTo>
                <a:lnTo>
                  <a:pt x="800481" y="1248080"/>
                </a:lnTo>
                <a:lnTo>
                  <a:pt x="800310" y="1247632"/>
                </a:lnTo>
                <a:lnTo>
                  <a:pt x="800167" y="1247346"/>
                </a:lnTo>
                <a:lnTo>
                  <a:pt x="798347" y="1244965"/>
                </a:lnTo>
                <a:lnTo>
                  <a:pt x="794852" y="1240488"/>
                </a:lnTo>
                <a:lnTo>
                  <a:pt x="792661" y="1236059"/>
                </a:lnTo>
                <a:lnTo>
                  <a:pt x="791766" y="1231668"/>
                </a:lnTo>
                <a:lnTo>
                  <a:pt x="791232" y="1229287"/>
                </a:lnTo>
                <a:lnTo>
                  <a:pt x="791061" y="1228916"/>
                </a:lnTo>
                <a:lnTo>
                  <a:pt x="790870" y="1228535"/>
                </a:lnTo>
                <a:lnTo>
                  <a:pt x="790670" y="1228163"/>
                </a:lnTo>
                <a:lnTo>
                  <a:pt x="788737" y="1225782"/>
                </a:lnTo>
                <a:lnTo>
                  <a:pt x="785070" y="1221391"/>
                </a:lnTo>
                <a:lnTo>
                  <a:pt x="782688" y="1217114"/>
                </a:lnTo>
                <a:lnTo>
                  <a:pt x="781593" y="1212952"/>
                </a:lnTo>
                <a:lnTo>
                  <a:pt x="780736" y="1210570"/>
                </a:lnTo>
                <a:lnTo>
                  <a:pt x="780098" y="1209970"/>
                </a:lnTo>
                <a:lnTo>
                  <a:pt x="779783" y="1209361"/>
                </a:lnTo>
                <a:lnTo>
                  <a:pt x="779783" y="1208723"/>
                </a:lnTo>
                <a:lnTo>
                  <a:pt x="778116" y="1206341"/>
                </a:lnTo>
                <a:lnTo>
                  <a:pt x="774783" y="1202217"/>
                </a:lnTo>
                <a:lnTo>
                  <a:pt x="772716" y="1199045"/>
                </a:lnTo>
                <a:lnTo>
                  <a:pt x="771925" y="1196835"/>
                </a:lnTo>
                <a:lnTo>
                  <a:pt x="770439" y="1194454"/>
                </a:lnTo>
                <a:lnTo>
                  <a:pt x="768277" y="1191901"/>
                </a:lnTo>
                <a:lnTo>
                  <a:pt x="767086" y="1189434"/>
                </a:lnTo>
                <a:lnTo>
                  <a:pt x="766867" y="1187053"/>
                </a:lnTo>
                <a:lnTo>
                  <a:pt x="765896" y="1184672"/>
                </a:lnTo>
                <a:lnTo>
                  <a:pt x="764162" y="1182291"/>
                </a:lnTo>
                <a:lnTo>
                  <a:pt x="762972" y="1180586"/>
                </a:lnTo>
                <a:lnTo>
                  <a:pt x="762324" y="1179547"/>
                </a:lnTo>
                <a:lnTo>
                  <a:pt x="760219" y="1177166"/>
                </a:lnTo>
                <a:lnTo>
                  <a:pt x="756647" y="1173442"/>
                </a:lnTo>
                <a:lnTo>
                  <a:pt x="754266" y="1169432"/>
                </a:lnTo>
                <a:lnTo>
                  <a:pt x="753075" y="1165146"/>
                </a:lnTo>
                <a:lnTo>
                  <a:pt x="752237" y="1162764"/>
                </a:lnTo>
                <a:lnTo>
                  <a:pt x="751761" y="1162288"/>
                </a:lnTo>
                <a:lnTo>
                  <a:pt x="751332" y="1161621"/>
                </a:lnTo>
                <a:lnTo>
                  <a:pt x="750941" y="1160755"/>
                </a:lnTo>
                <a:lnTo>
                  <a:pt x="749036" y="1158373"/>
                </a:lnTo>
                <a:lnTo>
                  <a:pt x="745627" y="1154478"/>
                </a:lnTo>
                <a:lnTo>
                  <a:pt x="743683" y="1152249"/>
                </a:lnTo>
                <a:lnTo>
                  <a:pt x="743198" y="1151687"/>
                </a:lnTo>
                <a:lnTo>
                  <a:pt x="741064" y="1149306"/>
                </a:lnTo>
                <a:lnTo>
                  <a:pt x="737302" y="1145105"/>
                </a:lnTo>
                <a:lnTo>
                  <a:pt x="734920" y="1142305"/>
                </a:lnTo>
                <a:lnTo>
                  <a:pt x="733920" y="1140924"/>
                </a:lnTo>
                <a:lnTo>
                  <a:pt x="731739" y="1138542"/>
                </a:lnTo>
                <a:lnTo>
                  <a:pt x="728358" y="1135161"/>
                </a:lnTo>
                <a:lnTo>
                  <a:pt x="725976" y="1132132"/>
                </a:lnTo>
                <a:lnTo>
                  <a:pt x="724595" y="1129455"/>
                </a:lnTo>
                <a:lnTo>
                  <a:pt x="722862" y="1127074"/>
                </a:lnTo>
                <a:lnTo>
                  <a:pt x="720776" y="1124988"/>
                </a:lnTo>
                <a:lnTo>
                  <a:pt x="718395" y="1121569"/>
                </a:lnTo>
                <a:lnTo>
                  <a:pt x="715718" y="1116806"/>
                </a:lnTo>
                <a:lnTo>
                  <a:pt x="712070" y="1112044"/>
                </a:lnTo>
                <a:lnTo>
                  <a:pt x="707450" y="1107281"/>
                </a:lnTo>
                <a:lnTo>
                  <a:pt x="705069" y="1104814"/>
                </a:lnTo>
                <a:lnTo>
                  <a:pt x="702678" y="1102271"/>
                </a:lnTo>
                <a:lnTo>
                  <a:pt x="698344" y="1097671"/>
                </a:lnTo>
                <a:lnTo>
                  <a:pt x="695963" y="1095146"/>
                </a:lnTo>
                <a:lnTo>
                  <a:pt x="695535" y="1094689"/>
                </a:lnTo>
                <a:lnTo>
                  <a:pt x="693315" y="1092308"/>
                </a:lnTo>
                <a:lnTo>
                  <a:pt x="689305" y="1088003"/>
                </a:lnTo>
                <a:lnTo>
                  <a:pt x="686924" y="1085440"/>
                </a:lnTo>
                <a:lnTo>
                  <a:pt x="686171" y="1084612"/>
                </a:lnTo>
                <a:lnTo>
                  <a:pt x="683857" y="1082231"/>
                </a:lnTo>
                <a:lnTo>
                  <a:pt x="679961" y="1078297"/>
                </a:lnTo>
                <a:lnTo>
                  <a:pt x="677580" y="1075706"/>
                </a:lnTo>
                <a:lnTo>
                  <a:pt x="676713" y="1074477"/>
                </a:lnTo>
                <a:lnTo>
                  <a:pt x="674446" y="1072096"/>
                </a:lnTo>
                <a:lnTo>
                  <a:pt x="670789" y="1068562"/>
                </a:lnTo>
                <a:lnTo>
                  <a:pt x="668407" y="1066067"/>
                </a:lnTo>
                <a:lnTo>
                  <a:pt x="667302" y="1064590"/>
                </a:lnTo>
                <a:lnTo>
                  <a:pt x="665140" y="1062209"/>
                </a:lnTo>
                <a:lnTo>
                  <a:pt x="661930" y="1058923"/>
                </a:lnTo>
                <a:lnTo>
                  <a:pt x="659549" y="1055684"/>
                </a:lnTo>
                <a:lnTo>
                  <a:pt x="657997" y="1052513"/>
                </a:lnTo>
                <a:lnTo>
                  <a:pt x="656530" y="1050131"/>
                </a:lnTo>
                <a:lnTo>
                  <a:pt x="655139" y="1048541"/>
                </a:lnTo>
                <a:lnTo>
                  <a:pt x="653291" y="1045902"/>
                </a:lnTo>
                <a:lnTo>
                  <a:pt x="650977" y="1042197"/>
                </a:lnTo>
                <a:lnTo>
                  <a:pt x="649338" y="1039816"/>
                </a:lnTo>
                <a:lnTo>
                  <a:pt x="648376" y="1038758"/>
                </a:lnTo>
                <a:lnTo>
                  <a:pt x="647843" y="1038177"/>
                </a:lnTo>
                <a:lnTo>
                  <a:pt x="645605" y="1035691"/>
                </a:lnTo>
                <a:lnTo>
                  <a:pt x="641404" y="1031034"/>
                </a:lnTo>
                <a:lnTo>
                  <a:pt x="639023" y="1028348"/>
                </a:lnTo>
                <a:lnTo>
                  <a:pt x="638461" y="1027643"/>
                </a:lnTo>
                <a:lnTo>
                  <a:pt x="636222" y="1025261"/>
                </a:lnTo>
                <a:lnTo>
                  <a:pt x="632308" y="1021204"/>
                </a:lnTo>
                <a:lnTo>
                  <a:pt x="629926" y="1018642"/>
                </a:lnTo>
                <a:lnTo>
                  <a:pt x="629079" y="1017575"/>
                </a:lnTo>
                <a:lnTo>
                  <a:pt x="626878" y="1015194"/>
                </a:lnTo>
                <a:lnTo>
                  <a:pt x="623345" y="1011498"/>
                </a:lnTo>
                <a:lnTo>
                  <a:pt x="620963" y="1008926"/>
                </a:lnTo>
                <a:lnTo>
                  <a:pt x="619735" y="1007469"/>
                </a:lnTo>
                <a:lnTo>
                  <a:pt x="617468" y="1005088"/>
                </a:lnTo>
                <a:lnTo>
                  <a:pt x="614162" y="1001782"/>
                </a:lnTo>
                <a:lnTo>
                  <a:pt x="611781" y="999173"/>
                </a:lnTo>
                <a:lnTo>
                  <a:pt x="610324" y="997268"/>
                </a:lnTo>
                <a:lnTo>
                  <a:pt x="608171" y="994886"/>
                </a:lnTo>
                <a:lnTo>
                  <a:pt x="605314" y="992029"/>
                </a:lnTo>
                <a:lnTo>
                  <a:pt x="602933" y="989219"/>
                </a:lnTo>
                <a:lnTo>
                  <a:pt x="601028" y="986457"/>
                </a:lnTo>
                <a:lnTo>
                  <a:pt x="599075" y="984075"/>
                </a:lnTo>
                <a:lnTo>
                  <a:pt x="597075" y="982075"/>
                </a:lnTo>
                <a:lnTo>
                  <a:pt x="594865" y="978865"/>
                </a:lnTo>
                <a:lnTo>
                  <a:pt x="592445" y="974446"/>
                </a:lnTo>
                <a:lnTo>
                  <a:pt x="591083" y="972064"/>
                </a:lnTo>
                <a:lnTo>
                  <a:pt x="590798" y="971721"/>
                </a:lnTo>
                <a:lnTo>
                  <a:pt x="590626" y="971521"/>
                </a:lnTo>
                <a:lnTo>
                  <a:pt x="588359" y="969093"/>
                </a:lnTo>
                <a:lnTo>
                  <a:pt x="583987" y="964378"/>
                </a:lnTo>
                <a:lnTo>
                  <a:pt x="581606" y="961815"/>
                </a:lnTo>
                <a:lnTo>
                  <a:pt x="581216" y="961387"/>
                </a:lnTo>
                <a:lnTo>
                  <a:pt x="578949" y="959006"/>
                </a:lnTo>
                <a:lnTo>
                  <a:pt x="574805" y="954672"/>
                </a:lnTo>
                <a:lnTo>
                  <a:pt x="572424" y="952176"/>
                </a:lnTo>
                <a:lnTo>
                  <a:pt x="571805" y="951519"/>
                </a:lnTo>
                <a:lnTo>
                  <a:pt x="569471" y="949138"/>
                </a:lnTo>
                <a:lnTo>
                  <a:pt x="565414" y="945032"/>
                </a:lnTo>
                <a:lnTo>
                  <a:pt x="563032" y="942556"/>
                </a:lnTo>
                <a:lnTo>
                  <a:pt x="562327" y="941718"/>
                </a:lnTo>
                <a:lnTo>
                  <a:pt x="559956" y="939336"/>
                </a:lnTo>
                <a:lnTo>
                  <a:pt x="555927" y="935412"/>
                </a:lnTo>
                <a:lnTo>
                  <a:pt x="553545" y="933031"/>
                </a:lnTo>
                <a:lnTo>
                  <a:pt x="552812" y="932202"/>
                </a:lnTo>
                <a:lnTo>
                  <a:pt x="550516" y="929821"/>
                </a:lnTo>
                <a:lnTo>
                  <a:pt x="546649" y="925887"/>
                </a:lnTo>
                <a:lnTo>
                  <a:pt x="544268" y="923373"/>
                </a:lnTo>
                <a:lnTo>
                  <a:pt x="543373" y="922277"/>
                </a:lnTo>
                <a:lnTo>
                  <a:pt x="541191" y="919896"/>
                </a:lnTo>
                <a:lnTo>
                  <a:pt x="537734" y="916229"/>
                </a:lnTo>
                <a:lnTo>
                  <a:pt x="535353" y="913590"/>
                </a:lnTo>
                <a:lnTo>
                  <a:pt x="534048" y="911962"/>
                </a:lnTo>
                <a:lnTo>
                  <a:pt x="531790" y="909580"/>
                </a:lnTo>
                <a:lnTo>
                  <a:pt x="528580" y="906447"/>
                </a:lnTo>
                <a:lnTo>
                  <a:pt x="526199" y="903427"/>
                </a:lnTo>
                <a:lnTo>
                  <a:pt x="524647" y="900522"/>
                </a:lnTo>
                <a:lnTo>
                  <a:pt x="522942" y="898141"/>
                </a:lnTo>
                <a:lnTo>
                  <a:pt x="521084" y="896283"/>
                </a:lnTo>
                <a:lnTo>
                  <a:pt x="519427" y="893702"/>
                </a:lnTo>
                <a:lnTo>
                  <a:pt x="517998" y="890407"/>
                </a:lnTo>
                <a:lnTo>
                  <a:pt x="516646" y="888025"/>
                </a:lnTo>
                <a:lnTo>
                  <a:pt x="515369" y="886558"/>
                </a:lnTo>
                <a:lnTo>
                  <a:pt x="514636" y="885701"/>
                </a:lnTo>
                <a:lnTo>
                  <a:pt x="514445" y="885463"/>
                </a:lnTo>
                <a:lnTo>
                  <a:pt x="512388" y="883082"/>
                </a:lnTo>
                <a:lnTo>
                  <a:pt x="508464" y="878557"/>
                </a:lnTo>
                <a:lnTo>
                  <a:pt x="506082" y="875767"/>
                </a:lnTo>
                <a:lnTo>
                  <a:pt x="505244" y="874690"/>
                </a:lnTo>
                <a:lnTo>
                  <a:pt x="503034" y="872309"/>
                </a:lnTo>
                <a:lnTo>
                  <a:pt x="499443" y="868623"/>
                </a:lnTo>
                <a:lnTo>
                  <a:pt x="497062" y="865946"/>
                </a:lnTo>
                <a:lnTo>
                  <a:pt x="495891" y="864299"/>
                </a:lnTo>
                <a:lnTo>
                  <a:pt x="493747" y="861917"/>
                </a:lnTo>
                <a:lnTo>
                  <a:pt x="490633" y="858803"/>
                </a:lnTo>
                <a:lnTo>
                  <a:pt x="488252" y="855774"/>
                </a:lnTo>
                <a:lnTo>
                  <a:pt x="486604" y="852811"/>
                </a:lnTo>
                <a:lnTo>
                  <a:pt x="484870" y="850430"/>
                </a:lnTo>
                <a:lnTo>
                  <a:pt x="483070" y="848630"/>
                </a:lnTo>
                <a:lnTo>
                  <a:pt x="480879" y="845544"/>
                </a:lnTo>
                <a:lnTo>
                  <a:pt x="478326" y="841181"/>
                </a:lnTo>
                <a:lnTo>
                  <a:pt x="476869" y="838800"/>
                </a:lnTo>
                <a:lnTo>
                  <a:pt x="476517" y="838400"/>
                </a:lnTo>
                <a:lnTo>
                  <a:pt x="476317" y="838171"/>
                </a:lnTo>
                <a:lnTo>
                  <a:pt x="474126" y="835743"/>
                </a:lnTo>
                <a:lnTo>
                  <a:pt x="469887" y="831028"/>
                </a:lnTo>
                <a:lnTo>
                  <a:pt x="467506" y="828332"/>
                </a:lnTo>
                <a:lnTo>
                  <a:pt x="466982" y="827656"/>
                </a:lnTo>
                <a:lnTo>
                  <a:pt x="464877" y="825275"/>
                </a:lnTo>
                <a:lnTo>
                  <a:pt x="461181" y="821188"/>
                </a:lnTo>
                <a:lnTo>
                  <a:pt x="458800" y="818340"/>
                </a:lnTo>
                <a:lnTo>
                  <a:pt x="457733" y="816731"/>
                </a:lnTo>
                <a:lnTo>
                  <a:pt x="455600" y="814349"/>
                </a:lnTo>
                <a:lnTo>
                  <a:pt x="452390" y="811197"/>
                </a:lnTo>
                <a:lnTo>
                  <a:pt x="450009" y="807672"/>
                </a:lnTo>
                <a:lnTo>
                  <a:pt x="448456" y="803777"/>
                </a:lnTo>
                <a:lnTo>
                  <a:pt x="447170" y="801395"/>
                </a:lnTo>
                <a:lnTo>
                  <a:pt x="446170" y="800529"/>
                </a:lnTo>
                <a:lnTo>
                  <a:pt x="445532" y="799462"/>
                </a:lnTo>
                <a:lnTo>
                  <a:pt x="445265" y="798195"/>
                </a:lnTo>
                <a:lnTo>
                  <a:pt x="443655" y="795814"/>
                </a:lnTo>
                <a:lnTo>
                  <a:pt x="440693" y="792318"/>
                </a:lnTo>
                <a:lnTo>
                  <a:pt x="438941" y="790089"/>
                </a:lnTo>
                <a:lnTo>
                  <a:pt x="438417" y="789118"/>
                </a:lnTo>
                <a:lnTo>
                  <a:pt x="436474" y="786736"/>
                </a:lnTo>
                <a:lnTo>
                  <a:pt x="433111" y="782945"/>
                </a:lnTo>
                <a:lnTo>
                  <a:pt x="430835" y="778774"/>
                </a:lnTo>
                <a:lnTo>
                  <a:pt x="429644" y="774221"/>
                </a:lnTo>
                <a:lnTo>
                  <a:pt x="428987" y="771839"/>
                </a:lnTo>
                <a:lnTo>
                  <a:pt x="428863" y="771630"/>
                </a:lnTo>
                <a:lnTo>
                  <a:pt x="426634" y="768982"/>
                </a:lnTo>
                <a:lnTo>
                  <a:pt x="422653" y="764324"/>
                </a:lnTo>
                <a:lnTo>
                  <a:pt x="420272" y="761076"/>
                </a:lnTo>
                <a:lnTo>
                  <a:pt x="419491" y="759238"/>
                </a:lnTo>
                <a:lnTo>
                  <a:pt x="417643" y="756856"/>
                </a:lnTo>
                <a:lnTo>
                  <a:pt x="414719" y="753932"/>
                </a:lnTo>
                <a:lnTo>
                  <a:pt x="413223" y="750980"/>
                </a:lnTo>
                <a:lnTo>
                  <a:pt x="413156" y="747989"/>
                </a:lnTo>
                <a:lnTo>
                  <a:pt x="412556" y="745607"/>
                </a:lnTo>
                <a:lnTo>
                  <a:pt x="411423" y="743836"/>
                </a:lnTo>
                <a:lnTo>
                  <a:pt x="410537" y="741921"/>
                </a:lnTo>
                <a:lnTo>
                  <a:pt x="409899" y="739864"/>
                </a:lnTo>
                <a:lnTo>
                  <a:pt x="408289" y="737483"/>
                </a:lnTo>
                <a:lnTo>
                  <a:pt x="405727" y="734778"/>
                </a:lnTo>
                <a:lnTo>
                  <a:pt x="404451" y="732139"/>
                </a:lnTo>
                <a:lnTo>
                  <a:pt x="404451" y="729577"/>
                </a:lnTo>
                <a:lnTo>
                  <a:pt x="403736" y="727196"/>
                </a:lnTo>
                <a:lnTo>
                  <a:pt x="402307" y="724995"/>
                </a:lnTo>
                <a:lnTo>
                  <a:pt x="401212" y="722643"/>
                </a:lnTo>
                <a:lnTo>
                  <a:pt x="400441" y="720119"/>
                </a:lnTo>
                <a:lnTo>
                  <a:pt x="398926" y="717737"/>
                </a:lnTo>
                <a:lnTo>
                  <a:pt x="396688" y="715499"/>
                </a:lnTo>
                <a:lnTo>
                  <a:pt x="395564" y="713251"/>
                </a:lnTo>
                <a:lnTo>
                  <a:pt x="395564" y="711013"/>
                </a:lnTo>
                <a:lnTo>
                  <a:pt x="394716" y="708631"/>
                </a:lnTo>
                <a:lnTo>
                  <a:pt x="393021" y="706107"/>
                </a:lnTo>
                <a:lnTo>
                  <a:pt x="391763" y="702812"/>
                </a:lnTo>
                <a:lnTo>
                  <a:pt x="390935" y="698725"/>
                </a:lnTo>
                <a:lnTo>
                  <a:pt x="390201" y="696344"/>
                </a:lnTo>
                <a:lnTo>
                  <a:pt x="389553" y="695668"/>
                </a:lnTo>
                <a:lnTo>
                  <a:pt x="389211" y="694982"/>
                </a:lnTo>
                <a:lnTo>
                  <a:pt x="389182" y="694306"/>
                </a:lnTo>
                <a:lnTo>
                  <a:pt x="387687" y="691925"/>
                </a:lnTo>
                <a:lnTo>
                  <a:pt x="384734" y="687838"/>
                </a:lnTo>
                <a:lnTo>
                  <a:pt x="383210" y="683933"/>
                </a:lnTo>
                <a:lnTo>
                  <a:pt x="383105" y="680199"/>
                </a:lnTo>
                <a:lnTo>
                  <a:pt x="382857" y="677818"/>
                </a:lnTo>
                <a:lnTo>
                  <a:pt x="382457" y="676789"/>
                </a:lnTo>
                <a:lnTo>
                  <a:pt x="381943" y="675008"/>
                </a:lnTo>
                <a:lnTo>
                  <a:pt x="381314" y="672465"/>
                </a:lnTo>
                <a:lnTo>
                  <a:pt x="379924" y="670084"/>
                </a:lnTo>
                <a:lnTo>
                  <a:pt x="377771" y="667864"/>
                </a:lnTo>
                <a:lnTo>
                  <a:pt x="376666" y="665636"/>
                </a:lnTo>
                <a:lnTo>
                  <a:pt x="376590" y="663416"/>
                </a:lnTo>
                <a:lnTo>
                  <a:pt x="375790" y="661035"/>
                </a:lnTo>
                <a:lnTo>
                  <a:pt x="374247" y="658492"/>
                </a:lnTo>
                <a:lnTo>
                  <a:pt x="373456" y="655320"/>
                </a:lnTo>
                <a:lnTo>
                  <a:pt x="373409" y="651510"/>
                </a:lnTo>
                <a:lnTo>
                  <a:pt x="373218" y="649129"/>
                </a:lnTo>
                <a:lnTo>
                  <a:pt x="372894" y="648176"/>
                </a:lnTo>
                <a:lnTo>
                  <a:pt x="372551" y="645452"/>
                </a:lnTo>
                <a:lnTo>
                  <a:pt x="372199" y="640966"/>
                </a:lnTo>
                <a:lnTo>
                  <a:pt x="371989" y="638585"/>
                </a:lnTo>
                <a:lnTo>
                  <a:pt x="371942" y="638308"/>
                </a:lnTo>
                <a:lnTo>
                  <a:pt x="371799" y="637584"/>
                </a:lnTo>
                <a:lnTo>
                  <a:pt x="371580" y="636394"/>
                </a:lnTo>
                <a:lnTo>
                  <a:pt x="370313" y="634013"/>
                </a:lnTo>
                <a:lnTo>
                  <a:pt x="367998" y="630441"/>
                </a:lnTo>
                <a:lnTo>
                  <a:pt x="366808" y="627459"/>
                </a:lnTo>
                <a:lnTo>
                  <a:pt x="366741" y="625078"/>
                </a:lnTo>
                <a:lnTo>
                  <a:pt x="366093" y="622697"/>
                </a:lnTo>
                <a:lnTo>
                  <a:pt x="364855" y="620316"/>
                </a:lnTo>
                <a:lnTo>
                  <a:pt x="364207" y="617287"/>
                </a:lnTo>
                <a:lnTo>
                  <a:pt x="364160" y="613620"/>
                </a:lnTo>
                <a:lnTo>
                  <a:pt x="363960" y="611238"/>
                </a:lnTo>
                <a:lnTo>
                  <a:pt x="363607" y="610143"/>
                </a:lnTo>
                <a:lnTo>
                  <a:pt x="363360" y="607514"/>
                </a:lnTo>
                <a:lnTo>
                  <a:pt x="363207" y="603342"/>
                </a:lnTo>
                <a:lnTo>
                  <a:pt x="363083" y="600961"/>
                </a:lnTo>
                <a:lnTo>
                  <a:pt x="362979" y="600370"/>
                </a:lnTo>
                <a:lnTo>
                  <a:pt x="362845" y="597856"/>
                </a:lnTo>
                <a:lnTo>
                  <a:pt x="362664" y="593408"/>
                </a:lnTo>
                <a:lnTo>
                  <a:pt x="362569" y="591026"/>
                </a:lnTo>
                <a:lnTo>
                  <a:pt x="362541" y="590712"/>
                </a:lnTo>
                <a:lnTo>
                  <a:pt x="362417" y="588207"/>
                </a:lnTo>
                <a:lnTo>
                  <a:pt x="362207" y="583521"/>
                </a:lnTo>
                <a:lnTo>
                  <a:pt x="362102" y="581139"/>
                </a:lnTo>
                <a:lnTo>
                  <a:pt x="362055" y="580492"/>
                </a:lnTo>
                <a:lnTo>
                  <a:pt x="361988" y="579434"/>
                </a:lnTo>
                <a:lnTo>
                  <a:pt x="361283" y="577053"/>
                </a:lnTo>
                <a:lnTo>
                  <a:pt x="359950" y="573348"/>
                </a:lnTo>
                <a:lnTo>
                  <a:pt x="359283" y="570833"/>
                </a:lnTo>
                <a:lnTo>
                  <a:pt x="359283" y="569500"/>
                </a:lnTo>
                <a:lnTo>
                  <a:pt x="358692" y="567119"/>
                </a:lnTo>
                <a:lnTo>
                  <a:pt x="357521" y="563690"/>
                </a:lnTo>
                <a:lnTo>
                  <a:pt x="356968" y="560756"/>
                </a:lnTo>
                <a:lnTo>
                  <a:pt x="357035" y="558308"/>
                </a:lnTo>
                <a:lnTo>
                  <a:pt x="356826" y="555927"/>
                </a:lnTo>
                <a:lnTo>
                  <a:pt x="356359" y="553612"/>
                </a:lnTo>
                <a:lnTo>
                  <a:pt x="356121" y="550993"/>
                </a:lnTo>
                <a:lnTo>
                  <a:pt x="356121" y="548078"/>
                </a:lnTo>
                <a:lnTo>
                  <a:pt x="356064" y="545697"/>
                </a:lnTo>
                <a:lnTo>
                  <a:pt x="355959" y="543849"/>
                </a:lnTo>
                <a:lnTo>
                  <a:pt x="355902" y="541411"/>
                </a:lnTo>
                <a:lnTo>
                  <a:pt x="355902" y="538391"/>
                </a:lnTo>
                <a:lnTo>
                  <a:pt x="355902" y="536010"/>
                </a:lnTo>
                <a:lnTo>
                  <a:pt x="355902" y="534267"/>
                </a:lnTo>
                <a:lnTo>
                  <a:pt x="355902" y="531886"/>
                </a:lnTo>
                <a:lnTo>
                  <a:pt x="355902" y="528866"/>
                </a:lnTo>
                <a:lnTo>
                  <a:pt x="355959" y="526485"/>
                </a:lnTo>
                <a:lnTo>
                  <a:pt x="356064" y="524742"/>
                </a:lnTo>
                <a:lnTo>
                  <a:pt x="356121" y="522418"/>
                </a:lnTo>
                <a:lnTo>
                  <a:pt x="356121" y="519503"/>
                </a:lnTo>
                <a:lnTo>
                  <a:pt x="356273" y="517122"/>
                </a:lnTo>
                <a:lnTo>
                  <a:pt x="356578" y="515274"/>
                </a:lnTo>
                <a:lnTo>
                  <a:pt x="356826" y="513131"/>
                </a:lnTo>
                <a:lnTo>
                  <a:pt x="356997" y="510702"/>
                </a:lnTo>
                <a:lnTo>
                  <a:pt x="357664" y="508321"/>
                </a:lnTo>
                <a:lnTo>
                  <a:pt x="358826" y="505987"/>
                </a:lnTo>
                <a:lnTo>
                  <a:pt x="359388" y="504168"/>
                </a:lnTo>
                <a:lnTo>
                  <a:pt x="359340" y="502853"/>
                </a:lnTo>
                <a:lnTo>
                  <a:pt x="359978" y="500948"/>
                </a:lnTo>
                <a:lnTo>
                  <a:pt x="361293" y="498453"/>
                </a:lnTo>
                <a:lnTo>
                  <a:pt x="361988" y="496767"/>
                </a:lnTo>
                <a:lnTo>
                  <a:pt x="362055" y="495881"/>
                </a:lnTo>
                <a:lnTo>
                  <a:pt x="362093" y="495405"/>
                </a:lnTo>
                <a:lnTo>
                  <a:pt x="362188" y="493043"/>
                </a:lnTo>
                <a:lnTo>
                  <a:pt x="362360" y="488528"/>
                </a:lnTo>
                <a:lnTo>
                  <a:pt x="362455" y="486146"/>
                </a:lnTo>
                <a:lnTo>
                  <a:pt x="362464" y="485899"/>
                </a:lnTo>
                <a:lnTo>
                  <a:pt x="362541" y="483594"/>
                </a:lnTo>
                <a:lnTo>
                  <a:pt x="362674" y="479231"/>
                </a:lnTo>
                <a:lnTo>
                  <a:pt x="362769" y="476850"/>
                </a:lnTo>
                <a:lnTo>
                  <a:pt x="362826" y="476450"/>
                </a:lnTo>
                <a:lnTo>
                  <a:pt x="362960" y="474202"/>
                </a:lnTo>
                <a:lnTo>
                  <a:pt x="363169" y="470106"/>
                </a:lnTo>
                <a:lnTo>
                  <a:pt x="363417" y="467725"/>
                </a:lnTo>
                <a:lnTo>
                  <a:pt x="363693" y="467058"/>
                </a:lnTo>
                <a:lnTo>
                  <a:pt x="363855" y="464839"/>
                </a:lnTo>
                <a:lnTo>
                  <a:pt x="363903" y="461058"/>
                </a:lnTo>
                <a:lnTo>
                  <a:pt x="364226" y="458676"/>
                </a:lnTo>
                <a:lnTo>
                  <a:pt x="364827" y="457695"/>
                </a:lnTo>
                <a:lnTo>
                  <a:pt x="365122" y="455609"/>
                </a:lnTo>
                <a:lnTo>
                  <a:pt x="365122" y="452438"/>
                </a:lnTo>
                <a:lnTo>
                  <a:pt x="365865" y="450056"/>
                </a:lnTo>
                <a:lnTo>
                  <a:pt x="367332" y="448466"/>
                </a:lnTo>
                <a:lnTo>
                  <a:pt x="368046" y="446789"/>
                </a:lnTo>
                <a:lnTo>
                  <a:pt x="367979" y="445027"/>
                </a:lnTo>
                <a:lnTo>
                  <a:pt x="368827" y="443703"/>
                </a:lnTo>
                <a:lnTo>
                  <a:pt x="370589" y="442827"/>
                </a:lnTo>
                <a:lnTo>
                  <a:pt x="371608" y="441465"/>
                </a:lnTo>
                <a:lnTo>
                  <a:pt x="371885" y="439617"/>
                </a:lnTo>
                <a:lnTo>
                  <a:pt x="372037" y="438560"/>
                </a:lnTo>
                <a:lnTo>
                  <a:pt x="372056" y="438283"/>
                </a:lnTo>
                <a:lnTo>
                  <a:pt x="372151" y="435997"/>
                </a:lnTo>
                <a:lnTo>
                  <a:pt x="372313" y="431702"/>
                </a:lnTo>
                <a:lnTo>
                  <a:pt x="372494" y="429320"/>
                </a:lnTo>
                <a:lnTo>
                  <a:pt x="372685" y="428854"/>
                </a:lnTo>
                <a:lnTo>
                  <a:pt x="372799" y="426587"/>
                </a:lnTo>
                <a:lnTo>
                  <a:pt x="372847" y="422519"/>
                </a:lnTo>
                <a:lnTo>
                  <a:pt x="373170" y="420138"/>
                </a:lnTo>
                <a:lnTo>
                  <a:pt x="373780" y="419443"/>
                </a:lnTo>
                <a:lnTo>
                  <a:pt x="374123" y="417405"/>
                </a:lnTo>
                <a:lnTo>
                  <a:pt x="374190" y="414014"/>
                </a:lnTo>
                <a:lnTo>
                  <a:pt x="375914" y="411632"/>
                </a:lnTo>
                <a:lnTo>
                  <a:pt x="379305" y="410261"/>
                </a:lnTo>
                <a:lnTo>
                  <a:pt x="381257" y="407451"/>
                </a:lnTo>
                <a:lnTo>
                  <a:pt x="381781" y="403212"/>
                </a:lnTo>
                <a:lnTo>
                  <a:pt x="382153" y="400831"/>
                </a:lnTo>
                <a:lnTo>
                  <a:pt x="382372" y="400307"/>
                </a:lnTo>
                <a:lnTo>
                  <a:pt x="382553" y="398097"/>
                </a:lnTo>
                <a:lnTo>
                  <a:pt x="382667" y="394202"/>
                </a:lnTo>
                <a:lnTo>
                  <a:pt x="383343" y="391820"/>
                </a:lnTo>
                <a:lnTo>
                  <a:pt x="384572" y="390954"/>
                </a:lnTo>
                <a:lnTo>
                  <a:pt x="385181" y="389192"/>
                </a:lnTo>
                <a:lnTo>
                  <a:pt x="385181" y="386515"/>
                </a:lnTo>
                <a:lnTo>
                  <a:pt x="386515" y="384905"/>
                </a:lnTo>
                <a:lnTo>
                  <a:pt x="389192" y="384353"/>
                </a:lnTo>
                <a:lnTo>
                  <a:pt x="390706" y="383496"/>
                </a:lnTo>
                <a:lnTo>
                  <a:pt x="391077" y="382324"/>
                </a:lnTo>
                <a:lnTo>
                  <a:pt x="391335" y="381552"/>
                </a:lnTo>
                <a:lnTo>
                  <a:pt x="391468" y="381181"/>
                </a:lnTo>
                <a:lnTo>
                  <a:pt x="391678" y="379009"/>
                </a:lnTo>
                <a:lnTo>
                  <a:pt x="391944" y="375028"/>
                </a:lnTo>
                <a:lnTo>
                  <a:pt x="392792" y="372647"/>
                </a:lnTo>
                <a:lnTo>
                  <a:pt x="394211" y="371866"/>
                </a:lnTo>
                <a:lnTo>
                  <a:pt x="394926" y="370189"/>
                </a:lnTo>
                <a:lnTo>
                  <a:pt x="394926" y="367627"/>
                </a:lnTo>
                <a:lnTo>
                  <a:pt x="396202" y="366274"/>
                </a:lnTo>
                <a:lnTo>
                  <a:pt x="398764" y="366141"/>
                </a:lnTo>
                <a:lnTo>
                  <a:pt x="400307" y="365293"/>
                </a:lnTo>
                <a:lnTo>
                  <a:pt x="400822" y="363750"/>
                </a:lnTo>
                <a:lnTo>
                  <a:pt x="401174" y="362722"/>
                </a:lnTo>
                <a:lnTo>
                  <a:pt x="401364" y="362207"/>
                </a:lnTo>
                <a:lnTo>
                  <a:pt x="401517" y="359978"/>
                </a:lnTo>
                <a:lnTo>
                  <a:pt x="401622" y="356025"/>
                </a:lnTo>
                <a:lnTo>
                  <a:pt x="402431" y="353644"/>
                </a:lnTo>
                <a:lnTo>
                  <a:pt x="403936" y="352835"/>
                </a:lnTo>
                <a:lnTo>
                  <a:pt x="404746" y="351263"/>
                </a:lnTo>
                <a:lnTo>
                  <a:pt x="404870" y="348939"/>
                </a:lnTo>
                <a:lnTo>
                  <a:pt x="406089" y="347691"/>
                </a:lnTo>
                <a:lnTo>
                  <a:pt x="408413" y="347501"/>
                </a:lnTo>
                <a:lnTo>
                  <a:pt x="409870" y="346577"/>
                </a:lnTo>
                <a:lnTo>
                  <a:pt x="410451" y="344910"/>
                </a:lnTo>
                <a:lnTo>
                  <a:pt x="410909" y="343776"/>
                </a:lnTo>
                <a:lnTo>
                  <a:pt x="411223" y="343195"/>
                </a:lnTo>
                <a:lnTo>
                  <a:pt x="411423" y="341014"/>
                </a:lnTo>
                <a:lnTo>
                  <a:pt x="411499" y="337233"/>
                </a:lnTo>
                <a:lnTo>
                  <a:pt x="413318" y="334851"/>
                </a:lnTo>
                <a:lnTo>
                  <a:pt x="416871" y="333870"/>
                </a:lnTo>
                <a:lnTo>
                  <a:pt x="418652" y="333270"/>
                </a:lnTo>
                <a:lnTo>
                  <a:pt x="419414" y="330946"/>
                </a:lnTo>
                <a:lnTo>
                  <a:pt x="420033" y="327050"/>
                </a:lnTo>
                <a:lnTo>
                  <a:pt x="420729" y="324783"/>
                </a:lnTo>
                <a:lnTo>
                  <a:pt x="421500" y="324164"/>
                </a:lnTo>
                <a:lnTo>
                  <a:pt x="421958" y="322240"/>
                </a:lnTo>
                <a:lnTo>
                  <a:pt x="422110" y="319021"/>
                </a:lnTo>
                <a:lnTo>
                  <a:pt x="423796" y="317278"/>
                </a:lnTo>
                <a:lnTo>
                  <a:pt x="427015" y="317021"/>
                </a:lnTo>
                <a:lnTo>
                  <a:pt x="428892" y="316516"/>
                </a:lnTo>
                <a:lnTo>
                  <a:pt x="429416" y="315763"/>
                </a:lnTo>
                <a:lnTo>
                  <a:pt x="429835" y="315116"/>
                </a:lnTo>
                <a:lnTo>
                  <a:pt x="430139" y="314592"/>
                </a:lnTo>
                <a:lnTo>
                  <a:pt x="430349" y="312420"/>
                </a:lnTo>
                <a:lnTo>
                  <a:pt x="430473" y="308610"/>
                </a:lnTo>
                <a:lnTo>
                  <a:pt x="432435" y="306343"/>
                </a:lnTo>
                <a:lnTo>
                  <a:pt x="436245" y="305619"/>
                </a:lnTo>
                <a:lnTo>
                  <a:pt x="438217" y="305210"/>
                </a:lnTo>
                <a:lnTo>
                  <a:pt x="438731" y="302762"/>
                </a:lnTo>
                <a:lnTo>
                  <a:pt x="439274" y="298694"/>
                </a:lnTo>
                <a:lnTo>
                  <a:pt x="440331" y="296313"/>
                </a:lnTo>
                <a:lnTo>
                  <a:pt x="441903" y="295618"/>
                </a:lnTo>
                <a:lnTo>
                  <a:pt x="442684" y="294027"/>
                </a:lnTo>
                <a:lnTo>
                  <a:pt x="442684" y="291532"/>
                </a:lnTo>
                <a:lnTo>
                  <a:pt x="443932" y="290189"/>
                </a:lnTo>
                <a:lnTo>
                  <a:pt x="446427" y="289998"/>
                </a:lnTo>
                <a:lnTo>
                  <a:pt x="447951" y="289141"/>
                </a:lnTo>
                <a:lnTo>
                  <a:pt x="448513" y="287626"/>
                </a:lnTo>
                <a:lnTo>
                  <a:pt x="449151" y="286588"/>
                </a:lnTo>
                <a:lnTo>
                  <a:pt x="449885" y="286026"/>
                </a:lnTo>
                <a:lnTo>
                  <a:pt x="450294" y="284064"/>
                </a:lnTo>
                <a:lnTo>
                  <a:pt x="450409" y="280692"/>
                </a:lnTo>
                <a:lnTo>
                  <a:pt x="452142" y="278902"/>
                </a:lnTo>
                <a:lnTo>
                  <a:pt x="455514" y="278682"/>
                </a:lnTo>
                <a:lnTo>
                  <a:pt x="457438" y="278216"/>
                </a:lnTo>
                <a:lnTo>
                  <a:pt x="457905" y="277511"/>
                </a:lnTo>
                <a:lnTo>
                  <a:pt x="458467" y="276930"/>
                </a:lnTo>
                <a:lnTo>
                  <a:pt x="459134" y="276463"/>
                </a:lnTo>
                <a:lnTo>
                  <a:pt x="459553" y="274491"/>
                </a:lnTo>
                <a:lnTo>
                  <a:pt x="459715" y="271034"/>
                </a:lnTo>
                <a:lnTo>
                  <a:pt x="461534" y="269157"/>
                </a:lnTo>
                <a:lnTo>
                  <a:pt x="464991" y="268872"/>
                </a:lnTo>
                <a:lnTo>
                  <a:pt x="466935" y="268434"/>
                </a:lnTo>
                <a:lnTo>
                  <a:pt x="467354" y="267833"/>
                </a:lnTo>
                <a:lnTo>
                  <a:pt x="467878" y="267329"/>
                </a:lnTo>
                <a:lnTo>
                  <a:pt x="468506" y="266910"/>
                </a:lnTo>
                <a:lnTo>
                  <a:pt x="468992" y="265014"/>
                </a:lnTo>
                <a:lnTo>
                  <a:pt x="469335" y="261642"/>
                </a:lnTo>
                <a:lnTo>
                  <a:pt x="471192" y="259852"/>
                </a:lnTo>
                <a:lnTo>
                  <a:pt x="474564" y="259632"/>
                </a:lnTo>
                <a:lnTo>
                  <a:pt x="476488" y="259166"/>
                </a:lnTo>
                <a:lnTo>
                  <a:pt x="476955" y="258461"/>
                </a:lnTo>
                <a:lnTo>
                  <a:pt x="477517" y="257880"/>
                </a:lnTo>
                <a:lnTo>
                  <a:pt x="478155" y="257413"/>
                </a:lnTo>
                <a:lnTo>
                  <a:pt x="478641" y="255508"/>
                </a:lnTo>
                <a:lnTo>
                  <a:pt x="478955" y="252174"/>
                </a:lnTo>
                <a:lnTo>
                  <a:pt x="480774" y="250384"/>
                </a:lnTo>
                <a:lnTo>
                  <a:pt x="484108" y="250127"/>
                </a:lnTo>
                <a:lnTo>
                  <a:pt x="486023" y="249660"/>
                </a:lnTo>
                <a:lnTo>
                  <a:pt x="486527" y="248984"/>
                </a:lnTo>
                <a:lnTo>
                  <a:pt x="487261" y="248402"/>
                </a:lnTo>
                <a:lnTo>
                  <a:pt x="488223" y="247898"/>
                </a:lnTo>
                <a:lnTo>
                  <a:pt x="488823" y="246116"/>
                </a:lnTo>
                <a:lnTo>
                  <a:pt x="489061" y="243059"/>
                </a:lnTo>
                <a:lnTo>
                  <a:pt x="490709" y="241411"/>
                </a:lnTo>
                <a:lnTo>
                  <a:pt x="493766" y="241173"/>
                </a:lnTo>
                <a:lnTo>
                  <a:pt x="495557" y="240582"/>
                </a:lnTo>
                <a:lnTo>
                  <a:pt x="496072" y="239620"/>
                </a:lnTo>
                <a:lnTo>
                  <a:pt x="497129" y="238897"/>
                </a:lnTo>
                <a:lnTo>
                  <a:pt x="498729" y="238382"/>
                </a:lnTo>
                <a:lnTo>
                  <a:pt x="499529" y="236801"/>
                </a:lnTo>
                <a:lnTo>
                  <a:pt x="499529" y="234153"/>
                </a:lnTo>
                <a:lnTo>
                  <a:pt x="500853" y="232791"/>
                </a:lnTo>
                <a:lnTo>
                  <a:pt x="503501" y="232724"/>
                </a:lnTo>
                <a:lnTo>
                  <a:pt x="505111" y="231943"/>
                </a:lnTo>
                <a:lnTo>
                  <a:pt x="505673" y="230467"/>
                </a:lnTo>
                <a:lnTo>
                  <a:pt x="507902" y="229448"/>
                </a:lnTo>
                <a:lnTo>
                  <a:pt x="511807" y="228886"/>
                </a:lnTo>
                <a:lnTo>
                  <a:pt x="513759" y="228448"/>
                </a:lnTo>
                <a:lnTo>
                  <a:pt x="513759" y="228152"/>
                </a:lnTo>
                <a:lnTo>
                  <a:pt x="514198" y="228076"/>
                </a:lnTo>
                <a:lnTo>
                  <a:pt x="514769" y="226266"/>
                </a:lnTo>
                <a:lnTo>
                  <a:pt x="515607" y="222590"/>
                </a:lnTo>
                <a:lnTo>
                  <a:pt x="517989" y="220675"/>
                </a:lnTo>
                <a:lnTo>
                  <a:pt x="521913" y="220513"/>
                </a:lnTo>
                <a:lnTo>
                  <a:pt x="524094" y="220323"/>
                </a:lnTo>
                <a:lnTo>
                  <a:pt x="524542" y="220085"/>
                </a:lnTo>
                <a:lnTo>
                  <a:pt x="525018" y="219742"/>
                </a:lnTo>
                <a:lnTo>
                  <a:pt x="525523" y="219294"/>
                </a:lnTo>
                <a:lnTo>
                  <a:pt x="525856" y="217246"/>
                </a:lnTo>
                <a:lnTo>
                  <a:pt x="526018" y="213598"/>
                </a:lnTo>
                <a:lnTo>
                  <a:pt x="527923" y="211741"/>
                </a:lnTo>
                <a:lnTo>
                  <a:pt x="531571" y="211693"/>
                </a:lnTo>
                <a:lnTo>
                  <a:pt x="533657" y="211398"/>
                </a:lnTo>
                <a:lnTo>
                  <a:pt x="534181" y="210855"/>
                </a:lnTo>
                <a:lnTo>
                  <a:pt x="535295" y="210331"/>
                </a:lnTo>
                <a:lnTo>
                  <a:pt x="537020" y="209807"/>
                </a:lnTo>
                <a:lnTo>
                  <a:pt x="537915" y="208321"/>
                </a:lnTo>
                <a:lnTo>
                  <a:pt x="537991" y="205873"/>
                </a:lnTo>
                <a:lnTo>
                  <a:pt x="539248" y="204654"/>
                </a:lnTo>
                <a:lnTo>
                  <a:pt x="541696" y="204654"/>
                </a:lnTo>
                <a:lnTo>
                  <a:pt x="543268" y="203845"/>
                </a:lnTo>
                <a:lnTo>
                  <a:pt x="543963" y="202216"/>
                </a:lnTo>
                <a:lnTo>
                  <a:pt x="546344" y="201282"/>
                </a:lnTo>
                <a:lnTo>
                  <a:pt x="550412" y="201025"/>
                </a:lnTo>
                <a:lnTo>
                  <a:pt x="552612" y="200835"/>
                </a:lnTo>
                <a:lnTo>
                  <a:pt x="552936" y="200730"/>
                </a:lnTo>
                <a:lnTo>
                  <a:pt x="553393" y="200511"/>
                </a:lnTo>
                <a:lnTo>
                  <a:pt x="553984" y="200187"/>
                </a:lnTo>
                <a:lnTo>
                  <a:pt x="554536" y="198358"/>
                </a:lnTo>
                <a:lnTo>
                  <a:pt x="555050" y="195024"/>
                </a:lnTo>
                <a:lnTo>
                  <a:pt x="556974" y="193272"/>
                </a:lnTo>
                <a:lnTo>
                  <a:pt x="560308" y="193091"/>
                </a:lnTo>
                <a:lnTo>
                  <a:pt x="562251" y="192653"/>
                </a:lnTo>
                <a:lnTo>
                  <a:pt x="562804" y="191957"/>
                </a:lnTo>
                <a:lnTo>
                  <a:pt x="565185" y="191453"/>
                </a:lnTo>
                <a:lnTo>
                  <a:pt x="569395" y="191138"/>
                </a:lnTo>
                <a:lnTo>
                  <a:pt x="571605" y="190957"/>
                </a:lnTo>
                <a:lnTo>
                  <a:pt x="572072" y="190805"/>
                </a:lnTo>
                <a:lnTo>
                  <a:pt x="572414" y="190605"/>
                </a:lnTo>
                <a:lnTo>
                  <a:pt x="572967" y="188776"/>
                </a:lnTo>
                <a:lnTo>
                  <a:pt x="573748" y="185337"/>
                </a:lnTo>
                <a:lnTo>
                  <a:pt x="575862" y="183585"/>
                </a:lnTo>
                <a:lnTo>
                  <a:pt x="579301" y="183528"/>
                </a:lnTo>
                <a:lnTo>
                  <a:pt x="581330" y="183185"/>
                </a:lnTo>
                <a:lnTo>
                  <a:pt x="581949" y="182537"/>
                </a:lnTo>
                <a:lnTo>
                  <a:pt x="584330" y="182061"/>
                </a:lnTo>
                <a:lnTo>
                  <a:pt x="588474" y="181756"/>
                </a:lnTo>
                <a:lnTo>
                  <a:pt x="590683" y="181575"/>
                </a:lnTo>
                <a:lnTo>
                  <a:pt x="590950" y="181527"/>
                </a:lnTo>
                <a:lnTo>
                  <a:pt x="591398" y="181375"/>
                </a:lnTo>
                <a:lnTo>
                  <a:pt x="592045" y="181108"/>
                </a:lnTo>
                <a:lnTo>
                  <a:pt x="592788" y="179480"/>
                </a:lnTo>
                <a:lnTo>
                  <a:pt x="593646" y="176479"/>
                </a:lnTo>
                <a:lnTo>
                  <a:pt x="595579" y="174946"/>
                </a:lnTo>
                <a:lnTo>
                  <a:pt x="598580" y="174889"/>
                </a:lnTo>
                <a:lnTo>
                  <a:pt x="600504" y="174441"/>
                </a:lnTo>
                <a:lnTo>
                  <a:pt x="601370" y="173593"/>
                </a:lnTo>
                <a:lnTo>
                  <a:pt x="603752" y="173136"/>
                </a:lnTo>
                <a:lnTo>
                  <a:pt x="607647" y="173060"/>
                </a:lnTo>
                <a:lnTo>
                  <a:pt x="609876" y="172907"/>
                </a:lnTo>
                <a:lnTo>
                  <a:pt x="610429" y="172679"/>
                </a:lnTo>
                <a:lnTo>
                  <a:pt x="612115" y="172279"/>
                </a:lnTo>
                <a:lnTo>
                  <a:pt x="614934" y="171726"/>
                </a:lnTo>
                <a:lnTo>
                  <a:pt x="616448" y="170859"/>
                </a:lnTo>
                <a:lnTo>
                  <a:pt x="616649" y="169669"/>
                </a:lnTo>
                <a:lnTo>
                  <a:pt x="617344" y="168993"/>
                </a:lnTo>
                <a:lnTo>
                  <a:pt x="618534" y="168850"/>
                </a:lnTo>
                <a:lnTo>
                  <a:pt x="619820" y="167764"/>
                </a:lnTo>
                <a:lnTo>
                  <a:pt x="621201" y="165716"/>
                </a:lnTo>
                <a:lnTo>
                  <a:pt x="623583" y="164716"/>
                </a:lnTo>
                <a:lnTo>
                  <a:pt x="626964" y="164773"/>
                </a:lnTo>
                <a:lnTo>
                  <a:pt x="629069" y="164497"/>
                </a:lnTo>
                <a:lnTo>
                  <a:pt x="629898" y="163887"/>
                </a:lnTo>
                <a:lnTo>
                  <a:pt x="632279" y="163544"/>
                </a:lnTo>
                <a:lnTo>
                  <a:pt x="636213" y="163478"/>
                </a:lnTo>
                <a:lnTo>
                  <a:pt x="638451" y="163335"/>
                </a:lnTo>
                <a:lnTo>
                  <a:pt x="639004" y="163135"/>
                </a:lnTo>
                <a:lnTo>
                  <a:pt x="641385" y="162792"/>
                </a:lnTo>
                <a:lnTo>
                  <a:pt x="645595" y="162316"/>
                </a:lnTo>
                <a:lnTo>
                  <a:pt x="647738" y="162068"/>
                </a:lnTo>
                <a:lnTo>
                  <a:pt x="648262" y="161963"/>
                </a:lnTo>
                <a:lnTo>
                  <a:pt x="649224" y="160544"/>
                </a:lnTo>
                <a:lnTo>
                  <a:pt x="650862" y="157772"/>
                </a:lnTo>
                <a:lnTo>
                  <a:pt x="653072" y="156391"/>
                </a:lnTo>
                <a:lnTo>
                  <a:pt x="655844" y="156391"/>
                </a:lnTo>
                <a:lnTo>
                  <a:pt x="657825" y="155981"/>
                </a:lnTo>
                <a:lnTo>
                  <a:pt x="659016" y="155181"/>
                </a:lnTo>
                <a:lnTo>
                  <a:pt x="661397" y="154753"/>
                </a:lnTo>
                <a:lnTo>
                  <a:pt x="664969" y="154705"/>
                </a:lnTo>
                <a:lnTo>
                  <a:pt x="667169" y="154534"/>
                </a:lnTo>
                <a:lnTo>
                  <a:pt x="668017" y="154238"/>
                </a:lnTo>
                <a:lnTo>
                  <a:pt x="670398" y="154067"/>
                </a:lnTo>
                <a:lnTo>
                  <a:pt x="674313" y="154029"/>
                </a:lnTo>
                <a:lnTo>
                  <a:pt x="676589" y="153914"/>
                </a:lnTo>
                <a:lnTo>
                  <a:pt x="677208" y="153734"/>
                </a:lnTo>
                <a:lnTo>
                  <a:pt x="679590" y="153533"/>
                </a:lnTo>
                <a:lnTo>
                  <a:pt x="683733" y="153324"/>
                </a:lnTo>
                <a:lnTo>
                  <a:pt x="685971" y="153181"/>
                </a:lnTo>
                <a:lnTo>
                  <a:pt x="686324" y="153124"/>
                </a:lnTo>
                <a:lnTo>
                  <a:pt x="687810" y="152924"/>
                </a:lnTo>
                <a:lnTo>
                  <a:pt x="690439" y="152571"/>
                </a:lnTo>
                <a:lnTo>
                  <a:pt x="692096" y="151848"/>
                </a:lnTo>
                <a:lnTo>
                  <a:pt x="692782" y="150752"/>
                </a:lnTo>
                <a:close/>
                <a:moveTo>
                  <a:pt x="2208247" y="359902"/>
                </a:moveTo>
                <a:lnTo>
                  <a:pt x="2209286" y="359940"/>
                </a:lnTo>
                <a:lnTo>
                  <a:pt x="2210552" y="358835"/>
                </a:lnTo>
                <a:lnTo>
                  <a:pt x="2212067" y="356568"/>
                </a:lnTo>
                <a:lnTo>
                  <a:pt x="2214448" y="355416"/>
                </a:lnTo>
                <a:lnTo>
                  <a:pt x="2217696" y="355359"/>
                </a:lnTo>
                <a:lnTo>
                  <a:pt x="2219820" y="355102"/>
                </a:lnTo>
                <a:lnTo>
                  <a:pt x="2220820" y="354644"/>
                </a:lnTo>
                <a:lnTo>
                  <a:pt x="2223202" y="354378"/>
                </a:lnTo>
                <a:lnTo>
                  <a:pt x="2226964" y="354282"/>
                </a:lnTo>
                <a:lnTo>
                  <a:pt x="2229221" y="354159"/>
                </a:lnTo>
                <a:lnTo>
                  <a:pt x="2229974" y="353997"/>
                </a:lnTo>
                <a:lnTo>
                  <a:pt x="2232355" y="353835"/>
                </a:lnTo>
                <a:lnTo>
                  <a:pt x="2236365" y="353673"/>
                </a:lnTo>
                <a:lnTo>
                  <a:pt x="2238670" y="353587"/>
                </a:lnTo>
                <a:lnTo>
                  <a:pt x="2239251" y="353587"/>
                </a:lnTo>
                <a:lnTo>
                  <a:pt x="2241633" y="353587"/>
                </a:lnTo>
                <a:lnTo>
                  <a:pt x="2245814" y="353587"/>
                </a:lnTo>
                <a:lnTo>
                  <a:pt x="2248281" y="353682"/>
                </a:lnTo>
                <a:lnTo>
                  <a:pt x="2249043" y="353863"/>
                </a:lnTo>
                <a:lnTo>
                  <a:pt x="2251424" y="354101"/>
                </a:lnTo>
                <a:lnTo>
                  <a:pt x="2255425" y="354397"/>
                </a:lnTo>
                <a:lnTo>
                  <a:pt x="2258339" y="354921"/>
                </a:lnTo>
                <a:lnTo>
                  <a:pt x="2260159" y="355692"/>
                </a:lnTo>
                <a:lnTo>
                  <a:pt x="2262540" y="356102"/>
                </a:lnTo>
                <a:lnTo>
                  <a:pt x="2265483" y="356168"/>
                </a:lnTo>
                <a:lnTo>
                  <a:pt x="2268769" y="357635"/>
                </a:lnTo>
                <a:lnTo>
                  <a:pt x="2272398" y="360512"/>
                </a:lnTo>
                <a:lnTo>
                  <a:pt x="2274780" y="362150"/>
                </a:lnTo>
                <a:lnTo>
                  <a:pt x="2275913" y="362550"/>
                </a:lnTo>
                <a:lnTo>
                  <a:pt x="2277085" y="363160"/>
                </a:lnTo>
                <a:lnTo>
                  <a:pt x="2278313" y="363988"/>
                </a:lnTo>
                <a:lnTo>
                  <a:pt x="2280695" y="364788"/>
                </a:lnTo>
                <a:lnTo>
                  <a:pt x="2284228" y="365579"/>
                </a:lnTo>
                <a:lnTo>
                  <a:pt x="2287438" y="367351"/>
                </a:lnTo>
                <a:lnTo>
                  <a:pt x="2290315" y="370103"/>
                </a:lnTo>
                <a:lnTo>
                  <a:pt x="2292696" y="372170"/>
                </a:lnTo>
                <a:lnTo>
                  <a:pt x="2294582" y="373571"/>
                </a:lnTo>
                <a:lnTo>
                  <a:pt x="2297182" y="375952"/>
                </a:lnTo>
                <a:lnTo>
                  <a:pt x="2300488" y="379314"/>
                </a:lnTo>
                <a:lnTo>
                  <a:pt x="2302869" y="382191"/>
                </a:lnTo>
                <a:lnTo>
                  <a:pt x="2304326" y="384572"/>
                </a:lnTo>
                <a:lnTo>
                  <a:pt x="2306212" y="386953"/>
                </a:lnTo>
                <a:lnTo>
                  <a:pt x="2308527" y="389334"/>
                </a:lnTo>
                <a:lnTo>
                  <a:pt x="2310174" y="392173"/>
                </a:lnTo>
                <a:lnTo>
                  <a:pt x="2311156" y="395468"/>
                </a:lnTo>
                <a:lnTo>
                  <a:pt x="2312194" y="397850"/>
                </a:lnTo>
                <a:lnTo>
                  <a:pt x="2313299" y="399317"/>
                </a:lnTo>
                <a:lnTo>
                  <a:pt x="2314032" y="400564"/>
                </a:lnTo>
                <a:lnTo>
                  <a:pt x="2314394" y="401593"/>
                </a:lnTo>
                <a:lnTo>
                  <a:pt x="2316042" y="403974"/>
                </a:lnTo>
                <a:lnTo>
                  <a:pt x="2318985" y="407708"/>
                </a:lnTo>
                <a:lnTo>
                  <a:pt x="2320452" y="411042"/>
                </a:lnTo>
                <a:lnTo>
                  <a:pt x="2320452" y="413985"/>
                </a:lnTo>
                <a:lnTo>
                  <a:pt x="2320833" y="416366"/>
                </a:lnTo>
                <a:lnTo>
                  <a:pt x="2321604" y="418186"/>
                </a:lnTo>
                <a:lnTo>
                  <a:pt x="2322005" y="420976"/>
                </a:lnTo>
                <a:lnTo>
                  <a:pt x="2322052" y="424729"/>
                </a:lnTo>
                <a:lnTo>
                  <a:pt x="2322157" y="427111"/>
                </a:lnTo>
                <a:lnTo>
                  <a:pt x="2322319" y="428120"/>
                </a:lnTo>
                <a:lnTo>
                  <a:pt x="2322462" y="430644"/>
                </a:lnTo>
                <a:lnTo>
                  <a:pt x="2322586" y="434683"/>
                </a:lnTo>
                <a:lnTo>
                  <a:pt x="2322662" y="437064"/>
                </a:lnTo>
                <a:lnTo>
                  <a:pt x="2322681" y="437788"/>
                </a:lnTo>
                <a:lnTo>
                  <a:pt x="2322671" y="440160"/>
                </a:lnTo>
                <a:lnTo>
                  <a:pt x="2322633" y="444179"/>
                </a:lnTo>
                <a:lnTo>
                  <a:pt x="2322576" y="446561"/>
                </a:lnTo>
                <a:lnTo>
                  <a:pt x="2322509" y="447304"/>
                </a:lnTo>
                <a:lnTo>
                  <a:pt x="2322452" y="449628"/>
                </a:lnTo>
                <a:lnTo>
                  <a:pt x="2322414" y="453533"/>
                </a:lnTo>
                <a:lnTo>
                  <a:pt x="2322224" y="455914"/>
                </a:lnTo>
                <a:lnTo>
                  <a:pt x="2321890" y="456771"/>
                </a:lnTo>
                <a:lnTo>
                  <a:pt x="2321690" y="458962"/>
                </a:lnTo>
                <a:lnTo>
                  <a:pt x="2321633" y="462477"/>
                </a:lnTo>
                <a:lnTo>
                  <a:pt x="2320471" y="464858"/>
                </a:lnTo>
                <a:lnTo>
                  <a:pt x="2318195" y="466106"/>
                </a:lnTo>
                <a:lnTo>
                  <a:pt x="2317013" y="467297"/>
                </a:lnTo>
                <a:lnTo>
                  <a:pt x="2316909" y="468440"/>
                </a:lnTo>
                <a:lnTo>
                  <a:pt x="2316290" y="469011"/>
                </a:lnTo>
                <a:lnTo>
                  <a:pt x="2315147" y="469011"/>
                </a:lnTo>
                <a:lnTo>
                  <a:pt x="2314194" y="470440"/>
                </a:lnTo>
                <a:lnTo>
                  <a:pt x="2313442" y="473307"/>
                </a:lnTo>
                <a:lnTo>
                  <a:pt x="2312908" y="475117"/>
                </a:lnTo>
                <a:lnTo>
                  <a:pt x="2312584" y="475869"/>
                </a:lnTo>
                <a:lnTo>
                  <a:pt x="2312403" y="478069"/>
                </a:lnTo>
                <a:lnTo>
                  <a:pt x="2312356" y="481717"/>
                </a:lnTo>
                <a:lnTo>
                  <a:pt x="2310517" y="484022"/>
                </a:lnTo>
                <a:lnTo>
                  <a:pt x="2306869" y="485003"/>
                </a:lnTo>
                <a:lnTo>
                  <a:pt x="2305002" y="485518"/>
                </a:lnTo>
                <a:lnTo>
                  <a:pt x="2304555" y="487823"/>
                </a:lnTo>
                <a:lnTo>
                  <a:pt x="2303983" y="491909"/>
                </a:lnTo>
                <a:lnTo>
                  <a:pt x="2301659" y="494290"/>
                </a:lnTo>
                <a:lnTo>
                  <a:pt x="2297573" y="494967"/>
                </a:lnTo>
                <a:lnTo>
                  <a:pt x="2295068" y="497224"/>
                </a:lnTo>
                <a:lnTo>
                  <a:pt x="2294163" y="501082"/>
                </a:lnTo>
                <a:lnTo>
                  <a:pt x="2291782" y="503101"/>
                </a:lnTo>
                <a:lnTo>
                  <a:pt x="2287924" y="503282"/>
                </a:lnTo>
                <a:lnTo>
                  <a:pt x="2285752" y="503482"/>
                </a:lnTo>
                <a:lnTo>
                  <a:pt x="2285248" y="503711"/>
                </a:lnTo>
                <a:lnTo>
                  <a:pt x="2284181" y="504073"/>
                </a:lnTo>
                <a:lnTo>
                  <a:pt x="2282552" y="504577"/>
                </a:lnTo>
                <a:lnTo>
                  <a:pt x="2281504" y="505911"/>
                </a:lnTo>
                <a:lnTo>
                  <a:pt x="2281057" y="508092"/>
                </a:lnTo>
                <a:lnTo>
                  <a:pt x="2279742" y="509245"/>
                </a:lnTo>
                <a:lnTo>
                  <a:pt x="2277561" y="509378"/>
                </a:lnTo>
                <a:lnTo>
                  <a:pt x="2276018" y="510216"/>
                </a:lnTo>
                <a:lnTo>
                  <a:pt x="2275113" y="511759"/>
                </a:lnTo>
                <a:lnTo>
                  <a:pt x="2272732" y="512550"/>
                </a:lnTo>
                <a:lnTo>
                  <a:pt x="2268874" y="512597"/>
                </a:lnTo>
                <a:lnTo>
                  <a:pt x="2266626" y="512731"/>
                </a:lnTo>
                <a:lnTo>
                  <a:pt x="2265988" y="512959"/>
                </a:lnTo>
                <a:lnTo>
                  <a:pt x="2263607" y="513255"/>
                </a:lnTo>
                <a:lnTo>
                  <a:pt x="2259482" y="513636"/>
                </a:lnTo>
                <a:lnTo>
                  <a:pt x="2257311" y="513845"/>
                </a:lnTo>
                <a:lnTo>
                  <a:pt x="2256063" y="514007"/>
                </a:lnTo>
                <a:lnTo>
                  <a:pt x="2254244" y="514236"/>
                </a:lnTo>
                <a:lnTo>
                  <a:pt x="2252558" y="514931"/>
                </a:lnTo>
                <a:lnTo>
                  <a:pt x="2250996" y="516084"/>
                </a:lnTo>
                <a:lnTo>
                  <a:pt x="2249634" y="516693"/>
                </a:lnTo>
                <a:lnTo>
                  <a:pt x="2248481" y="516769"/>
                </a:lnTo>
                <a:lnTo>
                  <a:pt x="2245947" y="516617"/>
                </a:lnTo>
                <a:lnTo>
                  <a:pt x="2242033" y="516236"/>
                </a:lnTo>
                <a:lnTo>
                  <a:pt x="2239651" y="516065"/>
                </a:lnTo>
                <a:lnTo>
                  <a:pt x="2238804" y="516103"/>
                </a:lnTo>
                <a:lnTo>
                  <a:pt x="2237384" y="515674"/>
                </a:lnTo>
                <a:lnTo>
                  <a:pt x="2235403" y="514788"/>
                </a:lnTo>
                <a:lnTo>
                  <a:pt x="2233022" y="514207"/>
                </a:lnTo>
                <a:lnTo>
                  <a:pt x="2230241" y="513912"/>
                </a:lnTo>
                <a:lnTo>
                  <a:pt x="2228679" y="513740"/>
                </a:lnTo>
                <a:lnTo>
                  <a:pt x="2228326" y="513683"/>
                </a:lnTo>
                <a:lnTo>
                  <a:pt x="2225945" y="513474"/>
                </a:lnTo>
                <a:lnTo>
                  <a:pt x="2221535" y="513131"/>
                </a:lnTo>
                <a:lnTo>
                  <a:pt x="2218696" y="512683"/>
                </a:lnTo>
                <a:lnTo>
                  <a:pt x="2217449" y="512121"/>
                </a:lnTo>
                <a:lnTo>
                  <a:pt x="2215067" y="511759"/>
                </a:lnTo>
                <a:lnTo>
                  <a:pt x="2211553" y="511578"/>
                </a:lnTo>
                <a:lnTo>
                  <a:pt x="2207714" y="509826"/>
                </a:lnTo>
                <a:lnTo>
                  <a:pt x="2203552" y="506492"/>
                </a:lnTo>
                <a:lnTo>
                  <a:pt x="2201170" y="504692"/>
                </a:lnTo>
                <a:lnTo>
                  <a:pt x="2200570" y="504434"/>
                </a:lnTo>
                <a:lnTo>
                  <a:pt x="2199818" y="503977"/>
                </a:lnTo>
                <a:lnTo>
                  <a:pt x="2198894" y="503311"/>
                </a:lnTo>
                <a:lnTo>
                  <a:pt x="2196513" y="502444"/>
                </a:lnTo>
                <a:lnTo>
                  <a:pt x="2192674" y="501377"/>
                </a:lnTo>
                <a:lnTo>
                  <a:pt x="2189369" y="499453"/>
                </a:lnTo>
                <a:lnTo>
                  <a:pt x="2186597" y="496681"/>
                </a:lnTo>
                <a:lnTo>
                  <a:pt x="2184216" y="494490"/>
                </a:lnTo>
                <a:lnTo>
                  <a:pt x="2182225" y="492871"/>
                </a:lnTo>
                <a:lnTo>
                  <a:pt x="2179653" y="490490"/>
                </a:lnTo>
                <a:lnTo>
                  <a:pt x="2176510" y="487347"/>
                </a:lnTo>
                <a:lnTo>
                  <a:pt x="2174129" y="484184"/>
                </a:lnTo>
                <a:lnTo>
                  <a:pt x="2172510" y="481013"/>
                </a:lnTo>
                <a:lnTo>
                  <a:pt x="2170871" y="478631"/>
                </a:lnTo>
                <a:lnTo>
                  <a:pt x="2169224" y="477041"/>
                </a:lnTo>
                <a:lnTo>
                  <a:pt x="2168433" y="475459"/>
                </a:lnTo>
                <a:lnTo>
                  <a:pt x="2168490" y="473869"/>
                </a:lnTo>
                <a:lnTo>
                  <a:pt x="2167366" y="471488"/>
                </a:lnTo>
                <a:lnTo>
                  <a:pt x="2165033" y="468316"/>
                </a:lnTo>
                <a:lnTo>
                  <a:pt x="2163528" y="464429"/>
                </a:lnTo>
                <a:lnTo>
                  <a:pt x="2162851" y="459829"/>
                </a:lnTo>
                <a:lnTo>
                  <a:pt x="2162489" y="457448"/>
                </a:lnTo>
                <a:lnTo>
                  <a:pt x="2162366" y="456981"/>
                </a:lnTo>
                <a:lnTo>
                  <a:pt x="2162242" y="456533"/>
                </a:lnTo>
                <a:lnTo>
                  <a:pt x="2160765" y="454152"/>
                </a:lnTo>
                <a:lnTo>
                  <a:pt x="2157946" y="449837"/>
                </a:lnTo>
                <a:lnTo>
                  <a:pt x="2156508" y="446237"/>
                </a:lnTo>
                <a:lnTo>
                  <a:pt x="2156450" y="443360"/>
                </a:lnTo>
                <a:lnTo>
                  <a:pt x="2156203" y="440979"/>
                </a:lnTo>
                <a:lnTo>
                  <a:pt x="2155784" y="439093"/>
                </a:lnTo>
                <a:lnTo>
                  <a:pt x="2155546" y="436474"/>
                </a:lnTo>
                <a:lnTo>
                  <a:pt x="2155488" y="433111"/>
                </a:lnTo>
                <a:lnTo>
                  <a:pt x="2155527" y="430730"/>
                </a:lnTo>
                <a:lnTo>
                  <a:pt x="2155650" y="429330"/>
                </a:lnTo>
                <a:lnTo>
                  <a:pt x="2155708" y="427006"/>
                </a:lnTo>
                <a:lnTo>
                  <a:pt x="2155708" y="423777"/>
                </a:lnTo>
                <a:lnTo>
                  <a:pt x="2156289" y="421396"/>
                </a:lnTo>
                <a:lnTo>
                  <a:pt x="2157432" y="419862"/>
                </a:lnTo>
                <a:lnTo>
                  <a:pt x="2158098" y="418148"/>
                </a:lnTo>
                <a:lnTo>
                  <a:pt x="2158279" y="416243"/>
                </a:lnTo>
                <a:lnTo>
                  <a:pt x="2159318" y="414909"/>
                </a:lnTo>
                <a:lnTo>
                  <a:pt x="2161223" y="414147"/>
                </a:lnTo>
                <a:lnTo>
                  <a:pt x="2162394" y="412937"/>
                </a:lnTo>
                <a:lnTo>
                  <a:pt x="2162823" y="411270"/>
                </a:lnTo>
                <a:lnTo>
                  <a:pt x="2163051" y="410223"/>
                </a:lnTo>
                <a:lnTo>
                  <a:pt x="2163080" y="409794"/>
                </a:lnTo>
                <a:lnTo>
                  <a:pt x="2163223" y="407546"/>
                </a:lnTo>
                <a:lnTo>
                  <a:pt x="2163470" y="403498"/>
                </a:lnTo>
                <a:lnTo>
                  <a:pt x="2163890" y="401117"/>
                </a:lnTo>
                <a:lnTo>
                  <a:pt x="2164480" y="400402"/>
                </a:lnTo>
                <a:lnTo>
                  <a:pt x="2164823" y="398374"/>
                </a:lnTo>
                <a:lnTo>
                  <a:pt x="2164928" y="395011"/>
                </a:lnTo>
                <a:lnTo>
                  <a:pt x="2166661" y="393192"/>
                </a:lnTo>
                <a:lnTo>
                  <a:pt x="2170024" y="392925"/>
                </a:lnTo>
                <a:lnTo>
                  <a:pt x="2171995" y="392516"/>
                </a:lnTo>
                <a:lnTo>
                  <a:pt x="2172576" y="391973"/>
                </a:lnTo>
                <a:lnTo>
                  <a:pt x="2172929" y="391401"/>
                </a:lnTo>
                <a:lnTo>
                  <a:pt x="2173034" y="390820"/>
                </a:lnTo>
                <a:lnTo>
                  <a:pt x="2173167" y="388563"/>
                </a:lnTo>
                <a:lnTo>
                  <a:pt x="2173319" y="384648"/>
                </a:lnTo>
                <a:lnTo>
                  <a:pt x="2175348" y="382295"/>
                </a:lnTo>
                <a:lnTo>
                  <a:pt x="2179263" y="381505"/>
                </a:lnTo>
                <a:lnTo>
                  <a:pt x="2181244" y="381105"/>
                </a:lnTo>
                <a:lnTo>
                  <a:pt x="2181749" y="379057"/>
                </a:lnTo>
                <a:lnTo>
                  <a:pt x="2182568" y="375171"/>
                </a:lnTo>
                <a:lnTo>
                  <a:pt x="2184921" y="373094"/>
                </a:lnTo>
                <a:lnTo>
                  <a:pt x="2188807" y="372809"/>
                </a:lnTo>
                <a:lnTo>
                  <a:pt x="2190979" y="372599"/>
                </a:lnTo>
                <a:lnTo>
                  <a:pt x="2191445" y="372466"/>
                </a:lnTo>
                <a:lnTo>
                  <a:pt x="2191855" y="372170"/>
                </a:lnTo>
                <a:lnTo>
                  <a:pt x="2192226" y="371704"/>
                </a:lnTo>
                <a:lnTo>
                  <a:pt x="2192588" y="369694"/>
                </a:lnTo>
                <a:lnTo>
                  <a:pt x="2192950" y="366122"/>
                </a:lnTo>
                <a:lnTo>
                  <a:pt x="2194922" y="364284"/>
                </a:lnTo>
                <a:lnTo>
                  <a:pt x="2198494" y="364188"/>
                </a:lnTo>
                <a:lnTo>
                  <a:pt x="2200618" y="363941"/>
                </a:lnTo>
                <a:lnTo>
                  <a:pt x="2201313" y="363531"/>
                </a:lnTo>
                <a:lnTo>
                  <a:pt x="2203152" y="362988"/>
                </a:lnTo>
                <a:lnTo>
                  <a:pt x="2206142" y="362293"/>
                </a:lnTo>
                <a:lnTo>
                  <a:pt x="2207657" y="361436"/>
                </a:lnTo>
                <a:lnTo>
                  <a:pt x="2207705" y="360397"/>
                </a:lnTo>
                <a:close/>
                <a:moveTo>
                  <a:pt x="729558" y="366255"/>
                </a:moveTo>
                <a:lnTo>
                  <a:pt x="732139" y="366151"/>
                </a:lnTo>
                <a:lnTo>
                  <a:pt x="734244" y="365874"/>
                </a:lnTo>
                <a:lnTo>
                  <a:pt x="735892" y="365446"/>
                </a:lnTo>
                <a:lnTo>
                  <a:pt x="738273" y="365284"/>
                </a:lnTo>
                <a:lnTo>
                  <a:pt x="741388" y="365389"/>
                </a:lnTo>
                <a:lnTo>
                  <a:pt x="743826" y="365446"/>
                </a:lnTo>
                <a:lnTo>
                  <a:pt x="745569" y="365446"/>
                </a:lnTo>
                <a:lnTo>
                  <a:pt x="747951" y="365446"/>
                </a:lnTo>
                <a:lnTo>
                  <a:pt x="750970" y="365446"/>
                </a:lnTo>
                <a:lnTo>
                  <a:pt x="753351" y="365446"/>
                </a:lnTo>
                <a:lnTo>
                  <a:pt x="755094" y="365446"/>
                </a:lnTo>
                <a:lnTo>
                  <a:pt x="757476" y="365446"/>
                </a:lnTo>
                <a:lnTo>
                  <a:pt x="760495" y="365446"/>
                </a:lnTo>
                <a:lnTo>
                  <a:pt x="762848" y="365417"/>
                </a:lnTo>
                <a:lnTo>
                  <a:pt x="764534" y="365360"/>
                </a:lnTo>
                <a:lnTo>
                  <a:pt x="766915" y="365303"/>
                </a:lnTo>
                <a:lnTo>
                  <a:pt x="769991" y="365255"/>
                </a:lnTo>
                <a:lnTo>
                  <a:pt x="772592" y="365474"/>
                </a:lnTo>
                <a:lnTo>
                  <a:pt x="774716" y="365960"/>
                </a:lnTo>
                <a:lnTo>
                  <a:pt x="777097" y="366208"/>
                </a:lnTo>
                <a:lnTo>
                  <a:pt x="779736" y="366208"/>
                </a:lnTo>
                <a:lnTo>
                  <a:pt x="782984" y="367522"/>
                </a:lnTo>
                <a:lnTo>
                  <a:pt x="786851" y="370161"/>
                </a:lnTo>
                <a:lnTo>
                  <a:pt x="789232" y="371637"/>
                </a:lnTo>
                <a:lnTo>
                  <a:pt x="790127" y="371970"/>
                </a:lnTo>
                <a:lnTo>
                  <a:pt x="792871" y="374352"/>
                </a:lnTo>
                <a:lnTo>
                  <a:pt x="797462" y="378781"/>
                </a:lnTo>
                <a:lnTo>
                  <a:pt x="799843" y="381133"/>
                </a:lnTo>
                <a:lnTo>
                  <a:pt x="800014" y="381410"/>
                </a:lnTo>
                <a:lnTo>
                  <a:pt x="801872" y="383791"/>
                </a:lnTo>
                <a:lnTo>
                  <a:pt x="805405" y="388277"/>
                </a:lnTo>
                <a:lnTo>
                  <a:pt x="807225" y="392344"/>
                </a:lnTo>
                <a:lnTo>
                  <a:pt x="807339" y="395992"/>
                </a:lnTo>
                <a:lnTo>
                  <a:pt x="807615" y="398374"/>
                </a:lnTo>
                <a:lnTo>
                  <a:pt x="808053" y="399488"/>
                </a:lnTo>
                <a:lnTo>
                  <a:pt x="808272" y="402098"/>
                </a:lnTo>
                <a:lnTo>
                  <a:pt x="808272" y="406184"/>
                </a:lnTo>
                <a:lnTo>
                  <a:pt x="808272" y="408565"/>
                </a:lnTo>
                <a:lnTo>
                  <a:pt x="808263" y="409242"/>
                </a:lnTo>
                <a:lnTo>
                  <a:pt x="808225" y="411575"/>
                </a:lnTo>
                <a:lnTo>
                  <a:pt x="808149" y="415585"/>
                </a:lnTo>
                <a:lnTo>
                  <a:pt x="808111" y="417967"/>
                </a:lnTo>
                <a:lnTo>
                  <a:pt x="808101" y="418719"/>
                </a:lnTo>
                <a:lnTo>
                  <a:pt x="808101" y="421100"/>
                </a:lnTo>
                <a:lnTo>
                  <a:pt x="808101" y="425101"/>
                </a:lnTo>
                <a:lnTo>
                  <a:pt x="808111" y="427482"/>
                </a:lnTo>
                <a:lnTo>
                  <a:pt x="808130" y="428244"/>
                </a:lnTo>
                <a:lnTo>
                  <a:pt x="808101" y="430597"/>
                </a:lnTo>
                <a:lnTo>
                  <a:pt x="808034" y="434550"/>
                </a:lnTo>
                <a:lnTo>
                  <a:pt x="808006" y="436931"/>
                </a:lnTo>
                <a:lnTo>
                  <a:pt x="808025" y="437740"/>
                </a:lnTo>
                <a:lnTo>
                  <a:pt x="808025" y="440122"/>
                </a:lnTo>
                <a:lnTo>
                  <a:pt x="807987" y="444056"/>
                </a:lnTo>
                <a:lnTo>
                  <a:pt x="807987" y="446437"/>
                </a:lnTo>
                <a:lnTo>
                  <a:pt x="808034" y="447265"/>
                </a:lnTo>
                <a:lnTo>
                  <a:pt x="808101" y="449713"/>
                </a:lnTo>
                <a:lnTo>
                  <a:pt x="808206" y="453790"/>
                </a:lnTo>
                <a:lnTo>
                  <a:pt x="808263" y="456171"/>
                </a:lnTo>
                <a:lnTo>
                  <a:pt x="808272" y="456857"/>
                </a:lnTo>
                <a:lnTo>
                  <a:pt x="808272" y="459248"/>
                </a:lnTo>
                <a:lnTo>
                  <a:pt x="808272" y="463334"/>
                </a:lnTo>
                <a:lnTo>
                  <a:pt x="808272" y="465715"/>
                </a:lnTo>
                <a:lnTo>
                  <a:pt x="808272" y="466392"/>
                </a:lnTo>
                <a:lnTo>
                  <a:pt x="808263" y="468754"/>
                </a:lnTo>
                <a:lnTo>
                  <a:pt x="808225" y="472802"/>
                </a:lnTo>
                <a:lnTo>
                  <a:pt x="808215" y="475183"/>
                </a:lnTo>
                <a:lnTo>
                  <a:pt x="808225" y="475898"/>
                </a:lnTo>
                <a:lnTo>
                  <a:pt x="808577" y="477145"/>
                </a:lnTo>
                <a:lnTo>
                  <a:pt x="809273" y="478927"/>
                </a:lnTo>
                <a:lnTo>
                  <a:pt x="810539" y="479841"/>
                </a:lnTo>
                <a:lnTo>
                  <a:pt x="812359" y="479879"/>
                </a:lnTo>
                <a:lnTo>
                  <a:pt x="814740" y="479927"/>
                </a:lnTo>
                <a:lnTo>
                  <a:pt x="817683" y="479993"/>
                </a:lnTo>
                <a:lnTo>
                  <a:pt x="819931" y="479860"/>
                </a:lnTo>
                <a:lnTo>
                  <a:pt x="821493" y="479536"/>
                </a:lnTo>
                <a:lnTo>
                  <a:pt x="823874" y="479317"/>
                </a:lnTo>
                <a:lnTo>
                  <a:pt x="827075" y="479203"/>
                </a:lnTo>
                <a:lnTo>
                  <a:pt x="829389" y="479127"/>
                </a:lnTo>
                <a:lnTo>
                  <a:pt x="830809" y="479108"/>
                </a:lnTo>
                <a:lnTo>
                  <a:pt x="833190" y="479031"/>
                </a:lnTo>
                <a:lnTo>
                  <a:pt x="836533" y="478907"/>
                </a:lnTo>
                <a:lnTo>
                  <a:pt x="838857" y="478860"/>
                </a:lnTo>
                <a:lnTo>
                  <a:pt x="840181" y="478888"/>
                </a:lnTo>
                <a:lnTo>
                  <a:pt x="842562" y="478927"/>
                </a:lnTo>
                <a:lnTo>
                  <a:pt x="846001" y="478993"/>
                </a:lnTo>
                <a:lnTo>
                  <a:pt x="848439" y="479050"/>
                </a:lnTo>
                <a:lnTo>
                  <a:pt x="849878" y="479098"/>
                </a:lnTo>
                <a:lnTo>
                  <a:pt x="852259" y="479155"/>
                </a:lnTo>
                <a:lnTo>
                  <a:pt x="855583" y="479222"/>
                </a:lnTo>
                <a:lnTo>
                  <a:pt x="858060" y="479308"/>
                </a:lnTo>
                <a:lnTo>
                  <a:pt x="859679" y="479431"/>
                </a:lnTo>
                <a:lnTo>
                  <a:pt x="862060" y="479517"/>
                </a:lnTo>
                <a:lnTo>
                  <a:pt x="865203" y="479584"/>
                </a:lnTo>
                <a:lnTo>
                  <a:pt x="867604" y="479593"/>
                </a:lnTo>
                <a:lnTo>
                  <a:pt x="869252" y="479565"/>
                </a:lnTo>
                <a:lnTo>
                  <a:pt x="871633" y="479546"/>
                </a:lnTo>
                <a:lnTo>
                  <a:pt x="874747" y="479546"/>
                </a:lnTo>
                <a:lnTo>
                  <a:pt x="877091" y="479517"/>
                </a:lnTo>
                <a:lnTo>
                  <a:pt x="878681" y="479460"/>
                </a:lnTo>
                <a:lnTo>
                  <a:pt x="881063" y="479422"/>
                </a:lnTo>
                <a:lnTo>
                  <a:pt x="884234" y="479422"/>
                </a:lnTo>
                <a:lnTo>
                  <a:pt x="886873" y="479679"/>
                </a:lnTo>
                <a:lnTo>
                  <a:pt x="888959" y="480184"/>
                </a:lnTo>
                <a:lnTo>
                  <a:pt x="891340" y="480403"/>
                </a:lnTo>
                <a:lnTo>
                  <a:pt x="894017" y="480336"/>
                </a:lnTo>
                <a:lnTo>
                  <a:pt x="897112" y="481670"/>
                </a:lnTo>
                <a:lnTo>
                  <a:pt x="900646" y="484403"/>
                </a:lnTo>
                <a:lnTo>
                  <a:pt x="903027" y="485975"/>
                </a:lnTo>
                <a:lnTo>
                  <a:pt x="904256" y="486366"/>
                </a:lnTo>
                <a:lnTo>
                  <a:pt x="906466" y="487956"/>
                </a:lnTo>
                <a:lnTo>
                  <a:pt x="909638" y="490738"/>
                </a:lnTo>
                <a:lnTo>
                  <a:pt x="912019" y="492443"/>
                </a:lnTo>
                <a:lnTo>
                  <a:pt x="913609" y="493081"/>
                </a:lnTo>
                <a:lnTo>
                  <a:pt x="914905" y="493871"/>
                </a:lnTo>
                <a:lnTo>
                  <a:pt x="915905" y="494824"/>
                </a:lnTo>
                <a:lnTo>
                  <a:pt x="916429" y="495833"/>
                </a:lnTo>
                <a:lnTo>
                  <a:pt x="916486" y="496891"/>
                </a:lnTo>
                <a:lnTo>
                  <a:pt x="917962" y="499272"/>
                </a:lnTo>
                <a:lnTo>
                  <a:pt x="920867" y="502977"/>
                </a:lnTo>
                <a:lnTo>
                  <a:pt x="922477" y="506959"/>
                </a:lnTo>
                <a:lnTo>
                  <a:pt x="922782" y="511226"/>
                </a:lnTo>
                <a:lnTo>
                  <a:pt x="922992" y="513607"/>
                </a:lnTo>
                <a:lnTo>
                  <a:pt x="923115" y="514102"/>
                </a:lnTo>
                <a:lnTo>
                  <a:pt x="923173" y="516541"/>
                </a:lnTo>
                <a:lnTo>
                  <a:pt x="923173" y="520932"/>
                </a:lnTo>
                <a:lnTo>
                  <a:pt x="923173" y="523313"/>
                </a:lnTo>
                <a:lnTo>
                  <a:pt x="923173" y="523684"/>
                </a:lnTo>
                <a:lnTo>
                  <a:pt x="923125" y="526028"/>
                </a:lnTo>
                <a:lnTo>
                  <a:pt x="923039" y="530323"/>
                </a:lnTo>
                <a:lnTo>
                  <a:pt x="923001" y="532705"/>
                </a:lnTo>
                <a:lnTo>
                  <a:pt x="923001" y="533171"/>
                </a:lnTo>
                <a:lnTo>
                  <a:pt x="922982" y="535534"/>
                </a:lnTo>
                <a:lnTo>
                  <a:pt x="922934" y="539791"/>
                </a:lnTo>
                <a:lnTo>
                  <a:pt x="922915" y="542173"/>
                </a:lnTo>
                <a:lnTo>
                  <a:pt x="922906" y="542677"/>
                </a:lnTo>
                <a:lnTo>
                  <a:pt x="922858" y="545011"/>
                </a:lnTo>
                <a:lnTo>
                  <a:pt x="922772" y="549173"/>
                </a:lnTo>
                <a:lnTo>
                  <a:pt x="922734" y="551555"/>
                </a:lnTo>
                <a:lnTo>
                  <a:pt x="922725" y="552155"/>
                </a:lnTo>
                <a:lnTo>
                  <a:pt x="922649" y="554450"/>
                </a:lnTo>
                <a:lnTo>
                  <a:pt x="922487" y="558460"/>
                </a:lnTo>
                <a:lnTo>
                  <a:pt x="922401" y="560842"/>
                </a:lnTo>
                <a:lnTo>
                  <a:pt x="922363" y="561594"/>
                </a:lnTo>
                <a:lnTo>
                  <a:pt x="922334" y="563947"/>
                </a:lnTo>
                <a:lnTo>
                  <a:pt x="922296" y="567881"/>
                </a:lnTo>
                <a:lnTo>
                  <a:pt x="921591" y="570262"/>
                </a:lnTo>
                <a:lnTo>
                  <a:pt x="920220" y="571090"/>
                </a:lnTo>
                <a:lnTo>
                  <a:pt x="919496" y="572748"/>
                </a:lnTo>
                <a:lnTo>
                  <a:pt x="919429" y="575253"/>
                </a:lnTo>
                <a:lnTo>
                  <a:pt x="918153" y="576529"/>
                </a:lnTo>
                <a:lnTo>
                  <a:pt x="915648" y="576596"/>
                </a:lnTo>
                <a:lnTo>
                  <a:pt x="914057" y="577386"/>
                </a:lnTo>
                <a:lnTo>
                  <a:pt x="913371" y="578901"/>
                </a:lnTo>
                <a:lnTo>
                  <a:pt x="911657" y="579996"/>
                </a:lnTo>
                <a:lnTo>
                  <a:pt x="908914" y="580682"/>
                </a:lnTo>
                <a:lnTo>
                  <a:pt x="907494" y="581644"/>
                </a:lnTo>
                <a:lnTo>
                  <a:pt x="907390" y="582873"/>
                </a:lnTo>
                <a:lnTo>
                  <a:pt x="906723" y="583540"/>
                </a:lnTo>
                <a:lnTo>
                  <a:pt x="905494" y="583644"/>
                </a:lnTo>
                <a:lnTo>
                  <a:pt x="904237" y="584768"/>
                </a:lnTo>
                <a:lnTo>
                  <a:pt x="902960" y="586921"/>
                </a:lnTo>
                <a:lnTo>
                  <a:pt x="900579" y="587988"/>
                </a:lnTo>
                <a:lnTo>
                  <a:pt x="897093" y="587988"/>
                </a:lnTo>
                <a:lnTo>
                  <a:pt x="894817" y="588102"/>
                </a:lnTo>
                <a:lnTo>
                  <a:pt x="893759" y="588321"/>
                </a:lnTo>
                <a:lnTo>
                  <a:pt x="891378" y="588455"/>
                </a:lnTo>
                <a:lnTo>
                  <a:pt x="887673" y="588502"/>
                </a:lnTo>
                <a:lnTo>
                  <a:pt x="885320" y="588531"/>
                </a:lnTo>
                <a:lnTo>
                  <a:pt x="884311" y="588531"/>
                </a:lnTo>
                <a:lnTo>
                  <a:pt x="881929" y="588531"/>
                </a:lnTo>
                <a:lnTo>
                  <a:pt x="878176" y="588531"/>
                </a:lnTo>
                <a:lnTo>
                  <a:pt x="875786" y="588521"/>
                </a:lnTo>
                <a:lnTo>
                  <a:pt x="874766" y="588502"/>
                </a:lnTo>
                <a:lnTo>
                  <a:pt x="872385" y="588521"/>
                </a:lnTo>
                <a:lnTo>
                  <a:pt x="868642" y="588569"/>
                </a:lnTo>
                <a:lnTo>
                  <a:pt x="866289" y="588597"/>
                </a:lnTo>
                <a:lnTo>
                  <a:pt x="865308" y="588597"/>
                </a:lnTo>
                <a:lnTo>
                  <a:pt x="862927" y="588597"/>
                </a:lnTo>
                <a:lnTo>
                  <a:pt x="859145" y="588597"/>
                </a:lnTo>
                <a:lnTo>
                  <a:pt x="856793" y="588626"/>
                </a:lnTo>
                <a:lnTo>
                  <a:pt x="855869" y="588683"/>
                </a:lnTo>
                <a:lnTo>
                  <a:pt x="853488" y="588712"/>
                </a:lnTo>
                <a:lnTo>
                  <a:pt x="849649" y="588712"/>
                </a:lnTo>
                <a:lnTo>
                  <a:pt x="847277" y="588721"/>
                </a:lnTo>
                <a:lnTo>
                  <a:pt x="846382" y="588750"/>
                </a:lnTo>
                <a:lnTo>
                  <a:pt x="844001" y="588759"/>
                </a:lnTo>
                <a:lnTo>
                  <a:pt x="840134" y="588759"/>
                </a:lnTo>
                <a:lnTo>
                  <a:pt x="837743" y="588750"/>
                </a:lnTo>
                <a:lnTo>
                  <a:pt x="836819" y="588721"/>
                </a:lnTo>
                <a:lnTo>
                  <a:pt x="834438" y="588693"/>
                </a:lnTo>
                <a:lnTo>
                  <a:pt x="830599" y="588645"/>
                </a:lnTo>
                <a:lnTo>
                  <a:pt x="828132" y="588559"/>
                </a:lnTo>
                <a:lnTo>
                  <a:pt x="827037" y="588426"/>
                </a:lnTo>
                <a:lnTo>
                  <a:pt x="824655" y="588340"/>
                </a:lnTo>
                <a:lnTo>
                  <a:pt x="820988" y="588293"/>
                </a:lnTo>
                <a:lnTo>
                  <a:pt x="818617" y="588302"/>
                </a:lnTo>
                <a:lnTo>
                  <a:pt x="817559" y="588388"/>
                </a:lnTo>
                <a:lnTo>
                  <a:pt x="815178" y="588435"/>
                </a:lnTo>
                <a:lnTo>
                  <a:pt x="811473" y="588435"/>
                </a:lnTo>
                <a:lnTo>
                  <a:pt x="809282" y="588616"/>
                </a:lnTo>
                <a:lnTo>
                  <a:pt x="808596" y="588988"/>
                </a:lnTo>
                <a:lnTo>
                  <a:pt x="808177" y="589521"/>
                </a:lnTo>
                <a:lnTo>
                  <a:pt x="808025" y="590207"/>
                </a:lnTo>
                <a:lnTo>
                  <a:pt x="807968" y="592531"/>
                </a:lnTo>
                <a:lnTo>
                  <a:pt x="808006" y="596494"/>
                </a:lnTo>
                <a:lnTo>
                  <a:pt x="808044" y="598875"/>
                </a:lnTo>
                <a:lnTo>
                  <a:pt x="808082" y="599675"/>
                </a:lnTo>
                <a:lnTo>
                  <a:pt x="808101" y="602075"/>
                </a:lnTo>
                <a:lnTo>
                  <a:pt x="808101" y="606076"/>
                </a:lnTo>
                <a:lnTo>
                  <a:pt x="808120" y="608457"/>
                </a:lnTo>
                <a:lnTo>
                  <a:pt x="808168" y="609219"/>
                </a:lnTo>
                <a:lnTo>
                  <a:pt x="808196" y="611619"/>
                </a:lnTo>
                <a:lnTo>
                  <a:pt x="808196" y="615667"/>
                </a:lnTo>
                <a:lnTo>
                  <a:pt x="808187" y="618049"/>
                </a:lnTo>
                <a:lnTo>
                  <a:pt x="808187" y="618763"/>
                </a:lnTo>
                <a:lnTo>
                  <a:pt x="808196" y="621163"/>
                </a:lnTo>
                <a:lnTo>
                  <a:pt x="808234" y="625240"/>
                </a:lnTo>
                <a:lnTo>
                  <a:pt x="808253" y="627621"/>
                </a:lnTo>
                <a:lnTo>
                  <a:pt x="808244" y="628307"/>
                </a:lnTo>
                <a:lnTo>
                  <a:pt x="808225" y="630669"/>
                </a:lnTo>
                <a:lnTo>
                  <a:pt x="808187" y="634698"/>
                </a:lnTo>
                <a:lnTo>
                  <a:pt x="808149" y="637080"/>
                </a:lnTo>
                <a:lnTo>
                  <a:pt x="808101" y="637813"/>
                </a:lnTo>
                <a:lnTo>
                  <a:pt x="808063" y="640156"/>
                </a:lnTo>
                <a:lnTo>
                  <a:pt x="808025" y="644109"/>
                </a:lnTo>
                <a:lnTo>
                  <a:pt x="807987" y="646490"/>
                </a:lnTo>
                <a:lnTo>
                  <a:pt x="807949" y="647300"/>
                </a:lnTo>
                <a:lnTo>
                  <a:pt x="807968" y="649700"/>
                </a:lnTo>
                <a:lnTo>
                  <a:pt x="808044" y="653691"/>
                </a:lnTo>
                <a:lnTo>
                  <a:pt x="808082" y="656072"/>
                </a:lnTo>
                <a:lnTo>
                  <a:pt x="808063" y="656844"/>
                </a:lnTo>
                <a:lnTo>
                  <a:pt x="808053" y="659216"/>
                </a:lnTo>
                <a:lnTo>
                  <a:pt x="808053" y="663188"/>
                </a:lnTo>
                <a:lnTo>
                  <a:pt x="808063" y="665569"/>
                </a:lnTo>
                <a:lnTo>
                  <a:pt x="808082" y="666359"/>
                </a:lnTo>
                <a:lnTo>
                  <a:pt x="808082" y="668750"/>
                </a:lnTo>
                <a:lnTo>
                  <a:pt x="808082" y="672741"/>
                </a:lnTo>
                <a:lnTo>
                  <a:pt x="808034" y="675122"/>
                </a:lnTo>
                <a:lnTo>
                  <a:pt x="807939" y="675894"/>
                </a:lnTo>
                <a:lnTo>
                  <a:pt x="807872" y="678199"/>
                </a:lnTo>
                <a:lnTo>
                  <a:pt x="807825" y="682057"/>
                </a:lnTo>
                <a:lnTo>
                  <a:pt x="806815" y="684438"/>
                </a:lnTo>
                <a:lnTo>
                  <a:pt x="804834" y="685343"/>
                </a:lnTo>
                <a:lnTo>
                  <a:pt x="803805" y="686705"/>
                </a:lnTo>
                <a:lnTo>
                  <a:pt x="803748" y="688505"/>
                </a:lnTo>
                <a:lnTo>
                  <a:pt x="802805" y="689448"/>
                </a:lnTo>
                <a:lnTo>
                  <a:pt x="801005" y="689505"/>
                </a:lnTo>
                <a:lnTo>
                  <a:pt x="799757" y="690639"/>
                </a:lnTo>
                <a:lnTo>
                  <a:pt x="799062" y="692839"/>
                </a:lnTo>
                <a:lnTo>
                  <a:pt x="797042" y="694287"/>
                </a:lnTo>
                <a:lnTo>
                  <a:pt x="793680" y="694982"/>
                </a:lnTo>
                <a:lnTo>
                  <a:pt x="791985" y="695668"/>
                </a:lnTo>
                <a:lnTo>
                  <a:pt x="791956" y="696344"/>
                </a:lnTo>
                <a:lnTo>
                  <a:pt x="791594" y="696706"/>
                </a:lnTo>
                <a:lnTo>
                  <a:pt x="790918" y="696735"/>
                </a:lnTo>
                <a:lnTo>
                  <a:pt x="789984" y="698192"/>
                </a:lnTo>
                <a:lnTo>
                  <a:pt x="788813" y="701069"/>
                </a:lnTo>
                <a:lnTo>
                  <a:pt x="786432" y="702507"/>
                </a:lnTo>
                <a:lnTo>
                  <a:pt x="782841" y="702507"/>
                </a:lnTo>
                <a:lnTo>
                  <a:pt x="780583" y="702621"/>
                </a:lnTo>
                <a:lnTo>
                  <a:pt x="779650" y="702869"/>
                </a:lnTo>
                <a:lnTo>
                  <a:pt x="777269" y="703031"/>
                </a:lnTo>
                <a:lnTo>
                  <a:pt x="773440" y="703126"/>
                </a:lnTo>
                <a:lnTo>
                  <a:pt x="771077" y="703135"/>
                </a:lnTo>
                <a:lnTo>
                  <a:pt x="770172" y="703069"/>
                </a:lnTo>
                <a:lnTo>
                  <a:pt x="767791" y="703021"/>
                </a:lnTo>
                <a:lnTo>
                  <a:pt x="763934" y="702974"/>
                </a:lnTo>
                <a:lnTo>
                  <a:pt x="761495" y="702916"/>
                </a:lnTo>
                <a:lnTo>
                  <a:pt x="760476" y="702850"/>
                </a:lnTo>
                <a:lnTo>
                  <a:pt x="758095" y="702821"/>
                </a:lnTo>
                <a:lnTo>
                  <a:pt x="754351" y="702821"/>
                </a:lnTo>
                <a:lnTo>
                  <a:pt x="751932" y="702783"/>
                </a:lnTo>
                <a:lnTo>
                  <a:pt x="750846" y="702707"/>
                </a:lnTo>
                <a:lnTo>
                  <a:pt x="748465" y="702650"/>
                </a:lnTo>
                <a:lnTo>
                  <a:pt x="744788" y="702593"/>
                </a:lnTo>
                <a:lnTo>
                  <a:pt x="742350" y="702535"/>
                </a:lnTo>
                <a:lnTo>
                  <a:pt x="741140" y="702469"/>
                </a:lnTo>
                <a:lnTo>
                  <a:pt x="738759" y="702412"/>
                </a:lnTo>
                <a:lnTo>
                  <a:pt x="735206" y="702354"/>
                </a:lnTo>
                <a:lnTo>
                  <a:pt x="732130" y="701659"/>
                </a:lnTo>
                <a:lnTo>
                  <a:pt x="729529" y="700326"/>
                </a:lnTo>
                <a:lnTo>
                  <a:pt x="727148" y="699659"/>
                </a:lnTo>
                <a:lnTo>
                  <a:pt x="724986" y="699659"/>
                </a:lnTo>
                <a:lnTo>
                  <a:pt x="722814" y="698573"/>
                </a:lnTo>
                <a:lnTo>
                  <a:pt x="720652" y="696411"/>
                </a:lnTo>
                <a:lnTo>
                  <a:pt x="718271" y="694468"/>
                </a:lnTo>
                <a:lnTo>
                  <a:pt x="715670" y="692753"/>
                </a:lnTo>
                <a:lnTo>
                  <a:pt x="712851" y="690372"/>
                </a:lnTo>
                <a:lnTo>
                  <a:pt x="709803" y="687324"/>
                </a:lnTo>
                <a:lnTo>
                  <a:pt x="708069" y="684066"/>
                </a:lnTo>
                <a:lnTo>
                  <a:pt x="707660" y="680609"/>
                </a:lnTo>
                <a:lnTo>
                  <a:pt x="707050" y="678228"/>
                </a:lnTo>
                <a:lnTo>
                  <a:pt x="706260" y="676923"/>
                </a:lnTo>
                <a:lnTo>
                  <a:pt x="705698" y="673989"/>
                </a:lnTo>
                <a:lnTo>
                  <a:pt x="705374" y="669407"/>
                </a:lnTo>
                <a:lnTo>
                  <a:pt x="705202" y="667026"/>
                </a:lnTo>
                <a:lnTo>
                  <a:pt x="705126" y="664388"/>
                </a:lnTo>
                <a:lnTo>
                  <a:pt x="705002" y="659673"/>
                </a:lnTo>
                <a:lnTo>
                  <a:pt x="704936" y="657292"/>
                </a:lnTo>
                <a:lnTo>
                  <a:pt x="704936" y="654863"/>
                </a:lnTo>
                <a:lnTo>
                  <a:pt x="704936" y="650138"/>
                </a:lnTo>
                <a:lnTo>
                  <a:pt x="704936" y="647757"/>
                </a:lnTo>
                <a:lnTo>
                  <a:pt x="704907" y="645319"/>
                </a:lnTo>
                <a:lnTo>
                  <a:pt x="704869" y="640556"/>
                </a:lnTo>
                <a:lnTo>
                  <a:pt x="704726" y="635794"/>
                </a:lnTo>
                <a:lnTo>
                  <a:pt x="704479" y="631031"/>
                </a:lnTo>
                <a:lnTo>
                  <a:pt x="704355" y="628526"/>
                </a:lnTo>
                <a:lnTo>
                  <a:pt x="704364" y="628298"/>
                </a:lnTo>
                <a:lnTo>
                  <a:pt x="704269" y="625916"/>
                </a:lnTo>
                <a:lnTo>
                  <a:pt x="704050" y="621382"/>
                </a:lnTo>
                <a:lnTo>
                  <a:pt x="703936" y="618887"/>
                </a:lnTo>
                <a:lnTo>
                  <a:pt x="703907" y="618411"/>
                </a:lnTo>
                <a:lnTo>
                  <a:pt x="704012" y="616029"/>
                </a:lnTo>
                <a:lnTo>
                  <a:pt x="704240" y="611743"/>
                </a:lnTo>
                <a:lnTo>
                  <a:pt x="704345" y="609476"/>
                </a:lnTo>
                <a:lnTo>
                  <a:pt x="704345" y="609229"/>
                </a:lnTo>
                <a:lnTo>
                  <a:pt x="704479" y="609009"/>
                </a:lnTo>
                <a:lnTo>
                  <a:pt x="704726" y="608828"/>
                </a:lnTo>
                <a:lnTo>
                  <a:pt x="705031" y="606743"/>
                </a:lnTo>
                <a:lnTo>
                  <a:pt x="705383" y="602771"/>
                </a:lnTo>
                <a:lnTo>
                  <a:pt x="705564" y="600608"/>
                </a:lnTo>
                <a:lnTo>
                  <a:pt x="705574" y="600256"/>
                </a:lnTo>
                <a:lnTo>
                  <a:pt x="705488" y="597789"/>
                </a:lnTo>
                <a:lnTo>
                  <a:pt x="705317" y="593217"/>
                </a:lnTo>
                <a:lnTo>
                  <a:pt x="705231" y="590836"/>
                </a:lnTo>
                <a:lnTo>
                  <a:pt x="705155" y="590407"/>
                </a:lnTo>
                <a:lnTo>
                  <a:pt x="704955" y="590131"/>
                </a:lnTo>
                <a:lnTo>
                  <a:pt x="704698" y="589969"/>
                </a:lnTo>
                <a:lnTo>
                  <a:pt x="704383" y="589940"/>
                </a:lnTo>
                <a:lnTo>
                  <a:pt x="702002" y="589664"/>
                </a:lnTo>
                <a:lnTo>
                  <a:pt x="697554" y="589150"/>
                </a:lnTo>
                <a:lnTo>
                  <a:pt x="694915" y="588893"/>
                </a:lnTo>
                <a:lnTo>
                  <a:pt x="694096" y="588902"/>
                </a:lnTo>
                <a:lnTo>
                  <a:pt x="691715" y="588883"/>
                </a:lnTo>
                <a:lnTo>
                  <a:pt x="687772" y="588845"/>
                </a:lnTo>
                <a:lnTo>
                  <a:pt x="685371" y="588826"/>
                </a:lnTo>
                <a:lnTo>
                  <a:pt x="684514" y="588836"/>
                </a:lnTo>
                <a:lnTo>
                  <a:pt x="682133" y="588883"/>
                </a:lnTo>
                <a:lnTo>
                  <a:pt x="678228" y="588969"/>
                </a:lnTo>
                <a:lnTo>
                  <a:pt x="675884" y="589007"/>
                </a:lnTo>
                <a:lnTo>
                  <a:pt x="675094" y="588988"/>
                </a:lnTo>
                <a:lnTo>
                  <a:pt x="672713" y="588978"/>
                </a:lnTo>
                <a:lnTo>
                  <a:pt x="668741" y="588978"/>
                </a:lnTo>
                <a:lnTo>
                  <a:pt x="666359" y="588978"/>
                </a:lnTo>
                <a:lnTo>
                  <a:pt x="665569" y="588978"/>
                </a:lnTo>
                <a:lnTo>
                  <a:pt x="663188" y="588978"/>
                </a:lnTo>
                <a:lnTo>
                  <a:pt x="659216" y="588978"/>
                </a:lnTo>
                <a:lnTo>
                  <a:pt x="656806" y="588959"/>
                </a:lnTo>
                <a:lnTo>
                  <a:pt x="655977" y="588912"/>
                </a:lnTo>
                <a:lnTo>
                  <a:pt x="653596" y="588883"/>
                </a:lnTo>
                <a:lnTo>
                  <a:pt x="649662" y="588883"/>
                </a:lnTo>
                <a:lnTo>
                  <a:pt x="647290" y="588893"/>
                </a:lnTo>
                <a:lnTo>
                  <a:pt x="646462" y="588902"/>
                </a:lnTo>
                <a:lnTo>
                  <a:pt x="644081" y="588902"/>
                </a:lnTo>
                <a:lnTo>
                  <a:pt x="640147" y="588902"/>
                </a:lnTo>
                <a:lnTo>
                  <a:pt x="637765" y="588912"/>
                </a:lnTo>
                <a:lnTo>
                  <a:pt x="636956" y="588921"/>
                </a:lnTo>
                <a:lnTo>
                  <a:pt x="634575" y="588902"/>
                </a:lnTo>
                <a:lnTo>
                  <a:pt x="630622" y="588855"/>
                </a:lnTo>
                <a:lnTo>
                  <a:pt x="628212" y="588826"/>
                </a:lnTo>
                <a:lnTo>
                  <a:pt x="627345" y="588816"/>
                </a:lnTo>
                <a:lnTo>
                  <a:pt x="624964" y="588788"/>
                </a:lnTo>
                <a:lnTo>
                  <a:pt x="621068" y="588740"/>
                </a:lnTo>
                <a:lnTo>
                  <a:pt x="618144" y="588197"/>
                </a:lnTo>
                <a:lnTo>
                  <a:pt x="616191" y="587159"/>
                </a:lnTo>
                <a:lnTo>
                  <a:pt x="613810" y="586578"/>
                </a:lnTo>
                <a:lnTo>
                  <a:pt x="611000" y="586435"/>
                </a:lnTo>
                <a:lnTo>
                  <a:pt x="608162" y="585035"/>
                </a:lnTo>
                <a:lnTo>
                  <a:pt x="605276" y="582359"/>
                </a:lnTo>
                <a:lnTo>
                  <a:pt x="602894" y="580349"/>
                </a:lnTo>
                <a:lnTo>
                  <a:pt x="601018" y="579006"/>
                </a:lnTo>
                <a:lnTo>
                  <a:pt x="598399" y="576624"/>
                </a:lnTo>
                <a:lnTo>
                  <a:pt x="595046" y="573205"/>
                </a:lnTo>
                <a:lnTo>
                  <a:pt x="592846" y="569290"/>
                </a:lnTo>
                <a:lnTo>
                  <a:pt x="591779" y="564880"/>
                </a:lnTo>
                <a:lnTo>
                  <a:pt x="591150" y="562499"/>
                </a:lnTo>
                <a:lnTo>
                  <a:pt x="590941" y="562146"/>
                </a:lnTo>
                <a:lnTo>
                  <a:pt x="590769" y="561423"/>
                </a:lnTo>
                <a:lnTo>
                  <a:pt x="590626" y="560327"/>
                </a:lnTo>
                <a:lnTo>
                  <a:pt x="589636" y="557946"/>
                </a:lnTo>
                <a:lnTo>
                  <a:pt x="587807" y="554279"/>
                </a:lnTo>
                <a:lnTo>
                  <a:pt x="586883" y="551536"/>
                </a:lnTo>
                <a:lnTo>
                  <a:pt x="586883" y="549707"/>
                </a:lnTo>
                <a:lnTo>
                  <a:pt x="586950" y="547326"/>
                </a:lnTo>
                <a:lnTo>
                  <a:pt x="587064" y="544392"/>
                </a:lnTo>
                <a:lnTo>
                  <a:pt x="587121" y="542068"/>
                </a:lnTo>
                <a:lnTo>
                  <a:pt x="587121" y="540353"/>
                </a:lnTo>
                <a:lnTo>
                  <a:pt x="587064" y="537972"/>
                </a:lnTo>
                <a:lnTo>
                  <a:pt x="586950" y="534924"/>
                </a:lnTo>
                <a:lnTo>
                  <a:pt x="586950" y="532552"/>
                </a:lnTo>
                <a:lnTo>
                  <a:pt x="587083" y="530847"/>
                </a:lnTo>
                <a:lnTo>
                  <a:pt x="587045" y="528466"/>
                </a:lnTo>
                <a:lnTo>
                  <a:pt x="586845" y="525409"/>
                </a:lnTo>
                <a:lnTo>
                  <a:pt x="586769" y="522951"/>
                </a:lnTo>
                <a:lnTo>
                  <a:pt x="586835" y="521113"/>
                </a:lnTo>
                <a:lnTo>
                  <a:pt x="587140" y="518732"/>
                </a:lnTo>
                <a:lnTo>
                  <a:pt x="587702" y="515807"/>
                </a:lnTo>
                <a:lnTo>
                  <a:pt x="588035" y="513759"/>
                </a:lnTo>
                <a:lnTo>
                  <a:pt x="588121" y="512569"/>
                </a:lnTo>
                <a:lnTo>
                  <a:pt x="588769" y="511769"/>
                </a:lnTo>
                <a:lnTo>
                  <a:pt x="589959" y="511378"/>
                </a:lnTo>
                <a:lnTo>
                  <a:pt x="590807" y="509845"/>
                </a:lnTo>
                <a:lnTo>
                  <a:pt x="591312" y="507178"/>
                </a:lnTo>
                <a:lnTo>
                  <a:pt x="591626" y="505587"/>
                </a:lnTo>
                <a:lnTo>
                  <a:pt x="591731" y="505082"/>
                </a:lnTo>
                <a:lnTo>
                  <a:pt x="591874" y="502844"/>
                </a:lnTo>
                <a:lnTo>
                  <a:pt x="592064" y="498881"/>
                </a:lnTo>
                <a:lnTo>
                  <a:pt x="593122" y="496500"/>
                </a:lnTo>
                <a:lnTo>
                  <a:pt x="595065" y="495700"/>
                </a:lnTo>
                <a:lnTo>
                  <a:pt x="596065" y="494319"/>
                </a:lnTo>
                <a:lnTo>
                  <a:pt x="596122" y="492357"/>
                </a:lnTo>
                <a:lnTo>
                  <a:pt x="597132" y="491319"/>
                </a:lnTo>
                <a:lnTo>
                  <a:pt x="599094" y="491195"/>
                </a:lnTo>
                <a:lnTo>
                  <a:pt x="600466" y="490185"/>
                </a:lnTo>
                <a:lnTo>
                  <a:pt x="601247" y="488280"/>
                </a:lnTo>
                <a:lnTo>
                  <a:pt x="603628" y="487023"/>
                </a:lnTo>
                <a:lnTo>
                  <a:pt x="607609" y="486394"/>
                </a:lnTo>
                <a:lnTo>
                  <a:pt x="609657" y="486061"/>
                </a:lnTo>
                <a:lnTo>
                  <a:pt x="610057" y="485956"/>
                </a:lnTo>
                <a:lnTo>
                  <a:pt x="610486" y="485832"/>
                </a:lnTo>
                <a:lnTo>
                  <a:pt x="611505" y="484470"/>
                </a:lnTo>
                <a:lnTo>
                  <a:pt x="613105" y="481860"/>
                </a:lnTo>
                <a:lnTo>
                  <a:pt x="615210" y="480527"/>
                </a:lnTo>
                <a:lnTo>
                  <a:pt x="617820" y="480460"/>
                </a:lnTo>
                <a:lnTo>
                  <a:pt x="620144" y="480403"/>
                </a:lnTo>
                <a:lnTo>
                  <a:pt x="622183" y="480355"/>
                </a:lnTo>
                <a:lnTo>
                  <a:pt x="624564" y="480336"/>
                </a:lnTo>
                <a:lnTo>
                  <a:pt x="627288" y="480336"/>
                </a:lnTo>
                <a:lnTo>
                  <a:pt x="629669" y="480336"/>
                </a:lnTo>
                <a:lnTo>
                  <a:pt x="631708" y="480336"/>
                </a:lnTo>
                <a:lnTo>
                  <a:pt x="634089" y="480336"/>
                </a:lnTo>
                <a:lnTo>
                  <a:pt x="636813" y="480336"/>
                </a:lnTo>
                <a:lnTo>
                  <a:pt x="639194" y="480336"/>
                </a:lnTo>
                <a:lnTo>
                  <a:pt x="641233" y="480336"/>
                </a:lnTo>
                <a:lnTo>
                  <a:pt x="643614" y="480365"/>
                </a:lnTo>
                <a:lnTo>
                  <a:pt x="646338" y="480431"/>
                </a:lnTo>
                <a:lnTo>
                  <a:pt x="648776" y="480479"/>
                </a:lnTo>
                <a:lnTo>
                  <a:pt x="650929" y="480536"/>
                </a:lnTo>
                <a:lnTo>
                  <a:pt x="653310" y="480498"/>
                </a:lnTo>
                <a:lnTo>
                  <a:pt x="655920" y="480365"/>
                </a:lnTo>
                <a:lnTo>
                  <a:pt x="658216" y="480270"/>
                </a:lnTo>
                <a:lnTo>
                  <a:pt x="660187" y="480222"/>
                </a:lnTo>
                <a:lnTo>
                  <a:pt x="662569" y="480203"/>
                </a:lnTo>
                <a:lnTo>
                  <a:pt x="665359" y="480203"/>
                </a:lnTo>
                <a:lnTo>
                  <a:pt x="667674" y="480136"/>
                </a:lnTo>
                <a:lnTo>
                  <a:pt x="669512" y="479993"/>
                </a:lnTo>
                <a:lnTo>
                  <a:pt x="671894" y="479927"/>
                </a:lnTo>
                <a:lnTo>
                  <a:pt x="674818" y="479927"/>
                </a:lnTo>
                <a:lnTo>
                  <a:pt x="677218" y="479955"/>
                </a:lnTo>
                <a:lnTo>
                  <a:pt x="679104" y="479993"/>
                </a:lnTo>
                <a:lnTo>
                  <a:pt x="681485" y="480079"/>
                </a:lnTo>
                <a:lnTo>
                  <a:pt x="684362" y="480212"/>
                </a:lnTo>
                <a:lnTo>
                  <a:pt x="686781" y="480251"/>
                </a:lnTo>
                <a:lnTo>
                  <a:pt x="688753" y="480203"/>
                </a:lnTo>
                <a:lnTo>
                  <a:pt x="691134" y="480155"/>
                </a:lnTo>
                <a:lnTo>
                  <a:pt x="693925" y="480089"/>
                </a:lnTo>
                <a:lnTo>
                  <a:pt x="695925" y="479698"/>
                </a:lnTo>
                <a:lnTo>
                  <a:pt x="697116" y="478993"/>
                </a:lnTo>
                <a:lnTo>
                  <a:pt x="699497" y="478346"/>
                </a:lnTo>
                <a:lnTo>
                  <a:pt x="703069" y="477764"/>
                </a:lnTo>
                <a:lnTo>
                  <a:pt x="705002" y="477317"/>
                </a:lnTo>
                <a:lnTo>
                  <a:pt x="705298" y="477002"/>
                </a:lnTo>
                <a:lnTo>
                  <a:pt x="705441" y="476698"/>
                </a:lnTo>
                <a:lnTo>
                  <a:pt x="705450" y="476402"/>
                </a:lnTo>
                <a:lnTo>
                  <a:pt x="705450" y="474021"/>
                </a:lnTo>
                <a:lnTo>
                  <a:pt x="705450" y="469563"/>
                </a:lnTo>
                <a:lnTo>
                  <a:pt x="705460" y="467182"/>
                </a:lnTo>
                <a:lnTo>
                  <a:pt x="705460" y="466877"/>
                </a:lnTo>
                <a:lnTo>
                  <a:pt x="705402" y="464439"/>
                </a:lnTo>
                <a:lnTo>
                  <a:pt x="705298" y="459877"/>
                </a:lnTo>
                <a:lnTo>
                  <a:pt x="705241" y="457495"/>
                </a:lnTo>
                <a:lnTo>
                  <a:pt x="705136" y="454819"/>
                </a:lnTo>
                <a:lnTo>
                  <a:pt x="704945" y="450056"/>
                </a:lnTo>
                <a:lnTo>
                  <a:pt x="704717" y="445294"/>
                </a:lnTo>
                <a:lnTo>
                  <a:pt x="704450" y="440531"/>
                </a:lnTo>
                <a:lnTo>
                  <a:pt x="704317" y="438007"/>
                </a:lnTo>
                <a:lnTo>
                  <a:pt x="704298" y="437731"/>
                </a:lnTo>
                <a:lnTo>
                  <a:pt x="704431" y="435350"/>
                </a:lnTo>
                <a:lnTo>
                  <a:pt x="704707" y="430863"/>
                </a:lnTo>
                <a:lnTo>
                  <a:pt x="704869" y="426263"/>
                </a:lnTo>
                <a:lnTo>
                  <a:pt x="704917" y="421548"/>
                </a:lnTo>
                <a:lnTo>
                  <a:pt x="704936" y="419167"/>
                </a:lnTo>
                <a:lnTo>
                  <a:pt x="704907" y="416719"/>
                </a:lnTo>
                <a:lnTo>
                  <a:pt x="704869" y="411956"/>
                </a:lnTo>
                <a:lnTo>
                  <a:pt x="704926" y="407270"/>
                </a:lnTo>
                <a:lnTo>
                  <a:pt x="705088" y="402669"/>
                </a:lnTo>
                <a:lnTo>
                  <a:pt x="705174" y="400288"/>
                </a:lnTo>
                <a:lnTo>
                  <a:pt x="705374" y="397935"/>
                </a:lnTo>
                <a:lnTo>
                  <a:pt x="705745" y="393716"/>
                </a:lnTo>
                <a:lnTo>
                  <a:pt x="706031" y="391335"/>
                </a:lnTo>
                <a:lnTo>
                  <a:pt x="706231" y="390792"/>
                </a:lnTo>
                <a:lnTo>
                  <a:pt x="706393" y="388582"/>
                </a:lnTo>
                <a:lnTo>
                  <a:pt x="706526" y="384686"/>
                </a:lnTo>
                <a:lnTo>
                  <a:pt x="707917" y="382305"/>
                </a:lnTo>
                <a:lnTo>
                  <a:pt x="710565" y="381438"/>
                </a:lnTo>
                <a:lnTo>
                  <a:pt x="711984" y="380467"/>
                </a:lnTo>
                <a:lnTo>
                  <a:pt x="712165" y="379409"/>
                </a:lnTo>
                <a:lnTo>
                  <a:pt x="712784" y="378762"/>
                </a:lnTo>
                <a:lnTo>
                  <a:pt x="713842" y="378524"/>
                </a:lnTo>
                <a:lnTo>
                  <a:pt x="714766" y="377066"/>
                </a:lnTo>
                <a:lnTo>
                  <a:pt x="715556" y="374390"/>
                </a:lnTo>
                <a:lnTo>
                  <a:pt x="717937" y="372789"/>
                </a:lnTo>
                <a:lnTo>
                  <a:pt x="721909" y="372285"/>
                </a:lnTo>
                <a:lnTo>
                  <a:pt x="723995" y="371989"/>
                </a:lnTo>
                <a:lnTo>
                  <a:pt x="724586" y="371770"/>
                </a:lnTo>
                <a:lnTo>
                  <a:pt x="725148" y="371570"/>
                </a:lnTo>
                <a:lnTo>
                  <a:pt x="726148" y="370189"/>
                </a:lnTo>
                <a:lnTo>
                  <a:pt x="727558" y="367608"/>
                </a:lnTo>
                <a:close/>
                <a:moveTo>
                  <a:pt x="1695050" y="628107"/>
                </a:moveTo>
                <a:lnTo>
                  <a:pt x="1695317" y="628069"/>
                </a:lnTo>
                <a:lnTo>
                  <a:pt x="1697555" y="627926"/>
                </a:lnTo>
                <a:lnTo>
                  <a:pt x="1701756" y="627659"/>
                </a:lnTo>
                <a:lnTo>
                  <a:pt x="1704137" y="627469"/>
                </a:lnTo>
                <a:lnTo>
                  <a:pt x="1704699" y="627345"/>
                </a:lnTo>
                <a:lnTo>
                  <a:pt x="1706166" y="627631"/>
                </a:lnTo>
                <a:lnTo>
                  <a:pt x="1708547" y="628307"/>
                </a:lnTo>
                <a:lnTo>
                  <a:pt x="1709738" y="629841"/>
                </a:lnTo>
                <a:lnTo>
                  <a:pt x="1709738" y="632222"/>
                </a:lnTo>
                <a:lnTo>
                  <a:pt x="1708547" y="633413"/>
                </a:lnTo>
                <a:lnTo>
                  <a:pt x="1706166" y="633413"/>
                </a:lnTo>
                <a:lnTo>
                  <a:pt x="1703384" y="633012"/>
                </a:lnTo>
                <a:lnTo>
                  <a:pt x="1700213" y="632222"/>
                </a:lnTo>
                <a:lnTo>
                  <a:pt x="1697831" y="631508"/>
                </a:lnTo>
                <a:lnTo>
                  <a:pt x="1696241" y="630869"/>
                </a:lnTo>
                <a:lnTo>
                  <a:pt x="1695107" y="630079"/>
                </a:lnTo>
                <a:lnTo>
                  <a:pt x="1694431" y="629126"/>
                </a:lnTo>
                <a:lnTo>
                  <a:pt x="1694297" y="628517"/>
                </a:lnTo>
                <a:lnTo>
                  <a:pt x="1694717" y="628250"/>
                </a:lnTo>
                <a:close/>
                <a:moveTo>
                  <a:pt x="2218677" y="627707"/>
                </a:moveTo>
                <a:lnTo>
                  <a:pt x="2219106" y="627545"/>
                </a:lnTo>
                <a:lnTo>
                  <a:pt x="2221706" y="627755"/>
                </a:lnTo>
                <a:lnTo>
                  <a:pt x="2226469" y="628355"/>
                </a:lnTo>
                <a:lnTo>
                  <a:pt x="2227259" y="629441"/>
                </a:lnTo>
                <a:lnTo>
                  <a:pt x="2224088" y="631031"/>
                </a:lnTo>
                <a:lnTo>
                  <a:pt x="2221706" y="631822"/>
                </a:lnTo>
                <a:lnTo>
                  <a:pt x="2220116" y="631822"/>
                </a:lnTo>
                <a:lnTo>
                  <a:pt x="2218534" y="631031"/>
                </a:lnTo>
                <a:lnTo>
                  <a:pt x="2216944" y="629441"/>
                </a:lnTo>
                <a:lnTo>
                  <a:pt x="2216725" y="628431"/>
                </a:lnTo>
                <a:lnTo>
                  <a:pt x="2217877" y="628002"/>
                </a:lnTo>
                <a:close/>
                <a:moveTo>
                  <a:pt x="2199380" y="636803"/>
                </a:moveTo>
                <a:lnTo>
                  <a:pt x="2199980" y="636451"/>
                </a:lnTo>
                <a:lnTo>
                  <a:pt x="2201466" y="636746"/>
                </a:lnTo>
                <a:lnTo>
                  <a:pt x="2203847" y="637699"/>
                </a:lnTo>
                <a:lnTo>
                  <a:pt x="2204637" y="638966"/>
                </a:lnTo>
                <a:lnTo>
                  <a:pt x="2203847" y="640556"/>
                </a:lnTo>
                <a:lnTo>
                  <a:pt x="2202656" y="642938"/>
                </a:lnTo>
                <a:lnTo>
                  <a:pt x="2201066" y="646109"/>
                </a:lnTo>
                <a:lnTo>
                  <a:pt x="2200008" y="645319"/>
                </a:lnTo>
                <a:lnTo>
                  <a:pt x="2199484" y="640556"/>
                </a:lnTo>
                <a:lnTo>
                  <a:pt x="2199180" y="637880"/>
                </a:lnTo>
                <a:lnTo>
                  <a:pt x="2199113" y="637280"/>
                </a:lnTo>
                <a:close/>
                <a:moveTo>
                  <a:pt x="1494234" y="672703"/>
                </a:moveTo>
                <a:lnTo>
                  <a:pt x="1495025" y="668731"/>
                </a:lnTo>
                <a:lnTo>
                  <a:pt x="1496025" y="669131"/>
                </a:lnTo>
                <a:lnTo>
                  <a:pt x="1497216" y="673894"/>
                </a:lnTo>
                <a:lnTo>
                  <a:pt x="1497692" y="676751"/>
                </a:lnTo>
                <a:lnTo>
                  <a:pt x="1497444" y="677704"/>
                </a:lnTo>
                <a:lnTo>
                  <a:pt x="1496854" y="680085"/>
                </a:lnTo>
                <a:lnTo>
                  <a:pt x="1495901" y="683895"/>
                </a:lnTo>
                <a:lnTo>
                  <a:pt x="1495025" y="683419"/>
                </a:lnTo>
                <a:lnTo>
                  <a:pt x="1494234" y="678656"/>
                </a:lnTo>
                <a:lnTo>
                  <a:pt x="1493834" y="675875"/>
                </a:lnTo>
                <a:lnTo>
                  <a:pt x="1493834" y="675084"/>
                </a:lnTo>
                <a:close/>
                <a:moveTo>
                  <a:pt x="2894409" y="682228"/>
                </a:moveTo>
                <a:lnTo>
                  <a:pt x="2895200" y="678256"/>
                </a:lnTo>
                <a:lnTo>
                  <a:pt x="2896391" y="678656"/>
                </a:lnTo>
                <a:lnTo>
                  <a:pt x="2897981" y="683419"/>
                </a:lnTo>
                <a:lnTo>
                  <a:pt x="2899172" y="686991"/>
                </a:lnTo>
                <a:lnTo>
                  <a:pt x="2899962" y="689372"/>
                </a:lnTo>
                <a:lnTo>
                  <a:pt x="2899172" y="690563"/>
                </a:lnTo>
                <a:lnTo>
                  <a:pt x="2896791" y="690563"/>
                </a:lnTo>
                <a:lnTo>
                  <a:pt x="2893219" y="689372"/>
                </a:lnTo>
                <a:lnTo>
                  <a:pt x="2888456" y="686991"/>
                </a:lnTo>
                <a:lnTo>
                  <a:pt x="2888056" y="685400"/>
                </a:lnTo>
                <a:lnTo>
                  <a:pt x="2892028" y="684609"/>
                </a:lnTo>
                <a:close/>
                <a:moveTo>
                  <a:pt x="3123752" y="913686"/>
                </a:moveTo>
                <a:lnTo>
                  <a:pt x="3124048" y="913457"/>
                </a:lnTo>
                <a:lnTo>
                  <a:pt x="3126581" y="913609"/>
                </a:lnTo>
                <a:lnTo>
                  <a:pt x="3131344" y="914133"/>
                </a:lnTo>
                <a:lnTo>
                  <a:pt x="3133725" y="916781"/>
                </a:lnTo>
                <a:lnTo>
                  <a:pt x="3133725" y="921544"/>
                </a:lnTo>
                <a:lnTo>
                  <a:pt x="3131344" y="923925"/>
                </a:lnTo>
                <a:lnTo>
                  <a:pt x="3126581" y="923925"/>
                </a:lnTo>
                <a:lnTo>
                  <a:pt x="3123800" y="921544"/>
                </a:lnTo>
                <a:lnTo>
                  <a:pt x="3123009" y="916781"/>
                </a:lnTo>
                <a:lnTo>
                  <a:pt x="3122857" y="914248"/>
                </a:lnTo>
                <a:lnTo>
                  <a:pt x="3123352" y="913952"/>
                </a:lnTo>
                <a:close/>
                <a:moveTo>
                  <a:pt x="512483" y="1302410"/>
                </a:moveTo>
                <a:lnTo>
                  <a:pt x="513731" y="1302353"/>
                </a:lnTo>
                <a:lnTo>
                  <a:pt x="515179" y="1301420"/>
                </a:lnTo>
                <a:lnTo>
                  <a:pt x="516836" y="1299620"/>
                </a:lnTo>
                <a:lnTo>
                  <a:pt x="519217" y="1298743"/>
                </a:lnTo>
                <a:lnTo>
                  <a:pt x="522322" y="1298810"/>
                </a:lnTo>
                <a:lnTo>
                  <a:pt x="524485" y="1298600"/>
                </a:lnTo>
                <a:lnTo>
                  <a:pt x="525713" y="1298105"/>
                </a:lnTo>
                <a:lnTo>
                  <a:pt x="528095" y="1297857"/>
                </a:lnTo>
                <a:lnTo>
                  <a:pt x="531628" y="1297857"/>
                </a:lnTo>
                <a:lnTo>
                  <a:pt x="533914" y="1297762"/>
                </a:lnTo>
                <a:lnTo>
                  <a:pt x="534953" y="1297572"/>
                </a:lnTo>
                <a:lnTo>
                  <a:pt x="537334" y="1297476"/>
                </a:lnTo>
                <a:lnTo>
                  <a:pt x="541058" y="1297476"/>
                </a:lnTo>
                <a:lnTo>
                  <a:pt x="543458" y="1297486"/>
                </a:lnTo>
                <a:lnTo>
                  <a:pt x="544525" y="1297515"/>
                </a:lnTo>
                <a:lnTo>
                  <a:pt x="546906" y="1297553"/>
                </a:lnTo>
                <a:lnTo>
                  <a:pt x="550602" y="1297600"/>
                </a:lnTo>
                <a:lnTo>
                  <a:pt x="553164" y="1297781"/>
                </a:lnTo>
                <a:lnTo>
                  <a:pt x="554593" y="1298096"/>
                </a:lnTo>
                <a:lnTo>
                  <a:pt x="556974" y="1298258"/>
                </a:lnTo>
                <a:lnTo>
                  <a:pt x="560308" y="1298258"/>
                </a:lnTo>
                <a:lnTo>
                  <a:pt x="563270" y="1298839"/>
                </a:lnTo>
                <a:lnTo>
                  <a:pt x="565871" y="1300010"/>
                </a:lnTo>
                <a:lnTo>
                  <a:pt x="568252" y="1300563"/>
                </a:lnTo>
                <a:lnTo>
                  <a:pt x="570414" y="1300496"/>
                </a:lnTo>
                <a:lnTo>
                  <a:pt x="572872" y="1301572"/>
                </a:lnTo>
                <a:lnTo>
                  <a:pt x="575624" y="1303811"/>
                </a:lnTo>
                <a:lnTo>
                  <a:pt x="578006" y="1305163"/>
                </a:lnTo>
                <a:lnTo>
                  <a:pt x="580015" y="1305649"/>
                </a:lnTo>
                <a:lnTo>
                  <a:pt x="581444" y="1306068"/>
                </a:lnTo>
                <a:lnTo>
                  <a:pt x="582273" y="1306411"/>
                </a:lnTo>
                <a:lnTo>
                  <a:pt x="584654" y="1306735"/>
                </a:lnTo>
                <a:lnTo>
                  <a:pt x="588588" y="1307021"/>
                </a:lnTo>
                <a:lnTo>
                  <a:pt x="592931" y="1308983"/>
                </a:lnTo>
                <a:lnTo>
                  <a:pt x="597694" y="1312631"/>
                </a:lnTo>
                <a:lnTo>
                  <a:pt x="602456" y="1315107"/>
                </a:lnTo>
                <a:lnTo>
                  <a:pt x="607219" y="1316431"/>
                </a:lnTo>
                <a:lnTo>
                  <a:pt x="611324" y="1318812"/>
                </a:lnTo>
                <a:lnTo>
                  <a:pt x="614763" y="1322251"/>
                </a:lnTo>
                <a:lnTo>
                  <a:pt x="617144" y="1324413"/>
                </a:lnTo>
                <a:lnTo>
                  <a:pt x="618468" y="1325280"/>
                </a:lnTo>
                <a:lnTo>
                  <a:pt x="621097" y="1327661"/>
                </a:lnTo>
                <a:lnTo>
                  <a:pt x="625031" y="1331557"/>
                </a:lnTo>
                <a:lnTo>
                  <a:pt x="627412" y="1333929"/>
                </a:lnTo>
                <a:lnTo>
                  <a:pt x="628240" y="1334795"/>
                </a:lnTo>
                <a:lnTo>
                  <a:pt x="630545" y="1337177"/>
                </a:lnTo>
                <a:lnTo>
                  <a:pt x="634346" y="1341072"/>
                </a:lnTo>
                <a:lnTo>
                  <a:pt x="636727" y="1343911"/>
                </a:lnTo>
                <a:lnTo>
                  <a:pt x="637689" y="1345682"/>
                </a:lnTo>
                <a:lnTo>
                  <a:pt x="639604" y="1348064"/>
                </a:lnTo>
                <a:lnTo>
                  <a:pt x="642461" y="1351055"/>
                </a:lnTo>
                <a:lnTo>
                  <a:pt x="644157" y="1354245"/>
                </a:lnTo>
                <a:lnTo>
                  <a:pt x="644681" y="1357627"/>
                </a:lnTo>
                <a:lnTo>
                  <a:pt x="645376" y="1360008"/>
                </a:lnTo>
                <a:lnTo>
                  <a:pt x="646243" y="1361389"/>
                </a:lnTo>
                <a:lnTo>
                  <a:pt x="646928" y="1362894"/>
                </a:lnTo>
                <a:lnTo>
                  <a:pt x="647443" y="1364532"/>
                </a:lnTo>
                <a:lnTo>
                  <a:pt x="648986" y="1366914"/>
                </a:lnTo>
                <a:lnTo>
                  <a:pt x="651548" y="1370038"/>
                </a:lnTo>
                <a:lnTo>
                  <a:pt x="652824" y="1372886"/>
                </a:lnTo>
                <a:lnTo>
                  <a:pt x="652824" y="1375448"/>
                </a:lnTo>
                <a:lnTo>
                  <a:pt x="653396" y="1377829"/>
                </a:lnTo>
                <a:lnTo>
                  <a:pt x="654520" y="1380030"/>
                </a:lnTo>
                <a:lnTo>
                  <a:pt x="655234" y="1383116"/>
                </a:lnTo>
                <a:lnTo>
                  <a:pt x="655530" y="1387107"/>
                </a:lnTo>
                <a:lnTo>
                  <a:pt x="655806" y="1389488"/>
                </a:lnTo>
                <a:lnTo>
                  <a:pt x="656063" y="1390259"/>
                </a:lnTo>
                <a:lnTo>
                  <a:pt x="656425" y="1393003"/>
                </a:lnTo>
                <a:lnTo>
                  <a:pt x="656892" y="1397718"/>
                </a:lnTo>
                <a:lnTo>
                  <a:pt x="657130" y="1400099"/>
                </a:lnTo>
                <a:lnTo>
                  <a:pt x="657158" y="1400518"/>
                </a:lnTo>
                <a:lnTo>
                  <a:pt x="657206" y="1401194"/>
                </a:lnTo>
                <a:lnTo>
                  <a:pt x="657825" y="1403575"/>
                </a:lnTo>
                <a:lnTo>
                  <a:pt x="659016" y="1407662"/>
                </a:lnTo>
                <a:lnTo>
                  <a:pt x="659635" y="1410319"/>
                </a:lnTo>
                <a:lnTo>
                  <a:pt x="659682" y="1411567"/>
                </a:lnTo>
                <a:lnTo>
                  <a:pt x="659444" y="1413948"/>
                </a:lnTo>
                <a:lnTo>
                  <a:pt x="658920" y="1417463"/>
                </a:lnTo>
                <a:lnTo>
                  <a:pt x="658673" y="1419596"/>
                </a:lnTo>
                <a:lnTo>
                  <a:pt x="658711" y="1420349"/>
                </a:lnTo>
                <a:lnTo>
                  <a:pt x="658349" y="1421149"/>
                </a:lnTo>
                <a:lnTo>
                  <a:pt x="657596" y="1421978"/>
                </a:lnTo>
                <a:lnTo>
                  <a:pt x="657101" y="1423864"/>
                </a:lnTo>
                <a:lnTo>
                  <a:pt x="656854" y="1426788"/>
                </a:lnTo>
                <a:lnTo>
                  <a:pt x="656711" y="1428379"/>
                </a:lnTo>
                <a:lnTo>
                  <a:pt x="656673" y="1428626"/>
                </a:lnTo>
                <a:lnTo>
                  <a:pt x="656473" y="1430807"/>
                </a:lnTo>
                <a:lnTo>
                  <a:pt x="656111" y="1434922"/>
                </a:lnTo>
                <a:lnTo>
                  <a:pt x="655863" y="1437303"/>
                </a:lnTo>
                <a:lnTo>
                  <a:pt x="655749" y="1437951"/>
                </a:lnTo>
                <a:lnTo>
                  <a:pt x="655606" y="1440190"/>
                </a:lnTo>
                <a:lnTo>
                  <a:pt x="655444" y="1444019"/>
                </a:lnTo>
                <a:lnTo>
                  <a:pt x="655187" y="1446400"/>
                </a:lnTo>
                <a:lnTo>
                  <a:pt x="654844" y="1447333"/>
                </a:lnTo>
                <a:lnTo>
                  <a:pt x="654625" y="1449495"/>
                </a:lnTo>
                <a:lnTo>
                  <a:pt x="654529" y="1452886"/>
                </a:lnTo>
                <a:lnTo>
                  <a:pt x="653558" y="1455268"/>
                </a:lnTo>
                <a:lnTo>
                  <a:pt x="651701" y="1456639"/>
                </a:lnTo>
                <a:lnTo>
                  <a:pt x="650796" y="1458116"/>
                </a:lnTo>
                <a:lnTo>
                  <a:pt x="650853" y="1459706"/>
                </a:lnTo>
                <a:lnTo>
                  <a:pt x="650081" y="1460621"/>
                </a:lnTo>
                <a:lnTo>
                  <a:pt x="648491" y="1460868"/>
                </a:lnTo>
                <a:lnTo>
                  <a:pt x="647376" y="1462135"/>
                </a:lnTo>
                <a:lnTo>
                  <a:pt x="646738" y="1464421"/>
                </a:lnTo>
                <a:lnTo>
                  <a:pt x="646271" y="1465888"/>
                </a:lnTo>
                <a:lnTo>
                  <a:pt x="645966" y="1466526"/>
                </a:lnTo>
                <a:lnTo>
                  <a:pt x="645795" y="1468736"/>
                </a:lnTo>
                <a:lnTo>
                  <a:pt x="645747" y="1472517"/>
                </a:lnTo>
                <a:lnTo>
                  <a:pt x="643842" y="1474861"/>
                </a:lnTo>
                <a:lnTo>
                  <a:pt x="640061" y="1475775"/>
                </a:lnTo>
                <a:lnTo>
                  <a:pt x="638156" y="1476242"/>
                </a:lnTo>
                <a:lnTo>
                  <a:pt x="637737" y="1478394"/>
                </a:lnTo>
                <a:lnTo>
                  <a:pt x="637061" y="1482423"/>
                </a:lnTo>
                <a:lnTo>
                  <a:pt x="635689" y="1484805"/>
                </a:lnTo>
                <a:lnTo>
                  <a:pt x="633622" y="1485538"/>
                </a:lnTo>
                <a:lnTo>
                  <a:pt x="632660" y="1486957"/>
                </a:lnTo>
                <a:lnTo>
                  <a:pt x="632812" y="1489072"/>
                </a:lnTo>
                <a:lnTo>
                  <a:pt x="631822" y="1490091"/>
                </a:lnTo>
                <a:lnTo>
                  <a:pt x="629707" y="1490024"/>
                </a:lnTo>
                <a:lnTo>
                  <a:pt x="628307" y="1490996"/>
                </a:lnTo>
                <a:lnTo>
                  <a:pt x="627621" y="1493034"/>
                </a:lnTo>
                <a:lnTo>
                  <a:pt x="626212" y="1494396"/>
                </a:lnTo>
                <a:lnTo>
                  <a:pt x="624078" y="1495082"/>
                </a:lnTo>
                <a:lnTo>
                  <a:pt x="622973" y="1496358"/>
                </a:lnTo>
                <a:lnTo>
                  <a:pt x="622897" y="1498235"/>
                </a:lnTo>
                <a:lnTo>
                  <a:pt x="621935" y="1499168"/>
                </a:lnTo>
                <a:lnTo>
                  <a:pt x="620058" y="1499168"/>
                </a:lnTo>
                <a:lnTo>
                  <a:pt x="618744" y="1500235"/>
                </a:lnTo>
                <a:lnTo>
                  <a:pt x="617982" y="1502359"/>
                </a:lnTo>
                <a:lnTo>
                  <a:pt x="615601" y="1503731"/>
                </a:lnTo>
                <a:lnTo>
                  <a:pt x="611600" y="1504331"/>
                </a:lnTo>
                <a:lnTo>
                  <a:pt x="609533" y="1504655"/>
                </a:lnTo>
                <a:lnTo>
                  <a:pt x="608543" y="1506703"/>
                </a:lnTo>
                <a:lnTo>
                  <a:pt x="607562" y="1510198"/>
                </a:lnTo>
                <a:lnTo>
                  <a:pt x="605323" y="1511999"/>
                </a:lnTo>
                <a:lnTo>
                  <a:pt x="601828" y="1512113"/>
                </a:lnTo>
                <a:lnTo>
                  <a:pt x="599761" y="1512437"/>
                </a:lnTo>
                <a:lnTo>
                  <a:pt x="599142" y="1512970"/>
                </a:lnTo>
                <a:lnTo>
                  <a:pt x="597046" y="1513542"/>
                </a:lnTo>
                <a:lnTo>
                  <a:pt x="593465" y="1514161"/>
                </a:lnTo>
                <a:lnTo>
                  <a:pt x="591617" y="1514704"/>
                </a:lnTo>
                <a:lnTo>
                  <a:pt x="591512" y="1515151"/>
                </a:lnTo>
                <a:lnTo>
                  <a:pt x="591226" y="1515389"/>
                </a:lnTo>
                <a:lnTo>
                  <a:pt x="590779" y="1515418"/>
                </a:lnTo>
                <a:lnTo>
                  <a:pt x="589902" y="1516923"/>
                </a:lnTo>
                <a:lnTo>
                  <a:pt x="588597" y="1519904"/>
                </a:lnTo>
                <a:lnTo>
                  <a:pt x="586216" y="1521457"/>
                </a:lnTo>
                <a:lnTo>
                  <a:pt x="582759" y="1521562"/>
                </a:lnTo>
                <a:lnTo>
                  <a:pt x="580644" y="1521828"/>
                </a:lnTo>
                <a:lnTo>
                  <a:pt x="579872" y="1522247"/>
                </a:lnTo>
                <a:lnTo>
                  <a:pt x="577491" y="1522543"/>
                </a:lnTo>
                <a:lnTo>
                  <a:pt x="573500" y="1522714"/>
                </a:lnTo>
                <a:lnTo>
                  <a:pt x="571252" y="1522847"/>
                </a:lnTo>
                <a:lnTo>
                  <a:pt x="570757" y="1522962"/>
                </a:lnTo>
                <a:lnTo>
                  <a:pt x="568566" y="1523257"/>
                </a:lnTo>
                <a:lnTo>
                  <a:pt x="564661" y="1523752"/>
                </a:lnTo>
                <a:lnTo>
                  <a:pt x="562651" y="1524124"/>
                </a:lnTo>
                <a:lnTo>
                  <a:pt x="562537" y="1524371"/>
                </a:lnTo>
                <a:lnTo>
                  <a:pt x="562099" y="1524524"/>
                </a:lnTo>
                <a:lnTo>
                  <a:pt x="560480" y="1525276"/>
                </a:lnTo>
                <a:lnTo>
                  <a:pt x="557479" y="1526781"/>
                </a:lnTo>
                <a:lnTo>
                  <a:pt x="555098" y="1527639"/>
                </a:lnTo>
                <a:lnTo>
                  <a:pt x="553336" y="1527858"/>
                </a:lnTo>
                <a:lnTo>
                  <a:pt x="551212" y="1528124"/>
                </a:lnTo>
                <a:lnTo>
                  <a:pt x="548745" y="1528429"/>
                </a:lnTo>
                <a:lnTo>
                  <a:pt x="546364" y="1528629"/>
                </a:lnTo>
                <a:lnTo>
                  <a:pt x="544068" y="1528715"/>
                </a:lnTo>
                <a:lnTo>
                  <a:pt x="541201" y="1528229"/>
                </a:lnTo>
                <a:lnTo>
                  <a:pt x="537762" y="1527172"/>
                </a:lnTo>
                <a:lnTo>
                  <a:pt x="535381" y="1526648"/>
                </a:lnTo>
                <a:lnTo>
                  <a:pt x="534057" y="1526648"/>
                </a:lnTo>
                <a:lnTo>
                  <a:pt x="532209" y="1525981"/>
                </a:lnTo>
                <a:lnTo>
                  <a:pt x="529828" y="1524657"/>
                </a:lnTo>
                <a:lnTo>
                  <a:pt x="527447" y="1523886"/>
                </a:lnTo>
                <a:lnTo>
                  <a:pt x="525066" y="1523657"/>
                </a:lnTo>
                <a:lnTo>
                  <a:pt x="523723" y="1523505"/>
                </a:lnTo>
                <a:lnTo>
                  <a:pt x="523418" y="1523429"/>
                </a:lnTo>
                <a:lnTo>
                  <a:pt x="521037" y="1523181"/>
                </a:lnTo>
                <a:lnTo>
                  <a:pt x="516579" y="1522771"/>
                </a:lnTo>
                <a:lnTo>
                  <a:pt x="513740" y="1522314"/>
                </a:lnTo>
                <a:lnTo>
                  <a:pt x="512531" y="1521819"/>
                </a:lnTo>
                <a:lnTo>
                  <a:pt x="510149" y="1521504"/>
                </a:lnTo>
                <a:lnTo>
                  <a:pt x="506597" y="1521371"/>
                </a:lnTo>
                <a:lnTo>
                  <a:pt x="502501" y="1519599"/>
                </a:lnTo>
                <a:lnTo>
                  <a:pt x="497862" y="1516180"/>
                </a:lnTo>
                <a:lnTo>
                  <a:pt x="495481" y="1514456"/>
                </a:lnTo>
                <a:lnTo>
                  <a:pt x="492728" y="1513637"/>
                </a:lnTo>
                <a:lnTo>
                  <a:pt x="488090" y="1512456"/>
                </a:lnTo>
                <a:lnTo>
                  <a:pt x="483860" y="1510132"/>
                </a:lnTo>
                <a:lnTo>
                  <a:pt x="480031" y="1506674"/>
                </a:lnTo>
                <a:lnTo>
                  <a:pt x="477650" y="1504693"/>
                </a:lnTo>
                <a:lnTo>
                  <a:pt x="476717" y="1504178"/>
                </a:lnTo>
                <a:lnTo>
                  <a:pt x="473964" y="1501797"/>
                </a:lnTo>
                <a:lnTo>
                  <a:pt x="469382" y="1497549"/>
                </a:lnTo>
                <a:lnTo>
                  <a:pt x="467001" y="1495339"/>
                </a:lnTo>
                <a:lnTo>
                  <a:pt x="466820" y="1495177"/>
                </a:lnTo>
                <a:lnTo>
                  <a:pt x="464553" y="1492796"/>
                </a:lnTo>
                <a:lnTo>
                  <a:pt x="460200" y="1488196"/>
                </a:lnTo>
                <a:lnTo>
                  <a:pt x="457819" y="1485671"/>
                </a:lnTo>
                <a:lnTo>
                  <a:pt x="457410" y="1485224"/>
                </a:lnTo>
                <a:lnTo>
                  <a:pt x="455190" y="1482842"/>
                </a:lnTo>
                <a:lnTo>
                  <a:pt x="451171" y="1478528"/>
                </a:lnTo>
                <a:lnTo>
                  <a:pt x="448789" y="1475584"/>
                </a:lnTo>
                <a:lnTo>
                  <a:pt x="448046" y="1473994"/>
                </a:lnTo>
                <a:lnTo>
                  <a:pt x="446227" y="1471613"/>
                </a:lnTo>
                <a:lnTo>
                  <a:pt x="443322" y="1468441"/>
                </a:lnTo>
                <a:lnTo>
                  <a:pt x="441703" y="1465221"/>
                </a:lnTo>
                <a:lnTo>
                  <a:pt x="441350" y="1461973"/>
                </a:lnTo>
                <a:lnTo>
                  <a:pt x="440712" y="1459592"/>
                </a:lnTo>
                <a:lnTo>
                  <a:pt x="439807" y="1458077"/>
                </a:lnTo>
                <a:lnTo>
                  <a:pt x="439055" y="1456353"/>
                </a:lnTo>
                <a:lnTo>
                  <a:pt x="438455" y="1454420"/>
                </a:lnTo>
                <a:lnTo>
                  <a:pt x="436931" y="1452039"/>
                </a:lnTo>
                <a:lnTo>
                  <a:pt x="434483" y="1449210"/>
                </a:lnTo>
                <a:lnTo>
                  <a:pt x="433254" y="1446581"/>
                </a:lnTo>
                <a:lnTo>
                  <a:pt x="433254" y="1444133"/>
                </a:lnTo>
                <a:lnTo>
                  <a:pt x="432645" y="1441752"/>
                </a:lnTo>
                <a:lnTo>
                  <a:pt x="431416" y="1439437"/>
                </a:lnTo>
                <a:lnTo>
                  <a:pt x="430797" y="1436437"/>
                </a:lnTo>
                <a:lnTo>
                  <a:pt x="430797" y="1432760"/>
                </a:lnTo>
                <a:lnTo>
                  <a:pt x="430673" y="1430379"/>
                </a:lnTo>
                <a:lnTo>
                  <a:pt x="430416" y="1429293"/>
                </a:lnTo>
                <a:lnTo>
                  <a:pt x="430187" y="1426683"/>
                </a:lnTo>
                <a:lnTo>
                  <a:pt x="429987" y="1422549"/>
                </a:lnTo>
                <a:lnTo>
                  <a:pt x="429844" y="1420168"/>
                </a:lnTo>
                <a:lnTo>
                  <a:pt x="429749" y="1419539"/>
                </a:lnTo>
                <a:lnTo>
                  <a:pt x="429663" y="1417072"/>
                </a:lnTo>
                <a:lnTo>
                  <a:pt x="429587" y="1412777"/>
                </a:lnTo>
                <a:lnTo>
                  <a:pt x="429539" y="1410395"/>
                </a:lnTo>
                <a:lnTo>
                  <a:pt x="429520" y="1409929"/>
                </a:lnTo>
                <a:lnTo>
                  <a:pt x="429539" y="1407576"/>
                </a:lnTo>
                <a:lnTo>
                  <a:pt x="429616" y="1403328"/>
                </a:lnTo>
                <a:lnTo>
                  <a:pt x="429654" y="1400947"/>
                </a:lnTo>
                <a:lnTo>
                  <a:pt x="429663" y="1400432"/>
                </a:lnTo>
                <a:lnTo>
                  <a:pt x="429711" y="1398089"/>
                </a:lnTo>
                <a:lnTo>
                  <a:pt x="429778" y="1393927"/>
                </a:lnTo>
                <a:lnTo>
                  <a:pt x="429863" y="1391545"/>
                </a:lnTo>
                <a:lnTo>
                  <a:pt x="429949" y="1390945"/>
                </a:lnTo>
                <a:lnTo>
                  <a:pt x="429997" y="1388612"/>
                </a:lnTo>
                <a:lnTo>
                  <a:pt x="429997" y="1384535"/>
                </a:lnTo>
                <a:lnTo>
                  <a:pt x="430168" y="1382154"/>
                </a:lnTo>
                <a:lnTo>
                  <a:pt x="430501" y="1381468"/>
                </a:lnTo>
                <a:lnTo>
                  <a:pt x="430721" y="1379306"/>
                </a:lnTo>
                <a:lnTo>
                  <a:pt x="430825" y="1375667"/>
                </a:lnTo>
                <a:lnTo>
                  <a:pt x="431711" y="1373286"/>
                </a:lnTo>
                <a:lnTo>
                  <a:pt x="433378" y="1372162"/>
                </a:lnTo>
                <a:lnTo>
                  <a:pt x="434207" y="1370619"/>
                </a:lnTo>
                <a:lnTo>
                  <a:pt x="434207" y="1368647"/>
                </a:lnTo>
                <a:lnTo>
                  <a:pt x="435197" y="1367399"/>
                </a:lnTo>
                <a:lnTo>
                  <a:pt x="437169" y="1366885"/>
                </a:lnTo>
                <a:lnTo>
                  <a:pt x="438350" y="1365695"/>
                </a:lnTo>
                <a:lnTo>
                  <a:pt x="438760" y="1363828"/>
                </a:lnTo>
                <a:lnTo>
                  <a:pt x="439036" y="1362685"/>
                </a:lnTo>
                <a:lnTo>
                  <a:pt x="439179" y="1362275"/>
                </a:lnTo>
                <a:lnTo>
                  <a:pt x="439360" y="1360075"/>
                </a:lnTo>
                <a:lnTo>
                  <a:pt x="439569" y="1356074"/>
                </a:lnTo>
                <a:lnTo>
                  <a:pt x="440560" y="1353693"/>
                </a:lnTo>
                <a:lnTo>
                  <a:pt x="442341" y="1352931"/>
                </a:lnTo>
                <a:lnTo>
                  <a:pt x="443303" y="1351512"/>
                </a:lnTo>
                <a:lnTo>
                  <a:pt x="443436" y="1349426"/>
                </a:lnTo>
                <a:lnTo>
                  <a:pt x="444551" y="1348349"/>
                </a:lnTo>
                <a:lnTo>
                  <a:pt x="446637" y="1348283"/>
                </a:lnTo>
                <a:lnTo>
                  <a:pt x="448008" y="1347273"/>
                </a:lnTo>
                <a:lnTo>
                  <a:pt x="448675" y="1345330"/>
                </a:lnTo>
                <a:lnTo>
                  <a:pt x="449447" y="1344025"/>
                </a:lnTo>
                <a:lnTo>
                  <a:pt x="450304" y="1343358"/>
                </a:lnTo>
                <a:lnTo>
                  <a:pt x="450847" y="1341520"/>
                </a:lnTo>
                <a:lnTo>
                  <a:pt x="451075" y="1338510"/>
                </a:lnTo>
                <a:lnTo>
                  <a:pt x="452685" y="1336862"/>
                </a:lnTo>
                <a:lnTo>
                  <a:pt x="455695" y="1336577"/>
                </a:lnTo>
                <a:lnTo>
                  <a:pt x="457495" y="1335996"/>
                </a:lnTo>
                <a:lnTo>
                  <a:pt x="458076" y="1335110"/>
                </a:lnTo>
                <a:lnTo>
                  <a:pt x="458724" y="1334376"/>
                </a:lnTo>
                <a:lnTo>
                  <a:pt x="459429" y="1333795"/>
                </a:lnTo>
                <a:lnTo>
                  <a:pt x="459896" y="1331871"/>
                </a:lnTo>
                <a:lnTo>
                  <a:pt x="460115" y="1328623"/>
                </a:lnTo>
                <a:lnTo>
                  <a:pt x="461848" y="1326766"/>
                </a:lnTo>
                <a:lnTo>
                  <a:pt x="465096" y="1326290"/>
                </a:lnTo>
                <a:lnTo>
                  <a:pt x="466944" y="1325756"/>
                </a:lnTo>
                <a:lnTo>
                  <a:pt x="467382" y="1325147"/>
                </a:lnTo>
                <a:lnTo>
                  <a:pt x="468440" y="1324632"/>
                </a:lnTo>
                <a:lnTo>
                  <a:pt x="470116" y="1324194"/>
                </a:lnTo>
                <a:lnTo>
                  <a:pt x="471316" y="1323013"/>
                </a:lnTo>
                <a:lnTo>
                  <a:pt x="472030" y="1321079"/>
                </a:lnTo>
                <a:lnTo>
                  <a:pt x="473354" y="1320032"/>
                </a:lnTo>
                <a:lnTo>
                  <a:pt x="475288" y="1319860"/>
                </a:lnTo>
                <a:lnTo>
                  <a:pt x="476612" y="1318803"/>
                </a:lnTo>
                <a:lnTo>
                  <a:pt x="477345" y="1316879"/>
                </a:lnTo>
                <a:lnTo>
                  <a:pt x="479727" y="1315736"/>
                </a:lnTo>
                <a:lnTo>
                  <a:pt x="483756" y="1315383"/>
                </a:lnTo>
                <a:lnTo>
                  <a:pt x="485937" y="1315183"/>
                </a:lnTo>
                <a:lnTo>
                  <a:pt x="486270" y="1315136"/>
                </a:lnTo>
                <a:lnTo>
                  <a:pt x="486728" y="1314945"/>
                </a:lnTo>
                <a:lnTo>
                  <a:pt x="487309" y="1314612"/>
                </a:lnTo>
                <a:lnTo>
                  <a:pt x="487966" y="1312888"/>
                </a:lnTo>
                <a:lnTo>
                  <a:pt x="488690" y="1309773"/>
                </a:lnTo>
                <a:lnTo>
                  <a:pt x="490623" y="1308125"/>
                </a:lnTo>
                <a:lnTo>
                  <a:pt x="493738" y="1307954"/>
                </a:lnTo>
                <a:lnTo>
                  <a:pt x="495671" y="1307497"/>
                </a:lnTo>
                <a:lnTo>
                  <a:pt x="496405" y="1306763"/>
                </a:lnTo>
                <a:lnTo>
                  <a:pt x="498786" y="1306325"/>
                </a:lnTo>
                <a:lnTo>
                  <a:pt x="502815" y="1306173"/>
                </a:lnTo>
                <a:lnTo>
                  <a:pt x="505054" y="1306030"/>
                </a:lnTo>
                <a:lnTo>
                  <a:pt x="505520" y="1305906"/>
                </a:lnTo>
                <a:lnTo>
                  <a:pt x="507149" y="1305620"/>
                </a:lnTo>
                <a:lnTo>
                  <a:pt x="509940" y="1305154"/>
                </a:lnTo>
                <a:lnTo>
                  <a:pt x="511473" y="1304306"/>
                </a:lnTo>
                <a:lnTo>
                  <a:pt x="511731" y="1303058"/>
                </a:lnTo>
                <a:close/>
                <a:moveTo>
                  <a:pt x="1883483" y="1320660"/>
                </a:moveTo>
                <a:lnTo>
                  <a:pt x="1885131" y="1320603"/>
                </a:lnTo>
                <a:lnTo>
                  <a:pt x="1887931" y="1321422"/>
                </a:lnTo>
                <a:lnTo>
                  <a:pt x="1891903" y="1323127"/>
                </a:lnTo>
                <a:lnTo>
                  <a:pt x="1894284" y="1324089"/>
                </a:lnTo>
                <a:lnTo>
                  <a:pt x="1895075" y="1324327"/>
                </a:lnTo>
                <a:lnTo>
                  <a:pt x="1897266" y="1326709"/>
                </a:lnTo>
                <a:lnTo>
                  <a:pt x="1900838" y="1331233"/>
                </a:lnTo>
                <a:lnTo>
                  <a:pt x="1902581" y="1335253"/>
                </a:lnTo>
                <a:lnTo>
                  <a:pt x="1902514" y="1338758"/>
                </a:lnTo>
                <a:lnTo>
                  <a:pt x="1902524" y="1341139"/>
                </a:lnTo>
                <a:lnTo>
                  <a:pt x="1902619" y="1342396"/>
                </a:lnTo>
                <a:lnTo>
                  <a:pt x="1902628" y="1344787"/>
                </a:lnTo>
                <a:lnTo>
                  <a:pt x="1902571" y="1348321"/>
                </a:lnTo>
                <a:lnTo>
                  <a:pt x="1902495" y="1350702"/>
                </a:lnTo>
                <a:lnTo>
                  <a:pt x="1902400" y="1351931"/>
                </a:lnTo>
                <a:lnTo>
                  <a:pt x="1902323" y="1354236"/>
                </a:lnTo>
                <a:lnTo>
                  <a:pt x="1902257" y="1357617"/>
                </a:lnTo>
                <a:lnTo>
                  <a:pt x="1902266" y="1359999"/>
                </a:lnTo>
                <a:lnTo>
                  <a:pt x="1902333" y="1361380"/>
                </a:lnTo>
                <a:lnTo>
                  <a:pt x="1902343" y="1363770"/>
                </a:lnTo>
                <a:lnTo>
                  <a:pt x="1902285" y="1367161"/>
                </a:lnTo>
                <a:lnTo>
                  <a:pt x="1902219" y="1369543"/>
                </a:lnTo>
                <a:lnTo>
                  <a:pt x="1902143" y="1370914"/>
                </a:lnTo>
                <a:lnTo>
                  <a:pt x="1902047" y="1373200"/>
                </a:lnTo>
                <a:lnTo>
                  <a:pt x="1901933" y="1376401"/>
                </a:lnTo>
                <a:lnTo>
                  <a:pt x="1901809" y="1378782"/>
                </a:lnTo>
                <a:lnTo>
                  <a:pt x="1901657" y="1380344"/>
                </a:lnTo>
                <a:lnTo>
                  <a:pt x="1901619" y="1382678"/>
                </a:lnTo>
                <a:lnTo>
                  <a:pt x="1901676" y="1385792"/>
                </a:lnTo>
                <a:lnTo>
                  <a:pt x="1901638" y="1388174"/>
                </a:lnTo>
                <a:lnTo>
                  <a:pt x="1901495" y="1389821"/>
                </a:lnTo>
                <a:lnTo>
                  <a:pt x="1901428" y="1392136"/>
                </a:lnTo>
                <a:lnTo>
                  <a:pt x="1901428" y="1395117"/>
                </a:lnTo>
                <a:lnTo>
                  <a:pt x="1901428" y="1397498"/>
                </a:lnTo>
                <a:lnTo>
                  <a:pt x="1901428" y="1399280"/>
                </a:lnTo>
                <a:lnTo>
                  <a:pt x="1901428" y="1401661"/>
                </a:lnTo>
                <a:lnTo>
                  <a:pt x="1901428" y="1404642"/>
                </a:lnTo>
                <a:lnTo>
                  <a:pt x="1901495" y="1407023"/>
                </a:lnTo>
                <a:lnTo>
                  <a:pt x="1901638" y="1408805"/>
                </a:lnTo>
                <a:lnTo>
                  <a:pt x="1901704" y="1411253"/>
                </a:lnTo>
                <a:lnTo>
                  <a:pt x="1901704" y="1414367"/>
                </a:lnTo>
                <a:lnTo>
                  <a:pt x="1901752" y="1416749"/>
                </a:lnTo>
                <a:lnTo>
                  <a:pt x="1901838" y="1418396"/>
                </a:lnTo>
                <a:lnTo>
                  <a:pt x="1901885" y="1420825"/>
                </a:lnTo>
                <a:lnTo>
                  <a:pt x="1901885" y="1424035"/>
                </a:lnTo>
                <a:lnTo>
                  <a:pt x="1901923" y="1426416"/>
                </a:lnTo>
                <a:lnTo>
                  <a:pt x="1902000" y="1427969"/>
                </a:lnTo>
                <a:lnTo>
                  <a:pt x="1902047" y="1430388"/>
                </a:lnTo>
                <a:lnTo>
                  <a:pt x="1902047" y="1433674"/>
                </a:lnTo>
                <a:lnTo>
                  <a:pt x="1902028" y="1436056"/>
                </a:lnTo>
                <a:lnTo>
                  <a:pt x="1902009" y="1437532"/>
                </a:lnTo>
                <a:lnTo>
                  <a:pt x="1901990" y="1439904"/>
                </a:lnTo>
                <a:lnTo>
                  <a:pt x="1901990" y="1443161"/>
                </a:lnTo>
                <a:lnTo>
                  <a:pt x="1902038" y="1445543"/>
                </a:lnTo>
                <a:lnTo>
                  <a:pt x="1902143" y="1447048"/>
                </a:lnTo>
                <a:lnTo>
                  <a:pt x="1902190" y="1449476"/>
                </a:lnTo>
                <a:lnTo>
                  <a:pt x="1902190" y="1452839"/>
                </a:lnTo>
                <a:lnTo>
                  <a:pt x="1902162" y="1455220"/>
                </a:lnTo>
                <a:lnTo>
                  <a:pt x="1902114" y="1456620"/>
                </a:lnTo>
                <a:lnTo>
                  <a:pt x="1902095" y="1458982"/>
                </a:lnTo>
                <a:lnTo>
                  <a:pt x="1902095" y="1462288"/>
                </a:lnTo>
                <a:lnTo>
                  <a:pt x="1900438" y="1464669"/>
                </a:lnTo>
                <a:lnTo>
                  <a:pt x="1897132" y="1466126"/>
                </a:lnTo>
                <a:lnTo>
                  <a:pt x="1893437" y="1467193"/>
                </a:lnTo>
                <a:lnTo>
                  <a:pt x="1889350" y="1467869"/>
                </a:lnTo>
                <a:lnTo>
                  <a:pt x="1886969" y="1468212"/>
                </a:lnTo>
                <a:lnTo>
                  <a:pt x="1886293" y="1468212"/>
                </a:lnTo>
                <a:lnTo>
                  <a:pt x="1885607" y="1467869"/>
                </a:lnTo>
                <a:lnTo>
                  <a:pt x="1884931" y="1467193"/>
                </a:lnTo>
                <a:lnTo>
                  <a:pt x="1882550" y="1466040"/>
                </a:lnTo>
                <a:lnTo>
                  <a:pt x="1878463" y="1464421"/>
                </a:lnTo>
                <a:lnTo>
                  <a:pt x="1875987" y="1463983"/>
                </a:lnTo>
                <a:lnTo>
                  <a:pt x="1875101" y="1464716"/>
                </a:lnTo>
                <a:lnTo>
                  <a:pt x="1872720" y="1465307"/>
                </a:lnTo>
                <a:lnTo>
                  <a:pt x="1868843" y="1465755"/>
                </a:lnTo>
                <a:lnTo>
                  <a:pt x="1866700" y="1465993"/>
                </a:lnTo>
                <a:lnTo>
                  <a:pt x="1866290" y="1466021"/>
                </a:lnTo>
                <a:lnTo>
                  <a:pt x="1865614" y="1466240"/>
                </a:lnTo>
                <a:lnTo>
                  <a:pt x="1864652" y="1466650"/>
                </a:lnTo>
                <a:lnTo>
                  <a:pt x="1863728" y="1468107"/>
                </a:lnTo>
                <a:lnTo>
                  <a:pt x="1862833" y="1470612"/>
                </a:lnTo>
                <a:lnTo>
                  <a:pt x="1861137" y="1471860"/>
                </a:lnTo>
                <a:lnTo>
                  <a:pt x="1858632" y="1471860"/>
                </a:lnTo>
                <a:lnTo>
                  <a:pt x="1856565" y="1472184"/>
                </a:lnTo>
                <a:lnTo>
                  <a:pt x="1854946" y="1472822"/>
                </a:lnTo>
                <a:lnTo>
                  <a:pt x="1852565" y="1473137"/>
                </a:lnTo>
                <a:lnTo>
                  <a:pt x="1849422" y="1473137"/>
                </a:lnTo>
                <a:lnTo>
                  <a:pt x="1847021" y="1473127"/>
                </a:lnTo>
                <a:lnTo>
                  <a:pt x="1845374" y="1473089"/>
                </a:lnTo>
                <a:lnTo>
                  <a:pt x="1842992" y="1473079"/>
                </a:lnTo>
                <a:lnTo>
                  <a:pt x="1839878" y="1473079"/>
                </a:lnTo>
                <a:lnTo>
                  <a:pt x="1836068" y="1471651"/>
                </a:lnTo>
                <a:lnTo>
                  <a:pt x="1831553" y="1468784"/>
                </a:lnTo>
                <a:lnTo>
                  <a:pt x="1829171" y="1467345"/>
                </a:lnTo>
                <a:lnTo>
                  <a:pt x="1828924" y="1467336"/>
                </a:lnTo>
                <a:lnTo>
                  <a:pt x="1828676" y="1467212"/>
                </a:lnTo>
                <a:lnTo>
                  <a:pt x="1828429" y="1466964"/>
                </a:lnTo>
                <a:lnTo>
                  <a:pt x="1826047" y="1466221"/>
                </a:lnTo>
                <a:lnTo>
                  <a:pt x="1821532" y="1464955"/>
                </a:lnTo>
                <a:lnTo>
                  <a:pt x="1817446" y="1462573"/>
                </a:lnTo>
                <a:lnTo>
                  <a:pt x="1813779" y="1459078"/>
                </a:lnTo>
                <a:lnTo>
                  <a:pt x="1811398" y="1456792"/>
                </a:lnTo>
                <a:lnTo>
                  <a:pt x="1810302" y="1455725"/>
                </a:lnTo>
                <a:lnTo>
                  <a:pt x="1807978" y="1453344"/>
                </a:lnTo>
                <a:lnTo>
                  <a:pt x="1804445" y="1449648"/>
                </a:lnTo>
                <a:lnTo>
                  <a:pt x="1802063" y="1446324"/>
                </a:lnTo>
                <a:lnTo>
                  <a:pt x="1800835" y="1443361"/>
                </a:lnTo>
                <a:lnTo>
                  <a:pt x="1799320" y="1440980"/>
                </a:lnTo>
                <a:lnTo>
                  <a:pt x="1797520" y="1439180"/>
                </a:lnTo>
                <a:lnTo>
                  <a:pt x="1796615" y="1437370"/>
                </a:lnTo>
                <a:lnTo>
                  <a:pt x="1796615" y="1435570"/>
                </a:lnTo>
                <a:lnTo>
                  <a:pt x="1795796" y="1433189"/>
                </a:lnTo>
                <a:lnTo>
                  <a:pt x="1794158" y="1430226"/>
                </a:lnTo>
                <a:lnTo>
                  <a:pt x="1793338" y="1427026"/>
                </a:lnTo>
                <a:lnTo>
                  <a:pt x="1793338" y="1423587"/>
                </a:lnTo>
                <a:lnTo>
                  <a:pt x="1793205" y="1421206"/>
                </a:lnTo>
                <a:lnTo>
                  <a:pt x="1792948" y="1419882"/>
                </a:lnTo>
                <a:lnTo>
                  <a:pt x="1792815" y="1417377"/>
                </a:lnTo>
                <a:lnTo>
                  <a:pt x="1792815" y="1413672"/>
                </a:lnTo>
                <a:lnTo>
                  <a:pt x="1792815" y="1411291"/>
                </a:lnTo>
                <a:lnTo>
                  <a:pt x="1792815" y="1410233"/>
                </a:lnTo>
                <a:lnTo>
                  <a:pt x="1792815" y="1407852"/>
                </a:lnTo>
                <a:lnTo>
                  <a:pt x="1792815" y="1404147"/>
                </a:lnTo>
                <a:lnTo>
                  <a:pt x="1792948" y="1401766"/>
                </a:lnTo>
                <a:lnTo>
                  <a:pt x="1793205" y="1400708"/>
                </a:lnTo>
                <a:lnTo>
                  <a:pt x="1793338" y="1398451"/>
                </a:lnTo>
                <a:lnTo>
                  <a:pt x="1793338" y="1395012"/>
                </a:lnTo>
                <a:lnTo>
                  <a:pt x="1794939" y="1392631"/>
                </a:lnTo>
                <a:lnTo>
                  <a:pt x="1798130" y="1391307"/>
                </a:lnTo>
                <a:lnTo>
                  <a:pt x="1799739" y="1390536"/>
                </a:lnTo>
                <a:lnTo>
                  <a:pt x="1800577" y="1388250"/>
                </a:lnTo>
                <a:lnTo>
                  <a:pt x="1801301" y="1384449"/>
                </a:lnTo>
                <a:lnTo>
                  <a:pt x="1802101" y="1382201"/>
                </a:lnTo>
                <a:lnTo>
                  <a:pt x="1803006" y="1381477"/>
                </a:lnTo>
                <a:lnTo>
                  <a:pt x="1803521" y="1379611"/>
                </a:lnTo>
                <a:lnTo>
                  <a:pt x="1803635" y="1376582"/>
                </a:lnTo>
                <a:lnTo>
                  <a:pt x="1805207" y="1375010"/>
                </a:lnTo>
                <a:lnTo>
                  <a:pt x="1808236" y="1374896"/>
                </a:lnTo>
                <a:lnTo>
                  <a:pt x="1810112" y="1374391"/>
                </a:lnTo>
                <a:lnTo>
                  <a:pt x="1810845" y="1373505"/>
                </a:lnTo>
                <a:lnTo>
                  <a:pt x="1812112" y="1372695"/>
                </a:lnTo>
                <a:lnTo>
                  <a:pt x="1813903" y="1371962"/>
                </a:lnTo>
                <a:lnTo>
                  <a:pt x="1814789" y="1370476"/>
                </a:lnTo>
                <a:lnTo>
                  <a:pt x="1814789" y="1368238"/>
                </a:lnTo>
                <a:lnTo>
                  <a:pt x="1815913" y="1367114"/>
                </a:lnTo>
                <a:lnTo>
                  <a:pt x="1818151" y="1367114"/>
                </a:lnTo>
                <a:lnTo>
                  <a:pt x="1819666" y="1366247"/>
                </a:lnTo>
                <a:lnTo>
                  <a:pt x="1820456" y="1364513"/>
                </a:lnTo>
                <a:lnTo>
                  <a:pt x="1822837" y="1363647"/>
                </a:lnTo>
                <a:lnTo>
                  <a:pt x="1826809" y="1363647"/>
                </a:lnTo>
                <a:lnTo>
                  <a:pt x="1829200" y="1363656"/>
                </a:lnTo>
                <a:lnTo>
                  <a:pt x="1830000" y="1363666"/>
                </a:lnTo>
                <a:lnTo>
                  <a:pt x="1832258" y="1363275"/>
                </a:lnTo>
                <a:lnTo>
                  <a:pt x="1835972" y="1362475"/>
                </a:lnTo>
                <a:lnTo>
                  <a:pt x="1837820" y="1361951"/>
                </a:lnTo>
                <a:lnTo>
                  <a:pt x="1837820" y="1361704"/>
                </a:lnTo>
                <a:lnTo>
                  <a:pt x="1838201" y="1361532"/>
                </a:lnTo>
                <a:lnTo>
                  <a:pt x="1839449" y="1360399"/>
                </a:lnTo>
                <a:lnTo>
                  <a:pt x="1841687" y="1358151"/>
                </a:lnTo>
                <a:lnTo>
                  <a:pt x="1844069" y="1357036"/>
                </a:lnTo>
                <a:lnTo>
                  <a:pt x="1846593" y="1357036"/>
                </a:lnTo>
                <a:lnTo>
                  <a:pt x="1849317" y="1357379"/>
                </a:lnTo>
                <a:lnTo>
                  <a:pt x="1852251" y="1358065"/>
                </a:lnTo>
                <a:lnTo>
                  <a:pt x="1854632" y="1358475"/>
                </a:lnTo>
                <a:lnTo>
                  <a:pt x="1856461" y="1358608"/>
                </a:lnTo>
                <a:lnTo>
                  <a:pt x="1858328" y="1359522"/>
                </a:lnTo>
                <a:lnTo>
                  <a:pt x="1860233" y="1361227"/>
                </a:lnTo>
                <a:lnTo>
                  <a:pt x="1862614" y="1362513"/>
                </a:lnTo>
                <a:lnTo>
                  <a:pt x="1865471" y="1363380"/>
                </a:lnTo>
                <a:lnTo>
                  <a:pt x="1867948" y="1364428"/>
                </a:lnTo>
                <a:lnTo>
                  <a:pt x="1870053" y="1365666"/>
                </a:lnTo>
                <a:lnTo>
                  <a:pt x="1872434" y="1366352"/>
                </a:lnTo>
                <a:lnTo>
                  <a:pt x="1875092" y="1366495"/>
                </a:lnTo>
                <a:lnTo>
                  <a:pt x="1876758" y="1365780"/>
                </a:lnTo>
                <a:lnTo>
                  <a:pt x="1877425" y="1364199"/>
                </a:lnTo>
                <a:lnTo>
                  <a:pt x="1877749" y="1363075"/>
                </a:lnTo>
                <a:lnTo>
                  <a:pt x="1877739" y="1362408"/>
                </a:lnTo>
                <a:lnTo>
                  <a:pt x="1877730" y="1360018"/>
                </a:lnTo>
                <a:lnTo>
                  <a:pt x="1877730" y="1355912"/>
                </a:lnTo>
                <a:lnTo>
                  <a:pt x="1877730" y="1353531"/>
                </a:lnTo>
                <a:lnTo>
                  <a:pt x="1877730" y="1352874"/>
                </a:lnTo>
                <a:lnTo>
                  <a:pt x="1877663" y="1350426"/>
                </a:lnTo>
                <a:lnTo>
                  <a:pt x="1877530" y="1346178"/>
                </a:lnTo>
                <a:lnTo>
                  <a:pt x="1877454" y="1343797"/>
                </a:lnTo>
                <a:lnTo>
                  <a:pt x="1877435" y="1343282"/>
                </a:lnTo>
                <a:lnTo>
                  <a:pt x="1877339" y="1340806"/>
                </a:lnTo>
                <a:lnTo>
                  <a:pt x="1877158" y="1336367"/>
                </a:lnTo>
                <a:lnTo>
                  <a:pt x="1877082" y="1333986"/>
                </a:lnTo>
                <a:lnTo>
                  <a:pt x="1877111" y="1333662"/>
                </a:lnTo>
                <a:lnTo>
                  <a:pt x="1877235" y="1331405"/>
                </a:lnTo>
                <a:lnTo>
                  <a:pt x="1877473" y="1327223"/>
                </a:lnTo>
                <a:lnTo>
                  <a:pt x="1878682" y="1324842"/>
                </a:lnTo>
                <a:lnTo>
                  <a:pt x="1880883" y="1324261"/>
                </a:lnTo>
                <a:lnTo>
                  <a:pt x="1882150" y="1323156"/>
                </a:lnTo>
                <a:lnTo>
                  <a:pt x="1882492" y="1321508"/>
                </a:lnTo>
                <a:close/>
                <a:moveTo>
                  <a:pt x="1949768" y="1320194"/>
                </a:moveTo>
                <a:lnTo>
                  <a:pt x="1951673" y="1320260"/>
                </a:lnTo>
                <a:lnTo>
                  <a:pt x="1954216" y="1321213"/>
                </a:lnTo>
                <a:lnTo>
                  <a:pt x="1957388" y="1323051"/>
                </a:lnTo>
                <a:lnTo>
                  <a:pt x="1959769" y="1324337"/>
                </a:lnTo>
                <a:lnTo>
                  <a:pt x="1961359" y="1325070"/>
                </a:lnTo>
                <a:lnTo>
                  <a:pt x="1963826" y="1327452"/>
                </a:lnTo>
                <a:lnTo>
                  <a:pt x="1967170" y="1331481"/>
                </a:lnTo>
                <a:lnTo>
                  <a:pt x="1968875" y="1335205"/>
                </a:lnTo>
                <a:lnTo>
                  <a:pt x="1968951" y="1338624"/>
                </a:lnTo>
                <a:lnTo>
                  <a:pt x="1968798" y="1341006"/>
                </a:lnTo>
                <a:lnTo>
                  <a:pt x="1968427" y="1342349"/>
                </a:lnTo>
                <a:lnTo>
                  <a:pt x="1968198" y="1344501"/>
                </a:lnTo>
                <a:lnTo>
                  <a:pt x="1968113" y="1347464"/>
                </a:lnTo>
                <a:lnTo>
                  <a:pt x="1966589" y="1348950"/>
                </a:lnTo>
                <a:lnTo>
                  <a:pt x="1963626" y="1348950"/>
                </a:lnTo>
                <a:lnTo>
                  <a:pt x="1961788" y="1349492"/>
                </a:lnTo>
                <a:lnTo>
                  <a:pt x="1961074" y="1350578"/>
                </a:lnTo>
                <a:lnTo>
                  <a:pt x="1958692" y="1351188"/>
                </a:lnTo>
                <a:lnTo>
                  <a:pt x="1954644" y="1351321"/>
                </a:lnTo>
                <a:lnTo>
                  <a:pt x="1951720" y="1350778"/>
                </a:lnTo>
                <a:lnTo>
                  <a:pt x="1949920" y="1349550"/>
                </a:lnTo>
                <a:lnTo>
                  <a:pt x="1947539" y="1349045"/>
                </a:lnTo>
                <a:lnTo>
                  <a:pt x="1944576" y="1349264"/>
                </a:lnTo>
                <a:lnTo>
                  <a:pt x="1941719" y="1347788"/>
                </a:lnTo>
                <a:lnTo>
                  <a:pt x="1938957" y="1344616"/>
                </a:lnTo>
                <a:lnTo>
                  <a:pt x="1937614" y="1341682"/>
                </a:lnTo>
                <a:lnTo>
                  <a:pt x="1937699" y="1339005"/>
                </a:lnTo>
                <a:lnTo>
                  <a:pt x="1937747" y="1336624"/>
                </a:lnTo>
                <a:lnTo>
                  <a:pt x="1937747" y="1334538"/>
                </a:lnTo>
                <a:lnTo>
                  <a:pt x="1937785" y="1332205"/>
                </a:lnTo>
                <a:lnTo>
                  <a:pt x="1937861" y="1329604"/>
                </a:lnTo>
                <a:lnTo>
                  <a:pt x="1939204" y="1328128"/>
                </a:lnTo>
                <a:lnTo>
                  <a:pt x="1941805" y="1327766"/>
                </a:lnTo>
                <a:lnTo>
                  <a:pt x="1943376" y="1326966"/>
                </a:lnTo>
                <a:lnTo>
                  <a:pt x="1943938" y="1325718"/>
                </a:lnTo>
                <a:lnTo>
                  <a:pt x="1945072" y="1324813"/>
                </a:lnTo>
                <a:lnTo>
                  <a:pt x="1946796" y="1324251"/>
                </a:lnTo>
                <a:lnTo>
                  <a:pt x="1947948" y="1323023"/>
                </a:lnTo>
                <a:lnTo>
                  <a:pt x="1948529" y="1321118"/>
                </a:lnTo>
                <a:close/>
                <a:moveTo>
                  <a:pt x="1491272" y="1327899"/>
                </a:moveTo>
                <a:lnTo>
                  <a:pt x="1494044" y="1327756"/>
                </a:lnTo>
                <a:lnTo>
                  <a:pt x="1496892" y="1328233"/>
                </a:lnTo>
                <a:lnTo>
                  <a:pt x="1499826" y="1329299"/>
                </a:lnTo>
                <a:lnTo>
                  <a:pt x="1502207" y="1329871"/>
                </a:lnTo>
                <a:lnTo>
                  <a:pt x="1504036" y="1329938"/>
                </a:lnTo>
                <a:lnTo>
                  <a:pt x="1505903" y="1330852"/>
                </a:lnTo>
                <a:lnTo>
                  <a:pt x="1507808" y="1332614"/>
                </a:lnTo>
                <a:lnTo>
                  <a:pt x="1509293" y="1334986"/>
                </a:lnTo>
                <a:lnTo>
                  <a:pt x="1510370" y="1337967"/>
                </a:lnTo>
                <a:lnTo>
                  <a:pt x="1511656" y="1340348"/>
                </a:lnTo>
                <a:lnTo>
                  <a:pt x="1513170" y="1342130"/>
                </a:lnTo>
                <a:lnTo>
                  <a:pt x="1514065" y="1343301"/>
                </a:lnTo>
                <a:lnTo>
                  <a:pt x="1514342" y="1343863"/>
                </a:lnTo>
                <a:lnTo>
                  <a:pt x="1516294" y="1346244"/>
                </a:lnTo>
                <a:lnTo>
                  <a:pt x="1519923" y="1350445"/>
                </a:lnTo>
                <a:lnTo>
                  <a:pt x="1522305" y="1354398"/>
                </a:lnTo>
                <a:lnTo>
                  <a:pt x="1523438" y="1358103"/>
                </a:lnTo>
                <a:lnTo>
                  <a:pt x="1524533" y="1360484"/>
                </a:lnTo>
                <a:lnTo>
                  <a:pt x="1525591" y="1361542"/>
                </a:lnTo>
                <a:lnTo>
                  <a:pt x="1526038" y="1362532"/>
                </a:lnTo>
                <a:lnTo>
                  <a:pt x="1525886" y="1363437"/>
                </a:lnTo>
                <a:lnTo>
                  <a:pt x="1527210" y="1365818"/>
                </a:lnTo>
                <a:lnTo>
                  <a:pt x="1530001" y="1369676"/>
                </a:lnTo>
                <a:lnTo>
                  <a:pt x="1531925" y="1373362"/>
                </a:lnTo>
                <a:lnTo>
                  <a:pt x="1532992" y="1376877"/>
                </a:lnTo>
                <a:lnTo>
                  <a:pt x="1534077" y="1379258"/>
                </a:lnTo>
                <a:lnTo>
                  <a:pt x="1535173" y="1380506"/>
                </a:lnTo>
                <a:lnTo>
                  <a:pt x="1535925" y="1381877"/>
                </a:lnTo>
                <a:lnTo>
                  <a:pt x="1536335" y="1383382"/>
                </a:lnTo>
                <a:lnTo>
                  <a:pt x="1537792" y="1385764"/>
                </a:lnTo>
                <a:lnTo>
                  <a:pt x="1540297" y="1389021"/>
                </a:lnTo>
                <a:lnTo>
                  <a:pt x="1541936" y="1391336"/>
                </a:lnTo>
                <a:lnTo>
                  <a:pt x="1542679" y="1392717"/>
                </a:lnTo>
                <a:lnTo>
                  <a:pt x="1544545" y="1395098"/>
                </a:lnTo>
                <a:lnTo>
                  <a:pt x="1547536" y="1398480"/>
                </a:lnTo>
                <a:lnTo>
                  <a:pt x="1549489" y="1402128"/>
                </a:lnTo>
                <a:lnTo>
                  <a:pt x="1550403" y="1406033"/>
                </a:lnTo>
                <a:lnTo>
                  <a:pt x="1551108" y="1408414"/>
                </a:lnTo>
                <a:lnTo>
                  <a:pt x="1551594" y="1409271"/>
                </a:lnTo>
                <a:lnTo>
                  <a:pt x="1552023" y="1410081"/>
                </a:lnTo>
                <a:lnTo>
                  <a:pt x="1552394" y="1410833"/>
                </a:lnTo>
                <a:lnTo>
                  <a:pt x="1553366" y="1411634"/>
                </a:lnTo>
                <a:lnTo>
                  <a:pt x="1554956" y="1412462"/>
                </a:lnTo>
                <a:lnTo>
                  <a:pt x="1557338" y="1413386"/>
                </a:lnTo>
                <a:lnTo>
                  <a:pt x="1560509" y="1414415"/>
                </a:lnTo>
                <a:lnTo>
                  <a:pt x="1562462" y="1413986"/>
                </a:lnTo>
                <a:lnTo>
                  <a:pt x="1563195" y="1412100"/>
                </a:lnTo>
                <a:lnTo>
                  <a:pt x="1563653" y="1410795"/>
                </a:lnTo>
                <a:lnTo>
                  <a:pt x="1563834" y="1410062"/>
                </a:lnTo>
                <a:lnTo>
                  <a:pt x="1563957" y="1407814"/>
                </a:lnTo>
                <a:lnTo>
                  <a:pt x="1564043" y="1404052"/>
                </a:lnTo>
                <a:lnTo>
                  <a:pt x="1565148" y="1401670"/>
                </a:lnTo>
                <a:lnTo>
                  <a:pt x="1567282" y="1400670"/>
                </a:lnTo>
                <a:lnTo>
                  <a:pt x="1568339" y="1399356"/>
                </a:lnTo>
                <a:lnTo>
                  <a:pt x="1568339" y="1397708"/>
                </a:lnTo>
                <a:lnTo>
                  <a:pt x="1569158" y="1396832"/>
                </a:lnTo>
                <a:lnTo>
                  <a:pt x="1570806" y="1396708"/>
                </a:lnTo>
                <a:lnTo>
                  <a:pt x="1571987" y="1395508"/>
                </a:lnTo>
                <a:lnTo>
                  <a:pt x="1572701" y="1393222"/>
                </a:lnTo>
                <a:lnTo>
                  <a:pt x="1573330" y="1391726"/>
                </a:lnTo>
                <a:lnTo>
                  <a:pt x="1573882" y="1391012"/>
                </a:lnTo>
                <a:lnTo>
                  <a:pt x="1574206" y="1388955"/>
                </a:lnTo>
                <a:lnTo>
                  <a:pt x="1574311" y="1385564"/>
                </a:lnTo>
                <a:lnTo>
                  <a:pt x="1576064" y="1383668"/>
                </a:lnTo>
                <a:lnTo>
                  <a:pt x="1579455" y="1383268"/>
                </a:lnTo>
                <a:lnTo>
                  <a:pt x="1581398" y="1382830"/>
                </a:lnTo>
                <a:lnTo>
                  <a:pt x="1581893" y="1382354"/>
                </a:lnTo>
                <a:lnTo>
                  <a:pt x="1582160" y="1381868"/>
                </a:lnTo>
                <a:lnTo>
                  <a:pt x="1582179" y="1381373"/>
                </a:lnTo>
                <a:lnTo>
                  <a:pt x="1582245" y="1379058"/>
                </a:lnTo>
                <a:lnTo>
                  <a:pt x="1582360" y="1374934"/>
                </a:lnTo>
                <a:lnTo>
                  <a:pt x="1582817" y="1372553"/>
                </a:lnTo>
                <a:lnTo>
                  <a:pt x="1583607" y="1371914"/>
                </a:lnTo>
                <a:lnTo>
                  <a:pt x="1584036" y="1369962"/>
                </a:lnTo>
                <a:lnTo>
                  <a:pt x="1584103" y="1366695"/>
                </a:lnTo>
                <a:lnTo>
                  <a:pt x="1585770" y="1364961"/>
                </a:lnTo>
                <a:lnTo>
                  <a:pt x="1589037" y="1364761"/>
                </a:lnTo>
                <a:lnTo>
                  <a:pt x="1590942" y="1364275"/>
                </a:lnTo>
                <a:lnTo>
                  <a:pt x="1591485" y="1363523"/>
                </a:lnTo>
                <a:lnTo>
                  <a:pt x="1591808" y="1362885"/>
                </a:lnTo>
                <a:lnTo>
                  <a:pt x="1591913" y="1362342"/>
                </a:lnTo>
                <a:lnTo>
                  <a:pt x="1592028" y="1360075"/>
                </a:lnTo>
                <a:lnTo>
                  <a:pt x="1592151" y="1356084"/>
                </a:lnTo>
                <a:lnTo>
                  <a:pt x="1592913" y="1353703"/>
                </a:lnTo>
                <a:lnTo>
                  <a:pt x="1594323" y="1352931"/>
                </a:lnTo>
                <a:lnTo>
                  <a:pt x="1595066" y="1351293"/>
                </a:lnTo>
                <a:lnTo>
                  <a:pt x="1595133" y="1348778"/>
                </a:lnTo>
                <a:lnTo>
                  <a:pt x="1596428" y="1347445"/>
                </a:lnTo>
                <a:lnTo>
                  <a:pt x="1598943" y="1347302"/>
                </a:lnTo>
                <a:lnTo>
                  <a:pt x="1600533" y="1346511"/>
                </a:lnTo>
                <a:lnTo>
                  <a:pt x="1601191" y="1345063"/>
                </a:lnTo>
                <a:lnTo>
                  <a:pt x="1601619" y="1344016"/>
                </a:lnTo>
                <a:lnTo>
                  <a:pt x="1601810" y="1343358"/>
                </a:lnTo>
                <a:lnTo>
                  <a:pt x="1601972" y="1341139"/>
                </a:lnTo>
                <a:lnTo>
                  <a:pt x="1602105" y="1337358"/>
                </a:lnTo>
                <a:lnTo>
                  <a:pt x="1604058" y="1335310"/>
                </a:lnTo>
                <a:lnTo>
                  <a:pt x="1607839" y="1334976"/>
                </a:lnTo>
                <a:lnTo>
                  <a:pt x="1609973" y="1334738"/>
                </a:lnTo>
                <a:lnTo>
                  <a:pt x="1610477" y="1334586"/>
                </a:lnTo>
                <a:lnTo>
                  <a:pt x="1611792" y="1334252"/>
                </a:lnTo>
                <a:lnTo>
                  <a:pt x="1613906" y="1333748"/>
                </a:lnTo>
                <a:lnTo>
                  <a:pt x="1615269" y="1332738"/>
                </a:lnTo>
                <a:lnTo>
                  <a:pt x="1615878" y="1331204"/>
                </a:lnTo>
                <a:lnTo>
                  <a:pt x="1616954" y="1330414"/>
                </a:lnTo>
                <a:lnTo>
                  <a:pt x="1618488" y="1330357"/>
                </a:lnTo>
                <a:lnTo>
                  <a:pt x="1620441" y="1331119"/>
                </a:lnTo>
                <a:lnTo>
                  <a:pt x="1622822" y="1332709"/>
                </a:lnTo>
                <a:lnTo>
                  <a:pt x="1625203" y="1334929"/>
                </a:lnTo>
                <a:lnTo>
                  <a:pt x="1627584" y="1337786"/>
                </a:lnTo>
                <a:lnTo>
                  <a:pt x="1629489" y="1340168"/>
                </a:lnTo>
                <a:lnTo>
                  <a:pt x="1630918" y="1342073"/>
                </a:lnTo>
                <a:lnTo>
                  <a:pt x="1631633" y="1343739"/>
                </a:lnTo>
                <a:lnTo>
                  <a:pt x="1631633" y="1345168"/>
                </a:lnTo>
                <a:lnTo>
                  <a:pt x="1631213" y="1347549"/>
                </a:lnTo>
                <a:lnTo>
                  <a:pt x="1630385" y="1350883"/>
                </a:lnTo>
                <a:lnTo>
                  <a:pt x="1629985" y="1352864"/>
                </a:lnTo>
                <a:lnTo>
                  <a:pt x="1630023" y="1353503"/>
                </a:lnTo>
                <a:lnTo>
                  <a:pt x="1629728" y="1354693"/>
                </a:lnTo>
                <a:lnTo>
                  <a:pt x="1629089" y="1356436"/>
                </a:lnTo>
                <a:lnTo>
                  <a:pt x="1628727" y="1358456"/>
                </a:lnTo>
                <a:lnTo>
                  <a:pt x="1628632" y="1360742"/>
                </a:lnTo>
                <a:lnTo>
                  <a:pt x="1628585" y="1361932"/>
                </a:lnTo>
                <a:lnTo>
                  <a:pt x="1628556" y="1364380"/>
                </a:lnTo>
                <a:lnTo>
                  <a:pt x="1628508" y="1369000"/>
                </a:lnTo>
                <a:lnTo>
                  <a:pt x="1628480" y="1371381"/>
                </a:lnTo>
                <a:lnTo>
                  <a:pt x="1628546" y="1373981"/>
                </a:lnTo>
                <a:lnTo>
                  <a:pt x="1628699" y="1378744"/>
                </a:lnTo>
                <a:lnTo>
                  <a:pt x="1629089" y="1383506"/>
                </a:lnTo>
                <a:lnTo>
                  <a:pt x="1629728" y="1388269"/>
                </a:lnTo>
                <a:lnTo>
                  <a:pt x="1630042" y="1390964"/>
                </a:lnTo>
                <a:lnTo>
                  <a:pt x="1630042" y="1391603"/>
                </a:lnTo>
                <a:lnTo>
                  <a:pt x="1630289" y="1393984"/>
                </a:lnTo>
                <a:lnTo>
                  <a:pt x="1630775" y="1398108"/>
                </a:lnTo>
                <a:lnTo>
                  <a:pt x="1631013" y="1400737"/>
                </a:lnTo>
                <a:lnTo>
                  <a:pt x="1631013" y="1401851"/>
                </a:lnTo>
                <a:lnTo>
                  <a:pt x="1631013" y="1404233"/>
                </a:lnTo>
                <a:lnTo>
                  <a:pt x="1631013" y="1407881"/>
                </a:lnTo>
                <a:lnTo>
                  <a:pt x="1631013" y="1410262"/>
                </a:lnTo>
                <a:lnTo>
                  <a:pt x="1631013" y="1411376"/>
                </a:lnTo>
                <a:lnTo>
                  <a:pt x="1631013" y="1413758"/>
                </a:lnTo>
                <a:lnTo>
                  <a:pt x="1631013" y="1417406"/>
                </a:lnTo>
                <a:lnTo>
                  <a:pt x="1631013" y="1419787"/>
                </a:lnTo>
                <a:lnTo>
                  <a:pt x="1631013" y="1420901"/>
                </a:lnTo>
                <a:lnTo>
                  <a:pt x="1631118" y="1423283"/>
                </a:lnTo>
                <a:lnTo>
                  <a:pt x="1631318" y="1426931"/>
                </a:lnTo>
                <a:lnTo>
                  <a:pt x="1631385" y="1429379"/>
                </a:lnTo>
                <a:lnTo>
                  <a:pt x="1631318" y="1430626"/>
                </a:lnTo>
                <a:lnTo>
                  <a:pt x="1631452" y="1433008"/>
                </a:lnTo>
                <a:lnTo>
                  <a:pt x="1631785" y="1436522"/>
                </a:lnTo>
                <a:lnTo>
                  <a:pt x="1631947" y="1439066"/>
                </a:lnTo>
                <a:lnTo>
                  <a:pt x="1631947" y="1440656"/>
                </a:lnTo>
                <a:lnTo>
                  <a:pt x="1632090" y="1443038"/>
                </a:lnTo>
                <a:lnTo>
                  <a:pt x="1632366" y="1446209"/>
                </a:lnTo>
                <a:lnTo>
                  <a:pt x="1632461" y="1448695"/>
                </a:lnTo>
                <a:lnTo>
                  <a:pt x="1632385" y="1450477"/>
                </a:lnTo>
                <a:lnTo>
                  <a:pt x="1632280" y="1452858"/>
                </a:lnTo>
                <a:lnTo>
                  <a:pt x="1632156" y="1455839"/>
                </a:lnTo>
                <a:lnTo>
                  <a:pt x="1632090" y="1458154"/>
                </a:lnTo>
                <a:lnTo>
                  <a:pt x="1632090" y="1459811"/>
                </a:lnTo>
                <a:lnTo>
                  <a:pt x="1631261" y="1461002"/>
                </a:lnTo>
                <a:lnTo>
                  <a:pt x="1629604" y="1461726"/>
                </a:lnTo>
                <a:lnTo>
                  <a:pt x="1628565" y="1463069"/>
                </a:lnTo>
                <a:lnTo>
                  <a:pt x="1628137" y="1465021"/>
                </a:lnTo>
                <a:lnTo>
                  <a:pt x="1627270" y="1466212"/>
                </a:lnTo>
                <a:lnTo>
                  <a:pt x="1625965" y="1466640"/>
                </a:lnTo>
                <a:lnTo>
                  <a:pt x="1624908" y="1467964"/>
                </a:lnTo>
                <a:lnTo>
                  <a:pt x="1624098" y="1470184"/>
                </a:lnTo>
                <a:lnTo>
                  <a:pt x="1622584" y="1471260"/>
                </a:lnTo>
                <a:lnTo>
                  <a:pt x="1620364" y="1471184"/>
                </a:lnTo>
                <a:lnTo>
                  <a:pt x="1617659" y="1470079"/>
                </a:lnTo>
                <a:lnTo>
                  <a:pt x="1614488" y="1467926"/>
                </a:lnTo>
                <a:lnTo>
                  <a:pt x="1612106" y="1466012"/>
                </a:lnTo>
                <a:lnTo>
                  <a:pt x="1610516" y="1464354"/>
                </a:lnTo>
                <a:lnTo>
                  <a:pt x="1608696" y="1461973"/>
                </a:lnTo>
                <a:lnTo>
                  <a:pt x="1606629" y="1458868"/>
                </a:lnTo>
                <a:lnTo>
                  <a:pt x="1605524" y="1456220"/>
                </a:lnTo>
                <a:lnTo>
                  <a:pt x="1605372" y="1454010"/>
                </a:lnTo>
                <a:lnTo>
                  <a:pt x="1605220" y="1451629"/>
                </a:lnTo>
                <a:lnTo>
                  <a:pt x="1605048" y="1449076"/>
                </a:lnTo>
                <a:lnTo>
                  <a:pt x="1604924" y="1446571"/>
                </a:lnTo>
                <a:lnTo>
                  <a:pt x="1604839" y="1444104"/>
                </a:lnTo>
                <a:lnTo>
                  <a:pt x="1604762" y="1441723"/>
                </a:lnTo>
                <a:lnTo>
                  <a:pt x="1604686" y="1439428"/>
                </a:lnTo>
                <a:lnTo>
                  <a:pt x="1604648" y="1437008"/>
                </a:lnTo>
                <a:lnTo>
                  <a:pt x="1604648" y="1434465"/>
                </a:lnTo>
                <a:lnTo>
                  <a:pt x="1604410" y="1432084"/>
                </a:lnTo>
                <a:lnTo>
                  <a:pt x="1603943" y="1429864"/>
                </a:lnTo>
                <a:lnTo>
                  <a:pt x="1603667" y="1427207"/>
                </a:lnTo>
                <a:lnTo>
                  <a:pt x="1603591" y="1424121"/>
                </a:lnTo>
                <a:lnTo>
                  <a:pt x="1603372" y="1421740"/>
                </a:lnTo>
                <a:lnTo>
                  <a:pt x="1603010" y="1420063"/>
                </a:lnTo>
                <a:lnTo>
                  <a:pt x="1602867" y="1417539"/>
                </a:lnTo>
                <a:lnTo>
                  <a:pt x="1602943" y="1414167"/>
                </a:lnTo>
                <a:lnTo>
                  <a:pt x="1602924" y="1411786"/>
                </a:lnTo>
                <a:lnTo>
                  <a:pt x="1602819" y="1410395"/>
                </a:lnTo>
                <a:lnTo>
                  <a:pt x="1602762" y="1407957"/>
                </a:lnTo>
                <a:lnTo>
                  <a:pt x="1602762" y="1404480"/>
                </a:lnTo>
                <a:lnTo>
                  <a:pt x="1602829" y="1402099"/>
                </a:lnTo>
                <a:lnTo>
                  <a:pt x="1602972" y="1400813"/>
                </a:lnTo>
                <a:lnTo>
                  <a:pt x="1602638" y="1398108"/>
                </a:lnTo>
                <a:lnTo>
                  <a:pt x="1601848" y="1393974"/>
                </a:lnTo>
                <a:lnTo>
                  <a:pt x="1601524" y="1391593"/>
                </a:lnTo>
                <a:lnTo>
                  <a:pt x="1601667" y="1390964"/>
                </a:lnTo>
                <a:lnTo>
                  <a:pt x="1601353" y="1390469"/>
                </a:lnTo>
                <a:lnTo>
                  <a:pt x="1600581" y="1390107"/>
                </a:lnTo>
                <a:lnTo>
                  <a:pt x="1600086" y="1389993"/>
                </a:lnTo>
                <a:lnTo>
                  <a:pt x="1599857" y="1390126"/>
                </a:lnTo>
                <a:lnTo>
                  <a:pt x="1599581" y="1392746"/>
                </a:lnTo>
                <a:lnTo>
                  <a:pt x="1599238" y="1396937"/>
                </a:lnTo>
                <a:lnTo>
                  <a:pt x="1598590" y="1399318"/>
                </a:lnTo>
                <a:lnTo>
                  <a:pt x="1597638" y="1399889"/>
                </a:lnTo>
                <a:lnTo>
                  <a:pt x="1597171" y="1401794"/>
                </a:lnTo>
                <a:lnTo>
                  <a:pt x="1597171" y="1405042"/>
                </a:lnTo>
                <a:lnTo>
                  <a:pt x="1595542" y="1406881"/>
                </a:lnTo>
                <a:lnTo>
                  <a:pt x="1592294" y="1407290"/>
                </a:lnTo>
                <a:lnTo>
                  <a:pt x="1590475" y="1407843"/>
                </a:lnTo>
                <a:lnTo>
                  <a:pt x="1590065" y="1408538"/>
                </a:lnTo>
                <a:lnTo>
                  <a:pt x="1589827" y="1409090"/>
                </a:lnTo>
                <a:lnTo>
                  <a:pt x="1589761" y="1409500"/>
                </a:lnTo>
                <a:lnTo>
                  <a:pt x="1589646" y="1411757"/>
                </a:lnTo>
                <a:lnTo>
                  <a:pt x="1589465" y="1415863"/>
                </a:lnTo>
                <a:lnTo>
                  <a:pt x="1588903" y="1418244"/>
                </a:lnTo>
                <a:lnTo>
                  <a:pt x="1587970" y="1418901"/>
                </a:lnTo>
                <a:lnTo>
                  <a:pt x="1587589" y="1420901"/>
                </a:lnTo>
                <a:lnTo>
                  <a:pt x="1587760" y="1424245"/>
                </a:lnTo>
                <a:lnTo>
                  <a:pt x="1586170" y="1425969"/>
                </a:lnTo>
                <a:lnTo>
                  <a:pt x="1582826" y="1426054"/>
                </a:lnTo>
                <a:lnTo>
                  <a:pt x="1580921" y="1426540"/>
                </a:lnTo>
                <a:lnTo>
                  <a:pt x="1580464" y="1427397"/>
                </a:lnTo>
                <a:lnTo>
                  <a:pt x="1580169" y="1428064"/>
                </a:lnTo>
                <a:lnTo>
                  <a:pt x="1580036" y="1428521"/>
                </a:lnTo>
                <a:lnTo>
                  <a:pt x="1579902" y="1430760"/>
                </a:lnTo>
                <a:lnTo>
                  <a:pt x="1579750" y="1434789"/>
                </a:lnTo>
                <a:lnTo>
                  <a:pt x="1578940" y="1437170"/>
                </a:lnTo>
                <a:lnTo>
                  <a:pt x="1577464" y="1437904"/>
                </a:lnTo>
                <a:lnTo>
                  <a:pt x="1576730" y="1439551"/>
                </a:lnTo>
                <a:lnTo>
                  <a:pt x="1576730" y="1442104"/>
                </a:lnTo>
                <a:lnTo>
                  <a:pt x="1575454" y="1443380"/>
                </a:lnTo>
                <a:lnTo>
                  <a:pt x="1572901" y="1443380"/>
                </a:lnTo>
                <a:lnTo>
                  <a:pt x="1571339" y="1444190"/>
                </a:lnTo>
                <a:lnTo>
                  <a:pt x="1570758" y="1445828"/>
                </a:lnTo>
                <a:lnTo>
                  <a:pt x="1569901" y="1446933"/>
                </a:lnTo>
                <a:lnTo>
                  <a:pt x="1568758" y="1447514"/>
                </a:lnTo>
                <a:lnTo>
                  <a:pt x="1568072" y="1449200"/>
                </a:lnTo>
                <a:lnTo>
                  <a:pt x="1567834" y="1452010"/>
                </a:lnTo>
                <a:lnTo>
                  <a:pt x="1566310" y="1453420"/>
                </a:lnTo>
                <a:lnTo>
                  <a:pt x="1563500" y="1453420"/>
                </a:lnTo>
                <a:lnTo>
                  <a:pt x="1560443" y="1452734"/>
                </a:lnTo>
                <a:lnTo>
                  <a:pt x="1557128" y="1451381"/>
                </a:lnTo>
                <a:lnTo>
                  <a:pt x="1554747" y="1450696"/>
                </a:lnTo>
                <a:lnTo>
                  <a:pt x="1553299" y="1450696"/>
                </a:lnTo>
                <a:lnTo>
                  <a:pt x="1551813" y="1449972"/>
                </a:lnTo>
                <a:lnTo>
                  <a:pt x="1550299" y="1448524"/>
                </a:lnTo>
                <a:lnTo>
                  <a:pt x="1549194" y="1446686"/>
                </a:lnTo>
                <a:lnTo>
                  <a:pt x="1548479" y="1444466"/>
                </a:lnTo>
                <a:lnTo>
                  <a:pt x="1547079" y="1442085"/>
                </a:lnTo>
                <a:lnTo>
                  <a:pt x="1544974" y="1439542"/>
                </a:lnTo>
                <a:lnTo>
                  <a:pt x="1543707" y="1437789"/>
                </a:lnTo>
                <a:lnTo>
                  <a:pt x="1543269" y="1436808"/>
                </a:lnTo>
                <a:lnTo>
                  <a:pt x="1541478" y="1434427"/>
                </a:lnTo>
                <a:lnTo>
                  <a:pt x="1538335" y="1430645"/>
                </a:lnTo>
                <a:lnTo>
                  <a:pt x="1536097" y="1426512"/>
                </a:lnTo>
                <a:lnTo>
                  <a:pt x="1534773" y="1422035"/>
                </a:lnTo>
                <a:lnTo>
                  <a:pt x="1534020" y="1419654"/>
                </a:lnTo>
                <a:lnTo>
                  <a:pt x="1533868" y="1419368"/>
                </a:lnTo>
                <a:lnTo>
                  <a:pt x="1533725" y="1419111"/>
                </a:lnTo>
                <a:lnTo>
                  <a:pt x="1533592" y="1418873"/>
                </a:lnTo>
                <a:lnTo>
                  <a:pt x="1531896" y="1416491"/>
                </a:lnTo>
                <a:lnTo>
                  <a:pt x="1528639" y="1411967"/>
                </a:lnTo>
                <a:lnTo>
                  <a:pt x="1526257" y="1408224"/>
                </a:lnTo>
                <a:lnTo>
                  <a:pt x="1524752" y="1405261"/>
                </a:lnTo>
                <a:lnTo>
                  <a:pt x="1523095" y="1402880"/>
                </a:lnTo>
                <a:lnTo>
                  <a:pt x="1521295" y="1401080"/>
                </a:lnTo>
                <a:lnTo>
                  <a:pt x="1520285" y="1399165"/>
                </a:lnTo>
                <a:lnTo>
                  <a:pt x="1520076" y="1397156"/>
                </a:lnTo>
                <a:lnTo>
                  <a:pt x="1519057" y="1394774"/>
                </a:lnTo>
                <a:lnTo>
                  <a:pt x="1517237" y="1392022"/>
                </a:lnTo>
                <a:lnTo>
                  <a:pt x="1515866" y="1389917"/>
                </a:lnTo>
                <a:lnTo>
                  <a:pt x="1514942" y="1388459"/>
                </a:lnTo>
                <a:lnTo>
                  <a:pt x="1514008" y="1388002"/>
                </a:lnTo>
                <a:lnTo>
                  <a:pt x="1513084" y="1388526"/>
                </a:lnTo>
                <a:lnTo>
                  <a:pt x="1512646" y="1389259"/>
                </a:lnTo>
                <a:lnTo>
                  <a:pt x="1512684" y="1390183"/>
                </a:lnTo>
                <a:lnTo>
                  <a:pt x="1512646" y="1392517"/>
                </a:lnTo>
                <a:lnTo>
                  <a:pt x="1512503" y="1396260"/>
                </a:lnTo>
                <a:lnTo>
                  <a:pt x="1512437" y="1398641"/>
                </a:lnTo>
                <a:lnTo>
                  <a:pt x="1512437" y="1399661"/>
                </a:lnTo>
                <a:lnTo>
                  <a:pt x="1512437" y="1402042"/>
                </a:lnTo>
                <a:lnTo>
                  <a:pt x="1512437" y="1405785"/>
                </a:lnTo>
                <a:lnTo>
                  <a:pt x="1512418" y="1408166"/>
                </a:lnTo>
                <a:lnTo>
                  <a:pt x="1512399" y="1409186"/>
                </a:lnTo>
                <a:lnTo>
                  <a:pt x="1512360" y="1411538"/>
                </a:lnTo>
                <a:lnTo>
                  <a:pt x="1512313" y="1415205"/>
                </a:lnTo>
                <a:lnTo>
                  <a:pt x="1512275" y="1417587"/>
                </a:lnTo>
                <a:lnTo>
                  <a:pt x="1512237" y="1418682"/>
                </a:lnTo>
                <a:lnTo>
                  <a:pt x="1512237" y="1421063"/>
                </a:lnTo>
                <a:lnTo>
                  <a:pt x="1512284" y="1424740"/>
                </a:lnTo>
                <a:lnTo>
                  <a:pt x="1512322" y="1427121"/>
                </a:lnTo>
                <a:lnTo>
                  <a:pt x="1512341" y="1428207"/>
                </a:lnTo>
                <a:lnTo>
                  <a:pt x="1512408" y="1430645"/>
                </a:lnTo>
                <a:lnTo>
                  <a:pt x="1512503" y="1434446"/>
                </a:lnTo>
                <a:lnTo>
                  <a:pt x="1512560" y="1436827"/>
                </a:lnTo>
                <a:lnTo>
                  <a:pt x="1512580" y="1437789"/>
                </a:lnTo>
                <a:lnTo>
                  <a:pt x="1512646" y="1440237"/>
                </a:lnTo>
                <a:lnTo>
                  <a:pt x="1512741" y="1444152"/>
                </a:lnTo>
                <a:lnTo>
                  <a:pt x="1512827" y="1446533"/>
                </a:lnTo>
                <a:lnTo>
                  <a:pt x="1512913" y="1447381"/>
                </a:lnTo>
                <a:lnTo>
                  <a:pt x="1512980" y="1449829"/>
                </a:lnTo>
                <a:lnTo>
                  <a:pt x="1513027" y="1453877"/>
                </a:lnTo>
                <a:lnTo>
                  <a:pt x="1513075" y="1456258"/>
                </a:lnTo>
                <a:lnTo>
                  <a:pt x="1513122" y="1456973"/>
                </a:lnTo>
                <a:lnTo>
                  <a:pt x="1513170" y="1459392"/>
                </a:lnTo>
                <a:lnTo>
                  <a:pt x="1513208" y="1463535"/>
                </a:lnTo>
                <a:lnTo>
                  <a:pt x="1512560" y="1465917"/>
                </a:lnTo>
                <a:lnTo>
                  <a:pt x="1511208" y="1466536"/>
                </a:lnTo>
                <a:lnTo>
                  <a:pt x="1510360" y="1468079"/>
                </a:lnTo>
                <a:lnTo>
                  <a:pt x="1510027" y="1470527"/>
                </a:lnTo>
                <a:lnTo>
                  <a:pt x="1508627" y="1471717"/>
                </a:lnTo>
                <a:lnTo>
                  <a:pt x="1506179" y="1471651"/>
                </a:lnTo>
                <a:lnTo>
                  <a:pt x="1504121" y="1471974"/>
                </a:lnTo>
                <a:lnTo>
                  <a:pt x="1502474" y="1472708"/>
                </a:lnTo>
                <a:lnTo>
                  <a:pt x="1500092" y="1473070"/>
                </a:lnTo>
                <a:lnTo>
                  <a:pt x="1496978" y="1473070"/>
                </a:lnTo>
                <a:lnTo>
                  <a:pt x="1493834" y="1471517"/>
                </a:lnTo>
                <a:lnTo>
                  <a:pt x="1490663" y="1468403"/>
                </a:lnTo>
                <a:lnTo>
                  <a:pt x="1489043" y="1465231"/>
                </a:lnTo>
                <a:lnTo>
                  <a:pt x="1488977" y="1461983"/>
                </a:lnTo>
                <a:lnTo>
                  <a:pt x="1488462" y="1459601"/>
                </a:lnTo>
                <a:lnTo>
                  <a:pt x="1487500" y="1458087"/>
                </a:lnTo>
                <a:lnTo>
                  <a:pt x="1487033" y="1455239"/>
                </a:lnTo>
                <a:lnTo>
                  <a:pt x="1487062" y="1451067"/>
                </a:lnTo>
                <a:lnTo>
                  <a:pt x="1487081" y="1448686"/>
                </a:lnTo>
                <a:lnTo>
                  <a:pt x="1487081" y="1448095"/>
                </a:lnTo>
                <a:lnTo>
                  <a:pt x="1487062" y="1445695"/>
                </a:lnTo>
                <a:lnTo>
                  <a:pt x="1487033" y="1441494"/>
                </a:lnTo>
                <a:lnTo>
                  <a:pt x="1487033" y="1439113"/>
                </a:lnTo>
                <a:lnTo>
                  <a:pt x="1487072" y="1438551"/>
                </a:lnTo>
                <a:lnTo>
                  <a:pt x="1487091" y="1436189"/>
                </a:lnTo>
                <a:lnTo>
                  <a:pt x="1487091" y="1432027"/>
                </a:lnTo>
                <a:lnTo>
                  <a:pt x="1487110" y="1429645"/>
                </a:lnTo>
                <a:lnTo>
                  <a:pt x="1487138" y="1429045"/>
                </a:lnTo>
                <a:lnTo>
                  <a:pt x="1487138" y="1426664"/>
                </a:lnTo>
                <a:lnTo>
                  <a:pt x="1487100" y="1422492"/>
                </a:lnTo>
                <a:lnTo>
                  <a:pt x="1487072" y="1420111"/>
                </a:lnTo>
                <a:lnTo>
                  <a:pt x="1487053" y="1419520"/>
                </a:lnTo>
                <a:lnTo>
                  <a:pt x="1487043" y="1417130"/>
                </a:lnTo>
                <a:lnTo>
                  <a:pt x="1487043" y="1412939"/>
                </a:lnTo>
                <a:lnTo>
                  <a:pt x="1487043" y="1410557"/>
                </a:lnTo>
                <a:lnTo>
                  <a:pt x="1487043" y="1409986"/>
                </a:lnTo>
                <a:lnTo>
                  <a:pt x="1487043" y="1407605"/>
                </a:lnTo>
                <a:lnTo>
                  <a:pt x="1487043" y="1403414"/>
                </a:lnTo>
                <a:lnTo>
                  <a:pt x="1487043" y="1401032"/>
                </a:lnTo>
                <a:lnTo>
                  <a:pt x="1487053" y="1400461"/>
                </a:lnTo>
                <a:lnTo>
                  <a:pt x="1487081" y="1398099"/>
                </a:lnTo>
                <a:lnTo>
                  <a:pt x="1487110" y="1393955"/>
                </a:lnTo>
                <a:lnTo>
                  <a:pt x="1487129" y="1391574"/>
                </a:lnTo>
                <a:lnTo>
                  <a:pt x="1487119" y="1390955"/>
                </a:lnTo>
                <a:lnTo>
                  <a:pt x="1487091" y="1388555"/>
                </a:lnTo>
                <a:lnTo>
                  <a:pt x="1487062" y="1384364"/>
                </a:lnTo>
                <a:lnTo>
                  <a:pt x="1487033" y="1381982"/>
                </a:lnTo>
                <a:lnTo>
                  <a:pt x="1487014" y="1381411"/>
                </a:lnTo>
                <a:lnTo>
                  <a:pt x="1486986" y="1379001"/>
                </a:lnTo>
                <a:lnTo>
                  <a:pt x="1486948" y="1374753"/>
                </a:lnTo>
                <a:lnTo>
                  <a:pt x="1486929" y="1372372"/>
                </a:lnTo>
                <a:lnTo>
                  <a:pt x="1486929" y="1371857"/>
                </a:lnTo>
                <a:lnTo>
                  <a:pt x="1486919" y="1369476"/>
                </a:lnTo>
                <a:lnTo>
                  <a:pt x="1486919" y="1365228"/>
                </a:lnTo>
                <a:lnTo>
                  <a:pt x="1486910" y="1362847"/>
                </a:lnTo>
                <a:lnTo>
                  <a:pt x="1486891" y="1362332"/>
                </a:lnTo>
                <a:lnTo>
                  <a:pt x="1486910" y="1359970"/>
                </a:lnTo>
                <a:lnTo>
                  <a:pt x="1486976" y="1355760"/>
                </a:lnTo>
                <a:lnTo>
                  <a:pt x="1487005" y="1353379"/>
                </a:lnTo>
                <a:lnTo>
                  <a:pt x="1487005" y="1352826"/>
                </a:lnTo>
                <a:lnTo>
                  <a:pt x="1487014" y="1350464"/>
                </a:lnTo>
                <a:lnTo>
                  <a:pt x="1487043" y="1346283"/>
                </a:lnTo>
                <a:lnTo>
                  <a:pt x="1487100" y="1343901"/>
                </a:lnTo>
                <a:lnTo>
                  <a:pt x="1487167" y="1343320"/>
                </a:lnTo>
                <a:lnTo>
                  <a:pt x="1487205" y="1340968"/>
                </a:lnTo>
                <a:lnTo>
                  <a:pt x="1487205" y="1336862"/>
                </a:lnTo>
                <a:lnTo>
                  <a:pt x="1487805" y="1334481"/>
                </a:lnTo>
                <a:lnTo>
                  <a:pt x="1489015" y="1333824"/>
                </a:lnTo>
                <a:lnTo>
                  <a:pt x="1489681" y="1332119"/>
                </a:lnTo>
                <a:lnTo>
                  <a:pt x="1489824" y="1329347"/>
                </a:lnTo>
                <a:close/>
                <a:moveTo>
                  <a:pt x="2260625" y="1324813"/>
                </a:moveTo>
                <a:lnTo>
                  <a:pt x="2264845" y="1324318"/>
                </a:lnTo>
                <a:lnTo>
                  <a:pt x="2266988" y="1324080"/>
                </a:lnTo>
                <a:lnTo>
                  <a:pt x="2269455" y="1324261"/>
                </a:lnTo>
                <a:lnTo>
                  <a:pt x="2274132" y="1324499"/>
                </a:lnTo>
                <a:lnTo>
                  <a:pt x="2278370" y="1326842"/>
                </a:lnTo>
                <a:lnTo>
                  <a:pt x="2282171" y="1331281"/>
                </a:lnTo>
                <a:lnTo>
                  <a:pt x="2284038" y="1335367"/>
                </a:lnTo>
                <a:lnTo>
                  <a:pt x="2283990" y="1339110"/>
                </a:lnTo>
                <a:lnTo>
                  <a:pt x="2283990" y="1341491"/>
                </a:lnTo>
                <a:lnTo>
                  <a:pt x="2284057" y="1342511"/>
                </a:lnTo>
                <a:lnTo>
                  <a:pt x="2284066" y="1344901"/>
                </a:lnTo>
                <a:lnTo>
                  <a:pt x="2284019" y="1348664"/>
                </a:lnTo>
                <a:lnTo>
                  <a:pt x="2283971" y="1351045"/>
                </a:lnTo>
                <a:lnTo>
                  <a:pt x="2283933" y="1352045"/>
                </a:lnTo>
                <a:lnTo>
                  <a:pt x="2283885" y="1354388"/>
                </a:lnTo>
                <a:lnTo>
                  <a:pt x="2283838" y="1358055"/>
                </a:lnTo>
                <a:lnTo>
                  <a:pt x="2283809" y="1360437"/>
                </a:lnTo>
                <a:lnTo>
                  <a:pt x="2283809" y="1361532"/>
                </a:lnTo>
                <a:lnTo>
                  <a:pt x="2283790" y="1363885"/>
                </a:lnTo>
                <a:lnTo>
                  <a:pt x="2283743" y="1367504"/>
                </a:lnTo>
                <a:lnTo>
                  <a:pt x="2283685" y="1369886"/>
                </a:lnTo>
                <a:lnTo>
                  <a:pt x="2283638" y="1371029"/>
                </a:lnTo>
                <a:lnTo>
                  <a:pt x="2283590" y="1373362"/>
                </a:lnTo>
                <a:lnTo>
                  <a:pt x="2283543" y="1376886"/>
                </a:lnTo>
                <a:lnTo>
                  <a:pt x="2283495" y="1379268"/>
                </a:lnTo>
                <a:lnTo>
                  <a:pt x="2283438" y="1380506"/>
                </a:lnTo>
                <a:lnTo>
                  <a:pt x="2283419" y="1382859"/>
                </a:lnTo>
                <a:lnTo>
                  <a:pt x="2283419" y="1386326"/>
                </a:lnTo>
                <a:lnTo>
                  <a:pt x="2283409" y="1388707"/>
                </a:lnTo>
                <a:lnTo>
                  <a:pt x="2283390" y="1390002"/>
                </a:lnTo>
                <a:lnTo>
                  <a:pt x="2283400" y="1392403"/>
                </a:lnTo>
                <a:lnTo>
                  <a:pt x="2283457" y="1395898"/>
                </a:lnTo>
                <a:lnTo>
                  <a:pt x="2283476" y="1398280"/>
                </a:lnTo>
                <a:lnTo>
                  <a:pt x="2283476" y="1399546"/>
                </a:lnTo>
                <a:lnTo>
                  <a:pt x="2283476" y="1401928"/>
                </a:lnTo>
                <a:lnTo>
                  <a:pt x="2283476" y="1405423"/>
                </a:lnTo>
                <a:lnTo>
                  <a:pt x="2283476" y="1407805"/>
                </a:lnTo>
                <a:lnTo>
                  <a:pt x="2283476" y="1409071"/>
                </a:lnTo>
                <a:lnTo>
                  <a:pt x="2283476" y="1411453"/>
                </a:lnTo>
                <a:lnTo>
                  <a:pt x="2283476" y="1414948"/>
                </a:lnTo>
                <a:lnTo>
                  <a:pt x="2283476" y="1417330"/>
                </a:lnTo>
                <a:lnTo>
                  <a:pt x="2283476" y="1418596"/>
                </a:lnTo>
                <a:lnTo>
                  <a:pt x="2283476" y="1420978"/>
                </a:lnTo>
                <a:lnTo>
                  <a:pt x="2283476" y="1424473"/>
                </a:lnTo>
                <a:lnTo>
                  <a:pt x="2283485" y="1426855"/>
                </a:lnTo>
                <a:lnTo>
                  <a:pt x="2283504" y="1428121"/>
                </a:lnTo>
                <a:lnTo>
                  <a:pt x="2283485" y="1430484"/>
                </a:lnTo>
                <a:lnTo>
                  <a:pt x="2283438" y="1433951"/>
                </a:lnTo>
                <a:lnTo>
                  <a:pt x="2283409" y="1436332"/>
                </a:lnTo>
                <a:lnTo>
                  <a:pt x="2283390" y="1437627"/>
                </a:lnTo>
                <a:lnTo>
                  <a:pt x="2283381" y="1439999"/>
                </a:lnTo>
                <a:lnTo>
                  <a:pt x="2283381" y="1443447"/>
                </a:lnTo>
                <a:lnTo>
                  <a:pt x="2283438" y="1445828"/>
                </a:lnTo>
                <a:lnTo>
                  <a:pt x="2283562" y="1447143"/>
                </a:lnTo>
                <a:lnTo>
                  <a:pt x="2283638" y="1449610"/>
                </a:lnTo>
                <a:lnTo>
                  <a:pt x="2283685" y="1453229"/>
                </a:lnTo>
                <a:lnTo>
                  <a:pt x="2283752" y="1455611"/>
                </a:lnTo>
                <a:lnTo>
                  <a:pt x="2283838" y="1456754"/>
                </a:lnTo>
                <a:lnTo>
                  <a:pt x="2283838" y="1459135"/>
                </a:lnTo>
                <a:lnTo>
                  <a:pt x="2283752" y="1462745"/>
                </a:lnTo>
                <a:lnTo>
                  <a:pt x="2282514" y="1465126"/>
                </a:lnTo>
                <a:lnTo>
                  <a:pt x="2280133" y="1466279"/>
                </a:lnTo>
                <a:lnTo>
                  <a:pt x="2278990" y="1467517"/>
                </a:lnTo>
                <a:lnTo>
                  <a:pt x="2279094" y="1468850"/>
                </a:lnTo>
                <a:lnTo>
                  <a:pt x="2278475" y="1469517"/>
                </a:lnTo>
                <a:lnTo>
                  <a:pt x="2277142" y="1469517"/>
                </a:lnTo>
                <a:lnTo>
                  <a:pt x="2275351" y="1470108"/>
                </a:lnTo>
                <a:lnTo>
                  <a:pt x="2273094" y="1471279"/>
                </a:lnTo>
                <a:lnTo>
                  <a:pt x="2270712" y="1471860"/>
                </a:lnTo>
                <a:lnTo>
                  <a:pt x="2268207" y="1471860"/>
                </a:lnTo>
                <a:lnTo>
                  <a:pt x="2265693" y="1470612"/>
                </a:lnTo>
                <a:lnTo>
                  <a:pt x="2263188" y="1468107"/>
                </a:lnTo>
                <a:lnTo>
                  <a:pt x="2261902" y="1465564"/>
                </a:lnTo>
                <a:lnTo>
                  <a:pt x="2261835" y="1462992"/>
                </a:lnTo>
                <a:lnTo>
                  <a:pt x="2261064" y="1460611"/>
                </a:lnTo>
                <a:lnTo>
                  <a:pt x="2259578" y="1458420"/>
                </a:lnTo>
                <a:lnTo>
                  <a:pt x="2258854" y="1455315"/>
                </a:lnTo>
                <a:lnTo>
                  <a:pt x="2258882" y="1451286"/>
                </a:lnTo>
                <a:lnTo>
                  <a:pt x="2258863" y="1448905"/>
                </a:lnTo>
                <a:lnTo>
                  <a:pt x="2258787" y="1448171"/>
                </a:lnTo>
                <a:lnTo>
                  <a:pt x="2258711" y="1445714"/>
                </a:lnTo>
                <a:lnTo>
                  <a:pt x="2258644" y="1441552"/>
                </a:lnTo>
                <a:lnTo>
                  <a:pt x="2258616" y="1439170"/>
                </a:lnTo>
                <a:lnTo>
                  <a:pt x="2258625" y="1438570"/>
                </a:lnTo>
                <a:lnTo>
                  <a:pt x="2258625" y="1436189"/>
                </a:lnTo>
                <a:lnTo>
                  <a:pt x="2258625" y="1432027"/>
                </a:lnTo>
                <a:lnTo>
                  <a:pt x="2258625" y="1429645"/>
                </a:lnTo>
                <a:lnTo>
                  <a:pt x="2258635" y="1429045"/>
                </a:lnTo>
                <a:lnTo>
                  <a:pt x="2258625" y="1426655"/>
                </a:lnTo>
                <a:lnTo>
                  <a:pt x="2258597" y="1422473"/>
                </a:lnTo>
                <a:lnTo>
                  <a:pt x="2258587" y="1420092"/>
                </a:lnTo>
                <a:lnTo>
                  <a:pt x="2258597" y="1419511"/>
                </a:lnTo>
                <a:lnTo>
                  <a:pt x="2258587" y="1417120"/>
                </a:lnTo>
                <a:lnTo>
                  <a:pt x="2258549" y="1412919"/>
                </a:lnTo>
                <a:lnTo>
                  <a:pt x="2258539" y="1410538"/>
                </a:lnTo>
                <a:lnTo>
                  <a:pt x="2258539" y="1409976"/>
                </a:lnTo>
                <a:lnTo>
                  <a:pt x="2258520" y="1407576"/>
                </a:lnTo>
                <a:lnTo>
                  <a:pt x="2258482" y="1403337"/>
                </a:lnTo>
                <a:lnTo>
                  <a:pt x="2258463" y="1400956"/>
                </a:lnTo>
                <a:lnTo>
                  <a:pt x="2258463" y="1400432"/>
                </a:lnTo>
                <a:lnTo>
                  <a:pt x="2258444" y="1398032"/>
                </a:lnTo>
                <a:lnTo>
                  <a:pt x="2258416" y="1393755"/>
                </a:lnTo>
                <a:lnTo>
                  <a:pt x="2258397" y="1391374"/>
                </a:lnTo>
                <a:lnTo>
                  <a:pt x="2258397" y="1390888"/>
                </a:lnTo>
                <a:lnTo>
                  <a:pt x="2258378" y="1388497"/>
                </a:lnTo>
                <a:lnTo>
                  <a:pt x="2258339" y="1384183"/>
                </a:lnTo>
                <a:lnTo>
                  <a:pt x="2258320" y="1381801"/>
                </a:lnTo>
                <a:lnTo>
                  <a:pt x="2258320" y="1381354"/>
                </a:lnTo>
                <a:lnTo>
                  <a:pt x="2258301" y="1378953"/>
                </a:lnTo>
                <a:lnTo>
                  <a:pt x="2258263" y="1374600"/>
                </a:lnTo>
                <a:lnTo>
                  <a:pt x="2258244" y="1372219"/>
                </a:lnTo>
                <a:lnTo>
                  <a:pt x="2258244" y="1371810"/>
                </a:lnTo>
                <a:lnTo>
                  <a:pt x="2258216" y="1369400"/>
                </a:lnTo>
                <a:lnTo>
                  <a:pt x="2258187" y="1365009"/>
                </a:lnTo>
                <a:lnTo>
                  <a:pt x="2258158" y="1362627"/>
                </a:lnTo>
                <a:lnTo>
                  <a:pt x="2258158" y="1362256"/>
                </a:lnTo>
                <a:lnTo>
                  <a:pt x="2258120" y="1359837"/>
                </a:lnTo>
                <a:lnTo>
                  <a:pt x="2258044" y="1355369"/>
                </a:lnTo>
                <a:lnTo>
                  <a:pt x="2257997" y="1352988"/>
                </a:lnTo>
                <a:lnTo>
                  <a:pt x="2257997" y="1352693"/>
                </a:lnTo>
                <a:lnTo>
                  <a:pt x="2257949" y="1350274"/>
                </a:lnTo>
                <a:lnTo>
                  <a:pt x="2257873" y="1345711"/>
                </a:lnTo>
                <a:lnTo>
                  <a:pt x="2257835" y="1343330"/>
                </a:lnTo>
                <a:lnTo>
                  <a:pt x="2257863" y="1340777"/>
                </a:lnTo>
                <a:lnTo>
                  <a:pt x="2257930" y="1336291"/>
                </a:lnTo>
                <a:lnTo>
                  <a:pt x="2257977" y="1333910"/>
                </a:lnTo>
                <a:lnTo>
                  <a:pt x="2257997" y="1333633"/>
                </a:lnTo>
                <a:lnTo>
                  <a:pt x="2258130" y="1331395"/>
                </a:lnTo>
                <a:lnTo>
                  <a:pt x="2258387" y="1327175"/>
                </a:lnTo>
                <a:close/>
                <a:moveTo>
                  <a:pt x="2396328" y="1328147"/>
                </a:moveTo>
                <a:lnTo>
                  <a:pt x="2398976" y="1328023"/>
                </a:lnTo>
                <a:lnTo>
                  <a:pt x="2402281" y="1329347"/>
                </a:lnTo>
                <a:lnTo>
                  <a:pt x="2406253" y="1332119"/>
                </a:lnTo>
                <a:lnTo>
                  <a:pt x="2408634" y="1334072"/>
                </a:lnTo>
                <a:lnTo>
                  <a:pt x="2409425" y="1335205"/>
                </a:lnTo>
                <a:lnTo>
                  <a:pt x="2410949" y="1337586"/>
                </a:lnTo>
                <a:lnTo>
                  <a:pt x="2413187" y="1341215"/>
                </a:lnTo>
                <a:lnTo>
                  <a:pt x="2414311" y="1344149"/>
                </a:lnTo>
                <a:lnTo>
                  <a:pt x="2414311" y="1346387"/>
                </a:lnTo>
                <a:lnTo>
                  <a:pt x="2414311" y="1348769"/>
                </a:lnTo>
                <a:lnTo>
                  <a:pt x="2414311" y="1351293"/>
                </a:lnTo>
                <a:lnTo>
                  <a:pt x="2414311" y="1353674"/>
                </a:lnTo>
                <a:lnTo>
                  <a:pt x="2414311" y="1355912"/>
                </a:lnTo>
                <a:lnTo>
                  <a:pt x="2414311" y="1358294"/>
                </a:lnTo>
                <a:lnTo>
                  <a:pt x="2414311" y="1360818"/>
                </a:lnTo>
                <a:lnTo>
                  <a:pt x="2414311" y="1363199"/>
                </a:lnTo>
                <a:lnTo>
                  <a:pt x="2414311" y="1365437"/>
                </a:lnTo>
                <a:lnTo>
                  <a:pt x="2414378" y="1367819"/>
                </a:lnTo>
                <a:lnTo>
                  <a:pt x="2414521" y="1370343"/>
                </a:lnTo>
                <a:lnTo>
                  <a:pt x="2414588" y="1372791"/>
                </a:lnTo>
                <a:lnTo>
                  <a:pt x="2414588" y="1375172"/>
                </a:lnTo>
                <a:lnTo>
                  <a:pt x="2414588" y="1377553"/>
                </a:lnTo>
                <a:lnTo>
                  <a:pt x="2414588" y="1379934"/>
                </a:lnTo>
                <a:lnTo>
                  <a:pt x="2414588" y="1382316"/>
                </a:lnTo>
                <a:lnTo>
                  <a:pt x="2414588" y="1384697"/>
                </a:lnTo>
                <a:lnTo>
                  <a:pt x="2414588" y="1387078"/>
                </a:lnTo>
                <a:lnTo>
                  <a:pt x="2414588" y="1389459"/>
                </a:lnTo>
                <a:lnTo>
                  <a:pt x="2414588" y="1391841"/>
                </a:lnTo>
                <a:lnTo>
                  <a:pt x="2414588" y="1394222"/>
                </a:lnTo>
                <a:lnTo>
                  <a:pt x="2414683" y="1396603"/>
                </a:lnTo>
                <a:lnTo>
                  <a:pt x="2414864" y="1398984"/>
                </a:lnTo>
                <a:lnTo>
                  <a:pt x="2414949" y="1401461"/>
                </a:lnTo>
                <a:lnTo>
                  <a:pt x="2414949" y="1404023"/>
                </a:lnTo>
                <a:lnTo>
                  <a:pt x="2415007" y="1406404"/>
                </a:lnTo>
                <a:lnTo>
                  <a:pt x="2415111" y="1408605"/>
                </a:lnTo>
                <a:lnTo>
                  <a:pt x="2415169" y="1411033"/>
                </a:lnTo>
                <a:lnTo>
                  <a:pt x="2415169" y="1413710"/>
                </a:lnTo>
                <a:lnTo>
                  <a:pt x="2415197" y="1416091"/>
                </a:lnTo>
                <a:lnTo>
                  <a:pt x="2415245" y="1418177"/>
                </a:lnTo>
                <a:lnTo>
                  <a:pt x="2415302" y="1420616"/>
                </a:lnTo>
                <a:lnTo>
                  <a:pt x="2415369" y="1423406"/>
                </a:lnTo>
                <a:lnTo>
                  <a:pt x="2415426" y="1425788"/>
                </a:lnTo>
                <a:lnTo>
                  <a:pt x="2415473" y="1427759"/>
                </a:lnTo>
                <a:lnTo>
                  <a:pt x="2415530" y="1430198"/>
                </a:lnTo>
                <a:lnTo>
                  <a:pt x="2415597" y="1433103"/>
                </a:lnTo>
                <a:lnTo>
                  <a:pt x="2415654" y="1435484"/>
                </a:lnTo>
                <a:lnTo>
                  <a:pt x="2415702" y="1437342"/>
                </a:lnTo>
                <a:lnTo>
                  <a:pt x="2415721" y="1439751"/>
                </a:lnTo>
                <a:lnTo>
                  <a:pt x="2415721" y="1442695"/>
                </a:lnTo>
                <a:lnTo>
                  <a:pt x="2415759" y="1445076"/>
                </a:lnTo>
                <a:lnTo>
                  <a:pt x="2415845" y="1446895"/>
                </a:lnTo>
                <a:lnTo>
                  <a:pt x="2415921" y="1449353"/>
                </a:lnTo>
                <a:lnTo>
                  <a:pt x="2415988" y="1452448"/>
                </a:lnTo>
                <a:lnTo>
                  <a:pt x="2416007" y="1454829"/>
                </a:lnTo>
                <a:lnTo>
                  <a:pt x="2415969" y="1456496"/>
                </a:lnTo>
                <a:lnTo>
                  <a:pt x="2415988" y="1458897"/>
                </a:lnTo>
                <a:lnTo>
                  <a:pt x="2416064" y="1462030"/>
                </a:lnTo>
                <a:lnTo>
                  <a:pt x="2414530" y="1464412"/>
                </a:lnTo>
                <a:lnTo>
                  <a:pt x="2411397" y="1466040"/>
                </a:lnTo>
                <a:lnTo>
                  <a:pt x="2408930" y="1468336"/>
                </a:lnTo>
                <a:lnTo>
                  <a:pt x="2407129" y="1471298"/>
                </a:lnTo>
                <a:lnTo>
                  <a:pt x="2404748" y="1472813"/>
                </a:lnTo>
                <a:lnTo>
                  <a:pt x="2401786" y="1472879"/>
                </a:lnTo>
                <a:lnTo>
                  <a:pt x="2398081" y="1471393"/>
                </a:lnTo>
                <a:lnTo>
                  <a:pt x="2393633" y="1468364"/>
                </a:lnTo>
                <a:lnTo>
                  <a:pt x="2391251" y="1466536"/>
                </a:lnTo>
                <a:lnTo>
                  <a:pt x="2390937" y="1465898"/>
                </a:lnTo>
                <a:lnTo>
                  <a:pt x="2389670" y="1463516"/>
                </a:lnTo>
                <a:lnTo>
                  <a:pt x="2387460" y="1459392"/>
                </a:lnTo>
                <a:lnTo>
                  <a:pt x="2386394" y="1456258"/>
                </a:lnTo>
                <a:lnTo>
                  <a:pt x="2386470" y="1454125"/>
                </a:lnTo>
                <a:lnTo>
                  <a:pt x="2386508" y="1451743"/>
                </a:lnTo>
                <a:lnTo>
                  <a:pt x="2386508" y="1449114"/>
                </a:lnTo>
                <a:lnTo>
                  <a:pt x="2386536" y="1446771"/>
                </a:lnTo>
                <a:lnTo>
                  <a:pt x="2386613" y="1444704"/>
                </a:lnTo>
                <a:lnTo>
                  <a:pt x="2386527" y="1442323"/>
                </a:lnTo>
                <a:lnTo>
                  <a:pt x="2386279" y="1439628"/>
                </a:lnTo>
                <a:lnTo>
                  <a:pt x="2386155" y="1437122"/>
                </a:lnTo>
                <a:lnTo>
                  <a:pt x="2386155" y="1434808"/>
                </a:lnTo>
                <a:lnTo>
                  <a:pt x="2386117" y="1432427"/>
                </a:lnTo>
                <a:lnTo>
                  <a:pt x="2386051" y="1429979"/>
                </a:lnTo>
                <a:lnTo>
                  <a:pt x="2386013" y="1427559"/>
                </a:lnTo>
                <a:lnTo>
                  <a:pt x="2386013" y="1425178"/>
                </a:lnTo>
                <a:lnTo>
                  <a:pt x="2385917" y="1422797"/>
                </a:lnTo>
                <a:lnTo>
                  <a:pt x="2385727" y="1420416"/>
                </a:lnTo>
                <a:lnTo>
                  <a:pt x="2385660" y="1417968"/>
                </a:lnTo>
                <a:lnTo>
                  <a:pt x="2385727" y="1415463"/>
                </a:lnTo>
                <a:lnTo>
                  <a:pt x="2385765" y="1413081"/>
                </a:lnTo>
                <a:lnTo>
                  <a:pt x="2385765" y="1410824"/>
                </a:lnTo>
                <a:lnTo>
                  <a:pt x="2385793" y="1408481"/>
                </a:lnTo>
                <a:lnTo>
                  <a:pt x="2385860" y="1406033"/>
                </a:lnTo>
                <a:lnTo>
                  <a:pt x="2385955" y="1403652"/>
                </a:lnTo>
                <a:lnTo>
                  <a:pt x="2386079" y="1401337"/>
                </a:lnTo>
                <a:lnTo>
                  <a:pt x="2386146" y="1399013"/>
                </a:lnTo>
                <a:lnTo>
                  <a:pt x="2386146" y="1396698"/>
                </a:lnTo>
                <a:lnTo>
                  <a:pt x="2386251" y="1394317"/>
                </a:lnTo>
                <a:lnTo>
                  <a:pt x="2386460" y="1391869"/>
                </a:lnTo>
                <a:lnTo>
                  <a:pt x="2386536" y="1389564"/>
                </a:lnTo>
                <a:lnTo>
                  <a:pt x="2386479" y="1387402"/>
                </a:lnTo>
                <a:lnTo>
                  <a:pt x="2386527" y="1385021"/>
                </a:lnTo>
                <a:lnTo>
                  <a:pt x="2386698" y="1382420"/>
                </a:lnTo>
                <a:lnTo>
                  <a:pt x="2386784" y="1380125"/>
                </a:lnTo>
                <a:lnTo>
                  <a:pt x="2386784" y="1378125"/>
                </a:lnTo>
                <a:lnTo>
                  <a:pt x="2386927" y="1375743"/>
                </a:lnTo>
                <a:lnTo>
                  <a:pt x="2387222" y="1372981"/>
                </a:lnTo>
                <a:lnTo>
                  <a:pt x="2387375" y="1370752"/>
                </a:lnTo>
                <a:lnTo>
                  <a:pt x="2387375" y="1369047"/>
                </a:lnTo>
                <a:lnTo>
                  <a:pt x="2387556" y="1366666"/>
                </a:lnTo>
                <a:lnTo>
                  <a:pt x="2387927" y="1363609"/>
                </a:lnTo>
                <a:lnTo>
                  <a:pt x="2388108" y="1361408"/>
                </a:lnTo>
                <a:lnTo>
                  <a:pt x="2388108" y="1360075"/>
                </a:lnTo>
                <a:lnTo>
                  <a:pt x="2388175" y="1357694"/>
                </a:lnTo>
                <a:lnTo>
                  <a:pt x="2388327" y="1354265"/>
                </a:lnTo>
                <a:lnTo>
                  <a:pt x="2388394" y="1351959"/>
                </a:lnTo>
                <a:lnTo>
                  <a:pt x="2388394" y="1350769"/>
                </a:lnTo>
                <a:lnTo>
                  <a:pt x="2388194" y="1348388"/>
                </a:lnTo>
                <a:lnTo>
                  <a:pt x="2387803" y="1344816"/>
                </a:lnTo>
                <a:lnTo>
                  <a:pt x="2387679" y="1342311"/>
                </a:lnTo>
                <a:lnTo>
                  <a:pt x="2387841" y="1340882"/>
                </a:lnTo>
                <a:lnTo>
                  <a:pt x="2388632" y="1339691"/>
                </a:lnTo>
                <a:lnTo>
                  <a:pt x="2390061" y="1338739"/>
                </a:lnTo>
                <a:lnTo>
                  <a:pt x="2391023" y="1337320"/>
                </a:lnTo>
                <a:lnTo>
                  <a:pt x="2391518" y="1335434"/>
                </a:lnTo>
                <a:lnTo>
                  <a:pt x="2392147" y="1334243"/>
                </a:lnTo>
                <a:lnTo>
                  <a:pt x="2392909" y="1333748"/>
                </a:lnTo>
                <a:lnTo>
                  <a:pt x="2393728" y="1332176"/>
                </a:lnTo>
                <a:lnTo>
                  <a:pt x="2394585" y="1329528"/>
                </a:lnTo>
                <a:close/>
                <a:moveTo>
                  <a:pt x="3185112" y="1325556"/>
                </a:moveTo>
                <a:lnTo>
                  <a:pt x="3188951" y="1325023"/>
                </a:lnTo>
                <a:lnTo>
                  <a:pt x="3191142" y="1324823"/>
                </a:lnTo>
                <a:lnTo>
                  <a:pt x="3191685" y="1324975"/>
                </a:lnTo>
                <a:lnTo>
                  <a:pt x="3194066" y="1325175"/>
                </a:lnTo>
                <a:lnTo>
                  <a:pt x="3198285" y="1325432"/>
                </a:lnTo>
                <a:lnTo>
                  <a:pt x="3202248" y="1327547"/>
                </a:lnTo>
                <a:lnTo>
                  <a:pt x="3205934" y="1331519"/>
                </a:lnTo>
                <a:lnTo>
                  <a:pt x="3207829" y="1335395"/>
                </a:lnTo>
                <a:lnTo>
                  <a:pt x="3207934" y="1339196"/>
                </a:lnTo>
                <a:lnTo>
                  <a:pt x="3207868" y="1341577"/>
                </a:lnTo>
                <a:lnTo>
                  <a:pt x="3207620" y="1342539"/>
                </a:lnTo>
                <a:lnTo>
                  <a:pt x="3207439" y="1344740"/>
                </a:lnTo>
                <a:lnTo>
                  <a:pt x="3207315" y="1348159"/>
                </a:lnTo>
                <a:lnTo>
                  <a:pt x="3205534" y="1349873"/>
                </a:lnTo>
                <a:lnTo>
                  <a:pt x="3202115" y="1349873"/>
                </a:lnTo>
                <a:lnTo>
                  <a:pt x="3199971" y="1350112"/>
                </a:lnTo>
                <a:lnTo>
                  <a:pt x="3199105" y="1350578"/>
                </a:lnTo>
                <a:lnTo>
                  <a:pt x="3196723" y="1350883"/>
                </a:lnTo>
                <a:lnTo>
                  <a:pt x="3192828" y="1351026"/>
                </a:lnTo>
                <a:lnTo>
                  <a:pt x="3188856" y="1349073"/>
                </a:lnTo>
                <a:lnTo>
                  <a:pt x="3184827" y="1345044"/>
                </a:lnTo>
                <a:lnTo>
                  <a:pt x="3182855" y="1341053"/>
                </a:lnTo>
                <a:lnTo>
                  <a:pt x="3182950" y="1337110"/>
                </a:lnTo>
                <a:lnTo>
                  <a:pt x="3182960" y="1334729"/>
                </a:lnTo>
                <a:lnTo>
                  <a:pt x="3182903" y="1333910"/>
                </a:lnTo>
                <a:lnTo>
                  <a:pt x="3182950" y="1331576"/>
                </a:lnTo>
                <a:lnTo>
                  <a:pt x="3183112" y="1327737"/>
                </a:lnTo>
                <a:close/>
                <a:moveTo>
                  <a:pt x="3101483" y="1338101"/>
                </a:moveTo>
                <a:lnTo>
                  <a:pt x="3103931" y="1338034"/>
                </a:lnTo>
                <a:lnTo>
                  <a:pt x="3106245" y="1337967"/>
                </a:lnTo>
                <a:lnTo>
                  <a:pt x="3108436" y="1337910"/>
                </a:lnTo>
                <a:lnTo>
                  <a:pt x="3110817" y="1337872"/>
                </a:lnTo>
                <a:lnTo>
                  <a:pt x="3113389" y="1337872"/>
                </a:lnTo>
                <a:lnTo>
                  <a:pt x="3116209" y="1339167"/>
                </a:lnTo>
                <a:lnTo>
                  <a:pt x="3119285" y="1341739"/>
                </a:lnTo>
                <a:lnTo>
                  <a:pt x="3120819" y="1344559"/>
                </a:lnTo>
                <a:lnTo>
                  <a:pt x="3120819" y="1347635"/>
                </a:lnTo>
                <a:lnTo>
                  <a:pt x="3121409" y="1350016"/>
                </a:lnTo>
                <a:lnTo>
                  <a:pt x="3122590" y="1351702"/>
                </a:lnTo>
                <a:lnTo>
                  <a:pt x="3123438" y="1353598"/>
                </a:lnTo>
                <a:lnTo>
                  <a:pt x="3123943" y="1355693"/>
                </a:lnTo>
                <a:lnTo>
                  <a:pt x="3125448" y="1356941"/>
                </a:lnTo>
                <a:lnTo>
                  <a:pt x="3127943" y="1357341"/>
                </a:lnTo>
                <a:lnTo>
                  <a:pt x="3130325" y="1357684"/>
                </a:lnTo>
                <a:lnTo>
                  <a:pt x="3132592" y="1357960"/>
                </a:lnTo>
                <a:lnTo>
                  <a:pt x="3135211" y="1359103"/>
                </a:lnTo>
                <a:lnTo>
                  <a:pt x="3138192" y="1361084"/>
                </a:lnTo>
                <a:lnTo>
                  <a:pt x="3140573" y="1362342"/>
                </a:lnTo>
                <a:lnTo>
                  <a:pt x="3142355" y="1362866"/>
                </a:lnTo>
                <a:lnTo>
                  <a:pt x="3144984" y="1365247"/>
                </a:lnTo>
                <a:lnTo>
                  <a:pt x="3148441" y="1369485"/>
                </a:lnTo>
                <a:lnTo>
                  <a:pt x="3150013" y="1373162"/>
                </a:lnTo>
                <a:lnTo>
                  <a:pt x="3149679" y="1376296"/>
                </a:lnTo>
                <a:lnTo>
                  <a:pt x="3147946" y="1378582"/>
                </a:lnTo>
                <a:lnTo>
                  <a:pt x="3144812" y="1380020"/>
                </a:lnTo>
                <a:lnTo>
                  <a:pt x="3143193" y="1380782"/>
                </a:lnTo>
                <a:lnTo>
                  <a:pt x="3142745" y="1380963"/>
                </a:lnTo>
                <a:lnTo>
                  <a:pt x="3142174" y="1381068"/>
                </a:lnTo>
                <a:lnTo>
                  <a:pt x="3140774" y="1382049"/>
                </a:lnTo>
                <a:lnTo>
                  <a:pt x="3138535" y="1383887"/>
                </a:lnTo>
                <a:lnTo>
                  <a:pt x="3136487" y="1384992"/>
                </a:lnTo>
                <a:lnTo>
                  <a:pt x="3134649" y="1385345"/>
                </a:lnTo>
                <a:lnTo>
                  <a:pt x="3132801" y="1385878"/>
                </a:lnTo>
                <a:lnTo>
                  <a:pt x="3130944" y="1386592"/>
                </a:lnTo>
                <a:lnTo>
                  <a:pt x="3128562" y="1387126"/>
                </a:lnTo>
                <a:lnTo>
                  <a:pt x="3125657" y="1387488"/>
                </a:lnTo>
                <a:lnTo>
                  <a:pt x="3123981" y="1388202"/>
                </a:lnTo>
                <a:lnTo>
                  <a:pt x="3123543" y="1389250"/>
                </a:lnTo>
                <a:lnTo>
                  <a:pt x="3123314" y="1389993"/>
                </a:lnTo>
                <a:lnTo>
                  <a:pt x="3123295" y="1390431"/>
                </a:lnTo>
                <a:lnTo>
                  <a:pt x="3123371" y="1392888"/>
                </a:lnTo>
                <a:lnTo>
                  <a:pt x="3123543" y="1397365"/>
                </a:lnTo>
                <a:lnTo>
                  <a:pt x="3123629" y="1399746"/>
                </a:lnTo>
                <a:lnTo>
                  <a:pt x="3123638" y="1400032"/>
                </a:lnTo>
                <a:lnTo>
                  <a:pt x="3123619" y="1402394"/>
                </a:lnTo>
                <a:lnTo>
                  <a:pt x="3123571" y="1406833"/>
                </a:lnTo>
                <a:lnTo>
                  <a:pt x="3123552" y="1409214"/>
                </a:lnTo>
                <a:lnTo>
                  <a:pt x="3123543" y="1409538"/>
                </a:lnTo>
                <a:lnTo>
                  <a:pt x="3123514" y="1411891"/>
                </a:lnTo>
                <a:lnTo>
                  <a:pt x="3123476" y="1416282"/>
                </a:lnTo>
                <a:lnTo>
                  <a:pt x="3123448" y="1418663"/>
                </a:lnTo>
                <a:lnTo>
                  <a:pt x="3123448" y="1419035"/>
                </a:lnTo>
                <a:lnTo>
                  <a:pt x="3123486" y="1421463"/>
                </a:lnTo>
                <a:lnTo>
                  <a:pt x="3123581" y="1425940"/>
                </a:lnTo>
                <a:lnTo>
                  <a:pt x="3123629" y="1428321"/>
                </a:lnTo>
                <a:lnTo>
                  <a:pt x="3123638" y="1428607"/>
                </a:lnTo>
                <a:lnTo>
                  <a:pt x="3123552" y="1430903"/>
                </a:lnTo>
                <a:lnTo>
                  <a:pt x="3123390" y="1435217"/>
                </a:lnTo>
                <a:lnTo>
                  <a:pt x="3123324" y="1437599"/>
                </a:lnTo>
                <a:lnTo>
                  <a:pt x="3123362" y="1438046"/>
                </a:lnTo>
                <a:lnTo>
                  <a:pt x="3123581" y="1438770"/>
                </a:lnTo>
                <a:lnTo>
                  <a:pt x="3123990" y="1439761"/>
                </a:lnTo>
                <a:lnTo>
                  <a:pt x="3126010" y="1442142"/>
                </a:lnTo>
                <a:lnTo>
                  <a:pt x="3129629" y="1445914"/>
                </a:lnTo>
                <a:lnTo>
                  <a:pt x="3132011" y="1448038"/>
                </a:lnTo>
                <a:lnTo>
                  <a:pt x="3133154" y="1448505"/>
                </a:lnTo>
                <a:lnTo>
                  <a:pt x="3134001" y="1448781"/>
                </a:lnTo>
                <a:lnTo>
                  <a:pt x="3134554" y="1448857"/>
                </a:lnTo>
                <a:lnTo>
                  <a:pt x="3136744" y="1448629"/>
                </a:lnTo>
                <a:lnTo>
                  <a:pt x="3140593" y="1448076"/>
                </a:lnTo>
                <a:lnTo>
                  <a:pt x="3142555" y="1447648"/>
                </a:lnTo>
                <a:lnTo>
                  <a:pt x="3142621" y="1447352"/>
                </a:lnTo>
                <a:lnTo>
                  <a:pt x="3142802" y="1447181"/>
                </a:lnTo>
                <a:lnTo>
                  <a:pt x="3143098" y="1447143"/>
                </a:lnTo>
                <a:lnTo>
                  <a:pt x="3143545" y="1447286"/>
                </a:lnTo>
                <a:lnTo>
                  <a:pt x="3144145" y="1447629"/>
                </a:lnTo>
                <a:lnTo>
                  <a:pt x="3146527" y="1449191"/>
                </a:lnTo>
                <a:lnTo>
                  <a:pt x="3150689" y="1451972"/>
                </a:lnTo>
                <a:lnTo>
                  <a:pt x="3153289" y="1454353"/>
                </a:lnTo>
                <a:lnTo>
                  <a:pt x="3154328" y="1456334"/>
                </a:lnTo>
                <a:lnTo>
                  <a:pt x="3154871" y="1457868"/>
                </a:lnTo>
                <a:lnTo>
                  <a:pt x="3154918" y="1458944"/>
                </a:lnTo>
                <a:lnTo>
                  <a:pt x="3154394" y="1459544"/>
                </a:lnTo>
                <a:lnTo>
                  <a:pt x="3153318" y="1459649"/>
                </a:lnTo>
                <a:lnTo>
                  <a:pt x="3152442" y="1461154"/>
                </a:lnTo>
                <a:lnTo>
                  <a:pt x="3151775" y="1464059"/>
                </a:lnTo>
                <a:lnTo>
                  <a:pt x="3150584" y="1465850"/>
                </a:lnTo>
                <a:lnTo>
                  <a:pt x="3148870" y="1466517"/>
                </a:lnTo>
                <a:lnTo>
                  <a:pt x="3147936" y="1467964"/>
                </a:lnTo>
                <a:lnTo>
                  <a:pt x="3147793" y="1470203"/>
                </a:lnTo>
                <a:lnTo>
                  <a:pt x="3146603" y="1471251"/>
                </a:lnTo>
                <a:lnTo>
                  <a:pt x="3144364" y="1471117"/>
                </a:lnTo>
                <a:lnTo>
                  <a:pt x="3142507" y="1471641"/>
                </a:lnTo>
                <a:lnTo>
                  <a:pt x="3141021" y="1472822"/>
                </a:lnTo>
                <a:lnTo>
                  <a:pt x="3138640" y="1473413"/>
                </a:lnTo>
                <a:lnTo>
                  <a:pt x="3135363" y="1473413"/>
                </a:lnTo>
                <a:lnTo>
                  <a:pt x="3132801" y="1473222"/>
                </a:lnTo>
                <a:lnTo>
                  <a:pt x="3130953" y="1472860"/>
                </a:lnTo>
                <a:lnTo>
                  <a:pt x="3128572" y="1472708"/>
                </a:lnTo>
                <a:lnTo>
                  <a:pt x="3125657" y="1472775"/>
                </a:lnTo>
                <a:lnTo>
                  <a:pt x="3122095" y="1471317"/>
                </a:lnTo>
                <a:lnTo>
                  <a:pt x="3117894" y="1468336"/>
                </a:lnTo>
                <a:lnTo>
                  <a:pt x="3115513" y="1466764"/>
                </a:lnTo>
                <a:lnTo>
                  <a:pt x="3114951" y="1466593"/>
                </a:lnTo>
                <a:lnTo>
                  <a:pt x="3114113" y="1466040"/>
                </a:lnTo>
                <a:lnTo>
                  <a:pt x="3112999" y="1465088"/>
                </a:lnTo>
                <a:lnTo>
                  <a:pt x="3110617" y="1463821"/>
                </a:lnTo>
                <a:lnTo>
                  <a:pt x="3106969" y="1462240"/>
                </a:lnTo>
                <a:lnTo>
                  <a:pt x="3104083" y="1460421"/>
                </a:lnTo>
                <a:lnTo>
                  <a:pt x="3101950" y="1458354"/>
                </a:lnTo>
                <a:lnTo>
                  <a:pt x="3100797" y="1456182"/>
                </a:lnTo>
                <a:lnTo>
                  <a:pt x="3100645" y="1453886"/>
                </a:lnTo>
                <a:lnTo>
                  <a:pt x="3099721" y="1451505"/>
                </a:lnTo>
                <a:lnTo>
                  <a:pt x="3098035" y="1449038"/>
                </a:lnTo>
                <a:lnTo>
                  <a:pt x="3097149" y="1445762"/>
                </a:lnTo>
                <a:lnTo>
                  <a:pt x="3097054" y="1441685"/>
                </a:lnTo>
                <a:lnTo>
                  <a:pt x="3096949" y="1439304"/>
                </a:lnTo>
                <a:lnTo>
                  <a:pt x="3096844" y="1438618"/>
                </a:lnTo>
                <a:lnTo>
                  <a:pt x="3096816" y="1436208"/>
                </a:lnTo>
                <a:lnTo>
                  <a:pt x="3096854" y="1432065"/>
                </a:lnTo>
                <a:lnTo>
                  <a:pt x="3096873" y="1429683"/>
                </a:lnTo>
                <a:lnTo>
                  <a:pt x="3096854" y="1429064"/>
                </a:lnTo>
                <a:lnTo>
                  <a:pt x="3096854" y="1426674"/>
                </a:lnTo>
                <a:lnTo>
                  <a:pt x="3096854" y="1422530"/>
                </a:lnTo>
                <a:lnTo>
                  <a:pt x="3096854" y="1420149"/>
                </a:lnTo>
                <a:lnTo>
                  <a:pt x="3096863" y="1419530"/>
                </a:lnTo>
                <a:lnTo>
                  <a:pt x="3096825" y="1417110"/>
                </a:lnTo>
                <a:lnTo>
                  <a:pt x="3096739" y="1412881"/>
                </a:lnTo>
                <a:lnTo>
                  <a:pt x="3096701" y="1410500"/>
                </a:lnTo>
                <a:lnTo>
                  <a:pt x="3096711" y="1409967"/>
                </a:lnTo>
                <a:lnTo>
                  <a:pt x="3096720" y="1407595"/>
                </a:lnTo>
                <a:lnTo>
                  <a:pt x="3096720" y="1403375"/>
                </a:lnTo>
                <a:lnTo>
                  <a:pt x="3096720" y="1400994"/>
                </a:lnTo>
                <a:lnTo>
                  <a:pt x="3096730" y="1400451"/>
                </a:lnTo>
                <a:lnTo>
                  <a:pt x="3096787" y="1398118"/>
                </a:lnTo>
                <a:lnTo>
                  <a:pt x="3096873" y="1394003"/>
                </a:lnTo>
                <a:lnTo>
                  <a:pt x="3096911" y="1391622"/>
                </a:lnTo>
                <a:lnTo>
                  <a:pt x="3096911" y="1390974"/>
                </a:lnTo>
                <a:lnTo>
                  <a:pt x="3096597" y="1389898"/>
                </a:lnTo>
                <a:lnTo>
                  <a:pt x="3095949" y="1388383"/>
                </a:lnTo>
                <a:lnTo>
                  <a:pt x="3093329" y="1386002"/>
                </a:lnTo>
                <a:lnTo>
                  <a:pt x="3088729" y="1382754"/>
                </a:lnTo>
                <a:lnTo>
                  <a:pt x="3086348" y="1381058"/>
                </a:lnTo>
                <a:lnTo>
                  <a:pt x="3084471" y="1378553"/>
                </a:lnTo>
                <a:lnTo>
                  <a:pt x="3081204" y="1373915"/>
                </a:lnTo>
                <a:lnTo>
                  <a:pt x="3079547" y="1369933"/>
                </a:lnTo>
                <a:lnTo>
                  <a:pt x="3079480" y="1366609"/>
                </a:lnTo>
                <a:lnTo>
                  <a:pt x="3081109" y="1364656"/>
                </a:lnTo>
                <a:lnTo>
                  <a:pt x="3084433" y="1364066"/>
                </a:lnTo>
                <a:lnTo>
                  <a:pt x="3086281" y="1363523"/>
                </a:lnTo>
                <a:lnTo>
                  <a:pt x="3086643" y="1363037"/>
                </a:lnTo>
                <a:lnTo>
                  <a:pt x="3087757" y="1362618"/>
                </a:lnTo>
                <a:lnTo>
                  <a:pt x="3089643" y="1362256"/>
                </a:lnTo>
                <a:lnTo>
                  <a:pt x="3090986" y="1361218"/>
                </a:lnTo>
                <a:lnTo>
                  <a:pt x="3091796" y="1359503"/>
                </a:lnTo>
                <a:lnTo>
                  <a:pt x="3093053" y="1358532"/>
                </a:lnTo>
                <a:lnTo>
                  <a:pt x="3094768" y="1358294"/>
                </a:lnTo>
                <a:lnTo>
                  <a:pt x="3095892" y="1357036"/>
                </a:lnTo>
                <a:lnTo>
                  <a:pt x="3096435" y="1354769"/>
                </a:lnTo>
                <a:lnTo>
                  <a:pt x="3096768" y="1353360"/>
                </a:lnTo>
                <a:lnTo>
                  <a:pt x="3096892" y="1352817"/>
                </a:lnTo>
                <a:lnTo>
                  <a:pt x="3096997" y="1350540"/>
                </a:lnTo>
                <a:lnTo>
                  <a:pt x="3097082" y="1346530"/>
                </a:lnTo>
                <a:lnTo>
                  <a:pt x="3097806" y="1344149"/>
                </a:lnTo>
                <a:lnTo>
                  <a:pt x="3099149" y="1343396"/>
                </a:lnTo>
                <a:lnTo>
                  <a:pt x="3099940" y="1341806"/>
                </a:lnTo>
                <a:lnTo>
                  <a:pt x="3100149" y="1339358"/>
                </a:lnTo>
                <a:close/>
                <a:moveTo>
                  <a:pt x="1711900" y="1358551"/>
                </a:moveTo>
                <a:lnTo>
                  <a:pt x="1713633" y="1358446"/>
                </a:lnTo>
                <a:lnTo>
                  <a:pt x="1716119" y="1358541"/>
                </a:lnTo>
                <a:lnTo>
                  <a:pt x="1719348" y="1358856"/>
                </a:lnTo>
                <a:lnTo>
                  <a:pt x="1721729" y="1358951"/>
                </a:lnTo>
                <a:lnTo>
                  <a:pt x="1723263" y="1358837"/>
                </a:lnTo>
                <a:lnTo>
                  <a:pt x="1725101" y="1359599"/>
                </a:lnTo>
                <a:lnTo>
                  <a:pt x="1727235" y="1361246"/>
                </a:lnTo>
                <a:lnTo>
                  <a:pt x="1729616" y="1362380"/>
                </a:lnTo>
                <a:lnTo>
                  <a:pt x="1732245" y="1362999"/>
                </a:lnTo>
                <a:lnTo>
                  <a:pt x="1734341" y="1363790"/>
                </a:lnTo>
                <a:lnTo>
                  <a:pt x="1735931" y="1364761"/>
                </a:lnTo>
                <a:lnTo>
                  <a:pt x="1738313" y="1365533"/>
                </a:lnTo>
                <a:lnTo>
                  <a:pt x="1741484" y="1366085"/>
                </a:lnTo>
                <a:lnTo>
                  <a:pt x="1744380" y="1367666"/>
                </a:lnTo>
                <a:lnTo>
                  <a:pt x="1747009" y="1370295"/>
                </a:lnTo>
                <a:lnTo>
                  <a:pt x="1749390" y="1372533"/>
                </a:lnTo>
                <a:lnTo>
                  <a:pt x="1751524" y="1374391"/>
                </a:lnTo>
                <a:lnTo>
                  <a:pt x="1754048" y="1376772"/>
                </a:lnTo>
                <a:lnTo>
                  <a:pt x="1756953" y="1379677"/>
                </a:lnTo>
                <a:lnTo>
                  <a:pt x="1758753" y="1382925"/>
                </a:lnTo>
                <a:lnTo>
                  <a:pt x="1759458" y="1386535"/>
                </a:lnTo>
                <a:lnTo>
                  <a:pt x="1760172" y="1388916"/>
                </a:lnTo>
                <a:lnTo>
                  <a:pt x="1760906" y="1390069"/>
                </a:lnTo>
                <a:lnTo>
                  <a:pt x="1761487" y="1391164"/>
                </a:lnTo>
                <a:lnTo>
                  <a:pt x="1761915" y="1392184"/>
                </a:lnTo>
                <a:lnTo>
                  <a:pt x="1763668" y="1394565"/>
                </a:lnTo>
                <a:lnTo>
                  <a:pt x="1766745" y="1398308"/>
                </a:lnTo>
                <a:lnTo>
                  <a:pt x="1768288" y="1401718"/>
                </a:lnTo>
                <a:lnTo>
                  <a:pt x="1768288" y="1404795"/>
                </a:lnTo>
                <a:lnTo>
                  <a:pt x="1768592" y="1407176"/>
                </a:lnTo>
                <a:lnTo>
                  <a:pt x="1769202" y="1408862"/>
                </a:lnTo>
                <a:lnTo>
                  <a:pt x="1769507" y="1411548"/>
                </a:lnTo>
                <a:lnTo>
                  <a:pt x="1769507" y="1415234"/>
                </a:lnTo>
                <a:lnTo>
                  <a:pt x="1768945" y="1417615"/>
                </a:lnTo>
                <a:lnTo>
                  <a:pt x="1767821" y="1418692"/>
                </a:lnTo>
                <a:lnTo>
                  <a:pt x="1767249" y="1420511"/>
                </a:lnTo>
                <a:lnTo>
                  <a:pt x="1767249" y="1423073"/>
                </a:lnTo>
                <a:lnTo>
                  <a:pt x="1765973" y="1424349"/>
                </a:lnTo>
                <a:lnTo>
                  <a:pt x="1763411" y="1424349"/>
                </a:lnTo>
                <a:lnTo>
                  <a:pt x="1761649" y="1424978"/>
                </a:lnTo>
                <a:lnTo>
                  <a:pt x="1760696" y="1426226"/>
                </a:lnTo>
                <a:lnTo>
                  <a:pt x="1758315" y="1426845"/>
                </a:lnTo>
                <a:lnTo>
                  <a:pt x="1754505" y="1426845"/>
                </a:lnTo>
                <a:lnTo>
                  <a:pt x="1752171" y="1426893"/>
                </a:lnTo>
                <a:lnTo>
                  <a:pt x="1751305" y="1426978"/>
                </a:lnTo>
                <a:lnTo>
                  <a:pt x="1748923" y="1427016"/>
                </a:lnTo>
                <a:lnTo>
                  <a:pt x="1745028" y="1427016"/>
                </a:lnTo>
                <a:lnTo>
                  <a:pt x="1742637" y="1427007"/>
                </a:lnTo>
                <a:lnTo>
                  <a:pt x="1741751" y="1426988"/>
                </a:lnTo>
                <a:lnTo>
                  <a:pt x="1739370" y="1426978"/>
                </a:lnTo>
                <a:lnTo>
                  <a:pt x="1735493" y="1426978"/>
                </a:lnTo>
                <a:lnTo>
                  <a:pt x="1733112" y="1426988"/>
                </a:lnTo>
                <a:lnTo>
                  <a:pt x="1732236" y="1426997"/>
                </a:lnTo>
                <a:lnTo>
                  <a:pt x="1729854" y="1426978"/>
                </a:lnTo>
                <a:lnTo>
                  <a:pt x="1725968" y="1426940"/>
                </a:lnTo>
                <a:lnTo>
                  <a:pt x="1723577" y="1426931"/>
                </a:lnTo>
                <a:lnTo>
                  <a:pt x="1722692" y="1426959"/>
                </a:lnTo>
                <a:lnTo>
                  <a:pt x="1720310" y="1426997"/>
                </a:lnTo>
                <a:lnTo>
                  <a:pt x="1716434" y="1427036"/>
                </a:lnTo>
                <a:lnTo>
                  <a:pt x="1714081" y="1427055"/>
                </a:lnTo>
                <a:lnTo>
                  <a:pt x="1713243" y="1427064"/>
                </a:lnTo>
                <a:lnTo>
                  <a:pt x="1710861" y="1427093"/>
                </a:lnTo>
                <a:lnTo>
                  <a:pt x="1706937" y="1427131"/>
                </a:lnTo>
                <a:lnTo>
                  <a:pt x="1704546" y="1427121"/>
                </a:lnTo>
                <a:lnTo>
                  <a:pt x="1703699" y="1427074"/>
                </a:lnTo>
                <a:lnTo>
                  <a:pt x="1701317" y="1427045"/>
                </a:lnTo>
                <a:lnTo>
                  <a:pt x="1697403" y="1427045"/>
                </a:lnTo>
                <a:lnTo>
                  <a:pt x="1695098" y="1427121"/>
                </a:lnTo>
                <a:lnTo>
                  <a:pt x="1694402" y="1427274"/>
                </a:lnTo>
                <a:lnTo>
                  <a:pt x="1693783" y="1427702"/>
                </a:lnTo>
                <a:lnTo>
                  <a:pt x="1693231" y="1428398"/>
                </a:lnTo>
                <a:lnTo>
                  <a:pt x="1693240" y="1430788"/>
                </a:lnTo>
                <a:lnTo>
                  <a:pt x="1693802" y="1434875"/>
                </a:lnTo>
                <a:lnTo>
                  <a:pt x="1694193" y="1437256"/>
                </a:lnTo>
                <a:lnTo>
                  <a:pt x="1694393" y="1437932"/>
                </a:lnTo>
                <a:lnTo>
                  <a:pt x="1694736" y="1438466"/>
                </a:lnTo>
                <a:lnTo>
                  <a:pt x="1695212" y="1438837"/>
                </a:lnTo>
                <a:lnTo>
                  <a:pt x="1695917" y="1439304"/>
                </a:lnTo>
                <a:lnTo>
                  <a:pt x="1696841" y="1439856"/>
                </a:lnTo>
                <a:lnTo>
                  <a:pt x="1699222" y="1440542"/>
                </a:lnTo>
                <a:lnTo>
                  <a:pt x="1703060" y="1441352"/>
                </a:lnTo>
                <a:lnTo>
                  <a:pt x="1707290" y="1443266"/>
                </a:lnTo>
                <a:lnTo>
                  <a:pt x="1711909" y="1446286"/>
                </a:lnTo>
                <a:lnTo>
                  <a:pt x="1714290" y="1447819"/>
                </a:lnTo>
                <a:lnTo>
                  <a:pt x="1716957" y="1448152"/>
                </a:lnTo>
                <a:lnTo>
                  <a:pt x="1721672" y="1448638"/>
                </a:lnTo>
                <a:lnTo>
                  <a:pt x="1724301" y="1448895"/>
                </a:lnTo>
                <a:lnTo>
                  <a:pt x="1724863" y="1448914"/>
                </a:lnTo>
                <a:lnTo>
                  <a:pt x="1727244" y="1448667"/>
                </a:lnTo>
                <a:lnTo>
                  <a:pt x="1731445" y="1448162"/>
                </a:lnTo>
                <a:lnTo>
                  <a:pt x="1733569" y="1447905"/>
                </a:lnTo>
                <a:lnTo>
                  <a:pt x="1734036" y="1445828"/>
                </a:lnTo>
                <a:lnTo>
                  <a:pt x="1734798" y="1441885"/>
                </a:lnTo>
                <a:lnTo>
                  <a:pt x="1737160" y="1439847"/>
                </a:lnTo>
                <a:lnTo>
                  <a:pt x="1741103" y="1439732"/>
                </a:lnTo>
                <a:lnTo>
                  <a:pt x="1743370" y="1439618"/>
                </a:lnTo>
                <a:lnTo>
                  <a:pt x="1743961" y="1439513"/>
                </a:lnTo>
                <a:lnTo>
                  <a:pt x="1746342" y="1439180"/>
                </a:lnTo>
                <a:lnTo>
                  <a:pt x="1750514" y="1438637"/>
                </a:lnTo>
                <a:lnTo>
                  <a:pt x="1754743" y="1440723"/>
                </a:lnTo>
                <a:lnTo>
                  <a:pt x="1759020" y="1445438"/>
                </a:lnTo>
                <a:lnTo>
                  <a:pt x="1761087" y="1449867"/>
                </a:lnTo>
                <a:lnTo>
                  <a:pt x="1760944" y="1454010"/>
                </a:lnTo>
                <a:lnTo>
                  <a:pt x="1760458" y="1456392"/>
                </a:lnTo>
                <a:lnTo>
                  <a:pt x="1759610" y="1457011"/>
                </a:lnTo>
                <a:lnTo>
                  <a:pt x="1759134" y="1458916"/>
                </a:lnTo>
                <a:lnTo>
                  <a:pt x="1759010" y="1462088"/>
                </a:lnTo>
                <a:lnTo>
                  <a:pt x="1757363" y="1463621"/>
                </a:lnTo>
                <a:lnTo>
                  <a:pt x="1754191" y="1463507"/>
                </a:lnTo>
                <a:lnTo>
                  <a:pt x="1752219" y="1463916"/>
                </a:lnTo>
                <a:lnTo>
                  <a:pt x="1751447" y="1464850"/>
                </a:lnTo>
                <a:lnTo>
                  <a:pt x="1749066" y="1465545"/>
                </a:lnTo>
                <a:lnTo>
                  <a:pt x="1745075" y="1466012"/>
                </a:lnTo>
                <a:lnTo>
                  <a:pt x="1742904" y="1466231"/>
                </a:lnTo>
                <a:lnTo>
                  <a:pt x="1742561" y="1466183"/>
                </a:lnTo>
                <a:lnTo>
                  <a:pt x="1741894" y="1466336"/>
                </a:lnTo>
                <a:lnTo>
                  <a:pt x="1740903" y="1466679"/>
                </a:lnTo>
                <a:lnTo>
                  <a:pt x="1739789" y="1467945"/>
                </a:lnTo>
                <a:lnTo>
                  <a:pt x="1738560" y="1470146"/>
                </a:lnTo>
                <a:lnTo>
                  <a:pt x="1736846" y="1471308"/>
                </a:lnTo>
                <a:lnTo>
                  <a:pt x="1734645" y="1471422"/>
                </a:lnTo>
                <a:lnTo>
                  <a:pt x="1732798" y="1471955"/>
                </a:lnTo>
                <a:lnTo>
                  <a:pt x="1731283" y="1472889"/>
                </a:lnTo>
                <a:lnTo>
                  <a:pt x="1728902" y="1473356"/>
                </a:lnTo>
                <a:lnTo>
                  <a:pt x="1725654" y="1473356"/>
                </a:lnTo>
                <a:lnTo>
                  <a:pt x="1723244" y="1473337"/>
                </a:lnTo>
                <a:lnTo>
                  <a:pt x="1721682" y="1473279"/>
                </a:lnTo>
                <a:lnTo>
                  <a:pt x="1719301" y="1473279"/>
                </a:lnTo>
                <a:lnTo>
                  <a:pt x="1716100" y="1473337"/>
                </a:lnTo>
                <a:lnTo>
                  <a:pt x="1713024" y="1472641"/>
                </a:lnTo>
                <a:lnTo>
                  <a:pt x="1710061" y="1471193"/>
                </a:lnTo>
                <a:lnTo>
                  <a:pt x="1707680" y="1470460"/>
                </a:lnTo>
                <a:lnTo>
                  <a:pt x="1705880" y="1470460"/>
                </a:lnTo>
                <a:lnTo>
                  <a:pt x="1703927" y="1469555"/>
                </a:lnTo>
                <a:lnTo>
                  <a:pt x="1701832" y="1467755"/>
                </a:lnTo>
                <a:lnTo>
                  <a:pt x="1699450" y="1466517"/>
                </a:lnTo>
                <a:lnTo>
                  <a:pt x="1696783" y="1465859"/>
                </a:lnTo>
                <a:lnTo>
                  <a:pt x="1694002" y="1464412"/>
                </a:lnTo>
                <a:lnTo>
                  <a:pt x="1691097" y="1462173"/>
                </a:lnTo>
                <a:lnTo>
                  <a:pt x="1688716" y="1460916"/>
                </a:lnTo>
                <a:lnTo>
                  <a:pt x="1686858" y="1460640"/>
                </a:lnTo>
                <a:lnTo>
                  <a:pt x="1685096" y="1459706"/>
                </a:lnTo>
                <a:lnTo>
                  <a:pt x="1683449" y="1458116"/>
                </a:lnTo>
                <a:lnTo>
                  <a:pt x="1681067" y="1455830"/>
                </a:lnTo>
                <a:lnTo>
                  <a:pt x="1677953" y="1452829"/>
                </a:lnTo>
                <a:lnTo>
                  <a:pt x="1675448" y="1450448"/>
                </a:lnTo>
                <a:lnTo>
                  <a:pt x="1673543" y="1448686"/>
                </a:lnTo>
                <a:lnTo>
                  <a:pt x="1672457" y="1446714"/>
                </a:lnTo>
                <a:lnTo>
                  <a:pt x="1672199" y="1444552"/>
                </a:lnTo>
                <a:lnTo>
                  <a:pt x="1671171" y="1442171"/>
                </a:lnTo>
                <a:lnTo>
                  <a:pt x="1669380" y="1439570"/>
                </a:lnTo>
                <a:lnTo>
                  <a:pt x="1668085" y="1436075"/>
                </a:lnTo>
                <a:lnTo>
                  <a:pt x="1667275" y="1431684"/>
                </a:lnTo>
                <a:lnTo>
                  <a:pt x="1666713" y="1429302"/>
                </a:lnTo>
                <a:lnTo>
                  <a:pt x="1666399" y="1428931"/>
                </a:lnTo>
                <a:lnTo>
                  <a:pt x="1666227" y="1428579"/>
                </a:lnTo>
                <a:lnTo>
                  <a:pt x="1666208" y="1428236"/>
                </a:lnTo>
                <a:lnTo>
                  <a:pt x="1665094" y="1425854"/>
                </a:lnTo>
                <a:lnTo>
                  <a:pt x="1662875" y="1421435"/>
                </a:lnTo>
                <a:lnTo>
                  <a:pt x="1661770" y="1417949"/>
                </a:lnTo>
                <a:lnTo>
                  <a:pt x="1661770" y="1415396"/>
                </a:lnTo>
                <a:lnTo>
                  <a:pt x="1662017" y="1413015"/>
                </a:lnTo>
                <a:lnTo>
                  <a:pt x="1662494" y="1410805"/>
                </a:lnTo>
                <a:lnTo>
                  <a:pt x="1662779" y="1408709"/>
                </a:lnTo>
                <a:lnTo>
                  <a:pt x="1662865" y="1406728"/>
                </a:lnTo>
                <a:lnTo>
                  <a:pt x="1663903" y="1405138"/>
                </a:lnTo>
                <a:lnTo>
                  <a:pt x="1665884" y="1403947"/>
                </a:lnTo>
                <a:lnTo>
                  <a:pt x="1666980" y="1402661"/>
                </a:lnTo>
                <a:lnTo>
                  <a:pt x="1667180" y="1401270"/>
                </a:lnTo>
                <a:lnTo>
                  <a:pt x="1667294" y="1400480"/>
                </a:lnTo>
                <a:lnTo>
                  <a:pt x="1667494" y="1398070"/>
                </a:lnTo>
                <a:lnTo>
                  <a:pt x="1667818" y="1393860"/>
                </a:lnTo>
                <a:lnTo>
                  <a:pt x="1668199" y="1391479"/>
                </a:lnTo>
                <a:lnTo>
                  <a:pt x="1668647" y="1390926"/>
                </a:lnTo>
                <a:lnTo>
                  <a:pt x="1668904" y="1388802"/>
                </a:lnTo>
                <a:lnTo>
                  <a:pt x="1668961" y="1385097"/>
                </a:lnTo>
                <a:lnTo>
                  <a:pt x="1670847" y="1383078"/>
                </a:lnTo>
                <a:lnTo>
                  <a:pt x="1674552" y="1382763"/>
                </a:lnTo>
                <a:lnTo>
                  <a:pt x="1676610" y="1382439"/>
                </a:lnTo>
                <a:lnTo>
                  <a:pt x="1677019" y="1382116"/>
                </a:lnTo>
                <a:lnTo>
                  <a:pt x="1677305" y="1381744"/>
                </a:lnTo>
                <a:lnTo>
                  <a:pt x="1677467" y="1381335"/>
                </a:lnTo>
                <a:lnTo>
                  <a:pt x="1677724" y="1379210"/>
                </a:lnTo>
                <a:lnTo>
                  <a:pt x="1678076" y="1375372"/>
                </a:lnTo>
                <a:lnTo>
                  <a:pt x="1680172" y="1373305"/>
                </a:lnTo>
                <a:lnTo>
                  <a:pt x="1684010" y="1373000"/>
                </a:lnTo>
                <a:lnTo>
                  <a:pt x="1686116" y="1372733"/>
                </a:lnTo>
                <a:lnTo>
                  <a:pt x="1686497" y="1372476"/>
                </a:lnTo>
                <a:lnTo>
                  <a:pt x="1686906" y="1372172"/>
                </a:lnTo>
                <a:lnTo>
                  <a:pt x="1687344" y="1371791"/>
                </a:lnTo>
                <a:lnTo>
                  <a:pt x="1687801" y="1369866"/>
                </a:lnTo>
                <a:lnTo>
                  <a:pt x="1688287" y="1366409"/>
                </a:lnTo>
                <a:lnTo>
                  <a:pt x="1690259" y="1364647"/>
                </a:lnTo>
                <a:lnTo>
                  <a:pt x="1693716" y="1364590"/>
                </a:lnTo>
                <a:lnTo>
                  <a:pt x="1695793" y="1364285"/>
                </a:lnTo>
                <a:lnTo>
                  <a:pt x="1696469" y="1363723"/>
                </a:lnTo>
                <a:lnTo>
                  <a:pt x="1698850" y="1363228"/>
                </a:lnTo>
                <a:lnTo>
                  <a:pt x="1702937" y="1362808"/>
                </a:lnTo>
                <a:lnTo>
                  <a:pt x="1705127" y="1362627"/>
                </a:lnTo>
                <a:lnTo>
                  <a:pt x="1705432" y="1362666"/>
                </a:lnTo>
                <a:lnTo>
                  <a:pt x="1706232" y="1362532"/>
                </a:lnTo>
                <a:lnTo>
                  <a:pt x="1707509" y="1362227"/>
                </a:lnTo>
                <a:lnTo>
                  <a:pt x="1708871" y="1361208"/>
                </a:lnTo>
                <a:lnTo>
                  <a:pt x="1710319" y="1359475"/>
                </a:lnTo>
                <a:close/>
                <a:moveTo>
                  <a:pt x="1949053" y="1357427"/>
                </a:moveTo>
                <a:lnTo>
                  <a:pt x="1951434" y="1357674"/>
                </a:lnTo>
                <a:lnTo>
                  <a:pt x="1953749" y="1358865"/>
                </a:lnTo>
                <a:lnTo>
                  <a:pt x="1956006" y="1360999"/>
                </a:lnTo>
                <a:lnTo>
                  <a:pt x="1958388" y="1362847"/>
                </a:lnTo>
                <a:lnTo>
                  <a:pt x="1960893" y="1364380"/>
                </a:lnTo>
                <a:lnTo>
                  <a:pt x="1963464" y="1366761"/>
                </a:lnTo>
                <a:lnTo>
                  <a:pt x="1966093" y="1369990"/>
                </a:lnTo>
                <a:lnTo>
                  <a:pt x="1967351" y="1372848"/>
                </a:lnTo>
                <a:lnTo>
                  <a:pt x="1967217" y="1375353"/>
                </a:lnTo>
                <a:lnTo>
                  <a:pt x="1967294" y="1377734"/>
                </a:lnTo>
                <a:lnTo>
                  <a:pt x="1967589" y="1379992"/>
                </a:lnTo>
                <a:lnTo>
                  <a:pt x="1967741" y="1382525"/>
                </a:lnTo>
                <a:lnTo>
                  <a:pt x="1967741" y="1385316"/>
                </a:lnTo>
                <a:lnTo>
                  <a:pt x="1967675" y="1387697"/>
                </a:lnTo>
                <a:lnTo>
                  <a:pt x="1967532" y="1389669"/>
                </a:lnTo>
                <a:lnTo>
                  <a:pt x="1967598" y="1392117"/>
                </a:lnTo>
                <a:lnTo>
                  <a:pt x="1967875" y="1395051"/>
                </a:lnTo>
                <a:lnTo>
                  <a:pt x="1968008" y="1397432"/>
                </a:lnTo>
                <a:lnTo>
                  <a:pt x="1968008" y="1399261"/>
                </a:lnTo>
                <a:lnTo>
                  <a:pt x="1968046" y="1401680"/>
                </a:lnTo>
                <a:lnTo>
                  <a:pt x="1968132" y="1404690"/>
                </a:lnTo>
                <a:lnTo>
                  <a:pt x="1968170" y="1407071"/>
                </a:lnTo>
                <a:lnTo>
                  <a:pt x="1968170" y="1408824"/>
                </a:lnTo>
                <a:lnTo>
                  <a:pt x="1968208" y="1411243"/>
                </a:lnTo>
                <a:lnTo>
                  <a:pt x="1968284" y="1414329"/>
                </a:lnTo>
                <a:lnTo>
                  <a:pt x="1968303" y="1416710"/>
                </a:lnTo>
                <a:lnTo>
                  <a:pt x="1968256" y="1418387"/>
                </a:lnTo>
                <a:lnTo>
                  <a:pt x="1968198" y="1420701"/>
                </a:lnTo>
                <a:lnTo>
                  <a:pt x="1968113" y="1423664"/>
                </a:lnTo>
                <a:lnTo>
                  <a:pt x="1968075" y="1426045"/>
                </a:lnTo>
                <a:lnTo>
                  <a:pt x="1968075" y="1427845"/>
                </a:lnTo>
                <a:lnTo>
                  <a:pt x="1968113" y="1430274"/>
                </a:lnTo>
                <a:lnTo>
                  <a:pt x="1968198" y="1433312"/>
                </a:lnTo>
                <a:lnTo>
                  <a:pt x="1968303" y="1435694"/>
                </a:lnTo>
                <a:lnTo>
                  <a:pt x="1968437" y="1437418"/>
                </a:lnTo>
                <a:lnTo>
                  <a:pt x="1968427" y="1439789"/>
                </a:lnTo>
                <a:lnTo>
                  <a:pt x="1968265" y="1442809"/>
                </a:lnTo>
                <a:lnTo>
                  <a:pt x="1968227" y="1445190"/>
                </a:lnTo>
                <a:lnTo>
                  <a:pt x="1968313" y="1446933"/>
                </a:lnTo>
                <a:lnTo>
                  <a:pt x="1968351" y="1449353"/>
                </a:lnTo>
                <a:lnTo>
                  <a:pt x="1968351" y="1452448"/>
                </a:lnTo>
                <a:lnTo>
                  <a:pt x="1968313" y="1454829"/>
                </a:lnTo>
                <a:lnTo>
                  <a:pt x="1968227" y="1456496"/>
                </a:lnTo>
                <a:lnTo>
                  <a:pt x="1968227" y="1458868"/>
                </a:lnTo>
                <a:lnTo>
                  <a:pt x="1968303" y="1461973"/>
                </a:lnTo>
                <a:lnTo>
                  <a:pt x="1966798" y="1464107"/>
                </a:lnTo>
                <a:lnTo>
                  <a:pt x="1963693" y="1465278"/>
                </a:lnTo>
                <a:lnTo>
                  <a:pt x="1962064" y="1466021"/>
                </a:lnTo>
                <a:lnTo>
                  <a:pt x="1961883" y="1466336"/>
                </a:lnTo>
                <a:lnTo>
                  <a:pt x="1961464" y="1466583"/>
                </a:lnTo>
                <a:lnTo>
                  <a:pt x="1960797" y="1466764"/>
                </a:lnTo>
                <a:lnTo>
                  <a:pt x="1959588" y="1467926"/>
                </a:lnTo>
                <a:lnTo>
                  <a:pt x="1957816" y="1470079"/>
                </a:lnTo>
                <a:lnTo>
                  <a:pt x="1955854" y="1471155"/>
                </a:lnTo>
                <a:lnTo>
                  <a:pt x="1953701" y="1471155"/>
                </a:lnTo>
                <a:lnTo>
                  <a:pt x="1951234" y="1470079"/>
                </a:lnTo>
                <a:lnTo>
                  <a:pt x="1948463" y="1467926"/>
                </a:lnTo>
                <a:lnTo>
                  <a:pt x="1946081" y="1465450"/>
                </a:lnTo>
                <a:lnTo>
                  <a:pt x="1944091" y="1462649"/>
                </a:lnTo>
                <a:lnTo>
                  <a:pt x="1942433" y="1460268"/>
                </a:lnTo>
                <a:lnTo>
                  <a:pt x="1941100" y="1458306"/>
                </a:lnTo>
                <a:lnTo>
                  <a:pt x="1940462" y="1456687"/>
                </a:lnTo>
                <a:lnTo>
                  <a:pt x="1940509" y="1455401"/>
                </a:lnTo>
                <a:lnTo>
                  <a:pt x="1940471" y="1453020"/>
                </a:lnTo>
                <a:lnTo>
                  <a:pt x="1940338" y="1449543"/>
                </a:lnTo>
                <a:lnTo>
                  <a:pt x="1940252" y="1447067"/>
                </a:lnTo>
                <a:lnTo>
                  <a:pt x="1940195" y="1445600"/>
                </a:lnTo>
                <a:lnTo>
                  <a:pt x="1940233" y="1443218"/>
                </a:lnTo>
                <a:lnTo>
                  <a:pt x="1940366" y="1439923"/>
                </a:lnTo>
                <a:lnTo>
                  <a:pt x="1940404" y="1437580"/>
                </a:lnTo>
                <a:lnTo>
                  <a:pt x="1940347" y="1436189"/>
                </a:lnTo>
                <a:lnTo>
                  <a:pt x="1940195" y="1433808"/>
                </a:lnTo>
                <a:lnTo>
                  <a:pt x="1939928" y="1430436"/>
                </a:lnTo>
                <a:lnTo>
                  <a:pt x="1939804" y="1427921"/>
                </a:lnTo>
                <a:lnTo>
                  <a:pt x="1939804" y="1426274"/>
                </a:lnTo>
                <a:lnTo>
                  <a:pt x="1939747" y="1423892"/>
                </a:lnTo>
                <a:lnTo>
                  <a:pt x="1939633" y="1420778"/>
                </a:lnTo>
                <a:lnTo>
                  <a:pt x="1939576" y="1418339"/>
                </a:lnTo>
                <a:lnTo>
                  <a:pt x="1939576" y="1416577"/>
                </a:lnTo>
                <a:lnTo>
                  <a:pt x="1939576" y="1414196"/>
                </a:lnTo>
                <a:lnTo>
                  <a:pt x="1939576" y="1411195"/>
                </a:lnTo>
                <a:lnTo>
                  <a:pt x="1939538" y="1408786"/>
                </a:lnTo>
                <a:lnTo>
                  <a:pt x="1939471" y="1406957"/>
                </a:lnTo>
                <a:lnTo>
                  <a:pt x="1939433" y="1404576"/>
                </a:lnTo>
                <a:lnTo>
                  <a:pt x="1939433" y="1401642"/>
                </a:lnTo>
                <a:lnTo>
                  <a:pt x="1939404" y="1399223"/>
                </a:lnTo>
                <a:lnTo>
                  <a:pt x="1939328" y="1397318"/>
                </a:lnTo>
                <a:lnTo>
                  <a:pt x="1939290" y="1394936"/>
                </a:lnTo>
                <a:lnTo>
                  <a:pt x="1939290" y="1392079"/>
                </a:lnTo>
                <a:lnTo>
                  <a:pt x="1939290" y="1389698"/>
                </a:lnTo>
                <a:lnTo>
                  <a:pt x="1939290" y="1387793"/>
                </a:lnTo>
                <a:lnTo>
                  <a:pt x="1939347" y="1385411"/>
                </a:lnTo>
                <a:lnTo>
                  <a:pt x="1939471" y="1382554"/>
                </a:lnTo>
                <a:lnTo>
                  <a:pt x="1939528" y="1380230"/>
                </a:lnTo>
                <a:lnTo>
                  <a:pt x="1939528" y="1378448"/>
                </a:lnTo>
                <a:lnTo>
                  <a:pt x="1939661" y="1376067"/>
                </a:lnTo>
                <a:lnTo>
                  <a:pt x="1939938" y="1373086"/>
                </a:lnTo>
                <a:lnTo>
                  <a:pt x="1940033" y="1370809"/>
                </a:lnTo>
                <a:lnTo>
                  <a:pt x="1939957" y="1369219"/>
                </a:lnTo>
                <a:lnTo>
                  <a:pt x="1940719" y="1368238"/>
                </a:lnTo>
                <a:lnTo>
                  <a:pt x="1942309" y="1367866"/>
                </a:lnTo>
                <a:lnTo>
                  <a:pt x="1943310" y="1366485"/>
                </a:lnTo>
                <a:lnTo>
                  <a:pt x="1943738" y="1364113"/>
                </a:lnTo>
                <a:lnTo>
                  <a:pt x="1944995" y="1362713"/>
                </a:lnTo>
                <a:lnTo>
                  <a:pt x="1947072" y="1362285"/>
                </a:lnTo>
                <a:lnTo>
                  <a:pt x="1948053" y="1360884"/>
                </a:lnTo>
                <a:lnTo>
                  <a:pt x="1947929" y="1358503"/>
                </a:lnTo>
                <a:close/>
                <a:moveTo>
                  <a:pt x="2046580" y="1360303"/>
                </a:moveTo>
                <a:lnTo>
                  <a:pt x="2047446" y="1360218"/>
                </a:lnTo>
                <a:lnTo>
                  <a:pt x="2049780" y="1360170"/>
                </a:lnTo>
                <a:lnTo>
                  <a:pt x="2053590" y="1360170"/>
                </a:lnTo>
                <a:lnTo>
                  <a:pt x="2055971" y="1360189"/>
                </a:lnTo>
                <a:lnTo>
                  <a:pt x="2056924" y="1360237"/>
                </a:lnTo>
                <a:lnTo>
                  <a:pt x="2058353" y="1360713"/>
                </a:lnTo>
                <a:lnTo>
                  <a:pt x="2060258" y="1361618"/>
                </a:lnTo>
                <a:lnTo>
                  <a:pt x="2062639" y="1362237"/>
                </a:lnTo>
                <a:lnTo>
                  <a:pt x="2065496" y="1362561"/>
                </a:lnTo>
                <a:lnTo>
                  <a:pt x="2067135" y="1362770"/>
                </a:lnTo>
                <a:lnTo>
                  <a:pt x="2067554" y="1362866"/>
                </a:lnTo>
                <a:lnTo>
                  <a:pt x="2069935" y="1363237"/>
                </a:lnTo>
                <a:lnTo>
                  <a:pt x="2074278" y="1363894"/>
                </a:lnTo>
                <a:lnTo>
                  <a:pt x="2078793" y="1366066"/>
                </a:lnTo>
                <a:lnTo>
                  <a:pt x="2083479" y="1369752"/>
                </a:lnTo>
                <a:lnTo>
                  <a:pt x="2085861" y="1371638"/>
                </a:lnTo>
                <a:lnTo>
                  <a:pt x="2088032" y="1374096"/>
                </a:lnTo>
                <a:lnTo>
                  <a:pt x="2092138" y="1378782"/>
                </a:lnTo>
                <a:lnTo>
                  <a:pt x="2094252" y="1383240"/>
                </a:lnTo>
                <a:lnTo>
                  <a:pt x="2094367" y="1387459"/>
                </a:lnTo>
                <a:lnTo>
                  <a:pt x="2094147" y="1389840"/>
                </a:lnTo>
                <a:lnTo>
                  <a:pt x="2093595" y="1390383"/>
                </a:lnTo>
                <a:lnTo>
                  <a:pt x="2092985" y="1392145"/>
                </a:lnTo>
                <a:lnTo>
                  <a:pt x="2092300" y="1395136"/>
                </a:lnTo>
                <a:lnTo>
                  <a:pt x="2090461" y="1396536"/>
                </a:lnTo>
                <a:lnTo>
                  <a:pt x="2087470" y="1396336"/>
                </a:lnTo>
                <a:lnTo>
                  <a:pt x="2083822" y="1395070"/>
                </a:lnTo>
                <a:lnTo>
                  <a:pt x="2079508" y="1392726"/>
                </a:lnTo>
                <a:lnTo>
                  <a:pt x="2077126" y="1391526"/>
                </a:lnTo>
                <a:lnTo>
                  <a:pt x="2076679" y="1391469"/>
                </a:lnTo>
                <a:lnTo>
                  <a:pt x="2076212" y="1391250"/>
                </a:lnTo>
                <a:lnTo>
                  <a:pt x="2075736" y="1390850"/>
                </a:lnTo>
                <a:lnTo>
                  <a:pt x="2073354" y="1389736"/>
                </a:lnTo>
                <a:lnTo>
                  <a:pt x="2069068" y="1387916"/>
                </a:lnTo>
                <a:lnTo>
                  <a:pt x="2065211" y="1386202"/>
                </a:lnTo>
                <a:lnTo>
                  <a:pt x="2061782" y="1384592"/>
                </a:lnTo>
                <a:lnTo>
                  <a:pt x="2059400" y="1383792"/>
                </a:lnTo>
                <a:lnTo>
                  <a:pt x="2058067" y="1383792"/>
                </a:lnTo>
                <a:lnTo>
                  <a:pt x="2055866" y="1383973"/>
                </a:lnTo>
                <a:lnTo>
                  <a:pt x="2052809" y="1384344"/>
                </a:lnTo>
                <a:lnTo>
                  <a:pt x="2050428" y="1384630"/>
                </a:lnTo>
                <a:lnTo>
                  <a:pt x="2048723" y="1384830"/>
                </a:lnTo>
                <a:lnTo>
                  <a:pt x="2047199" y="1385687"/>
                </a:lnTo>
                <a:lnTo>
                  <a:pt x="2045856" y="1387202"/>
                </a:lnTo>
                <a:lnTo>
                  <a:pt x="2043474" y="1387983"/>
                </a:lnTo>
                <a:lnTo>
                  <a:pt x="2040055" y="1388050"/>
                </a:lnTo>
                <a:lnTo>
                  <a:pt x="2038045" y="1388431"/>
                </a:lnTo>
                <a:lnTo>
                  <a:pt x="2037445" y="1389107"/>
                </a:lnTo>
                <a:lnTo>
                  <a:pt x="2036407" y="1389745"/>
                </a:lnTo>
                <a:lnTo>
                  <a:pt x="2034921" y="1390345"/>
                </a:lnTo>
                <a:lnTo>
                  <a:pt x="2034321" y="1392126"/>
                </a:lnTo>
                <a:lnTo>
                  <a:pt x="2034597" y="1395089"/>
                </a:lnTo>
                <a:lnTo>
                  <a:pt x="2033264" y="1396470"/>
                </a:lnTo>
                <a:lnTo>
                  <a:pt x="2030301" y="1396279"/>
                </a:lnTo>
                <a:lnTo>
                  <a:pt x="2028558" y="1396908"/>
                </a:lnTo>
                <a:lnTo>
                  <a:pt x="2028015" y="1398365"/>
                </a:lnTo>
                <a:lnTo>
                  <a:pt x="2027606" y="1399365"/>
                </a:lnTo>
                <a:lnTo>
                  <a:pt x="2027320" y="1399908"/>
                </a:lnTo>
                <a:lnTo>
                  <a:pt x="2027177" y="1402147"/>
                </a:lnTo>
                <a:lnTo>
                  <a:pt x="2027177" y="1406081"/>
                </a:lnTo>
                <a:lnTo>
                  <a:pt x="2026815" y="1408462"/>
                </a:lnTo>
                <a:lnTo>
                  <a:pt x="2026091" y="1409290"/>
                </a:lnTo>
                <a:lnTo>
                  <a:pt x="2025653" y="1411234"/>
                </a:lnTo>
                <a:lnTo>
                  <a:pt x="2025501" y="1414291"/>
                </a:lnTo>
                <a:lnTo>
                  <a:pt x="2025358" y="1416672"/>
                </a:lnTo>
                <a:lnTo>
                  <a:pt x="2025225" y="1418377"/>
                </a:lnTo>
                <a:lnTo>
                  <a:pt x="2025196" y="1420730"/>
                </a:lnTo>
                <a:lnTo>
                  <a:pt x="2025282" y="1423740"/>
                </a:lnTo>
                <a:lnTo>
                  <a:pt x="2025644" y="1426121"/>
                </a:lnTo>
                <a:lnTo>
                  <a:pt x="2026310" y="1427874"/>
                </a:lnTo>
                <a:lnTo>
                  <a:pt x="2027187" y="1430341"/>
                </a:lnTo>
                <a:lnTo>
                  <a:pt x="2028282" y="1433513"/>
                </a:lnTo>
                <a:lnTo>
                  <a:pt x="2029663" y="1435894"/>
                </a:lnTo>
                <a:lnTo>
                  <a:pt x="2031321" y="1437484"/>
                </a:lnTo>
                <a:lnTo>
                  <a:pt x="2033702" y="1438961"/>
                </a:lnTo>
                <a:lnTo>
                  <a:pt x="2036807" y="1440342"/>
                </a:lnTo>
                <a:lnTo>
                  <a:pt x="2040560" y="1442552"/>
                </a:lnTo>
                <a:lnTo>
                  <a:pt x="2044979" y="1445600"/>
                </a:lnTo>
                <a:lnTo>
                  <a:pt x="2047361" y="1447133"/>
                </a:lnTo>
                <a:lnTo>
                  <a:pt x="2047704" y="1447152"/>
                </a:lnTo>
                <a:lnTo>
                  <a:pt x="2048218" y="1447324"/>
                </a:lnTo>
                <a:lnTo>
                  <a:pt x="2048894" y="1447638"/>
                </a:lnTo>
                <a:lnTo>
                  <a:pt x="2051275" y="1447924"/>
                </a:lnTo>
                <a:lnTo>
                  <a:pt x="2055362" y="1448181"/>
                </a:lnTo>
                <a:lnTo>
                  <a:pt x="2057533" y="1448314"/>
                </a:lnTo>
                <a:lnTo>
                  <a:pt x="2057800" y="1448324"/>
                </a:lnTo>
                <a:lnTo>
                  <a:pt x="2059095" y="1448200"/>
                </a:lnTo>
                <a:lnTo>
                  <a:pt x="2061429" y="1447933"/>
                </a:lnTo>
                <a:lnTo>
                  <a:pt x="2063086" y="1447209"/>
                </a:lnTo>
                <a:lnTo>
                  <a:pt x="2064058" y="1446019"/>
                </a:lnTo>
                <a:lnTo>
                  <a:pt x="2065144" y="1445390"/>
                </a:lnTo>
                <a:lnTo>
                  <a:pt x="2066334" y="1445324"/>
                </a:lnTo>
                <a:lnTo>
                  <a:pt x="2067296" y="1443914"/>
                </a:lnTo>
                <a:lnTo>
                  <a:pt x="2068049" y="1441152"/>
                </a:lnTo>
                <a:lnTo>
                  <a:pt x="2070430" y="1439494"/>
                </a:lnTo>
                <a:lnTo>
                  <a:pt x="2074440" y="1438923"/>
                </a:lnTo>
                <a:lnTo>
                  <a:pt x="2076526" y="1438627"/>
                </a:lnTo>
                <a:lnTo>
                  <a:pt x="2076993" y="1438504"/>
                </a:lnTo>
                <a:lnTo>
                  <a:pt x="2077460" y="1438351"/>
                </a:lnTo>
                <a:lnTo>
                  <a:pt x="2078403" y="1436913"/>
                </a:lnTo>
                <a:lnTo>
                  <a:pt x="2079822" y="1434189"/>
                </a:lnTo>
                <a:lnTo>
                  <a:pt x="2081889" y="1432903"/>
                </a:lnTo>
                <a:lnTo>
                  <a:pt x="2084613" y="1433055"/>
                </a:lnTo>
                <a:lnTo>
                  <a:pt x="2087804" y="1434417"/>
                </a:lnTo>
                <a:lnTo>
                  <a:pt x="2091471" y="1436989"/>
                </a:lnTo>
                <a:lnTo>
                  <a:pt x="2093852" y="1439704"/>
                </a:lnTo>
                <a:lnTo>
                  <a:pt x="2094948" y="1442561"/>
                </a:lnTo>
                <a:lnTo>
                  <a:pt x="2095976" y="1444943"/>
                </a:lnTo>
                <a:lnTo>
                  <a:pt x="2096929" y="1446848"/>
                </a:lnTo>
                <a:lnTo>
                  <a:pt x="2097434" y="1448305"/>
                </a:lnTo>
                <a:lnTo>
                  <a:pt x="2097481" y="1449305"/>
                </a:lnTo>
                <a:lnTo>
                  <a:pt x="2097005" y="1449896"/>
                </a:lnTo>
                <a:lnTo>
                  <a:pt x="2096005" y="1450086"/>
                </a:lnTo>
                <a:lnTo>
                  <a:pt x="2095214" y="1451686"/>
                </a:lnTo>
                <a:lnTo>
                  <a:pt x="2094652" y="1454687"/>
                </a:lnTo>
                <a:lnTo>
                  <a:pt x="2094081" y="1456477"/>
                </a:lnTo>
                <a:lnTo>
                  <a:pt x="2093500" y="1457039"/>
                </a:lnTo>
                <a:lnTo>
                  <a:pt x="2093109" y="1459030"/>
                </a:lnTo>
                <a:lnTo>
                  <a:pt x="2092909" y="1462449"/>
                </a:lnTo>
                <a:lnTo>
                  <a:pt x="2091099" y="1464154"/>
                </a:lnTo>
                <a:lnTo>
                  <a:pt x="2087680" y="1464154"/>
                </a:lnTo>
                <a:lnTo>
                  <a:pt x="2085670" y="1464526"/>
                </a:lnTo>
                <a:lnTo>
                  <a:pt x="2085070" y="1465269"/>
                </a:lnTo>
                <a:lnTo>
                  <a:pt x="2082689" y="1465945"/>
                </a:lnTo>
                <a:lnTo>
                  <a:pt x="2078526" y="1466545"/>
                </a:lnTo>
                <a:lnTo>
                  <a:pt x="2075621" y="1468403"/>
                </a:lnTo>
                <a:lnTo>
                  <a:pt x="2073974" y="1471517"/>
                </a:lnTo>
                <a:lnTo>
                  <a:pt x="2071592" y="1473070"/>
                </a:lnTo>
                <a:lnTo>
                  <a:pt x="2068478" y="1473070"/>
                </a:lnTo>
                <a:lnTo>
                  <a:pt x="2066325" y="1473289"/>
                </a:lnTo>
                <a:lnTo>
                  <a:pt x="2065115" y="1473737"/>
                </a:lnTo>
                <a:lnTo>
                  <a:pt x="2062734" y="1473984"/>
                </a:lnTo>
                <a:lnTo>
                  <a:pt x="2059181" y="1474041"/>
                </a:lnTo>
                <a:lnTo>
                  <a:pt x="2056809" y="1474051"/>
                </a:lnTo>
                <a:lnTo>
                  <a:pt x="2055619" y="1474013"/>
                </a:lnTo>
                <a:lnTo>
                  <a:pt x="2053238" y="1473994"/>
                </a:lnTo>
                <a:lnTo>
                  <a:pt x="2049666" y="1473994"/>
                </a:lnTo>
                <a:lnTo>
                  <a:pt x="2046646" y="1473356"/>
                </a:lnTo>
                <a:lnTo>
                  <a:pt x="2044189" y="1472089"/>
                </a:lnTo>
                <a:lnTo>
                  <a:pt x="2041808" y="1471422"/>
                </a:lnTo>
                <a:lnTo>
                  <a:pt x="2039503" y="1471355"/>
                </a:lnTo>
                <a:lnTo>
                  <a:pt x="2037026" y="1470203"/>
                </a:lnTo>
                <a:lnTo>
                  <a:pt x="2034378" y="1467964"/>
                </a:lnTo>
                <a:lnTo>
                  <a:pt x="2031997" y="1466517"/>
                </a:lnTo>
                <a:lnTo>
                  <a:pt x="2029882" y="1465840"/>
                </a:lnTo>
                <a:lnTo>
                  <a:pt x="2027149" y="1464164"/>
                </a:lnTo>
                <a:lnTo>
                  <a:pt x="2023786" y="1461468"/>
                </a:lnTo>
                <a:lnTo>
                  <a:pt x="2021405" y="1460049"/>
                </a:lnTo>
                <a:lnTo>
                  <a:pt x="2020005" y="1459906"/>
                </a:lnTo>
                <a:lnTo>
                  <a:pt x="2018643" y="1459201"/>
                </a:lnTo>
                <a:lnTo>
                  <a:pt x="2017319" y="1457954"/>
                </a:lnTo>
                <a:lnTo>
                  <a:pt x="2014938" y="1455391"/>
                </a:lnTo>
                <a:lnTo>
                  <a:pt x="2011499" y="1451524"/>
                </a:lnTo>
                <a:lnTo>
                  <a:pt x="2009356" y="1449143"/>
                </a:lnTo>
                <a:lnTo>
                  <a:pt x="2008518" y="1448248"/>
                </a:lnTo>
                <a:lnTo>
                  <a:pt x="2008070" y="1447352"/>
                </a:lnTo>
                <a:lnTo>
                  <a:pt x="2008013" y="1446457"/>
                </a:lnTo>
                <a:lnTo>
                  <a:pt x="2006498" y="1444076"/>
                </a:lnTo>
                <a:lnTo>
                  <a:pt x="2003527" y="1440209"/>
                </a:lnTo>
                <a:lnTo>
                  <a:pt x="2001793" y="1436084"/>
                </a:lnTo>
                <a:lnTo>
                  <a:pt x="2001288" y="1431712"/>
                </a:lnTo>
                <a:lnTo>
                  <a:pt x="2000964" y="1429331"/>
                </a:lnTo>
                <a:lnTo>
                  <a:pt x="2000822" y="1428941"/>
                </a:lnTo>
                <a:lnTo>
                  <a:pt x="2000631" y="1427664"/>
                </a:lnTo>
                <a:lnTo>
                  <a:pt x="2000374" y="1425502"/>
                </a:lnTo>
                <a:lnTo>
                  <a:pt x="1999298" y="1423121"/>
                </a:lnTo>
                <a:lnTo>
                  <a:pt x="1997393" y="1420520"/>
                </a:lnTo>
                <a:lnTo>
                  <a:pt x="1996554" y="1418387"/>
                </a:lnTo>
                <a:lnTo>
                  <a:pt x="1996773" y="1416701"/>
                </a:lnTo>
                <a:lnTo>
                  <a:pt x="1997097" y="1414320"/>
                </a:lnTo>
                <a:lnTo>
                  <a:pt x="1997507" y="1411243"/>
                </a:lnTo>
                <a:lnTo>
                  <a:pt x="1997783" y="1409138"/>
                </a:lnTo>
                <a:lnTo>
                  <a:pt x="1997935" y="1408024"/>
                </a:lnTo>
                <a:lnTo>
                  <a:pt x="1998574" y="1407224"/>
                </a:lnTo>
                <a:lnTo>
                  <a:pt x="1999688" y="1406757"/>
                </a:lnTo>
                <a:lnTo>
                  <a:pt x="2000412" y="1405099"/>
                </a:lnTo>
                <a:lnTo>
                  <a:pt x="2000745" y="1402261"/>
                </a:lnTo>
                <a:lnTo>
                  <a:pt x="2000907" y="1400670"/>
                </a:lnTo>
                <a:lnTo>
                  <a:pt x="2000907" y="1400337"/>
                </a:lnTo>
                <a:lnTo>
                  <a:pt x="2001069" y="1398118"/>
                </a:lnTo>
                <a:lnTo>
                  <a:pt x="2001383" y="1394003"/>
                </a:lnTo>
                <a:lnTo>
                  <a:pt x="2001736" y="1391622"/>
                </a:lnTo>
                <a:lnTo>
                  <a:pt x="2002107" y="1390974"/>
                </a:lnTo>
                <a:lnTo>
                  <a:pt x="2002393" y="1388869"/>
                </a:lnTo>
                <a:lnTo>
                  <a:pt x="2002574" y="1385316"/>
                </a:lnTo>
                <a:lnTo>
                  <a:pt x="2004441" y="1383173"/>
                </a:lnTo>
                <a:lnTo>
                  <a:pt x="2007994" y="1382449"/>
                </a:lnTo>
                <a:lnTo>
                  <a:pt x="2009927" y="1382001"/>
                </a:lnTo>
                <a:lnTo>
                  <a:pt x="2010232" y="1381830"/>
                </a:lnTo>
                <a:lnTo>
                  <a:pt x="2010432" y="1381582"/>
                </a:lnTo>
                <a:lnTo>
                  <a:pt x="2010527" y="1381277"/>
                </a:lnTo>
                <a:lnTo>
                  <a:pt x="2010785" y="1379153"/>
                </a:lnTo>
                <a:lnTo>
                  <a:pt x="2011204" y="1375210"/>
                </a:lnTo>
                <a:lnTo>
                  <a:pt x="2013385" y="1373076"/>
                </a:lnTo>
                <a:lnTo>
                  <a:pt x="2017328" y="1372753"/>
                </a:lnTo>
                <a:lnTo>
                  <a:pt x="2019500" y="1372553"/>
                </a:lnTo>
                <a:lnTo>
                  <a:pt x="2019910" y="1372457"/>
                </a:lnTo>
                <a:lnTo>
                  <a:pt x="2020300" y="1372210"/>
                </a:lnTo>
                <a:lnTo>
                  <a:pt x="2020691" y="1371800"/>
                </a:lnTo>
                <a:lnTo>
                  <a:pt x="2021195" y="1369924"/>
                </a:lnTo>
                <a:lnTo>
                  <a:pt x="2021815" y="1366580"/>
                </a:lnTo>
                <a:lnTo>
                  <a:pt x="2023805" y="1364875"/>
                </a:lnTo>
                <a:lnTo>
                  <a:pt x="2027149" y="1364828"/>
                </a:lnTo>
                <a:lnTo>
                  <a:pt x="2029196" y="1364485"/>
                </a:lnTo>
                <a:lnTo>
                  <a:pt x="2029939" y="1363875"/>
                </a:lnTo>
                <a:lnTo>
                  <a:pt x="2032321" y="1363456"/>
                </a:lnTo>
                <a:lnTo>
                  <a:pt x="2036340" y="1363237"/>
                </a:lnTo>
                <a:lnTo>
                  <a:pt x="2038626" y="1363142"/>
                </a:lnTo>
                <a:lnTo>
                  <a:pt x="2039188" y="1363180"/>
                </a:lnTo>
                <a:lnTo>
                  <a:pt x="2040979" y="1362913"/>
                </a:lnTo>
                <a:lnTo>
                  <a:pt x="2043989" y="1362351"/>
                </a:lnTo>
                <a:lnTo>
                  <a:pt x="2045656" y="1361646"/>
                </a:lnTo>
                <a:lnTo>
                  <a:pt x="2045980" y="1360780"/>
                </a:lnTo>
                <a:close/>
                <a:moveTo>
                  <a:pt x="2169052" y="1358551"/>
                </a:moveTo>
                <a:lnTo>
                  <a:pt x="2170814" y="1358551"/>
                </a:lnTo>
                <a:lnTo>
                  <a:pt x="2173253" y="1358608"/>
                </a:lnTo>
                <a:lnTo>
                  <a:pt x="2176367" y="1358722"/>
                </a:lnTo>
                <a:lnTo>
                  <a:pt x="2178749" y="1358779"/>
                </a:lnTo>
                <a:lnTo>
                  <a:pt x="2180396" y="1358779"/>
                </a:lnTo>
                <a:lnTo>
                  <a:pt x="2182482" y="1359599"/>
                </a:lnTo>
                <a:lnTo>
                  <a:pt x="2185006" y="1361246"/>
                </a:lnTo>
                <a:lnTo>
                  <a:pt x="2187388" y="1362285"/>
                </a:lnTo>
                <a:lnTo>
                  <a:pt x="2189626" y="1362694"/>
                </a:lnTo>
                <a:lnTo>
                  <a:pt x="2191236" y="1363180"/>
                </a:lnTo>
                <a:lnTo>
                  <a:pt x="2192217" y="1363751"/>
                </a:lnTo>
                <a:lnTo>
                  <a:pt x="2194598" y="1364418"/>
                </a:lnTo>
                <a:lnTo>
                  <a:pt x="2198380" y="1365190"/>
                </a:lnTo>
                <a:lnTo>
                  <a:pt x="2201847" y="1367085"/>
                </a:lnTo>
                <a:lnTo>
                  <a:pt x="2204990" y="1370095"/>
                </a:lnTo>
                <a:lnTo>
                  <a:pt x="2207371" y="1372753"/>
                </a:lnTo>
                <a:lnTo>
                  <a:pt x="2208990" y="1375067"/>
                </a:lnTo>
                <a:lnTo>
                  <a:pt x="2210924" y="1377448"/>
                </a:lnTo>
                <a:lnTo>
                  <a:pt x="2213172" y="1379896"/>
                </a:lnTo>
                <a:lnTo>
                  <a:pt x="2214334" y="1382278"/>
                </a:lnTo>
                <a:lnTo>
                  <a:pt x="2214391" y="1384592"/>
                </a:lnTo>
                <a:lnTo>
                  <a:pt x="2215182" y="1386973"/>
                </a:lnTo>
                <a:lnTo>
                  <a:pt x="2216687" y="1389421"/>
                </a:lnTo>
                <a:lnTo>
                  <a:pt x="2217401" y="1392517"/>
                </a:lnTo>
                <a:lnTo>
                  <a:pt x="2217315" y="1396260"/>
                </a:lnTo>
                <a:lnTo>
                  <a:pt x="2217315" y="1398641"/>
                </a:lnTo>
                <a:lnTo>
                  <a:pt x="2217401" y="1399661"/>
                </a:lnTo>
                <a:lnTo>
                  <a:pt x="2217420" y="1402070"/>
                </a:lnTo>
                <a:lnTo>
                  <a:pt x="2217382" y="1405852"/>
                </a:lnTo>
                <a:lnTo>
                  <a:pt x="2217372" y="1408233"/>
                </a:lnTo>
                <a:lnTo>
                  <a:pt x="2217391" y="1409214"/>
                </a:lnTo>
                <a:lnTo>
                  <a:pt x="2217401" y="1411605"/>
                </a:lnTo>
                <a:lnTo>
                  <a:pt x="2217401" y="1415405"/>
                </a:lnTo>
                <a:lnTo>
                  <a:pt x="2217391" y="1417787"/>
                </a:lnTo>
                <a:lnTo>
                  <a:pt x="2217363" y="1418749"/>
                </a:lnTo>
                <a:lnTo>
                  <a:pt x="2217344" y="1421111"/>
                </a:lnTo>
                <a:lnTo>
                  <a:pt x="2217344" y="1424883"/>
                </a:lnTo>
                <a:lnTo>
                  <a:pt x="2217391" y="1427264"/>
                </a:lnTo>
                <a:lnTo>
                  <a:pt x="2217487" y="1428255"/>
                </a:lnTo>
                <a:lnTo>
                  <a:pt x="2217572" y="1430722"/>
                </a:lnTo>
                <a:lnTo>
                  <a:pt x="2217649" y="1434656"/>
                </a:lnTo>
                <a:lnTo>
                  <a:pt x="2217696" y="1437037"/>
                </a:lnTo>
                <a:lnTo>
                  <a:pt x="2217734" y="1437865"/>
                </a:lnTo>
                <a:lnTo>
                  <a:pt x="2217772" y="1440285"/>
                </a:lnTo>
                <a:lnTo>
                  <a:pt x="2217801" y="1444295"/>
                </a:lnTo>
                <a:lnTo>
                  <a:pt x="2217820" y="1446676"/>
                </a:lnTo>
                <a:lnTo>
                  <a:pt x="2217820" y="1447429"/>
                </a:lnTo>
                <a:lnTo>
                  <a:pt x="2217934" y="1449915"/>
                </a:lnTo>
                <a:lnTo>
                  <a:pt x="2218153" y="1454153"/>
                </a:lnTo>
                <a:lnTo>
                  <a:pt x="2218268" y="1456534"/>
                </a:lnTo>
                <a:lnTo>
                  <a:pt x="2218268" y="1457058"/>
                </a:lnTo>
                <a:lnTo>
                  <a:pt x="2218172" y="1459344"/>
                </a:lnTo>
                <a:lnTo>
                  <a:pt x="2217982" y="1463392"/>
                </a:lnTo>
                <a:lnTo>
                  <a:pt x="2216944" y="1465774"/>
                </a:lnTo>
                <a:lnTo>
                  <a:pt x="2215048" y="1466488"/>
                </a:lnTo>
                <a:lnTo>
                  <a:pt x="2214039" y="1467860"/>
                </a:lnTo>
                <a:lnTo>
                  <a:pt x="2213905" y="1469879"/>
                </a:lnTo>
                <a:lnTo>
                  <a:pt x="2212829" y="1470927"/>
                </a:lnTo>
                <a:lnTo>
                  <a:pt x="2210810" y="1470984"/>
                </a:lnTo>
                <a:lnTo>
                  <a:pt x="2208286" y="1469974"/>
                </a:lnTo>
                <a:lnTo>
                  <a:pt x="2205257" y="1467888"/>
                </a:lnTo>
                <a:lnTo>
                  <a:pt x="2202875" y="1466679"/>
                </a:lnTo>
                <a:lnTo>
                  <a:pt x="2201142" y="1466326"/>
                </a:lnTo>
                <a:lnTo>
                  <a:pt x="2200065" y="1466117"/>
                </a:lnTo>
                <a:lnTo>
                  <a:pt x="2199656" y="1466050"/>
                </a:lnTo>
                <a:lnTo>
                  <a:pt x="2197275" y="1465812"/>
                </a:lnTo>
                <a:lnTo>
                  <a:pt x="2192922" y="1465383"/>
                </a:lnTo>
                <a:lnTo>
                  <a:pt x="2190359" y="1465193"/>
                </a:lnTo>
                <a:lnTo>
                  <a:pt x="2189569" y="1465250"/>
                </a:lnTo>
                <a:lnTo>
                  <a:pt x="2188378" y="1465669"/>
                </a:lnTo>
                <a:lnTo>
                  <a:pt x="2186788" y="1466459"/>
                </a:lnTo>
                <a:lnTo>
                  <a:pt x="2185816" y="1467869"/>
                </a:lnTo>
                <a:lnTo>
                  <a:pt x="2185473" y="1469908"/>
                </a:lnTo>
                <a:lnTo>
                  <a:pt x="2184283" y="1471070"/>
                </a:lnTo>
                <a:lnTo>
                  <a:pt x="2182244" y="1471346"/>
                </a:lnTo>
                <a:lnTo>
                  <a:pt x="2180511" y="1471984"/>
                </a:lnTo>
                <a:lnTo>
                  <a:pt x="2179072" y="1472994"/>
                </a:lnTo>
                <a:lnTo>
                  <a:pt x="2176691" y="1473527"/>
                </a:lnTo>
                <a:lnTo>
                  <a:pt x="2173367" y="1473584"/>
                </a:lnTo>
                <a:lnTo>
                  <a:pt x="2170976" y="1473575"/>
                </a:lnTo>
                <a:lnTo>
                  <a:pt x="2169519" y="1473508"/>
                </a:lnTo>
                <a:lnTo>
                  <a:pt x="2167138" y="1473470"/>
                </a:lnTo>
                <a:lnTo>
                  <a:pt x="2163832" y="1473470"/>
                </a:lnTo>
                <a:lnTo>
                  <a:pt x="2160946" y="1472975"/>
                </a:lnTo>
                <a:lnTo>
                  <a:pt x="2158498" y="1471974"/>
                </a:lnTo>
                <a:lnTo>
                  <a:pt x="2156117" y="1471479"/>
                </a:lnTo>
                <a:lnTo>
                  <a:pt x="2153803" y="1471479"/>
                </a:lnTo>
                <a:lnTo>
                  <a:pt x="2151202" y="1470317"/>
                </a:lnTo>
                <a:lnTo>
                  <a:pt x="2148316" y="1468003"/>
                </a:lnTo>
                <a:lnTo>
                  <a:pt x="2145935" y="1466545"/>
                </a:lnTo>
                <a:lnTo>
                  <a:pt x="2144058" y="1465945"/>
                </a:lnTo>
                <a:lnTo>
                  <a:pt x="2140829" y="1463564"/>
                </a:lnTo>
                <a:lnTo>
                  <a:pt x="2136248" y="1459401"/>
                </a:lnTo>
                <a:lnTo>
                  <a:pt x="2133867" y="1457163"/>
                </a:lnTo>
                <a:lnTo>
                  <a:pt x="2133686" y="1456839"/>
                </a:lnTo>
                <a:lnTo>
                  <a:pt x="2131886" y="1454458"/>
                </a:lnTo>
                <a:lnTo>
                  <a:pt x="2128466" y="1450019"/>
                </a:lnTo>
                <a:lnTo>
                  <a:pt x="2126752" y="1446086"/>
                </a:lnTo>
                <a:lnTo>
                  <a:pt x="2126752" y="1442666"/>
                </a:lnTo>
                <a:lnTo>
                  <a:pt x="2126571" y="1440285"/>
                </a:lnTo>
                <a:lnTo>
                  <a:pt x="2126209" y="1438942"/>
                </a:lnTo>
                <a:lnTo>
                  <a:pt x="2126056" y="1436408"/>
                </a:lnTo>
                <a:lnTo>
                  <a:pt x="2126104" y="1432665"/>
                </a:lnTo>
                <a:lnTo>
                  <a:pt x="2126266" y="1430284"/>
                </a:lnTo>
                <a:lnTo>
                  <a:pt x="2126542" y="1429264"/>
                </a:lnTo>
                <a:lnTo>
                  <a:pt x="2126713" y="1427045"/>
                </a:lnTo>
                <a:lnTo>
                  <a:pt x="2126771" y="1423645"/>
                </a:lnTo>
                <a:lnTo>
                  <a:pt x="2128495" y="1421321"/>
                </a:lnTo>
                <a:lnTo>
                  <a:pt x="2131895" y="1420063"/>
                </a:lnTo>
                <a:lnTo>
                  <a:pt x="2133629" y="1419406"/>
                </a:lnTo>
                <a:lnTo>
                  <a:pt x="2134086" y="1417253"/>
                </a:lnTo>
                <a:lnTo>
                  <a:pt x="2134848" y="1413300"/>
                </a:lnTo>
                <a:lnTo>
                  <a:pt x="2137200" y="1410995"/>
                </a:lnTo>
                <a:lnTo>
                  <a:pt x="2141153" y="1410329"/>
                </a:lnTo>
                <a:lnTo>
                  <a:pt x="2143192" y="1409995"/>
                </a:lnTo>
                <a:lnTo>
                  <a:pt x="2144316" y="1408033"/>
                </a:lnTo>
                <a:lnTo>
                  <a:pt x="2145430" y="1404699"/>
                </a:lnTo>
                <a:lnTo>
                  <a:pt x="2147649" y="1403033"/>
                </a:lnTo>
                <a:lnTo>
                  <a:pt x="2150983" y="1403033"/>
                </a:lnTo>
                <a:lnTo>
                  <a:pt x="2153060" y="1402728"/>
                </a:lnTo>
                <a:lnTo>
                  <a:pt x="2153879" y="1402118"/>
                </a:lnTo>
                <a:lnTo>
                  <a:pt x="2156260" y="1401842"/>
                </a:lnTo>
                <a:lnTo>
                  <a:pt x="2160203" y="1401918"/>
                </a:lnTo>
                <a:lnTo>
                  <a:pt x="2162613" y="1401947"/>
                </a:lnTo>
                <a:lnTo>
                  <a:pt x="2163499" y="1401947"/>
                </a:lnTo>
                <a:lnTo>
                  <a:pt x="2165880" y="1401918"/>
                </a:lnTo>
                <a:lnTo>
                  <a:pt x="2169757" y="1401880"/>
                </a:lnTo>
                <a:lnTo>
                  <a:pt x="2172167" y="1401909"/>
                </a:lnTo>
                <a:lnTo>
                  <a:pt x="2173100" y="1401994"/>
                </a:lnTo>
                <a:lnTo>
                  <a:pt x="2175481" y="1402080"/>
                </a:lnTo>
                <a:lnTo>
                  <a:pt x="2179310" y="1402156"/>
                </a:lnTo>
                <a:lnTo>
                  <a:pt x="2181787" y="1402251"/>
                </a:lnTo>
                <a:lnTo>
                  <a:pt x="2182911" y="1402366"/>
                </a:lnTo>
                <a:lnTo>
                  <a:pt x="2185292" y="1402356"/>
                </a:lnTo>
                <a:lnTo>
                  <a:pt x="2188931" y="1402232"/>
                </a:lnTo>
                <a:lnTo>
                  <a:pt x="2191083" y="1402004"/>
                </a:lnTo>
                <a:lnTo>
                  <a:pt x="2191741" y="1401661"/>
                </a:lnTo>
                <a:lnTo>
                  <a:pt x="2192293" y="1401166"/>
                </a:lnTo>
                <a:lnTo>
                  <a:pt x="2192731" y="1400508"/>
                </a:lnTo>
                <a:lnTo>
                  <a:pt x="2192998" y="1398394"/>
                </a:lnTo>
                <a:lnTo>
                  <a:pt x="2193084" y="1394822"/>
                </a:lnTo>
                <a:lnTo>
                  <a:pt x="2192950" y="1392441"/>
                </a:lnTo>
                <a:lnTo>
                  <a:pt x="2192579" y="1391250"/>
                </a:lnTo>
                <a:lnTo>
                  <a:pt x="2191979" y="1390155"/>
                </a:lnTo>
                <a:lnTo>
                  <a:pt x="2191160" y="1389174"/>
                </a:lnTo>
                <a:lnTo>
                  <a:pt x="2189159" y="1387592"/>
                </a:lnTo>
                <a:lnTo>
                  <a:pt x="2185988" y="1385392"/>
                </a:lnTo>
                <a:lnTo>
                  <a:pt x="2183606" y="1384325"/>
                </a:lnTo>
                <a:lnTo>
                  <a:pt x="2182016" y="1384383"/>
                </a:lnTo>
                <a:lnTo>
                  <a:pt x="2179063" y="1383592"/>
                </a:lnTo>
                <a:lnTo>
                  <a:pt x="2174729" y="1381944"/>
                </a:lnTo>
                <a:lnTo>
                  <a:pt x="2172348" y="1381096"/>
                </a:lnTo>
                <a:lnTo>
                  <a:pt x="2171919" y="1381049"/>
                </a:lnTo>
                <a:lnTo>
                  <a:pt x="2171671" y="1381020"/>
                </a:lnTo>
                <a:lnTo>
                  <a:pt x="2170138" y="1382287"/>
                </a:lnTo>
                <a:lnTo>
                  <a:pt x="2167928" y="1384611"/>
                </a:lnTo>
                <a:lnTo>
                  <a:pt x="2165661" y="1385830"/>
                </a:lnTo>
                <a:lnTo>
                  <a:pt x="2163337" y="1385954"/>
                </a:lnTo>
                <a:lnTo>
                  <a:pt x="2161718" y="1386716"/>
                </a:lnTo>
                <a:lnTo>
                  <a:pt x="2160822" y="1388135"/>
                </a:lnTo>
                <a:lnTo>
                  <a:pt x="2158441" y="1388840"/>
                </a:lnTo>
                <a:lnTo>
                  <a:pt x="2154574" y="1388840"/>
                </a:lnTo>
                <a:lnTo>
                  <a:pt x="2152279" y="1388926"/>
                </a:lnTo>
                <a:lnTo>
                  <a:pt x="2151545" y="1389097"/>
                </a:lnTo>
                <a:lnTo>
                  <a:pt x="2149164" y="1389336"/>
                </a:lnTo>
                <a:lnTo>
                  <a:pt x="2145135" y="1389659"/>
                </a:lnTo>
                <a:lnTo>
                  <a:pt x="2140896" y="1387640"/>
                </a:lnTo>
                <a:lnTo>
                  <a:pt x="2136429" y="1383297"/>
                </a:lnTo>
                <a:lnTo>
                  <a:pt x="2134419" y="1379115"/>
                </a:lnTo>
                <a:lnTo>
                  <a:pt x="2134857" y="1375086"/>
                </a:lnTo>
                <a:lnTo>
                  <a:pt x="2135648" y="1372705"/>
                </a:lnTo>
                <a:lnTo>
                  <a:pt x="2136791" y="1371971"/>
                </a:lnTo>
                <a:lnTo>
                  <a:pt x="2137400" y="1370190"/>
                </a:lnTo>
                <a:lnTo>
                  <a:pt x="2137458" y="1367371"/>
                </a:lnTo>
                <a:lnTo>
                  <a:pt x="2138896" y="1365904"/>
                </a:lnTo>
                <a:lnTo>
                  <a:pt x="2141715" y="1365780"/>
                </a:lnTo>
                <a:lnTo>
                  <a:pt x="2143544" y="1365228"/>
                </a:lnTo>
                <a:lnTo>
                  <a:pt x="2144373" y="1364237"/>
                </a:lnTo>
                <a:lnTo>
                  <a:pt x="2146754" y="1363761"/>
                </a:lnTo>
                <a:lnTo>
                  <a:pt x="2150688" y="1363799"/>
                </a:lnTo>
                <a:lnTo>
                  <a:pt x="2153041" y="1363770"/>
                </a:lnTo>
                <a:lnTo>
                  <a:pt x="2153822" y="1363685"/>
                </a:lnTo>
                <a:lnTo>
                  <a:pt x="2156203" y="1363294"/>
                </a:lnTo>
                <a:lnTo>
                  <a:pt x="2160184" y="1362608"/>
                </a:lnTo>
                <a:lnTo>
                  <a:pt x="2162223" y="1362275"/>
                </a:lnTo>
                <a:lnTo>
                  <a:pt x="2162727" y="1362227"/>
                </a:lnTo>
                <a:lnTo>
                  <a:pt x="2163413" y="1362123"/>
                </a:lnTo>
                <a:lnTo>
                  <a:pt x="2164861" y="1361189"/>
                </a:lnTo>
                <a:lnTo>
                  <a:pt x="2167071" y="1359427"/>
                </a:lnTo>
                <a:close/>
                <a:moveTo>
                  <a:pt x="2503522" y="1360008"/>
                </a:moveTo>
                <a:lnTo>
                  <a:pt x="2504561" y="1360008"/>
                </a:lnTo>
                <a:lnTo>
                  <a:pt x="2507056" y="1360522"/>
                </a:lnTo>
                <a:lnTo>
                  <a:pt x="2511028" y="1361561"/>
                </a:lnTo>
                <a:lnTo>
                  <a:pt x="2513409" y="1362104"/>
                </a:lnTo>
                <a:lnTo>
                  <a:pt x="2514200" y="1362170"/>
                </a:lnTo>
                <a:lnTo>
                  <a:pt x="2514629" y="1362199"/>
                </a:lnTo>
                <a:lnTo>
                  <a:pt x="2517067" y="1362513"/>
                </a:lnTo>
                <a:lnTo>
                  <a:pt x="2521772" y="1363170"/>
                </a:lnTo>
                <a:lnTo>
                  <a:pt x="2524982" y="1363990"/>
                </a:lnTo>
                <a:lnTo>
                  <a:pt x="2526687" y="1364990"/>
                </a:lnTo>
                <a:lnTo>
                  <a:pt x="2529068" y="1365637"/>
                </a:lnTo>
                <a:lnTo>
                  <a:pt x="2532126" y="1365923"/>
                </a:lnTo>
                <a:lnTo>
                  <a:pt x="2535069" y="1367447"/>
                </a:lnTo>
                <a:lnTo>
                  <a:pt x="2537898" y="1370219"/>
                </a:lnTo>
                <a:lnTo>
                  <a:pt x="2540279" y="1372867"/>
                </a:lnTo>
                <a:lnTo>
                  <a:pt x="2542213" y="1375391"/>
                </a:lnTo>
                <a:lnTo>
                  <a:pt x="2544366" y="1377772"/>
                </a:lnTo>
                <a:lnTo>
                  <a:pt x="2546747" y="1380011"/>
                </a:lnTo>
                <a:lnTo>
                  <a:pt x="2547976" y="1382354"/>
                </a:lnTo>
                <a:lnTo>
                  <a:pt x="2548061" y="1384821"/>
                </a:lnTo>
                <a:lnTo>
                  <a:pt x="2548804" y="1387202"/>
                </a:lnTo>
                <a:lnTo>
                  <a:pt x="2550214" y="1389497"/>
                </a:lnTo>
                <a:lnTo>
                  <a:pt x="2551033" y="1392698"/>
                </a:lnTo>
                <a:lnTo>
                  <a:pt x="2551252" y="1396784"/>
                </a:lnTo>
                <a:lnTo>
                  <a:pt x="2551433" y="1399165"/>
                </a:lnTo>
                <a:lnTo>
                  <a:pt x="2551576" y="1399842"/>
                </a:lnTo>
                <a:lnTo>
                  <a:pt x="2551728" y="1402366"/>
                </a:lnTo>
                <a:lnTo>
                  <a:pt x="2551871" y="1406747"/>
                </a:lnTo>
                <a:lnTo>
                  <a:pt x="2551957" y="1409129"/>
                </a:lnTo>
                <a:lnTo>
                  <a:pt x="2551976" y="1409510"/>
                </a:lnTo>
                <a:lnTo>
                  <a:pt x="2552014" y="1411929"/>
                </a:lnTo>
                <a:lnTo>
                  <a:pt x="2552062" y="1416387"/>
                </a:lnTo>
                <a:lnTo>
                  <a:pt x="2552090" y="1418768"/>
                </a:lnTo>
                <a:lnTo>
                  <a:pt x="2552090" y="1419073"/>
                </a:lnTo>
                <a:lnTo>
                  <a:pt x="2552071" y="1421435"/>
                </a:lnTo>
                <a:lnTo>
                  <a:pt x="2552024" y="1425845"/>
                </a:lnTo>
                <a:lnTo>
                  <a:pt x="2551995" y="1428226"/>
                </a:lnTo>
                <a:lnTo>
                  <a:pt x="2551995" y="1428579"/>
                </a:lnTo>
                <a:lnTo>
                  <a:pt x="2551995" y="1430960"/>
                </a:lnTo>
                <a:lnTo>
                  <a:pt x="2551995" y="1435370"/>
                </a:lnTo>
                <a:lnTo>
                  <a:pt x="2551995" y="1437751"/>
                </a:lnTo>
                <a:lnTo>
                  <a:pt x="2551995" y="1438104"/>
                </a:lnTo>
                <a:lnTo>
                  <a:pt x="2551995" y="1440475"/>
                </a:lnTo>
                <a:lnTo>
                  <a:pt x="2551995" y="1444885"/>
                </a:lnTo>
                <a:lnTo>
                  <a:pt x="2551995" y="1447267"/>
                </a:lnTo>
                <a:lnTo>
                  <a:pt x="2552005" y="1447619"/>
                </a:lnTo>
                <a:lnTo>
                  <a:pt x="2552052" y="1450057"/>
                </a:lnTo>
                <a:lnTo>
                  <a:pt x="2552148" y="1454563"/>
                </a:lnTo>
                <a:lnTo>
                  <a:pt x="2552186" y="1456944"/>
                </a:lnTo>
                <a:lnTo>
                  <a:pt x="2552176" y="1457201"/>
                </a:lnTo>
                <a:lnTo>
                  <a:pt x="2552043" y="1459449"/>
                </a:lnTo>
                <a:lnTo>
                  <a:pt x="2551805" y="1463707"/>
                </a:lnTo>
                <a:lnTo>
                  <a:pt x="2550986" y="1466088"/>
                </a:lnTo>
                <a:lnTo>
                  <a:pt x="2549585" y="1466593"/>
                </a:lnTo>
                <a:lnTo>
                  <a:pt x="2548614" y="1468003"/>
                </a:lnTo>
                <a:lnTo>
                  <a:pt x="2548061" y="1470308"/>
                </a:lnTo>
                <a:lnTo>
                  <a:pt x="2546633" y="1471422"/>
                </a:lnTo>
                <a:lnTo>
                  <a:pt x="2544328" y="1471355"/>
                </a:lnTo>
                <a:lnTo>
                  <a:pt x="2541489" y="1470889"/>
                </a:lnTo>
                <a:lnTo>
                  <a:pt x="2538117" y="1470050"/>
                </a:lnTo>
                <a:lnTo>
                  <a:pt x="2535736" y="1469660"/>
                </a:lnTo>
                <a:lnTo>
                  <a:pt x="2534345" y="1469717"/>
                </a:lnTo>
                <a:lnTo>
                  <a:pt x="2532926" y="1469022"/>
                </a:lnTo>
                <a:lnTo>
                  <a:pt x="2531478" y="1467574"/>
                </a:lnTo>
                <a:lnTo>
                  <a:pt x="2530754" y="1466126"/>
                </a:lnTo>
                <a:lnTo>
                  <a:pt x="2530754" y="1464678"/>
                </a:lnTo>
                <a:lnTo>
                  <a:pt x="2529583" y="1462297"/>
                </a:lnTo>
                <a:lnTo>
                  <a:pt x="2527249" y="1458982"/>
                </a:lnTo>
                <a:lnTo>
                  <a:pt x="2526125" y="1455477"/>
                </a:lnTo>
                <a:lnTo>
                  <a:pt x="2526221" y="1451791"/>
                </a:lnTo>
                <a:lnTo>
                  <a:pt x="2526354" y="1449410"/>
                </a:lnTo>
                <a:lnTo>
                  <a:pt x="2526525" y="1448333"/>
                </a:lnTo>
                <a:lnTo>
                  <a:pt x="2526582" y="1446019"/>
                </a:lnTo>
                <a:lnTo>
                  <a:pt x="2526535" y="1442447"/>
                </a:lnTo>
                <a:lnTo>
                  <a:pt x="2526535" y="1440066"/>
                </a:lnTo>
                <a:lnTo>
                  <a:pt x="2526592" y="1438875"/>
                </a:lnTo>
                <a:lnTo>
                  <a:pt x="2526592" y="1436494"/>
                </a:lnTo>
                <a:lnTo>
                  <a:pt x="2526535" y="1432922"/>
                </a:lnTo>
                <a:lnTo>
                  <a:pt x="2526478" y="1430541"/>
                </a:lnTo>
                <a:lnTo>
                  <a:pt x="2526430" y="1429350"/>
                </a:lnTo>
                <a:lnTo>
                  <a:pt x="2526373" y="1426912"/>
                </a:lnTo>
                <a:lnTo>
                  <a:pt x="2526316" y="1423225"/>
                </a:lnTo>
                <a:lnTo>
                  <a:pt x="2526278" y="1420844"/>
                </a:lnTo>
                <a:lnTo>
                  <a:pt x="2526240" y="1419768"/>
                </a:lnTo>
                <a:lnTo>
                  <a:pt x="2526173" y="1417310"/>
                </a:lnTo>
                <a:lnTo>
                  <a:pt x="2526059" y="1413491"/>
                </a:lnTo>
                <a:lnTo>
                  <a:pt x="2525992" y="1411110"/>
                </a:lnTo>
                <a:lnTo>
                  <a:pt x="2525982" y="1410167"/>
                </a:lnTo>
                <a:lnTo>
                  <a:pt x="2525973" y="1407785"/>
                </a:lnTo>
                <a:lnTo>
                  <a:pt x="2525973" y="1403947"/>
                </a:lnTo>
                <a:lnTo>
                  <a:pt x="2525925" y="1401566"/>
                </a:lnTo>
                <a:lnTo>
                  <a:pt x="2525840" y="1400642"/>
                </a:lnTo>
                <a:lnTo>
                  <a:pt x="2525563" y="1397975"/>
                </a:lnTo>
                <a:lnTo>
                  <a:pt x="2525087" y="1393574"/>
                </a:lnTo>
                <a:lnTo>
                  <a:pt x="2524792" y="1391193"/>
                </a:lnTo>
                <a:lnTo>
                  <a:pt x="2524677" y="1390831"/>
                </a:lnTo>
                <a:lnTo>
                  <a:pt x="2524496" y="1390488"/>
                </a:lnTo>
                <a:lnTo>
                  <a:pt x="2524249" y="1390164"/>
                </a:lnTo>
                <a:lnTo>
                  <a:pt x="2523134" y="1389174"/>
                </a:lnTo>
                <a:lnTo>
                  <a:pt x="2521153" y="1387516"/>
                </a:lnTo>
                <a:lnTo>
                  <a:pt x="2518772" y="1385983"/>
                </a:lnTo>
                <a:lnTo>
                  <a:pt x="2515991" y="1384602"/>
                </a:lnTo>
                <a:lnTo>
                  <a:pt x="2512514" y="1383211"/>
                </a:lnTo>
                <a:lnTo>
                  <a:pt x="2508352" y="1381820"/>
                </a:lnTo>
                <a:lnTo>
                  <a:pt x="2505970" y="1381096"/>
                </a:lnTo>
                <a:lnTo>
                  <a:pt x="2505370" y="1381039"/>
                </a:lnTo>
                <a:lnTo>
                  <a:pt x="2505046" y="1381011"/>
                </a:lnTo>
                <a:lnTo>
                  <a:pt x="2503541" y="1382354"/>
                </a:lnTo>
                <a:lnTo>
                  <a:pt x="2501484" y="1384802"/>
                </a:lnTo>
                <a:lnTo>
                  <a:pt x="2499227" y="1386021"/>
                </a:lnTo>
                <a:lnTo>
                  <a:pt x="2496779" y="1386021"/>
                </a:lnTo>
                <a:lnTo>
                  <a:pt x="2495083" y="1386707"/>
                </a:lnTo>
                <a:lnTo>
                  <a:pt x="2494140" y="1388078"/>
                </a:lnTo>
                <a:lnTo>
                  <a:pt x="2491759" y="1388993"/>
                </a:lnTo>
                <a:lnTo>
                  <a:pt x="2487940" y="1389440"/>
                </a:lnTo>
                <a:lnTo>
                  <a:pt x="2485815" y="1389698"/>
                </a:lnTo>
                <a:lnTo>
                  <a:pt x="2485396" y="1389774"/>
                </a:lnTo>
                <a:lnTo>
                  <a:pt x="2485139" y="1390021"/>
                </a:lnTo>
                <a:lnTo>
                  <a:pt x="2485034" y="1390440"/>
                </a:lnTo>
                <a:lnTo>
                  <a:pt x="2484749" y="1392536"/>
                </a:lnTo>
                <a:lnTo>
                  <a:pt x="2484282" y="1396317"/>
                </a:lnTo>
                <a:lnTo>
                  <a:pt x="2483415" y="1398699"/>
                </a:lnTo>
                <a:lnTo>
                  <a:pt x="2482158" y="1399680"/>
                </a:lnTo>
                <a:lnTo>
                  <a:pt x="2481529" y="1401432"/>
                </a:lnTo>
                <a:lnTo>
                  <a:pt x="2481529" y="1403947"/>
                </a:lnTo>
                <a:lnTo>
                  <a:pt x="2481034" y="1406328"/>
                </a:lnTo>
                <a:lnTo>
                  <a:pt x="2480043" y="1408576"/>
                </a:lnTo>
                <a:lnTo>
                  <a:pt x="2479519" y="1410433"/>
                </a:lnTo>
                <a:lnTo>
                  <a:pt x="2479462" y="1411900"/>
                </a:lnTo>
                <a:lnTo>
                  <a:pt x="2479367" y="1414282"/>
                </a:lnTo>
                <a:lnTo>
                  <a:pt x="2479234" y="1417577"/>
                </a:lnTo>
                <a:lnTo>
                  <a:pt x="2479138" y="1419863"/>
                </a:lnTo>
                <a:lnTo>
                  <a:pt x="2479091" y="1421149"/>
                </a:lnTo>
                <a:lnTo>
                  <a:pt x="2479348" y="1423530"/>
                </a:lnTo>
                <a:lnTo>
                  <a:pt x="2479910" y="1427007"/>
                </a:lnTo>
                <a:lnTo>
                  <a:pt x="2480253" y="1429731"/>
                </a:lnTo>
                <a:lnTo>
                  <a:pt x="2480377" y="1431703"/>
                </a:lnTo>
                <a:lnTo>
                  <a:pt x="2480529" y="1434084"/>
                </a:lnTo>
                <a:lnTo>
                  <a:pt x="2480710" y="1436875"/>
                </a:lnTo>
                <a:lnTo>
                  <a:pt x="2480805" y="1439351"/>
                </a:lnTo>
                <a:lnTo>
                  <a:pt x="2480805" y="1441504"/>
                </a:lnTo>
                <a:lnTo>
                  <a:pt x="2480948" y="1443885"/>
                </a:lnTo>
                <a:lnTo>
                  <a:pt x="2481253" y="1446495"/>
                </a:lnTo>
                <a:lnTo>
                  <a:pt x="2481367" y="1448991"/>
                </a:lnTo>
                <a:lnTo>
                  <a:pt x="2481301" y="1451372"/>
                </a:lnTo>
                <a:lnTo>
                  <a:pt x="2481291" y="1453753"/>
                </a:lnTo>
                <a:lnTo>
                  <a:pt x="2481358" y="1456134"/>
                </a:lnTo>
                <a:lnTo>
                  <a:pt x="2481463" y="1458620"/>
                </a:lnTo>
                <a:lnTo>
                  <a:pt x="2481605" y="1461202"/>
                </a:lnTo>
                <a:lnTo>
                  <a:pt x="2480377" y="1463011"/>
                </a:lnTo>
                <a:lnTo>
                  <a:pt x="2477795" y="1464050"/>
                </a:lnTo>
                <a:lnTo>
                  <a:pt x="2476338" y="1464974"/>
                </a:lnTo>
                <a:lnTo>
                  <a:pt x="2476014" y="1465793"/>
                </a:lnTo>
                <a:lnTo>
                  <a:pt x="2475062" y="1466364"/>
                </a:lnTo>
                <a:lnTo>
                  <a:pt x="2473481" y="1466688"/>
                </a:lnTo>
                <a:lnTo>
                  <a:pt x="2472090" y="1467679"/>
                </a:lnTo>
                <a:lnTo>
                  <a:pt x="2470880" y="1469327"/>
                </a:lnTo>
                <a:lnTo>
                  <a:pt x="2469452" y="1470146"/>
                </a:lnTo>
                <a:lnTo>
                  <a:pt x="2467804" y="1470146"/>
                </a:lnTo>
                <a:lnTo>
                  <a:pt x="2465899" y="1469327"/>
                </a:lnTo>
                <a:lnTo>
                  <a:pt x="2463765" y="1467679"/>
                </a:lnTo>
                <a:lnTo>
                  <a:pt x="2461384" y="1465212"/>
                </a:lnTo>
                <a:lnTo>
                  <a:pt x="2458755" y="1461935"/>
                </a:lnTo>
                <a:lnTo>
                  <a:pt x="2456936" y="1459554"/>
                </a:lnTo>
                <a:lnTo>
                  <a:pt x="2455897" y="1458068"/>
                </a:lnTo>
                <a:lnTo>
                  <a:pt x="2455402" y="1456830"/>
                </a:lnTo>
                <a:lnTo>
                  <a:pt x="2455440" y="1455839"/>
                </a:lnTo>
                <a:lnTo>
                  <a:pt x="2455640" y="1453458"/>
                </a:lnTo>
                <a:lnTo>
                  <a:pt x="2455983" y="1449686"/>
                </a:lnTo>
                <a:lnTo>
                  <a:pt x="2456155" y="1447476"/>
                </a:lnTo>
                <a:lnTo>
                  <a:pt x="2456155" y="1446828"/>
                </a:lnTo>
                <a:lnTo>
                  <a:pt x="2456355" y="1444447"/>
                </a:lnTo>
                <a:lnTo>
                  <a:pt x="2456764" y="1440332"/>
                </a:lnTo>
                <a:lnTo>
                  <a:pt x="2456974" y="1438161"/>
                </a:lnTo>
                <a:lnTo>
                  <a:pt x="2456974" y="1437913"/>
                </a:lnTo>
                <a:lnTo>
                  <a:pt x="2456974" y="1435532"/>
                </a:lnTo>
                <a:lnTo>
                  <a:pt x="2456974" y="1431017"/>
                </a:lnTo>
                <a:lnTo>
                  <a:pt x="2456964" y="1428626"/>
                </a:lnTo>
                <a:lnTo>
                  <a:pt x="2456955" y="1428379"/>
                </a:lnTo>
                <a:lnTo>
                  <a:pt x="2456736" y="1425997"/>
                </a:lnTo>
                <a:lnTo>
                  <a:pt x="2456307" y="1421482"/>
                </a:lnTo>
                <a:lnTo>
                  <a:pt x="2456088" y="1418882"/>
                </a:lnTo>
                <a:lnTo>
                  <a:pt x="2456088" y="1418206"/>
                </a:lnTo>
                <a:lnTo>
                  <a:pt x="2456088" y="1415825"/>
                </a:lnTo>
                <a:lnTo>
                  <a:pt x="2456088" y="1411738"/>
                </a:lnTo>
                <a:lnTo>
                  <a:pt x="2456088" y="1409357"/>
                </a:lnTo>
                <a:lnTo>
                  <a:pt x="2456088" y="1408681"/>
                </a:lnTo>
                <a:lnTo>
                  <a:pt x="2456431" y="1406300"/>
                </a:lnTo>
                <a:lnTo>
                  <a:pt x="2457107" y="1402213"/>
                </a:lnTo>
                <a:lnTo>
                  <a:pt x="2457498" y="1397841"/>
                </a:lnTo>
                <a:lnTo>
                  <a:pt x="2457593" y="1393174"/>
                </a:lnTo>
                <a:lnTo>
                  <a:pt x="2457641" y="1390793"/>
                </a:lnTo>
                <a:lnTo>
                  <a:pt x="2457593" y="1389059"/>
                </a:lnTo>
                <a:lnTo>
                  <a:pt x="2457498" y="1385888"/>
                </a:lnTo>
                <a:lnTo>
                  <a:pt x="2457326" y="1383506"/>
                </a:lnTo>
                <a:lnTo>
                  <a:pt x="2457079" y="1381916"/>
                </a:lnTo>
                <a:lnTo>
                  <a:pt x="2456945" y="1381001"/>
                </a:lnTo>
                <a:lnTo>
                  <a:pt x="2456945" y="1380754"/>
                </a:lnTo>
                <a:lnTo>
                  <a:pt x="2456945" y="1378372"/>
                </a:lnTo>
                <a:lnTo>
                  <a:pt x="2456945" y="1373857"/>
                </a:lnTo>
                <a:lnTo>
                  <a:pt x="2456945" y="1371467"/>
                </a:lnTo>
                <a:lnTo>
                  <a:pt x="2456926" y="1371200"/>
                </a:lnTo>
                <a:lnTo>
                  <a:pt x="2457317" y="1371019"/>
                </a:lnTo>
                <a:lnTo>
                  <a:pt x="2457841" y="1369162"/>
                </a:lnTo>
                <a:lnTo>
                  <a:pt x="2458631" y="1365485"/>
                </a:lnTo>
                <a:lnTo>
                  <a:pt x="2461012" y="1363370"/>
                </a:lnTo>
                <a:lnTo>
                  <a:pt x="2464984" y="1362827"/>
                </a:lnTo>
                <a:lnTo>
                  <a:pt x="2467508" y="1362961"/>
                </a:lnTo>
                <a:lnTo>
                  <a:pt x="2468566" y="1363780"/>
                </a:lnTo>
                <a:lnTo>
                  <a:pt x="2470947" y="1365066"/>
                </a:lnTo>
                <a:lnTo>
                  <a:pt x="2474652" y="1366809"/>
                </a:lnTo>
                <a:lnTo>
                  <a:pt x="2477252" y="1367038"/>
                </a:lnTo>
                <a:lnTo>
                  <a:pt x="2478767" y="1365742"/>
                </a:lnTo>
                <a:lnTo>
                  <a:pt x="2481148" y="1365047"/>
                </a:lnTo>
                <a:lnTo>
                  <a:pt x="2484396" y="1364942"/>
                </a:lnTo>
                <a:lnTo>
                  <a:pt x="2486444" y="1364599"/>
                </a:lnTo>
                <a:lnTo>
                  <a:pt x="2487273" y="1364028"/>
                </a:lnTo>
                <a:lnTo>
                  <a:pt x="2489654" y="1363504"/>
                </a:lnTo>
                <a:lnTo>
                  <a:pt x="2493588" y="1363037"/>
                </a:lnTo>
                <a:lnTo>
                  <a:pt x="2495741" y="1362808"/>
                </a:lnTo>
                <a:lnTo>
                  <a:pt x="2496122" y="1362827"/>
                </a:lnTo>
                <a:lnTo>
                  <a:pt x="2497512" y="1362647"/>
                </a:lnTo>
                <a:lnTo>
                  <a:pt x="2499912" y="1362266"/>
                </a:lnTo>
                <a:lnTo>
                  <a:pt x="2501579" y="1361561"/>
                </a:lnTo>
                <a:lnTo>
                  <a:pt x="2502532" y="1360522"/>
                </a:lnTo>
                <a:close/>
                <a:moveTo>
                  <a:pt x="2599087" y="1360418"/>
                </a:moveTo>
                <a:lnTo>
                  <a:pt x="2599915" y="1360418"/>
                </a:lnTo>
                <a:lnTo>
                  <a:pt x="2600887" y="1360837"/>
                </a:lnTo>
                <a:lnTo>
                  <a:pt x="2602001" y="1361665"/>
                </a:lnTo>
                <a:lnTo>
                  <a:pt x="2604383" y="1362799"/>
                </a:lnTo>
                <a:lnTo>
                  <a:pt x="2608031" y="1364237"/>
                </a:lnTo>
                <a:lnTo>
                  <a:pt x="2610317" y="1364704"/>
                </a:lnTo>
                <a:lnTo>
                  <a:pt x="2611260" y="1364199"/>
                </a:lnTo>
                <a:lnTo>
                  <a:pt x="2613641" y="1363980"/>
                </a:lnTo>
                <a:lnTo>
                  <a:pt x="2617460" y="1364037"/>
                </a:lnTo>
                <a:lnTo>
                  <a:pt x="2619651" y="1363847"/>
                </a:lnTo>
                <a:lnTo>
                  <a:pt x="2620204" y="1363408"/>
                </a:lnTo>
                <a:lnTo>
                  <a:pt x="2622585" y="1362970"/>
                </a:lnTo>
                <a:lnTo>
                  <a:pt x="2626795" y="1362551"/>
                </a:lnTo>
                <a:lnTo>
                  <a:pt x="2628967" y="1362342"/>
                </a:lnTo>
                <a:lnTo>
                  <a:pt x="2629414" y="1362275"/>
                </a:lnTo>
                <a:lnTo>
                  <a:pt x="2629900" y="1362142"/>
                </a:lnTo>
                <a:lnTo>
                  <a:pt x="2631024" y="1360884"/>
                </a:lnTo>
                <a:lnTo>
                  <a:pt x="2632786" y="1358503"/>
                </a:lnTo>
                <a:lnTo>
                  <a:pt x="2634853" y="1357179"/>
                </a:lnTo>
                <a:lnTo>
                  <a:pt x="2637234" y="1356912"/>
                </a:lnTo>
                <a:lnTo>
                  <a:pt x="2639578" y="1356884"/>
                </a:lnTo>
                <a:lnTo>
                  <a:pt x="2641892" y="1357074"/>
                </a:lnTo>
                <a:lnTo>
                  <a:pt x="2644273" y="1357170"/>
                </a:lnTo>
                <a:lnTo>
                  <a:pt x="2646721" y="1357170"/>
                </a:lnTo>
                <a:lnTo>
                  <a:pt x="2650198" y="1358398"/>
                </a:lnTo>
                <a:lnTo>
                  <a:pt x="2654694" y="1360846"/>
                </a:lnTo>
                <a:lnTo>
                  <a:pt x="2657075" y="1362094"/>
                </a:lnTo>
                <a:lnTo>
                  <a:pt x="2657342" y="1362142"/>
                </a:lnTo>
                <a:lnTo>
                  <a:pt x="2660028" y="1362847"/>
                </a:lnTo>
                <a:lnTo>
                  <a:pt x="2664676" y="1363951"/>
                </a:lnTo>
                <a:lnTo>
                  <a:pt x="2668810" y="1366276"/>
                </a:lnTo>
                <a:lnTo>
                  <a:pt x="2672420" y="1369828"/>
                </a:lnTo>
                <a:lnTo>
                  <a:pt x="2674801" y="1372257"/>
                </a:lnTo>
                <a:lnTo>
                  <a:pt x="2675954" y="1373572"/>
                </a:lnTo>
                <a:lnTo>
                  <a:pt x="2678173" y="1375953"/>
                </a:lnTo>
                <a:lnTo>
                  <a:pt x="2681478" y="1379401"/>
                </a:lnTo>
                <a:lnTo>
                  <a:pt x="2683326" y="1382963"/>
                </a:lnTo>
                <a:lnTo>
                  <a:pt x="2683697" y="1386650"/>
                </a:lnTo>
                <a:lnTo>
                  <a:pt x="2684193" y="1389031"/>
                </a:lnTo>
                <a:lnTo>
                  <a:pt x="2684802" y="1390107"/>
                </a:lnTo>
                <a:lnTo>
                  <a:pt x="2685174" y="1392860"/>
                </a:lnTo>
                <a:lnTo>
                  <a:pt x="2685307" y="1397279"/>
                </a:lnTo>
                <a:lnTo>
                  <a:pt x="2685393" y="1399661"/>
                </a:lnTo>
                <a:lnTo>
                  <a:pt x="2685421" y="1400004"/>
                </a:lnTo>
                <a:lnTo>
                  <a:pt x="2685469" y="1402423"/>
                </a:lnTo>
                <a:lnTo>
                  <a:pt x="2685507" y="1406928"/>
                </a:lnTo>
                <a:lnTo>
                  <a:pt x="2685526" y="1409309"/>
                </a:lnTo>
                <a:lnTo>
                  <a:pt x="2685536" y="1409567"/>
                </a:lnTo>
                <a:lnTo>
                  <a:pt x="2685545" y="1411957"/>
                </a:lnTo>
                <a:lnTo>
                  <a:pt x="2685545" y="1416463"/>
                </a:lnTo>
                <a:lnTo>
                  <a:pt x="2685545" y="1418844"/>
                </a:lnTo>
                <a:lnTo>
                  <a:pt x="2685555" y="1419101"/>
                </a:lnTo>
                <a:lnTo>
                  <a:pt x="2685517" y="1421444"/>
                </a:lnTo>
                <a:lnTo>
                  <a:pt x="2685440" y="1425883"/>
                </a:lnTo>
                <a:lnTo>
                  <a:pt x="2685402" y="1428264"/>
                </a:lnTo>
                <a:lnTo>
                  <a:pt x="2685412" y="1428588"/>
                </a:lnTo>
                <a:lnTo>
                  <a:pt x="2685412" y="1430969"/>
                </a:lnTo>
                <a:lnTo>
                  <a:pt x="2685412" y="1435418"/>
                </a:lnTo>
                <a:lnTo>
                  <a:pt x="2685412" y="1437799"/>
                </a:lnTo>
                <a:lnTo>
                  <a:pt x="2685402" y="1438113"/>
                </a:lnTo>
                <a:lnTo>
                  <a:pt x="2685421" y="1440513"/>
                </a:lnTo>
                <a:lnTo>
                  <a:pt x="2685459" y="1444990"/>
                </a:lnTo>
                <a:lnTo>
                  <a:pt x="2685479" y="1447371"/>
                </a:lnTo>
                <a:lnTo>
                  <a:pt x="2685469" y="1447657"/>
                </a:lnTo>
                <a:lnTo>
                  <a:pt x="2685526" y="1450096"/>
                </a:lnTo>
                <a:lnTo>
                  <a:pt x="2685650" y="1454687"/>
                </a:lnTo>
                <a:lnTo>
                  <a:pt x="2685698" y="1457068"/>
                </a:lnTo>
                <a:lnTo>
                  <a:pt x="2685488" y="1459430"/>
                </a:lnTo>
                <a:lnTo>
                  <a:pt x="2685136" y="1463650"/>
                </a:lnTo>
                <a:lnTo>
                  <a:pt x="2684278" y="1466031"/>
                </a:lnTo>
                <a:lnTo>
                  <a:pt x="2682916" y="1466574"/>
                </a:lnTo>
                <a:lnTo>
                  <a:pt x="2682040" y="1468079"/>
                </a:lnTo>
                <a:lnTo>
                  <a:pt x="2681630" y="1470527"/>
                </a:lnTo>
                <a:lnTo>
                  <a:pt x="2680202" y="1471717"/>
                </a:lnTo>
                <a:lnTo>
                  <a:pt x="2677754" y="1471651"/>
                </a:lnTo>
                <a:lnTo>
                  <a:pt x="2674382" y="1470660"/>
                </a:lnTo>
                <a:lnTo>
                  <a:pt x="2670096" y="1468755"/>
                </a:lnTo>
                <a:lnTo>
                  <a:pt x="2667714" y="1467803"/>
                </a:lnTo>
                <a:lnTo>
                  <a:pt x="2667238" y="1467803"/>
                </a:lnTo>
                <a:lnTo>
                  <a:pt x="2666771" y="1467564"/>
                </a:lnTo>
                <a:lnTo>
                  <a:pt x="2666324" y="1467088"/>
                </a:lnTo>
                <a:lnTo>
                  <a:pt x="2666095" y="1466621"/>
                </a:lnTo>
                <a:lnTo>
                  <a:pt x="2666095" y="1466174"/>
                </a:lnTo>
                <a:lnTo>
                  <a:pt x="2664571" y="1463792"/>
                </a:lnTo>
                <a:lnTo>
                  <a:pt x="2661542" y="1459478"/>
                </a:lnTo>
                <a:lnTo>
                  <a:pt x="2659971" y="1455534"/>
                </a:lnTo>
                <a:lnTo>
                  <a:pt x="2659875" y="1451943"/>
                </a:lnTo>
                <a:lnTo>
                  <a:pt x="2659828" y="1449562"/>
                </a:lnTo>
                <a:lnTo>
                  <a:pt x="2659847" y="1448391"/>
                </a:lnTo>
                <a:lnTo>
                  <a:pt x="2659828" y="1445990"/>
                </a:lnTo>
                <a:lnTo>
                  <a:pt x="2659780" y="1442361"/>
                </a:lnTo>
                <a:lnTo>
                  <a:pt x="2659780" y="1439980"/>
                </a:lnTo>
                <a:lnTo>
                  <a:pt x="2659828" y="1438847"/>
                </a:lnTo>
                <a:lnTo>
                  <a:pt x="2659856" y="1436494"/>
                </a:lnTo>
                <a:lnTo>
                  <a:pt x="2659856" y="1432922"/>
                </a:lnTo>
                <a:lnTo>
                  <a:pt x="2659828" y="1430541"/>
                </a:lnTo>
                <a:lnTo>
                  <a:pt x="2659780" y="1429350"/>
                </a:lnTo>
                <a:lnTo>
                  <a:pt x="2659723" y="1426912"/>
                </a:lnTo>
                <a:lnTo>
                  <a:pt x="2659666" y="1423225"/>
                </a:lnTo>
                <a:lnTo>
                  <a:pt x="2659618" y="1420844"/>
                </a:lnTo>
                <a:lnTo>
                  <a:pt x="2659571" y="1419768"/>
                </a:lnTo>
                <a:lnTo>
                  <a:pt x="2659523" y="1417330"/>
                </a:lnTo>
                <a:lnTo>
                  <a:pt x="2659466" y="1413548"/>
                </a:lnTo>
                <a:lnTo>
                  <a:pt x="2659456" y="1411167"/>
                </a:lnTo>
                <a:lnTo>
                  <a:pt x="2659504" y="1410186"/>
                </a:lnTo>
                <a:lnTo>
                  <a:pt x="2659466" y="1407776"/>
                </a:lnTo>
                <a:lnTo>
                  <a:pt x="2659351" y="1403918"/>
                </a:lnTo>
                <a:lnTo>
                  <a:pt x="2659275" y="1401537"/>
                </a:lnTo>
                <a:lnTo>
                  <a:pt x="2659247" y="1400632"/>
                </a:lnTo>
                <a:lnTo>
                  <a:pt x="2659199" y="1398203"/>
                </a:lnTo>
                <a:lnTo>
                  <a:pt x="2659142" y="1394260"/>
                </a:lnTo>
                <a:lnTo>
                  <a:pt x="2658980" y="1391879"/>
                </a:lnTo>
                <a:lnTo>
                  <a:pt x="2658713" y="1391060"/>
                </a:lnTo>
                <a:lnTo>
                  <a:pt x="2658304" y="1390326"/>
                </a:lnTo>
                <a:lnTo>
                  <a:pt x="2657751" y="1389688"/>
                </a:lnTo>
                <a:lnTo>
                  <a:pt x="2656284" y="1388497"/>
                </a:lnTo>
                <a:lnTo>
                  <a:pt x="2653903" y="1386754"/>
                </a:lnTo>
                <a:lnTo>
                  <a:pt x="2651522" y="1385792"/>
                </a:lnTo>
                <a:lnTo>
                  <a:pt x="2649141" y="1385592"/>
                </a:lnTo>
                <a:lnTo>
                  <a:pt x="2646016" y="1384849"/>
                </a:lnTo>
                <a:lnTo>
                  <a:pt x="2642149" y="1383554"/>
                </a:lnTo>
                <a:lnTo>
                  <a:pt x="2639768" y="1382859"/>
                </a:lnTo>
                <a:lnTo>
                  <a:pt x="2638873" y="1382763"/>
                </a:lnTo>
                <a:lnTo>
                  <a:pt x="2637530" y="1383802"/>
                </a:lnTo>
                <a:lnTo>
                  <a:pt x="2635748" y="1385983"/>
                </a:lnTo>
                <a:lnTo>
                  <a:pt x="2633367" y="1387154"/>
                </a:lnTo>
                <a:lnTo>
                  <a:pt x="2630386" y="1387316"/>
                </a:lnTo>
                <a:lnTo>
                  <a:pt x="2628614" y="1387926"/>
                </a:lnTo>
                <a:lnTo>
                  <a:pt x="2628052" y="1388993"/>
                </a:lnTo>
                <a:lnTo>
                  <a:pt x="2626424" y="1389802"/>
                </a:lnTo>
                <a:lnTo>
                  <a:pt x="2623728" y="1390364"/>
                </a:lnTo>
                <a:lnTo>
                  <a:pt x="2622423" y="1391441"/>
                </a:lnTo>
                <a:lnTo>
                  <a:pt x="2622509" y="1393031"/>
                </a:lnTo>
                <a:lnTo>
                  <a:pt x="2621756" y="1393784"/>
                </a:lnTo>
                <a:lnTo>
                  <a:pt x="2620166" y="1393698"/>
                </a:lnTo>
                <a:lnTo>
                  <a:pt x="2619089" y="1395003"/>
                </a:lnTo>
                <a:lnTo>
                  <a:pt x="2618527" y="1397689"/>
                </a:lnTo>
                <a:lnTo>
                  <a:pt x="2617918" y="1399327"/>
                </a:lnTo>
                <a:lnTo>
                  <a:pt x="2617270" y="1399889"/>
                </a:lnTo>
                <a:lnTo>
                  <a:pt x="2616918" y="1401918"/>
                </a:lnTo>
                <a:lnTo>
                  <a:pt x="2616841" y="1405395"/>
                </a:lnTo>
                <a:lnTo>
                  <a:pt x="2616441" y="1407776"/>
                </a:lnTo>
                <a:lnTo>
                  <a:pt x="2615708" y="1409062"/>
                </a:lnTo>
                <a:lnTo>
                  <a:pt x="2615336" y="1411072"/>
                </a:lnTo>
                <a:lnTo>
                  <a:pt x="2615336" y="1413815"/>
                </a:lnTo>
                <a:lnTo>
                  <a:pt x="2615298" y="1416196"/>
                </a:lnTo>
                <a:lnTo>
                  <a:pt x="2615241" y="1418215"/>
                </a:lnTo>
                <a:lnTo>
                  <a:pt x="2615213" y="1420568"/>
                </a:lnTo>
                <a:lnTo>
                  <a:pt x="2615213" y="1423245"/>
                </a:lnTo>
                <a:lnTo>
                  <a:pt x="2615298" y="1425626"/>
                </a:lnTo>
                <a:lnTo>
                  <a:pt x="2615479" y="1427712"/>
                </a:lnTo>
                <a:lnTo>
                  <a:pt x="2615565" y="1430179"/>
                </a:lnTo>
                <a:lnTo>
                  <a:pt x="2615565" y="1433036"/>
                </a:lnTo>
                <a:lnTo>
                  <a:pt x="2615613" y="1435418"/>
                </a:lnTo>
                <a:lnTo>
                  <a:pt x="2615717" y="1437323"/>
                </a:lnTo>
                <a:lnTo>
                  <a:pt x="2615775" y="1439751"/>
                </a:lnTo>
                <a:lnTo>
                  <a:pt x="2615775" y="1442714"/>
                </a:lnTo>
                <a:lnTo>
                  <a:pt x="2615813" y="1445095"/>
                </a:lnTo>
                <a:lnTo>
                  <a:pt x="2615908" y="1446895"/>
                </a:lnTo>
                <a:lnTo>
                  <a:pt x="2615917" y="1449286"/>
                </a:lnTo>
                <a:lnTo>
                  <a:pt x="2615841" y="1452267"/>
                </a:lnTo>
                <a:lnTo>
                  <a:pt x="2615822" y="1454648"/>
                </a:lnTo>
                <a:lnTo>
                  <a:pt x="2615870" y="1456430"/>
                </a:lnTo>
                <a:lnTo>
                  <a:pt x="2615889" y="1458839"/>
                </a:lnTo>
                <a:lnTo>
                  <a:pt x="2615889" y="1461859"/>
                </a:lnTo>
                <a:lnTo>
                  <a:pt x="2614384" y="1464240"/>
                </a:lnTo>
                <a:lnTo>
                  <a:pt x="2611364" y="1465983"/>
                </a:lnTo>
                <a:lnTo>
                  <a:pt x="2609021" y="1468403"/>
                </a:lnTo>
                <a:lnTo>
                  <a:pt x="2607374" y="1471517"/>
                </a:lnTo>
                <a:lnTo>
                  <a:pt x="2604992" y="1473070"/>
                </a:lnTo>
                <a:lnTo>
                  <a:pt x="2601878" y="1473070"/>
                </a:lnTo>
                <a:lnTo>
                  <a:pt x="2598144" y="1471517"/>
                </a:lnTo>
                <a:lnTo>
                  <a:pt x="2593791" y="1468403"/>
                </a:lnTo>
                <a:lnTo>
                  <a:pt x="2591410" y="1466479"/>
                </a:lnTo>
                <a:lnTo>
                  <a:pt x="2591000" y="1465726"/>
                </a:lnTo>
                <a:lnTo>
                  <a:pt x="2589533" y="1463345"/>
                </a:lnTo>
                <a:lnTo>
                  <a:pt x="2586990" y="1459335"/>
                </a:lnTo>
                <a:lnTo>
                  <a:pt x="2585723" y="1456058"/>
                </a:lnTo>
                <a:lnTo>
                  <a:pt x="2585723" y="1453515"/>
                </a:lnTo>
                <a:lnTo>
                  <a:pt x="2585761" y="1451134"/>
                </a:lnTo>
                <a:lnTo>
                  <a:pt x="2585837" y="1448914"/>
                </a:lnTo>
                <a:lnTo>
                  <a:pt x="2585876" y="1446571"/>
                </a:lnTo>
                <a:lnTo>
                  <a:pt x="2585876" y="1444104"/>
                </a:lnTo>
                <a:lnTo>
                  <a:pt x="2585837" y="1441723"/>
                </a:lnTo>
                <a:lnTo>
                  <a:pt x="2585761" y="1439428"/>
                </a:lnTo>
                <a:lnTo>
                  <a:pt x="2585723" y="1437008"/>
                </a:lnTo>
                <a:lnTo>
                  <a:pt x="2585723" y="1434465"/>
                </a:lnTo>
                <a:lnTo>
                  <a:pt x="2585723" y="1432084"/>
                </a:lnTo>
                <a:lnTo>
                  <a:pt x="2585723" y="1429864"/>
                </a:lnTo>
                <a:lnTo>
                  <a:pt x="2585676" y="1427436"/>
                </a:lnTo>
                <a:lnTo>
                  <a:pt x="2585590" y="1424807"/>
                </a:lnTo>
                <a:lnTo>
                  <a:pt x="2585476" y="1422425"/>
                </a:lnTo>
                <a:lnTo>
                  <a:pt x="2585342" y="1420292"/>
                </a:lnTo>
                <a:lnTo>
                  <a:pt x="2585266" y="1417844"/>
                </a:lnTo>
                <a:lnTo>
                  <a:pt x="2585266" y="1415082"/>
                </a:lnTo>
                <a:lnTo>
                  <a:pt x="2585266" y="1412700"/>
                </a:lnTo>
                <a:lnTo>
                  <a:pt x="2585266" y="1410700"/>
                </a:lnTo>
                <a:lnTo>
                  <a:pt x="2585266" y="1408319"/>
                </a:lnTo>
                <a:lnTo>
                  <a:pt x="2585266" y="1405557"/>
                </a:lnTo>
                <a:lnTo>
                  <a:pt x="2585466" y="1403175"/>
                </a:lnTo>
                <a:lnTo>
                  <a:pt x="2585847" y="1401175"/>
                </a:lnTo>
                <a:lnTo>
                  <a:pt x="2586038" y="1398984"/>
                </a:lnTo>
                <a:lnTo>
                  <a:pt x="2586038" y="1396603"/>
                </a:lnTo>
                <a:lnTo>
                  <a:pt x="2586133" y="1394222"/>
                </a:lnTo>
                <a:lnTo>
                  <a:pt x="2586333" y="1391841"/>
                </a:lnTo>
                <a:lnTo>
                  <a:pt x="2586476" y="1389602"/>
                </a:lnTo>
                <a:lnTo>
                  <a:pt x="2586561" y="1387507"/>
                </a:lnTo>
                <a:lnTo>
                  <a:pt x="2586390" y="1385125"/>
                </a:lnTo>
                <a:lnTo>
                  <a:pt x="2585942" y="1382458"/>
                </a:lnTo>
                <a:lnTo>
                  <a:pt x="2585761" y="1379896"/>
                </a:lnTo>
                <a:lnTo>
                  <a:pt x="2585847" y="1377439"/>
                </a:lnTo>
                <a:lnTo>
                  <a:pt x="2585847" y="1375058"/>
                </a:lnTo>
                <a:lnTo>
                  <a:pt x="2585780" y="1372753"/>
                </a:lnTo>
                <a:lnTo>
                  <a:pt x="2585780" y="1370371"/>
                </a:lnTo>
                <a:lnTo>
                  <a:pt x="2585857" y="1367923"/>
                </a:lnTo>
                <a:lnTo>
                  <a:pt x="2587123" y="1366361"/>
                </a:lnTo>
                <a:lnTo>
                  <a:pt x="2589571" y="1365704"/>
                </a:lnTo>
                <a:lnTo>
                  <a:pt x="2590991" y="1364742"/>
                </a:lnTo>
                <a:lnTo>
                  <a:pt x="2591381" y="1363485"/>
                </a:lnTo>
                <a:lnTo>
                  <a:pt x="2593029" y="1362656"/>
                </a:lnTo>
                <a:lnTo>
                  <a:pt x="2595944" y="1362266"/>
                </a:lnTo>
                <a:lnTo>
                  <a:pt x="2597715" y="1361665"/>
                </a:lnTo>
                <a:lnTo>
                  <a:pt x="2598353" y="1360837"/>
                </a:lnTo>
                <a:close/>
                <a:moveTo>
                  <a:pt x="2760469" y="1359751"/>
                </a:moveTo>
                <a:lnTo>
                  <a:pt x="2761659" y="1359856"/>
                </a:lnTo>
                <a:lnTo>
                  <a:pt x="2763517" y="1359332"/>
                </a:lnTo>
                <a:lnTo>
                  <a:pt x="2766041" y="1358189"/>
                </a:lnTo>
                <a:lnTo>
                  <a:pt x="2768422" y="1357570"/>
                </a:lnTo>
                <a:lnTo>
                  <a:pt x="2770661" y="1357503"/>
                </a:lnTo>
                <a:lnTo>
                  <a:pt x="2773509" y="1357970"/>
                </a:lnTo>
                <a:lnTo>
                  <a:pt x="2776966" y="1358970"/>
                </a:lnTo>
                <a:lnTo>
                  <a:pt x="2779347" y="1359475"/>
                </a:lnTo>
                <a:lnTo>
                  <a:pt x="2780652" y="1359475"/>
                </a:lnTo>
                <a:lnTo>
                  <a:pt x="2781948" y="1360122"/>
                </a:lnTo>
                <a:lnTo>
                  <a:pt x="2783253" y="1361427"/>
                </a:lnTo>
                <a:lnTo>
                  <a:pt x="2785634" y="1362542"/>
                </a:lnTo>
                <a:lnTo>
                  <a:pt x="2789091" y="1363466"/>
                </a:lnTo>
                <a:lnTo>
                  <a:pt x="2792482" y="1365123"/>
                </a:lnTo>
                <a:lnTo>
                  <a:pt x="2795797" y="1367514"/>
                </a:lnTo>
                <a:lnTo>
                  <a:pt x="2798178" y="1368781"/>
                </a:lnTo>
                <a:lnTo>
                  <a:pt x="2799626" y="1368952"/>
                </a:lnTo>
                <a:lnTo>
                  <a:pt x="2801017" y="1369676"/>
                </a:lnTo>
                <a:lnTo>
                  <a:pt x="2802350" y="1370962"/>
                </a:lnTo>
                <a:lnTo>
                  <a:pt x="2804732" y="1373134"/>
                </a:lnTo>
                <a:lnTo>
                  <a:pt x="2808161" y="1376191"/>
                </a:lnTo>
                <a:lnTo>
                  <a:pt x="2810723" y="1378572"/>
                </a:lnTo>
                <a:lnTo>
                  <a:pt x="2812428" y="1380277"/>
                </a:lnTo>
                <a:lnTo>
                  <a:pt x="2813561" y="1382258"/>
                </a:lnTo>
                <a:lnTo>
                  <a:pt x="2814123" y="1384525"/>
                </a:lnTo>
                <a:lnTo>
                  <a:pt x="2815380" y="1386907"/>
                </a:lnTo>
                <a:lnTo>
                  <a:pt x="2817304" y="1389402"/>
                </a:lnTo>
                <a:lnTo>
                  <a:pt x="2818552" y="1391622"/>
                </a:lnTo>
                <a:lnTo>
                  <a:pt x="2819114" y="1393565"/>
                </a:lnTo>
                <a:lnTo>
                  <a:pt x="2820524" y="1395946"/>
                </a:lnTo>
                <a:lnTo>
                  <a:pt x="2822762" y="1398765"/>
                </a:lnTo>
                <a:lnTo>
                  <a:pt x="2823886" y="1401299"/>
                </a:lnTo>
                <a:lnTo>
                  <a:pt x="2823886" y="1403537"/>
                </a:lnTo>
                <a:lnTo>
                  <a:pt x="2824382" y="1405919"/>
                </a:lnTo>
                <a:lnTo>
                  <a:pt x="2825372" y="1408443"/>
                </a:lnTo>
                <a:lnTo>
                  <a:pt x="2825867" y="1411319"/>
                </a:lnTo>
                <a:lnTo>
                  <a:pt x="2825867" y="1414548"/>
                </a:lnTo>
                <a:lnTo>
                  <a:pt x="2825887" y="1416929"/>
                </a:lnTo>
                <a:lnTo>
                  <a:pt x="2825944" y="1418463"/>
                </a:lnTo>
                <a:lnTo>
                  <a:pt x="2825972" y="1420863"/>
                </a:lnTo>
                <a:lnTo>
                  <a:pt x="2825972" y="1424149"/>
                </a:lnTo>
                <a:lnTo>
                  <a:pt x="2825715" y="1426531"/>
                </a:lnTo>
                <a:lnTo>
                  <a:pt x="2825191" y="1428007"/>
                </a:lnTo>
                <a:lnTo>
                  <a:pt x="2824934" y="1430131"/>
                </a:lnTo>
                <a:lnTo>
                  <a:pt x="2824934" y="1432903"/>
                </a:lnTo>
                <a:lnTo>
                  <a:pt x="2823553" y="1435113"/>
                </a:lnTo>
                <a:lnTo>
                  <a:pt x="2820781" y="1436751"/>
                </a:lnTo>
                <a:lnTo>
                  <a:pt x="2819352" y="1437704"/>
                </a:lnTo>
                <a:lnTo>
                  <a:pt x="2819267" y="1437961"/>
                </a:lnTo>
                <a:lnTo>
                  <a:pt x="2818905" y="1440304"/>
                </a:lnTo>
                <a:lnTo>
                  <a:pt x="2818286" y="1444342"/>
                </a:lnTo>
                <a:lnTo>
                  <a:pt x="2817524" y="1446724"/>
                </a:lnTo>
                <a:lnTo>
                  <a:pt x="2816619" y="1447448"/>
                </a:lnTo>
                <a:lnTo>
                  <a:pt x="2816104" y="1449314"/>
                </a:lnTo>
                <a:lnTo>
                  <a:pt x="2815990" y="1452343"/>
                </a:lnTo>
                <a:lnTo>
                  <a:pt x="2814418" y="1453915"/>
                </a:lnTo>
                <a:lnTo>
                  <a:pt x="2811389" y="1454029"/>
                </a:lnTo>
                <a:lnTo>
                  <a:pt x="2809475" y="1454496"/>
                </a:lnTo>
                <a:lnTo>
                  <a:pt x="2808675" y="1455315"/>
                </a:lnTo>
                <a:lnTo>
                  <a:pt x="2807818" y="1456125"/>
                </a:lnTo>
                <a:lnTo>
                  <a:pt x="2806903" y="1456925"/>
                </a:lnTo>
                <a:lnTo>
                  <a:pt x="2806389" y="1458792"/>
                </a:lnTo>
                <a:lnTo>
                  <a:pt x="2806275" y="1461726"/>
                </a:lnTo>
                <a:lnTo>
                  <a:pt x="2804751" y="1463250"/>
                </a:lnTo>
                <a:lnTo>
                  <a:pt x="2801817" y="1463364"/>
                </a:lnTo>
                <a:lnTo>
                  <a:pt x="2799969" y="1463897"/>
                </a:lnTo>
                <a:lnTo>
                  <a:pt x="2799197" y="1464840"/>
                </a:lnTo>
                <a:lnTo>
                  <a:pt x="2796816" y="1465583"/>
                </a:lnTo>
                <a:lnTo>
                  <a:pt x="2792825" y="1466107"/>
                </a:lnTo>
                <a:lnTo>
                  <a:pt x="2790701" y="1466364"/>
                </a:lnTo>
                <a:lnTo>
                  <a:pt x="2790454" y="1466355"/>
                </a:lnTo>
                <a:lnTo>
                  <a:pt x="2790120" y="1466479"/>
                </a:lnTo>
                <a:lnTo>
                  <a:pt x="2789711" y="1466726"/>
                </a:lnTo>
                <a:lnTo>
                  <a:pt x="2788958" y="1468355"/>
                </a:lnTo>
                <a:lnTo>
                  <a:pt x="2787872" y="1471365"/>
                </a:lnTo>
                <a:lnTo>
                  <a:pt x="2785815" y="1472879"/>
                </a:lnTo>
                <a:lnTo>
                  <a:pt x="2782805" y="1472879"/>
                </a:lnTo>
                <a:lnTo>
                  <a:pt x="2780652" y="1473098"/>
                </a:lnTo>
                <a:lnTo>
                  <a:pt x="2779347" y="1473556"/>
                </a:lnTo>
                <a:lnTo>
                  <a:pt x="2776966" y="1473775"/>
                </a:lnTo>
                <a:lnTo>
                  <a:pt x="2773509" y="1473775"/>
                </a:lnTo>
                <a:lnTo>
                  <a:pt x="2770918" y="1473565"/>
                </a:lnTo>
                <a:lnTo>
                  <a:pt x="2769203" y="1473156"/>
                </a:lnTo>
                <a:lnTo>
                  <a:pt x="2766822" y="1472946"/>
                </a:lnTo>
                <a:lnTo>
                  <a:pt x="2763774" y="1472946"/>
                </a:lnTo>
                <a:lnTo>
                  <a:pt x="2760012" y="1471422"/>
                </a:lnTo>
                <a:lnTo>
                  <a:pt x="2755525" y="1468374"/>
                </a:lnTo>
                <a:lnTo>
                  <a:pt x="2753144" y="1466793"/>
                </a:lnTo>
                <a:lnTo>
                  <a:pt x="2752868" y="1466688"/>
                </a:lnTo>
                <a:lnTo>
                  <a:pt x="2752639" y="1466602"/>
                </a:lnTo>
                <a:lnTo>
                  <a:pt x="2750096" y="1466012"/>
                </a:lnTo>
                <a:lnTo>
                  <a:pt x="2745496" y="1465002"/>
                </a:lnTo>
                <a:lnTo>
                  <a:pt x="2741352" y="1462707"/>
                </a:lnTo>
                <a:lnTo>
                  <a:pt x="2737666" y="1459116"/>
                </a:lnTo>
                <a:lnTo>
                  <a:pt x="2735285" y="1456849"/>
                </a:lnTo>
                <a:lnTo>
                  <a:pt x="2734208" y="1455896"/>
                </a:lnTo>
                <a:lnTo>
                  <a:pt x="2731818" y="1453515"/>
                </a:lnTo>
                <a:lnTo>
                  <a:pt x="2728103" y="1449705"/>
                </a:lnTo>
                <a:lnTo>
                  <a:pt x="2725722" y="1446800"/>
                </a:lnTo>
                <a:lnTo>
                  <a:pt x="2724674" y="1444809"/>
                </a:lnTo>
                <a:lnTo>
                  <a:pt x="2722769" y="1442428"/>
                </a:lnTo>
                <a:lnTo>
                  <a:pt x="2719997" y="1439656"/>
                </a:lnTo>
                <a:lnTo>
                  <a:pt x="2718645" y="1436922"/>
                </a:lnTo>
                <a:lnTo>
                  <a:pt x="2718711" y="1434217"/>
                </a:lnTo>
                <a:lnTo>
                  <a:pt x="2718245" y="1431836"/>
                </a:lnTo>
                <a:lnTo>
                  <a:pt x="2717254" y="1429779"/>
                </a:lnTo>
                <a:lnTo>
                  <a:pt x="2716682" y="1426835"/>
                </a:lnTo>
                <a:lnTo>
                  <a:pt x="2716549" y="1422997"/>
                </a:lnTo>
                <a:lnTo>
                  <a:pt x="2716378" y="1420616"/>
                </a:lnTo>
                <a:lnTo>
                  <a:pt x="2716168" y="1419692"/>
                </a:lnTo>
                <a:lnTo>
                  <a:pt x="2716101" y="1417244"/>
                </a:lnTo>
                <a:lnTo>
                  <a:pt x="2716178" y="1413272"/>
                </a:lnTo>
                <a:lnTo>
                  <a:pt x="2716225" y="1410891"/>
                </a:lnTo>
                <a:lnTo>
                  <a:pt x="2716254" y="1410100"/>
                </a:lnTo>
                <a:lnTo>
                  <a:pt x="2716273" y="1407728"/>
                </a:lnTo>
                <a:lnTo>
                  <a:pt x="2716273" y="1403795"/>
                </a:lnTo>
                <a:lnTo>
                  <a:pt x="2716454" y="1401413"/>
                </a:lnTo>
                <a:lnTo>
                  <a:pt x="2716825" y="1400585"/>
                </a:lnTo>
                <a:lnTo>
                  <a:pt x="2716978" y="1398365"/>
                </a:lnTo>
                <a:lnTo>
                  <a:pt x="2716930" y="1394746"/>
                </a:lnTo>
                <a:lnTo>
                  <a:pt x="2718264" y="1392365"/>
                </a:lnTo>
                <a:lnTo>
                  <a:pt x="2720978" y="1391222"/>
                </a:lnTo>
                <a:lnTo>
                  <a:pt x="2722388" y="1390250"/>
                </a:lnTo>
                <a:lnTo>
                  <a:pt x="2722502" y="1389459"/>
                </a:lnTo>
                <a:lnTo>
                  <a:pt x="2722959" y="1388983"/>
                </a:lnTo>
                <a:lnTo>
                  <a:pt x="2723750" y="1388821"/>
                </a:lnTo>
                <a:lnTo>
                  <a:pt x="2724483" y="1387173"/>
                </a:lnTo>
                <a:lnTo>
                  <a:pt x="2725141" y="1384021"/>
                </a:lnTo>
                <a:lnTo>
                  <a:pt x="2725903" y="1382116"/>
                </a:lnTo>
                <a:lnTo>
                  <a:pt x="2726769" y="1381458"/>
                </a:lnTo>
                <a:lnTo>
                  <a:pt x="2727322" y="1379630"/>
                </a:lnTo>
                <a:lnTo>
                  <a:pt x="2727560" y="1376629"/>
                </a:lnTo>
                <a:lnTo>
                  <a:pt x="2729179" y="1374972"/>
                </a:lnTo>
                <a:lnTo>
                  <a:pt x="2732180" y="1374667"/>
                </a:lnTo>
                <a:lnTo>
                  <a:pt x="2733999" y="1374115"/>
                </a:lnTo>
                <a:lnTo>
                  <a:pt x="2734656" y="1373315"/>
                </a:lnTo>
                <a:lnTo>
                  <a:pt x="2735647" y="1372581"/>
                </a:lnTo>
                <a:lnTo>
                  <a:pt x="2736980" y="1371924"/>
                </a:lnTo>
                <a:lnTo>
                  <a:pt x="2737714" y="1370286"/>
                </a:lnTo>
                <a:lnTo>
                  <a:pt x="2737866" y="1367657"/>
                </a:lnTo>
                <a:lnTo>
                  <a:pt x="2739257" y="1366266"/>
                </a:lnTo>
                <a:lnTo>
                  <a:pt x="2741886" y="1366114"/>
                </a:lnTo>
                <a:lnTo>
                  <a:pt x="2743562" y="1365409"/>
                </a:lnTo>
                <a:lnTo>
                  <a:pt x="2744267" y="1364142"/>
                </a:lnTo>
                <a:lnTo>
                  <a:pt x="2746648" y="1363485"/>
                </a:lnTo>
                <a:lnTo>
                  <a:pt x="2750706" y="1363447"/>
                </a:lnTo>
                <a:lnTo>
                  <a:pt x="2753039" y="1363399"/>
                </a:lnTo>
                <a:lnTo>
                  <a:pt x="2753658" y="1363342"/>
                </a:lnTo>
                <a:lnTo>
                  <a:pt x="2755411" y="1363008"/>
                </a:lnTo>
                <a:lnTo>
                  <a:pt x="2758297" y="1362389"/>
                </a:lnTo>
                <a:lnTo>
                  <a:pt x="2759774" y="1361484"/>
                </a:lnTo>
                <a:lnTo>
                  <a:pt x="2759840" y="1360294"/>
                </a:lnTo>
                <a:close/>
                <a:moveTo>
                  <a:pt x="2999280" y="1360522"/>
                </a:moveTo>
                <a:lnTo>
                  <a:pt x="3000013" y="1360351"/>
                </a:lnTo>
                <a:lnTo>
                  <a:pt x="3001642" y="1359599"/>
                </a:lnTo>
                <a:lnTo>
                  <a:pt x="3004166" y="1358275"/>
                </a:lnTo>
                <a:lnTo>
                  <a:pt x="3006547" y="1357570"/>
                </a:lnTo>
                <a:lnTo>
                  <a:pt x="3008786" y="1357503"/>
                </a:lnTo>
                <a:lnTo>
                  <a:pt x="3011214" y="1357551"/>
                </a:lnTo>
                <a:lnTo>
                  <a:pt x="3013843" y="1357722"/>
                </a:lnTo>
                <a:lnTo>
                  <a:pt x="3016225" y="1357770"/>
                </a:lnTo>
                <a:lnTo>
                  <a:pt x="3018358" y="1357694"/>
                </a:lnTo>
                <a:lnTo>
                  <a:pt x="3021244" y="1358760"/>
                </a:lnTo>
                <a:lnTo>
                  <a:pt x="3024892" y="1360970"/>
                </a:lnTo>
                <a:lnTo>
                  <a:pt x="3027274" y="1362180"/>
                </a:lnTo>
                <a:lnTo>
                  <a:pt x="3028388" y="1362389"/>
                </a:lnTo>
                <a:lnTo>
                  <a:pt x="3029226" y="1362666"/>
                </a:lnTo>
                <a:lnTo>
                  <a:pt x="3029769" y="1362999"/>
                </a:lnTo>
                <a:lnTo>
                  <a:pt x="3032150" y="1363666"/>
                </a:lnTo>
                <a:lnTo>
                  <a:pt x="3036370" y="1364675"/>
                </a:lnTo>
                <a:lnTo>
                  <a:pt x="3040151" y="1366790"/>
                </a:lnTo>
                <a:lnTo>
                  <a:pt x="3043504" y="1370000"/>
                </a:lnTo>
                <a:lnTo>
                  <a:pt x="3045885" y="1372600"/>
                </a:lnTo>
                <a:lnTo>
                  <a:pt x="3047295" y="1374600"/>
                </a:lnTo>
                <a:lnTo>
                  <a:pt x="3049257" y="1376982"/>
                </a:lnTo>
                <a:lnTo>
                  <a:pt x="3051781" y="1379744"/>
                </a:lnTo>
                <a:lnTo>
                  <a:pt x="3053077" y="1382420"/>
                </a:lnTo>
                <a:lnTo>
                  <a:pt x="3053153" y="1385021"/>
                </a:lnTo>
                <a:lnTo>
                  <a:pt x="3053877" y="1387402"/>
                </a:lnTo>
                <a:lnTo>
                  <a:pt x="3055249" y="1389564"/>
                </a:lnTo>
                <a:lnTo>
                  <a:pt x="3056011" y="1392707"/>
                </a:lnTo>
                <a:lnTo>
                  <a:pt x="3056144" y="1396813"/>
                </a:lnTo>
                <a:lnTo>
                  <a:pt x="3056268" y="1399194"/>
                </a:lnTo>
                <a:lnTo>
                  <a:pt x="3056392" y="1399851"/>
                </a:lnTo>
                <a:lnTo>
                  <a:pt x="3056430" y="1402271"/>
                </a:lnTo>
                <a:lnTo>
                  <a:pt x="3056392" y="1406452"/>
                </a:lnTo>
                <a:lnTo>
                  <a:pt x="3056363" y="1408833"/>
                </a:lnTo>
                <a:lnTo>
                  <a:pt x="3056353" y="1409414"/>
                </a:lnTo>
                <a:lnTo>
                  <a:pt x="3056249" y="1411691"/>
                </a:lnTo>
                <a:lnTo>
                  <a:pt x="3056058" y="1415672"/>
                </a:lnTo>
                <a:lnTo>
                  <a:pt x="3055934" y="1418053"/>
                </a:lnTo>
                <a:lnTo>
                  <a:pt x="3055858" y="1418834"/>
                </a:lnTo>
                <a:lnTo>
                  <a:pt x="3055830" y="1421178"/>
                </a:lnTo>
                <a:lnTo>
                  <a:pt x="3055830" y="1425092"/>
                </a:lnTo>
                <a:lnTo>
                  <a:pt x="3055858" y="1427474"/>
                </a:lnTo>
                <a:lnTo>
                  <a:pt x="3055906" y="1428321"/>
                </a:lnTo>
                <a:lnTo>
                  <a:pt x="3056030" y="1430826"/>
                </a:lnTo>
                <a:lnTo>
                  <a:pt x="3056230" y="1434989"/>
                </a:lnTo>
                <a:lnTo>
                  <a:pt x="3056315" y="1437370"/>
                </a:lnTo>
                <a:lnTo>
                  <a:pt x="3056296" y="1437970"/>
                </a:lnTo>
                <a:lnTo>
                  <a:pt x="3056268" y="1440323"/>
                </a:lnTo>
                <a:lnTo>
                  <a:pt x="3056230" y="1444428"/>
                </a:lnTo>
                <a:lnTo>
                  <a:pt x="3056201" y="1446809"/>
                </a:lnTo>
                <a:lnTo>
                  <a:pt x="3056182" y="1447467"/>
                </a:lnTo>
                <a:lnTo>
                  <a:pt x="3056268" y="1449934"/>
                </a:lnTo>
                <a:lnTo>
                  <a:pt x="3056439" y="1454191"/>
                </a:lnTo>
                <a:lnTo>
                  <a:pt x="3056544" y="1456573"/>
                </a:lnTo>
                <a:lnTo>
                  <a:pt x="3056573" y="1457077"/>
                </a:lnTo>
                <a:lnTo>
                  <a:pt x="3056506" y="1459392"/>
                </a:lnTo>
                <a:lnTo>
                  <a:pt x="3056344" y="1463526"/>
                </a:lnTo>
                <a:lnTo>
                  <a:pt x="3055391" y="1465907"/>
                </a:lnTo>
                <a:lnTo>
                  <a:pt x="3053639" y="1466536"/>
                </a:lnTo>
                <a:lnTo>
                  <a:pt x="3052610" y="1467888"/>
                </a:lnTo>
                <a:lnTo>
                  <a:pt x="3052315" y="1469974"/>
                </a:lnTo>
                <a:lnTo>
                  <a:pt x="3051124" y="1471022"/>
                </a:lnTo>
                <a:lnTo>
                  <a:pt x="3049038" y="1471022"/>
                </a:lnTo>
                <a:lnTo>
                  <a:pt x="3045857" y="1470212"/>
                </a:lnTo>
                <a:lnTo>
                  <a:pt x="3041571" y="1468603"/>
                </a:lnTo>
                <a:lnTo>
                  <a:pt x="3039189" y="1467803"/>
                </a:lnTo>
                <a:lnTo>
                  <a:pt x="3038713" y="1467803"/>
                </a:lnTo>
                <a:lnTo>
                  <a:pt x="3038161" y="1467564"/>
                </a:lnTo>
                <a:lnTo>
                  <a:pt x="3037523" y="1467088"/>
                </a:lnTo>
                <a:lnTo>
                  <a:pt x="3035141" y="1466545"/>
                </a:lnTo>
                <a:lnTo>
                  <a:pt x="3031017" y="1465926"/>
                </a:lnTo>
                <a:lnTo>
                  <a:pt x="3028655" y="1465631"/>
                </a:lnTo>
                <a:lnTo>
                  <a:pt x="3028064" y="1465659"/>
                </a:lnTo>
                <a:lnTo>
                  <a:pt x="3027131" y="1465964"/>
                </a:lnTo>
                <a:lnTo>
                  <a:pt x="3025845" y="1466555"/>
                </a:lnTo>
                <a:lnTo>
                  <a:pt x="3024892" y="1467983"/>
                </a:lnTo>
                <a:lnTo>
                  <a:pt x="3024273" y="1470250"/>
                </a:lnTo>
                <a:lnTo>
                  <a:pt x="3022825" y="1471470"/>
                </a:lnTo>
                <a:lnTo>
                  <a:pt x="3020558" y="1471651"/>
                </a:lnTo>
                <a:lnTo>
                  <a:pt x="3018768" y="1472241"/>
                </a:lnTo>
                <a:lnTo>
                  <a:pt x="3017453" y="1473251"/>
                </a:lnTo>
                <a:lnTo>
                  <a:pt x="3015072" y="1473803"/>
                </a:lnTo>
                <a:lnTo>
                  <a:pt x="3011624" y="1473908"/>
                </a:lnTo>
                <a:lnTo>
                  <a:pt x="3009290" y="1473946"/>
                </a:lnTo>
                <a:lnTo>
                  <a:pt x="3008062" y="1473927"/>
                </a:lnTo>
                <a:lnTo>
                  <a:pt x="3005680" y="1473918"/>
                </a:lnTo>
                <a:lnTo>
                  <a:pt x="3002147" y="1473918"/>
                </a:lnTo>
                <a:lnTo>
                  <a:pt x="2999337" y="1473498"/>
                </a:lnTo>
                <a:lnTo>
                  <a:pt x="2997260" y="1472651"/>
                </a:lnTo>
                <a:lnTo>
                  <a:pt x="2994879" y="1472222"/>
                </a:lnTo>
                <a:lnTo>
                  <a:pt x="2992193" y="1472222"/>
                </a:lnTo>
                <a:lnTo>
                  <a:pt x="2989164" y="1470879"/>
                </a:lnTo>
                <a:lnTo>
                  <a:pt x="2985783" y="1468193"/>
                </a:lnTo>
                <a:lnTo>
                  <a:pt x="2983401" y="1466593"/>
                </a:lnTo>
                <a:lnTo>
                  <a:pt x="2982020" y="1466069"/>
                </a:lnTo>
                <a:lnTo>
                  <a:pt x="2979153" y="1463688"/>
                </a:lnTo>
                <a:lnTo>
                  <a:pt x="2974810" y="1459449"/>
                </a:lnTo>
                <a:lnTo>
                  <a:pt x="2972429" y="1456954"/>
                </a:lnTo>
                <a:lnTo>
                  <a:pt x="2972010" y="1456211"/>
                </a:lnTo>
                <a:lnTo>
                  <a:pt x="2970095" y="1453829"/>
                </a:lnTo>
                <a:lnTo>
                  <a:pt x="2966676" y="1449810"/>
                </a:lnTo>
                <a:lnTo>
                  <a:pt x="2964942" y="1446057"/>
                </a:lnTo>
                <a:lnTo>
                  <a:pt x="2964875" y="1442580"/>
                </a:lnTo>
                <a:lnTo>
                  <a:pt x="2964599" y="1440199"/>
                </a:lnTo>
                <a:lnTo>
                  <a:pt x="2964104" y="1438913"/>
                </a:lnTo>
                <a:lnTo>
                  <a:pt x="2963932" y="1436360"/>
                </a:lnTo>
                <a:lnTo>
                  <a:pt x="2964066" y="1432531"/>
                </a:lnTo>
                <a:lnTo>
                  <a:pt x="2964332" y="1430150"/>
                </a:lnTo>
                <a:lnTo>
                  <a:pt x="2964732" y="1429217"/>
                </a:lnTo>
                <a:lnTo>
                  <a:pt x="2964904" y="1427007"/>
                </a:lnTo>
                <a:lnTo>
                  <a:pt x="2964847" y="1423511"/>
                </a:lnTo>
                <a:lnTo>
                  <a:pt x="2966561" y="1421378"/>
                </a:lnTo>
                <a:lnTo>
                  <a:pt x="2970057" y="1420587"/>
                </a:lnTo>
                <a:lnTo>
                  <a:pt x="2971914" y="1420073"/>
                </a:lnTo>
                <a:lnTo>
                  <a:pt x="2972152" y="1419816"/>
                </a:lnTo>
                <a:lnTo>
                  <a:pt x="2972286" y="1419577"/>
                </a:lnTo>
                <a:lnTo>
                  <a:pt x="2972581" y="1417225"/>
                </a:lnTo>
                <a:lnTo>
                  <a:pt x="2973076" y="1413224"/>
                </a:lnTo>
                <a:lnTo>
                  <a:pt x="2975324" y="1410948"/>
                </a:lnTo>
                <a:lnTo>
                  <a:pt x="2979325" y="1410405"/>
                </a:lnTo>
                <a:lnTo>
                  <a:pt x="2981411" y="1410110"/>
                </a:lnTo>
                <a:lnTo>
                  <a:pt x="2981801" y="1409948"/>
                </a:lnTo>
                <a:lnTo>
                  <a:pt x="2982106" y="1409786"/>
                </a:lnTo>
                <a:lnTo>
                  <a:pt x="2982801" y="1408100"/>
                </a:lnTo>
                <a:lnTo>
                  <a:pt x="2983897" y="1404890"/>
                </a:lnTo>
                <a:lnTo>
                  <a:pt x="2986040" y="1403290"/>
                </a:lnTo>
                <a:lnTo>
                  <a:pt x="2989250" y="1403290"/>
                </a:lnTo>
                <a:lnTo>
                  <a:pt x="2991260" y="1402928"/>
                </a:lnTo>
                <a:lnTo>
                  <a:pt x="2992088" y="1402194"/>
                </a:lnTo>
                <a:lnTo>
                  <a:pt x="2994470" y="1401804"/>
                </a:lnTo>
                <a:lnTo>
                  <a:pt x="2998403" y="1401766"/>
                </a:lnTo>
                <a:lnTo>
                  <a:pt x="3000756" y="1401737"/>
                </a:lnTo>
                <a:lnTo>
                  <a:pt x="3001518" y="1401718"/>
                </a:lnTo>
                <a:lnTo>
                  <a:pt x="3003899" y="1401623"/>
                </a:lnTo>
                <a:lnTo>
                  <a:pt x="3007900" y="1401470"/>
                </a:lnTo>
                <a:lnTo>
                  <a:pt x="3010224" y="1401404"/>
                </a:lnTo>
                <a:lnTo>
                  <a:pt x="3010872" y="1401442"/>
                </a:lnTo>
                <a:lnTo>
                  <a:pt x="3013253" y="1401461"/>
                </a:lnTo>
                <a:lnTo>
                  <a:pt x="3017368" y="1401461"/>
                </a:lnTo>
                <a:lnTo>
                  <a:pt x="3019777" y="1401489"/>
                </a:lnTo>
                <a:lnTo>
                  <a:pt x="3020482" y="1401556"/>
                </a:lnTo>
                <a:lnTo>
                  <a:pt x="3022864" y="1401585"/>
                </a:lnTo>
                <a:lnTo>
                  <a:pt x="3026921" y="1401585"/>
                </a:lnTo>
                <a:lnTo>
                  <a:pt x="3029179" y="1401451"/>
                </a:lnTo>
                <a:lnTo>
                  <a:pt x="3029626" y="1401204"/>
                </a:lnTo>
                <a:lnTo>
                  <a:pt x="3029950" y="1400851"/>
                </a:lnTo>
                <a:lnTo>
                  <a:pt x="3030150" y="1400404"/>
                </a:lnTo>
                <a:lnTo>
                  <a:pt x="3030160" y="1398032"/>
                </a:lnTo>
                <a:lnTo>
                  <a:pt x="3029979" y="1393736"/>
                </a:lnTo>
                <a:lnTo>
                  <a:pt x="3029845" y="1391355"/>
                </a:lnTo>
                <a:lnTo>
                  <a:pt x="3029741" y="1390888"/>
                </a:lnTo>
                <a:lnTo>
                  <a:pt x="3029512" y="1390412"/>
                </a:lnTo>
                <a:lnTo>
                  <a:pt x="3029141" y="1389926"/>
                </a:lnTo>
                <a:lnTo>
                  <a:pt x="3028017" y="1388993"/>
                </a:lnTo>
                <a:lnTo>
                  <a:pt x="3026159" y="1387612"/>
                </a:lnTo>
                <a:lnTo>
                  <a:pt x="3023778" y="1386669"/>
                </a:lnTo>
                <a:lnTo>
                  <a:pt x="3020873" y="1386145"/>
                </a:lnTo>
                <a:lnTo>
                  <a:pt x="3017206" y="1384697"/>
                </a:lnTo>
                <a:lnTo>
                  <a:pt x="3012758" y="1382316"/>
                </a:lnTo>
                <a:lnTo>
                  <a:pt x="3010376" y="1381096"/>
                </a:lnTo>
                <a:lnTo>
                  <a:pt x="3010062" y="1381049"/>
                </a:lnTo>
                <a:lnTo>
                  <a:pt x="3009281" y="1381096"/>
                </a:lnTo>
                <a:lnTo>
                  <a:pt x="3007824" y="1382030"/>
                </a:lnTo>
                <a:lnTo>
                  <a:pt x="3005271" y="1383830"/>
                </a:lnTo>
                <a:lnTo>
                  <a:pt x="3003080" y="1384773"/>
                </a:lnTo>
                <a:lnTo>
                  <a:pt x="3001280" y="1384830"/>
                </a:lnTo>
                <a:lnTo>
                  <a:pt x="2999984" y="1385926"/>
                </a:lnTo>
                <a:lnTo>
                  <a:pt x="2999203" y="1388040"/>
                </a:lnTo>
                <a:lnTo>
                  <a:pt x="2996822" y="1389136"/>
                </a:lnTo>
                <a:lnTo>
                  <a:pt x="2992841" y="1389212"/>
                </a:lnTo>
                <a:lnTo>
                  <a:pt x="2990545" y="1389297"/>
                </a:lnTo>
                <a:lnTo>
                  <a:pt x="2989945" y="1389402"/>
                </a:lnTo>
                <a:lnTo>
                  <a:pt x="2987564" y="1389707"/>
                </a:lnTo>
                <a:lnTo>
                  <a:pt x="2983401" y="1390212"/>
                </a:lnTo>
                <a:lnTo>
                  <a:pt x="2978991" y="1388135"/>
                </a:lnTo>
                <a:lnTo>
                  <a:pt x="2974315" y="1383459"/>
                </a:lnTo>
                <a:lnTo>
                  <a:pt x="2972238" y="1379049"/>
                </a:lnTo>
                <a:lnTo>
                  <a:pt x="2972743" y="1374886"/>
                </a:lnTo>
                <a:lnTo>
                  <a:pt x="2973448" y="1372505"/>
                </a:lnTo>
                <a:lnTo>
                  <a:pt x="2974334" y="1371905"/>
                </a:lnTo>
                <a:lnTo>
                  <a:pt x="2974962" y="1370143"/>
                </a:lnTo>
                <a:lnTo>
                  <a:pt x="2975324" y="1367238"/>
                </a:lnTo>
                <a:lnTo>
                  <a:pt x="2976963" y="1365695"/>
                </a:lnTo>
                <a:lnTo>
                  <a:pt x="2979868" y="1365523"/>
                </a:lnTo>
                <a:lnTo>
                  <a:pt x="2981696" y="1364971"/>
                </a:lnTo>
                <a:lnTo>
                  <a:pt x="2982449" y="1364047"/>
                </a:lnTo>
                <a:lnTo>
                  <a:pt x="2984830" y="1363504"/>
                </a:lnTo>
                <a:lnTo>
                  <a:pt x="2988840" y="1363361"/>
                </a:lnTo>
                <a:lnTo>
                  <a:pt x="2991145" y="1363285"/>
                </a:lnTo>
                <a:lnTo>
                  <a:pt x="2991745" y="1363275"/>
                </a:lnTo>
                <a:lnTo>
                  <a:pt x="2993593" y="1362970"/>
                </a:lnTo>
                <a:lnTo>
                  <a:pt x="2996708" y="1362370"/>
                </a:lnTo>
                <a:lnTo>
                  <a:pt x="2998422" y="1361713"/>
                </a:lnTo>
                <a:lnTo>
                  <a:pt x="2998746" y="1360980"/>
                </a:lnTo>
                <a:close/>
                <a:moveTo>
                  <a:pt x="3295279" y="1361570"/>
                </a:moveTo>
                <a:lnTo>
                  <a:pt x="3295526" y="1361570"/>
                </a:lnTo>
                <a:lnTo>
                  <a:pt x="3296050" y="1361704"/>
                </a:lnTo>
                <a:lnTo>
                  <a:pt x="3296841" y="1361951"/>
                </a:lnTo>
                <a:lnTo>
                  <a:pt x="3299222" y="1362218"/>
                </a:lnTo>
                <a:lnTo>
                  <a:pt x="3303194" y="1362494"/>
                </a:lnTo>
                <a:lnTo>
                  <a:pt x="3305356" y="1362675"/>
                </a:lnTo>
                <a:lnTo>
                  <a:pt x="3305727" y="1362761"/>
                </a:lnTo>
                <a:lnTo>
                  <a:pt x="3308109" y="1363170"/>
                </a:lnTo>
                <a:lnTo>
                  <a:pt x="3312500" y="1363904"/>
                </a:lnTo>
                <a:lnTo>
                  <a:pt x="3316738" y="1365761"/>
                </a:lnTo>
                <a:lnTo>
                  <a:pt x="3320825" y="1368752"/>
                </a:lnTo>
                <a:lnTo>
                  <a:pt x="3323206" y="1370238"/>
                </a:lnTo>
                <a:lnTo>
                  <a:pt x="3323882" y="1370238"/>
                </a:lnTo>
                <a:lnTo>
                  <a:pt x="3324568" y="1370581"/>
                </a:lnTo>
                <a:lnTo>
                  <a:pt x="3325244" y="1371257"/>
                </a:lnTo>
                <a:lnTo>
                  <a:pt x="3327625" y="1373857"/>
                </a:lnTo>
                <a:lnTo>
                  <a:pt x="3331712" y="1378372"/>
                </a:lnTo>
                <a:lnTo>
                  <a:pt x="3333864" y="1380754"/>
                </a:lnTo>
                <a:lnTo>
                  <a:pt x="3334112" y="1381001"/>
                </a:lnTo>
                <a:lnTo>
                  <a:pt x="3334236" y="1381258"/>
                </a:lnTo>
                <a:lnTo>
                  <a:pt x="3334264" y="1381525"/>
                </a:lnTo>
                <a:lnTo>
                  <a:pt x="3336084" y="1383906"/>
                </a:lnTo>
                <a:lnTo>
                  <a:pt x="3339694" y="1388402"/>
                </a:lnTo>
                <a:lnTo>
                  <a:pt x="3341942" y="1392784"/>
                </a:lnTo>
                <a:lnTo>
                  <a:pt x="3342827" y="1397041"/>
                </a:lnTo>
                <a:lnTo>
                  <a:pt x="3343513" y="1399423"/>
                </a:lnTo>
                <a:lnTo>
                  <a:pt x="3343989" y="1399927"/>
                </a:lnTo>
                <a:lnTo>
                  <a:pt x="3344228" y="1400413"/>
                </a:lnTo>
                <a:lnTo>
                  <a:pt x="3344228" y="1400889"/>
                </a:lnTo>
                <a:lnTo>
                  <a:pt x="3345418" y="1403271"/>
                </a:lnTo>
                <a:lnTo>
                  <a:pt x="3347799" y="1407557"/>
                </a:lnTo>
                <a:lnTo>
                  <a:pt x="3349095" y="1411234"/>
                </a:lnTo>
                <a:lnTo>
                  <a:pt x="3349295" y="1414291"/>
                </a:lnTo>
                <a:lnTo>
                  <a:pt x="3349600" y="1416672"/>
                </a:lnTo>
                <a:lnTo>
                  <a:pt x="3350000" y="1418377"/>
                </a:lnTo>
                <a:lnTo>
                  <a:pt x="3350200" y="1420959"/>
                </a:lnTo>
                <a:lnTo>
                  <a:pt x="3350200" y="1424416"/>
                </a:lnTo>
                <a:lnTo>
                  <a:pt x="3350019" y="1426797"/>
                </a:lnTo>
                <a:lnTo>
                  <a:pt x="3349657" y="1428102"/>
                </a:lnTo>
                <a:lnTo>
                  <a:pt x="3349514" y="1430341"/>
                </a:lnTo>
                <a:lnTo>
                  <a:pt x="3349590" y="1433513"/>
                </a:lnTo>
                <a:lnTo>
                  <a:pt x="3348038" y="1435808"/>
                </a:lnTo>
                <a:lnTo>
                  <a:pt x="3344866" y="1437237"/>
                </a:lnTo>
                <a:lnTo>
                  <a:pt x="3343256" y="1438008"/>
                </a:lnTo>
                <a:lnTo>
                  <a:pt x="3342875" y="1440323"/>
                </a:lnTo>
                <a:lnTo>
                  <a:pt x="3342265" y="1444428"/>
                </a:lnTo>
                <a:lnTo>
                  <a:pt x="3341465" y="1446809"/>
                </a:lnTo>
                <a:lnTo>
                  <a:pt x="3340465" y="1447467"/>
                </a:lnTo>
                <a:lnTo>
                  <a:pt x="3339913" y="1449295"/>
                </a:lnTo>
                <a:lnTo>
                  <a:pt x="3339789" y="1452286"/>
                </a:lnTo>
                <a:lnTo>
                  <a:pt x="3338236" y="1453867"/>
                </a:lnTo>
                <a:lnTo>
                  <a:pt x="3335245" y="1454058"/>
                </a:lnTo>
                <a:lnTo>
                  <a:pt x="3333417" y="1454610"/>
                </a:lnTo>
                <a:lnTo>
                  <a:pt x="3332750" y="1455525"/>
                </a:lnTo>
                <a:lnTo>
                  <a:pt x="3331883" y="1456325"/>
                </a:lnTo>
                <a:lnTo>
                  <a:pt x="3330816" y="1456992"/>
                </a:lnTo>
                <a:lnTo>
                  <a:pt x="3330283" y="1458839"/>
                </a:lnTo>
                <a:lnTo>
                  <a:pt x="3330283" y="1461868"/>
                </a:lnTo>
                <a:lnTo>
                  <a:pt x="3328768" y="1463316"/>
                </a:lnTo>
                <a:lnTo>
                  <a:pt x="3325739" y="1463192"/>
                </a:lnTo>
                <a:lnTo>
                  <a:pt x="3323863" y="1463688"/>
                </a:lnTo>
                <a:lnTo>
                  <a:pt x="3323139" y="1464831"/>
                </a:lnTo>
                <a:lnTo>
                  <a:pt x="3320758" y="1465564"/>
                </a:lnTo>
                <a:lnTo>
                  <a:pt x="3316719" y="1465898"/>
                </a:lnTo>
                <a:lnTo>
                  <a:pt x="3314490" y="1466050"/>
                </a:lnTo>
                <a:lnTo>
                  <a:pt x="3314062" y="1466012"/>
                </a:lnTo>
                <a:lnTo>
                  <a:pt x="3313262" y="1466212"/>
                </a:lnTo>
                <a:lnTo>
                  <a:pt x="3312109" y="1466631"/>
                </a:lnTo>
                <a:lnTo>
                  <a:pt x="3311128" y="1468041"/>
                </a:lnTo>
                <a:lnTo>
                  <a:pt x="3310338" y="1470422"/>
                </a:lnTo>
                <a:lnTo>
                  <a:pt x="3308747" y="1471584"/>
                </a:lnTo>
                <a:lnTo>
                  <a:pt x="3306366" y="1471517"/>
                </a:lnTo>
                <a:lnTo>
                  <a:pt x="3304356" y="1471889"/>
                </a:lnTo>
                <a:lnTo>
                  <a:pt x="3302708" y="1472689"/>
                </a:lnTo>
                <a:lnTo>
                  <a:pt x="3300327" y="1473117"/>
                </a:lnTo>
                <a:lnTo>
                  <a:pt x="3297212" y="1473175"/>
                </a:lnTo>
                <a:lnTo>
                  <a:pt x="3294840" y="1473184"/>
                </a:lnTo>
                <a:lnTo>
                  <a:pt x="3293221" y="1473156"/>
                </a:lnTo>
                <a:lnTo>
                  <a:pt x="3290840" y="1473137"/>
                </a:lnTo>
                <a:lnTo>
                  <a:pt x="3287697" y="1473137"/>
                </a:lnTo>
                <a:lnTo>
                  <a:pt x="3284411" y="1472232"/>
                </a:lnTo>
                <a:lnTo>
                  <a:pt x="3280982" y="1470422"/>
                </a:lnTo>
                <a:lnTo>
                  <a:pt x="3278600" y="1469517"/>
                </a:lnTo>
                <a:lnTo>
                  <a:pt x="3277267" y="1469517"/>
                </a:lnTo>
                <a:lnTo>
                  <a:pt x="3275933" y="1468850"/>
                </a:lnTo>
                <a:lnTo>
                  <a:pt x="3274600" y="1467517"/>
                </a:lnTo>
                <a:lnTo>
                  <a:pt x="3272219" y="1466288"/>
                </a:lnTo>
                <a:lnTo>
                  <a:pt x="3268790" y="1465155"/>
                </a:lnTo>
                <a:lnTo>
                  <a:pt x="3265046" y="1462773"/>
                </a:lnTo>
                <a:lnTo>
                  <a:pt x="3260979" y="1459144"/>
                </a:lnTo>
                <a:lnTo>
                  <a:pt x="3258598" y="1456982"/>
                </a:lnTo>
                <a:lnTo>
                  <a:pt x="3257902" y="1456287"/>
                </a:lnTo>
                <a:lnTo>
                  <a:pt x="3255540" y="1453906"/>
                </a:lnTo>
                <a:lnTo>
                  <a:pt x="3251530" y="1449838"/>
                </a:lnTo>
                <a:lnTo>
                  <a:pt x="3249149" y="1447229"/>
                </a:lnTo>
                <a:lnTo>
                  <a:pt x="3248396" y="1446095"/>
                </a:lnTo>
                <a:lnTo>
                  <a:pt x="3246453" y="1443714"/>
                </a:lnTo>
                <a:lnTo>
                  <a:pt x="3243310" y="1440085"/>
                </a:lnTo>
                <a:lnTo>
                  <a:pt x="3241643" y="1436608"/>
                </a:lnTo>
                <a:lnTo>
                  <a:pt x="3241453" y="1433274"/>
                </a:lnTo>
                <a:lnTo>
                  <a:pt x="3241072" y="1430893"/>
                </a:lnTo>
                <a:lnTo>
                  <a:pt x="3240510" y="1429464"/>
                </a:lnTo>
                <a:lnTo>
                  <a:pt x="3240014" y="1426588"/>
                </a:lnTo>
                <a:lnTo>
                  <a:pt x="3239595" y="1422273"/>
                </a:lnTo>
                <a:lnTo>
                  <a:pt x="3239348" y="1419892"/>
                </a:lnTo>
                <a:lnTo>
                  <a:pt x="3239272" y="1419444"/>
                </a:lnTo>
                <a:lnTo>
                  <a:pt x="3239329" y="1417120"/>
                </a:lnTo>
                <a:lnTo>
                  <a:pt x="3239510" y="1412910"/>
                </a:lnTo>
                <a:lnTo>
                  <a:pt x="3239605" y="1410529"/>
                </a:lnTo>
                <a:lnTo>
                  <a:pt x="3239605" y="1409976"/>
                </a:lnTo>
                <a:lnTo>
                  <a:pt x="3239767" y="1407757"/>
                </a:lnTo>
                <a:lnTo>
                  <a:pt x="3240091" y="1403871"/>
                </a:lnTo>
                <a:lnTo>
                  <a:pt x="3240300" y="1401489"/>
                </a:lnTo>
                <a:lnTo>
                  <a:pt x="3240395" y="1400613"/>
                </a:lnTo>
                <a:lnTo>
                  <a:pt x="3240424" y="1398260"/>
                </a:lnTo>
                <a:lnTo>
                  <a:pt x="3240386" y="1394431"/>
                </a:lnTo>
                <a:lnTo>
                  <a:pt x="3240834" y="1392050"/>
                </a:lnTo>
                <a:lnTo>
                  <a:pt x="3241758" y="1391117"/>
                </a:lnTo>
                <a:lnTo>
                  <a:pt x="3242320" y="1389288"/>
                </a:lnTo>
                <a:lnTo>
                  <a:pt x="3242491" y="1386564"/>
                </a:lnTo>
                <a:lnTo>
                  <a:pt x="3243939" y="1385116"/>
                </a:lnTo>
                <a:lnTo>
                  <a:pt x="3246663" y="1384945"/>
                </a:lnTo>
                <a:lnTo>
                  <a:pt x="3248444" y="1384344"/>
                </a:lnTo>
                <a:lnTo>
                  <a:pt x="3249282" y="1383316"/>
                </a:lnTo>
                <a:lnTo>
                  <a:pt x="3250035" y="1382382"/>
                </a:lnTo>
                <a:lnTo>
                  <a:pt x="3250702" y="1381544"/>
                </a:lnTo>
                <a:lnTo>
                  <a:pt x="3251092" y="1379553"/>
                </a:lnTo>
                <a:lnTo>
                  <a:pt x="3251197" y="1376401"/>
                </a:lnTo>
                <a:lnTo>
                  <a:pt x="3252826" y="1374772"/>
                </a:lnTo>
                <a:lnTo>
                  <a:pt x="3255978" y="1374667"/>
                </a:lnTo>
                <a:lnTo>
                  <a:pt x="3257979" y="1374277"/>
                </a:lnTo>
                <a:lnTo>
                  <a:pt x="3258826" y="1373629"/>
                </a:lnTo>
                <a:lnTo>
                  <a:pt x="3259779" y="1372876"/>
                </a:lnTo>
                <a:lnTo>
                  <a:pt x="3260836" y="1372029"/>
                </a:lnTo>
                <a:lnTo>
                  <a:pt x="3261389" y="1370200"/>
                </a:lnTo>
                <a:lnTo>
                  <a:pt x="3261455" y="1367409"/>
                </a:lnTo>
                <a:lnTo>
                  <a:pt x="3262884" y="1365980"/>
                </a:lnTo>
                <a:lnTo>
                  <a:pt x="3265675" y="1365914"/>
                </a:lnTo>
                <a:lnTo>
                  <a:pt x="3267485" y="1365342"/>
                </a:lnTo>
                <a:lnTo>
                  <a:pt x="3268313" y="1364266"/>
                </a:lnTo>
                <a:lnTo>
                  <a:pt x="3270695" y="1363723"/>
                </a:lnTo>
                <a:lnTo>
                  <a:pt x="3274628" y="1363723"/>
                </a:lnTo>
                <a:lnTo>
                  <a:pt x="3277019" y="1363732"/>
                </a:lnTo>
                <a:lnTo>
                  <a:pt x="3277857" y="1363751"/>
                </a:lnTo>
                <a:lnTo>
                  <a:pt x="3280239" y="1363361"/>
                </a:lnTo>
                <a:lnTo>
                  <a:pt x="3284163" y="1362580"/>
                </a:lnTo>
                <a:lnTo>
                  <a:pt x="3286154" y="1362189"/>
                </a:lnTo>
                <a:lnTo>
                  <a:pt x="3287401" y="1362161"/>
                </a:lnTo>
                <a:lnTo>
                  <a:pt x="3289725" y="1362104"/>
                </a:lnTo>
                <a:lnTo>
                  <a:pt x="3291954" y="1361951"/>
                </a:lnTo>
                <a:lnTo>
                  <a:pt x="3294088" y="1361704"/>
                </a:lnTo>
                <a:close/>
                <a:moveTo>
                  <a:pt x="3427981" y="1360713"/>
                </a:moveTo>
                <a:lnTo>
                  <a:pt x="3428657" y="1360713"/>
                </a:lnTo>
                <a:lnTo>
                  <a:pt x="3431143" y="1360818"/>
                </a:lnTo>
                <a:lnTo>
                  <a:pt x="3435429" y="1361018"/>
                </a:lnTo>
                <a:lnTo>
                  <a:pt x="3437811" y="1361123"/>
                </a:lnTo>
                <a:lnTo>
                  <a:pt x="3438287" y="1361123"/>
                </a:lnTo>
                <a:lnTo>
                  <a:pt x="3438868" y="1361361"/>
                </a:lnTo>
                <a:lnTo>
                  <a:pt x="3439544" y="1361837"/>
                </a:lnTo>
                <a:lnTo>
                  <a:pt x="3441925" y="1362380"/>
                </a:lnTo>
                <a:lnTo>
                  <a:pt x="3446012" y="1362999"/>
                </a:lnTo>
                <a:lnTo>
                  <a:pt x="3448917" y="1363866"/>
                </a:lnTo>
                <a:lnTo>
                  <a:pt x="3450650" y="1364980"/>
                </a:lnTo>
                <a:lnTo>
                  <a:pt x="3453032" y="1365799"/>
                </a:lnTo>
                <a:lnTo>
                  <a:pt x="3456061" y="1366333"/>
                </a:lnTo>
                <a:lnTo>
                  <a:pt x="3458861" y="1367847"/>
                </a:lnTo>
                <a:lnTo>
                  <a:pt x="3461423" y="1370352"/>
                </a:lnTo>
                <a:lnTo>
                  <a:pt x="3463804" y="1373638"/>
                </a:lnTo>
                <a:lnTo>
                  <a:pt x="3466005" y="1377725"/>
                </a:lnTo>
                <a:lnTo>
                  <a:pt x="3467443" y="1380106"/>
                </a:lnTo>
                <a:lnTo>
                  <a:pt x="3468119" y="1380782"/>
                </a:lnTo>
                <a:lnTo>
                  <a:pt x="3468462" y="1381468"/>
                </a:lnTo>
                <a:lnTo>
                  <a:pt x="3468462" y="1382144"/>
                </a:lnTo>
                <a:lnTo>
                  <a:pt x="3469843" y="1384525"/>
                </a:lnTo>
                <a:lnTo>
                  <a:pt x="3472605" y="1388612"/>
                </a:lnTo>
                <a:lnTo>
                  <a:pt x="3473958" y="1392345"/>
                </a:lnTo>
                <a:lnTo>
                  <a:pt x="3473910" y="1395736"/>
                </a:lnTo>
                <a:lnTo>
                  <a:pt x="3474091" y="1398118"/>
                </a:lnTo>
                <a:lnTo>
                  <a:pt x="3474491" y="1399489"/>
                </a:lnTo>
                <a:lnTo>
                  <a:pt x="3474758" y="1402137"/>
                </a:lnTo>
                <a:lnTo>
                  <a:pt x="3474891" y="1406061"/>
                </a:lnTo>
                <a:lnTo>
                  <a:pt x="3474968" y="1408443"/>
                </a:lnTo>
                <a:lnTo>
                  <a:pt x="3475015" y="1409281"/>
                </a:lnTo>
                <a:lnTo>
                  <a:pt x="3475063" y="1411710"/>
                </a:lnTo>
                <a:lnTo>
                  <a:pt x="3475101" y="1415720"/>
                </a:lnTo>
                <a:lnTo>
                  <a:pt x="3475120" y="1418101"/>
                </a:lnTo>
                <a:lnTo>
                  <a:pt x="3475111" y="1418854"/>
                </a:lnTo>
                <a:lnTo>
                  <a:pt x="3475101" y="1421225"/>
                </a:lnTo>
                <a:lnTo>
                  <a:pt x="3475101" y="1425226"/>
                </a:lnTo>
                <a:lnTo>
                  <a:pt x="3475101" y="1427607"/>
                </a:lnTo>
                <a:lnTo>
                  <a:pt x="3475091" y="1428369"/>
                </a:lnTo>
                <a:lnTo>
                  <a:pt x="3475111" y="1430769"/>
                </a:lnTo>
                <a:lnTo>
                  <a:pt x="3475158" y="1434808"/>
                </a:lnTo>
                <a:lnTo>
                  <a:pt x="3475187" y="1437189"/>
                </a:lnTo>
                <a:lnTo>
                  <a:pt x="3475225" y="1437913"/>
                </a:lnTo>
                <a:lnTo>
                  <a:pt x="3475253" y="1440332"/>
                </a:lnTo>
                <a:lnTo>
                  <a:pt x="3475301" y="1444438"/>
                </a:lnTo>
                <a:lnTo>
                  <a:pt x="3475339" y="1446819"/>
                </a:lnTo>
                <a:lnTo>
                  <a:pt x="3475358" y="1447476"/>
                </a:lnTo>
                <a:lnTo>
                  <a:pt x="3475396" y="1449886"/>
                </a:lnTo>
                <a:lnTo>
                  <a:pt x="3475434" y="1454067"/>
                </a:lnTo>
                <a:lnTo>
                  <a:pt x="3475453" y="1456449"/>
                </a:lnTo>
                <a:lnTo>
                  <a:pt x="3475453" y="1457030"/>
                </a:lnTo>
                <a:lnTo>
                  <a:pt x="3475425" y="1459392"/>
                </a:lnTo>
                <a:lnTo>
                  <a:pt x="3475387" y="1463526"/>
                </a:lnTo>
                <a:lnTo>
                  <a:pt x="3474529" y="1465907"/>
                </a:lnTo>
                <a:lnTo>
                  <a:pt x="3472872" y="1466536"/>
                </a:lnTo>
                <a:lnTo>
                  <a:pt x="3471920" y="1467964"/>
                </a:lnTo>
                <a:lnTo>
                  <a:pt x="3471672" y="1470184"/>
                </a:lnTo>
                <a:lnTo>
                  <a:pt x="3470434" y="1471260"/>
                </a:lnTo>
                <a:lnTo>
                  <a:pt x="3468214" y="1471184"/>
                </a:lnTo>
                <a:lnTo>
                  <a:pt x="3465871" y="1471232"/>
                </a:lnTo>
                <a:lnTo>
                  <a:pt x="3463423" y="1471393"/>
                </a:lnTo>
                <a:lnTo>
                  <a:pt x="3461042" y="1471508"/>
                </a:lnTo>
                <a:lnTo>
                  <a:pt x="3458728" y="1471574"/>
                </a:lnTo>
                <a:lnTo>
                  <a:pt x="3456346" y="1470422"/>
                </a:lnTo>
                <a:lnTo>
                  <a:pt x="3453889" y="1468041"/>
                </a:lnTo>
                <a:lnTo>
                  <a:pt x="3452660" y="1465621"/>
                </a:lnTo>
                <a:lnTo>
                  <a:pt x="3452660" y="1463164"/>
                </a:lnTo>
                <a:lnTo>
                  <a:pt x="3451879" y="1460783"/>
                </a:lnTo>
                <a:lnTo>
                  <a:pt x="3450307" y="1458478"/>
                </a:lnTo>
                <a:lnTo>
                  <a:pt x="3449545" y="1455334"/>
                </a:lnTo>
                <a:lnTo>
                  <a:pt x="3449584" y="1451343"/>
                </a:lnTo>
                <a:lnTo>
                  <a:pt x="3449622" y="1448962"/>
                </a:lnTo>
                <a:lnTo>
                  <a:pt x="3449641" y="1448191"/>
                </a:lnTo>
                <a:lnTo>
                  <a:pt x="3449679" y="1445838"/>
                </a:lnTo>
                <a:lnTo>
                  <a:pt x="3449717" y="1441923"/>
                </a:lnTo>
                <a:lnTo>
                  <a:pt x="3449745" y="1439542"/>
                </a:lnTo>
                <a:lnTo>
                  <a:pt x="3449765" y="1438694"/>
                </a:lnTo>
                <a:lnTo>
                  <a:pt x="3449774" y="1436322"/>
                </a:lnTo>
                <a:lnTo>
                  <a:pt x="3449774" y="1432427"/>
                </a:lnTo>
                <a:lnTo>
                  <a:pt x="3449784" y="1430045"/>
                </a:lnTo>
                <a:lnTo>
                  <a:pt x="3449812" y="1429179"/>
                </a:lnTo>
                <a:lnTo>
                  <a:pt x="3449831" y="1426816"/>
                </a:lnTo>
                <a:lnTo>
                  <a:pt x="3449831" y="1422940"/>
                </a:lnTo>
                <a:lnTo>
                  <a:pt x="3449841" y="1420558"/>
                </a:lnTo>
                <a:lnTo>
                  <a:pt x="3449860" y="1419673"/>
                </a:lnTo>
                <a:lnTo>
                  <a:pt x="3449850" y="1417272"/>
                </a:lnTo>
                <a:lnTo>
                  <a:pt x="3449803" y="1413377"/>
                </a:lnTo>
                <a:lnTo>
                  <a:pt x="3449784" y="1410995"/>
                </a:lnTo>
                <a:lnTo>
                  <a:pt x="3449784" y="1410129"/>
                </a:lnTo>
                <a:lnTo>
                  <a:pt x="3449755" y="1407728"/>
                </a:lnTo>
                <a:lnTo>
                  <a:pt x="3449717" y="1403785"/>
                </a:lnTo>
                <a:lnTo>
                  <a:pt x="3449650" y="1401404"/>
                </a:lnTo>
                <a:lnTo>
                  <a:pt x="3449555" y="1400585"/>
                </a:lnTo>
                <a:lnTo>
                  <a:pt x="3449145" y="1398070"/>
                </a:lnTo>
                <a:lnTo>
                  <a:pt x="3448412" y="1393869"/>
                </a:lnTo>
                <a:lnTo>
                  <a:pt x="3447812" y="1391488"/>
                </a:lnTo>
                <a:lnTo>
                  <a:pt x="3447336" y="1390926"/>
                </a:lnTo>
                <a:lnTo>
                  <a:pt x="3444954" y="1389116"/>
                </a:lnTo>
                <a:lnTo>
                  <a:pt x="3440668" y="1386059"/>
                </a:lnTo>
                <a:lnTo>
                  <a:pt x="3436696" y="1383678"/>
                </a:lnTo>
                <a:lnTo>
                  <a:pt x="3433029" y="1381973"/>
                </a:lnTo>
                <a:lnTo>
                  <a:pt x="3430648" y="1381039"/>
                </a:lnTo>
                <a:lnTo>
                  <a:pt x="3429552" y="1380868"/>
                </a:lnTo>
                <a:lnTo>
                  <a:pt x="3428924" y="1380792"/>
                </a:lnTo>
                <a:lnTo>
                  <a:pt x="3428505" y="1380896"/>
                </a:lnTo>
                <a:lnTo>
                  <a:pt x="3428133" y="1381049"/>
                </a:lnTo>
                <a:lnTo>
                  <a:pt x="3427219" y="1382516"/>
                </a:lnTo>
                <a:lnTo>
                  <a:pt x="3425771" y="1385306"/>
                </a:lnTo>
                <a:lnTo>
                  <a:pt x="3423656" y="1386773"/>
                </a:lnTo>
                <a:lnTo>
                  <a:pt x="3420866" y="1386916"/>
                </a:lnTo>
                <a:lnTo>
                  <a:pt x="3419113" y="1387535"/>
                </a:lnTo>
                <a:lnTo>
                  <a:pt x="3418380" y="1388640"/>
                </a:lnTo>
                <a:lnTo>
                  <a:pt x="3416151" y="1389555"/>
                </a:lnTo>
                <a:lnTo>
                  <a:pt x="3412417" y="1390288"/>
                </a:lnTo>
                <a:lnTo>
                  <a:pt x="3410579" y="1390831"/>
                </a:lnTo>
                <a:lnTo>
                  <a:pt x="3410645" y="1391202"/>
                </a:lnTo>
                <a:lnTo>
                  <a:pt x="3410131" y="1391279"/>
                </a:lnTo>
                <a:lnTo>
                  <a:pt x="3409540" y="1393069"/>
                </a:lnTo>
                <a:lnTo>
                  <a:pt x="3408721" y="1396708"/>
                </a:lnTo>
                <a:lnTo>
                  <a:pt x="3407664" y="1398946"/>
                </a:lnTo>
                <a:lnTo>
                  <a:pt x="3406388" y="1399765"/>
                </a:lnTo>
                <a:lnTo>
                  <a:pt x="3405788" y="1401547"/>
                </a:lnTo>
                <a:lnTo>
                  <a:pt x="3405873" y="1404290"/>
                </a:lnTo>
                <a:lnTo>
                  <a:pt x="3405635" y="1406671"/>
                </a:lnTo>
                <a:lnTo>
                  <a:pt x="3405092" y="1408690"/>
                </a:lnTo>
                <a:lnTo>
                  <a:pt x="3404826" y="1410795"/>
                </a:lnTo>
                <a:lnTo>
                  <a:pt x="3404826" y="1412996"/>
                </a:lnTo>
                <a:lnTo>
                  <a:pt x="3405026" y="1415377"/>
                </a:lnTo>
                <a:lnTo>
                  <a:pt x="3405445" y="1417939"/>
                </a:lnTo>
                <a:lnTo>
                  <a:pt x="3405645" y="1420530"/>
                </a:lnTo>
                <a:lnTo>
                  <a:pt x="3405645" y="1423140"/>
                </a:lnTo>
                <a:lnTo>
                  <a:pt x="3405740" y="1425521"/>
                </a:lnTo>
                <a:lnTo>
                  <a:pt x="3405930" y="1427674"/>
                </a:lnTo>
                <a:lnTo>
                  <a:pt x="3406026" y="1430150"/>
                </a:lnTo>
                <a:lnTo>
                  <a:pt x="3406026" y="1432951"/>
                </a:lnTo>
                <a:lnTo>
                  <a:pt x="3406083" y="1435332"/>
                </a:lnTo>
                <a:lnTo>
                  <a:pt x="3406188" y="1437294"/>
                </a:lnTo>
                <a:lnTo>
                  <a:pt x="3406245" y="1439732"/>
                </a:lnTo>
                <a:lnTo>
                  <a:pt x="3406245" y="1442637"/>
                </a:lnTo>
                <a:lnTo>
                  <a:pt x="3406292" y="1445019"/>
                </a:lnTo>
                <a:lnTo>
                  <a:pt x="3406388" y="1446876"/>
                </a:lnTo>
                <a:lnTo>
                  <a:pt x="3406407" y="1449267"/>
                </a:lnTo>
                <a:lnTo>
                  <a:pt x="3406321" y="1452201"/>
                </a:lnTo>
                <a:lnTo>
                  <a:pt x="3406264" y="1454582"/>
                </a:lnTo>
                <a:lnTo>
                  <a:pt x="3406216" y="1456411"/>
                </a:lnTo>
                <a:lnTo>
                  <a:pt x="3406273" y="1458849"/>
                </a:lnTo>
                <a:lnTo>
                  <a:pt x="3406426" y="1461887"/>
                </a:lnTo>
                <a:lnTo>
                  <a:pt x="3404987" y="1463993"/>
                </a:lnTo>
                <a:lnTo>
                  <a:pt x="3401949" y="1465164"/>
                </a:lnTo>
                <a:lnTo>
                  <a:pt x="3400339" y="1465945"/>
                </a:lnTo>
                <a:lnTo>
                  <a:pt x="3400177" y="1466326"/>
                </a:lnTo>
                <a:lnTo>
                  <a:pt x="3399806" y="1466602"/>
                </a:lnTo>
                <a:lnTo>
                  <a:pt x="3399215" y="1466764"/>
                </a:lnTo>
                <a:lnTo>
                  <a:pt x="3398034" y="1467974"/>
                </a:lnTo>
                <a:lnTo>
                  <a:pt x="3396263" y="1470212"/>
                </a:lnTo>
                <a:lnTo>
                  <a:pt x="3394262" y="1471336"/>
                </a:lnTo>
                <a:lnTo>
                  <a:pt x="3392024" y="1471336"/>
                </a:lnTo>
                <a:lnTo>
                  <a:pt x="3389376" y="1470212"/>
                </a:lnTo>
                <a:lnTo>
                  <a:pt x="3386328" y="1467974"/>
                </a:lnTo>
                <a:lnTo>
                  <a:pt x="3383947" y="1465507"/>
                </a:lnTo>
                <a:lnTo>
                  <a:pt x="3382232" y="1462830"/>
                </a:lnTo>
                <a:lnTo>
                  <a:pt x="3380784" y="1460449"/>
                </a:lnTo>
                <a:lnTo>
                  <a:pt x="3379594" y="1458363"/>
                </a:lnTo>
                <a:lnTo>
                  <a:pt x="3378899" y="1456630"/>
                </a:lnTo>
                <a:lnTo>
                  <a:pt x="3378698" y="1455239"/>
                </a:lnTo>
                <a:lnTo>
                  <a:pt x="3378413" y="1452858"/>
                </a:lnTo>
                <a:lnTo>
                  <a:pt x="3378032" y="1449486"/>
                </a:lnTo>
                <a:lnTo>
                  <a:pt x="3377736" y="1446809"/>
                </a:lnTo>
                <a:lnTo>
                  <a:pt x="3377517" y="1444828"/>
                </a:lnTo>
                <a:lnTo>
                  <a:pt x="3377251" y="1442447"/>
                </a:lnTo>
                <a:lnTo>
                  <a:pt x="3376946" y="1439666"/>
                </a:lnTo>
                <a:lnTo>
                  <a:pt x="3376793" y="1437132"/>
                </a:lnTo>
                <a:lnTo>
                  <a:pt x="3376793" y="1434836"/>
                </a:lnTo>
                <a:lnTo>
                  <a:pt x="3376708" y="1432455"/>
                </a:lnTo>
                <a:lnTo>
                  <a:pt x="3376536" y="1429988"/>
                </a:lnTo>
                <a:lnTo>
                  <a:pt x="3376451" y="1427521"/>
                </a:lnTo>
                <a:lnTo>
                  <a:pt x="3376451" y="1425054"/>
                </a:lnTo>
                <a:lnTo>
                  <a:pt x="3376336" y="1422673"/>
                </a:lnTo>
                <a:lnTo>
                  <a:pt x="3376127" y="1420378"/>
                </a:lnTo>
                <a:lnTo>
                  <a:pt x="3376060" y="1417930"/>
                </a:lnTo>
                <a:lnTo>
                  <a:pt x="3376136" y="1415329"/>
                </a:lnTo>
                <a:lnTo>
                  <a:pt x="3376212" y="1412948"/>
                </a:lnTo>
                <a:lnTo>
                  <a:pt x="3376279" y="1410786"/>
                </a:lnTo>
                <a:lnTo>
                  <a:pt x="3376355" y="1408471"/>
                </a:lnTo>
                <a:lnTo>
                  <a:pt x="3376432" y="1406023"/>
                </a:lnTo>
                <a:lnTo>
                  <a:pt x="3376727" y="1403642"/>
                </a:lnTo>
                <a:lnTo>
                  <a:pt x="3377241" y="1401328"/>
                </a:lnTo>
                <a:lnTo>
                  <a:pt x="3377460" y="1399165"/>
                </a:lnTo>
                <a:lnTo>
                  <a:pt x="3377384" y="1397156"/>
                </a:lnTo>
                <a:lnTo>
                  <a:pt x="3377527" y="1394774"/>
                </a:lnTo>
                <a:lnTo>
                  <a:pt x="3377879" y="1392022"/>
                </a:lnTo>
                <a:lnTo>
                  <a:pt x="3378060" y="1389821"/>
                </a:lnTo>
                <a:lnTo>
                  <a:pt x="3378060" y="1388164"/>
                </a:lnTo>
                <a:lnTo>
                  <a:pt x="3377994" y="1385783"/>
                </a:lnTo>
                <a:lnTo>
                  <a:pt x="3377870" y="1382678"/>
                </a:lnTo>
                <a:lnTo>
                  <a:pt x="3377870" y="1380296"/>
                </a:lnTo>
                <a:lnTo>
                  <a:pt x="3378013" y="1378649"/>
                </a:lnTo>
                <a:lnTo>
                  <a:pt x="3378451" y="1376267"/>
                </a:lnTo>
                <a:lnTo>
                  <a:pt x="3379194" y="1373153"/>
                </a:lnTo>
                <a:lnTo>
                  <a:pt x="3379603" y="1371190"/>
                </a:lnTo>
                <a:lnTo>
                  <a:pt x="3379680" y="1370362"/>
                </a:lnTo>
                <a:lnTo>
                  <a:pt x="3380137" y="1369857"/>
                </a:lnTo>
                <a:lnTo>
                  <a:pt x="3380965" y="1369685"/>
                </a:lnTo>
                <a:lnTo>
                  <a:pt x="3381727" y="1368066"/>
                </a:lnTo>
                <a:lnTo>
                  <a:pt x="3382423" y="1365009"/>
                </a:lnTo>
                <a:lnTo>
                  <a:pt x="3384804" y="1363275"/>
                </a:lnTo>
                <a:lnTo>
                  <a:pt x="3388871" y="1362885"/>
                </a:lnTo>
                <a:lnTo>
                  <a:pt x="3392491" y="1364123"/>
                </a:lnTo>
                <a:lnTo>
                  <a:pt x="3395663" y="1366990"/>
                </a:lnTo>
                <a:lnTo>
                  <a:pt x="3398044" y="1368904"/>
                </a:lnTo>
                <a:lnTo>
                  <a:pt x="3399634" y="1369876"/>
                </a:lnTo>
                <a:lnTo>
                  <a:pt x="3401273" y="1369133"/>
                </a:lnTo>
                <a:lnTo>
                  <a:pt x="3402978" y="1366695"/>
                </a:lnTo>
                <a:lnTo>
                  <a:pt x="3405359" y="1365418"/>
                </a:lnTo>
                <a:lnTo>
                  <a:pt x="3408416" y="1365304"/>
                </a:lnTo>
                <a:lnTo>
                  <a:pt x="3410350" y="1364856"/>
                </a:lnTo>
                <a:lnTo>
                  <a:pt x="3411141" y="1364056"/>
                </a:lnTo>
                <a:lnTo>
                  <a:pt x="3413522" y="1363456"/>
                </a:lnTo>
                <a:lnTo>
                  <a:pt x="3417494" y="1363056"/>
                </a:lnTo>
                <a:lnTo>
                  <a:pt x="3419685" y="1362875"/>
                </a:lnTo>
                <a:lnTo>
                  <a:pt x="3420113" y="1362913"/>
                </a:lnTo>
                <a:lnTo>
                  <a:pt x="3421847" y="1362713"/>
                </a:lnTo>
                <a:lnTo>
                  <a:pt x="3424885" y="1362285"/>
                </a:lnTo>
                <a:lnTo>
                  <a:pt x="3426714" y="1361732"/>
                </a:lnTo>
                <a:lnTo>
                  <a:pt x="3427333" y="1361056"/>
                </a:lnTo>
                <a:close/>
                <a:moveTo>
                  <a:pt x="3532984" y="1361018"/>
                </a:moveTo>
                <a:lnTo>
                  <a:pt x="3533508" y="1361018"/>
                </a:lnTo>
                <a:lnTo>
                  <a:pt x="3534918" y="1360046"/>
                </a:lnTo>
                <a:lnTo>
                  <a:pt x="3537204" y="1358094"/>
                </a:lnTo>
                <a:lnTo>
                  <a:pt x="3539585" y="1357093"/>
                </a:lnTo>
                <a:lnTo>
                  <a:pt x="3542062" y="1357046"/>
                </a:lnTo>
                <a:lnTo>
                  <a:pt x="3544605" y="1357208"/>
                </a:lnTo>
                <a:lnTo>
                  <a:pt x="3547215" y="1357579"/>
                </a:lnTo>
                <a:lnTo>
                  <a:pt x="3549596" y="1357770"/>
                </a:lnTo>
                <a:lnTo>
                  <a:pt x="3551749" y="1357770"/>
                </a:lnTo>
                <a:lnTo>
                  <a:pt x="3554501" y="1358846"/>
                </a:lnTo>
                <a:lnTo>
                  <a:pt x="3557854" y="1360999"/>
                </a:lnTo>
                <a:lnTo>
                  <a:pt x="3560235" y="1362266"/>
                </a:lnTo>
                <a:lnTo>
                  <a:pt x="3561645" y="1362637"/>
                </a:lnTo>
                <a:lnTo>
                  <a:pt x="3562760" y="1363047"/>
                </a:lnTo>
                <a:lnTo>
                  <a:pt x="3563569" y="1363475"/>
                </a:lnTo>
                <a:lnTo>
                  <a:pt x="3565950" y="1364018"/>
                </a:lnTo>
                <a:lnTo>
                  <a:pt x="3569903" y="1364647"/>
                </a:lnTo>
                <a:lnTo>
                  <a:pt x="3573628" y="1366628"/>
                </a:lnTo>
                <a:lnTo>
                  <a:pt x="3577133" y="1369943"/>
                </a:lnTo>
                <a:lnTo>
                  <a:pt x="3578914" y="1373391"/>
                </a:lnTo>
                <a:lnTo>
                  <a:pt x="3578981" y="1376963"/>
                </a:lnTo>
                <a:lnTo>
                  <a:pt x="3579190" y="1379344"/>
                </a:lnTo>
                <a:lnTo>
                  <a:pt x="3579533" y="1380534"/>
                </a:lnTo>
                <a:lnTo>
                  <a:pt x="3579533" y="1382916"/>
                </a:lnTo>
                <a:lnTo>
                  <a:pt x="3579190" y="1386488"/>
                </a:lnTo>
                <a:lnTo>
                  <a:pt x="3577238" y="1388440"/>
                </a:lnTo>
                <a:lnTo>
                  <a:pt x="3573666" y="1388783"/>
                </a:lnTo>
                <a:lnTo>
                  <a:pt x="3571313" y="1388812"/>
                </a:lnTo>
                <a:lnTo>
                  <a:pt x="3570189" y="1388535"/>
                </a:lnTo>
                <a:lnTo>
                  <a:pt x="3567808" y="1388221"/>
                </a:lnTo>
                <a:lnTo>
                  <a:pt x="3564169" y="1387859"/>
                </a:lnTo>
                <a:lnTo>
                  <a:pt x="3560293" y="1386364"/>
                </a:lnTo>
                <a:lnTo>
                  <a:pt x="3556178" y="1383735"/>
                </a:lnTo>
                <a:lnTo>
                  <a:pt x="3553797" y="1382401"/>
                </a:lnTo>
                <a:lnTo>
                  <a:pt x="3553149" y="1382344"/>
                </a:lnTo>
                <a:lnTo>
                  <a:pt x="3551634" y="1382020"/>
                </a:lnTo>
                <a:lnTo>
                  <a:pt x="3549253" y="1381420"/>
                </a:lnTo>
                <a:lnTo>
                  <a:pt x="3546872" y="1381049"/>
                </a:lnTo>
                <a:lnTo>
                  <a:pt x="3544491" y="1380906"/>
                </a:lnTo>
                <a:lnTo>
                  <a:pt x="3543233" y="1380839"/>
                </a:lnTo>
                <a:lnTo>
                  <a:pt x="3542624" y="1380925"/>
                </a:lnTo>
                <a:lnTo>
                  <a:pt x="3541805" y="1381058"/>
                </a:lnTo>
                <a:lnTo>
                  <a:pt x="3540328" y="1381963"/>
                </a:lnTo>
                <a:lnTo>
                  <a:pt x="3538204" y="1383649"/>
                </a:lnTo>
                <a:lnTo>
                  <a:pt x="3536299" y="1384602"/>
                </a:lnTo>
                <a:lnTo>
                  <a:pt x="3534613" y="1384821"/>
                </a:lnTo>
                <a:lnTo>
                  <a:pt x="3533432" y="1386021"/>
                </a:lnTo>
                <a:lnTo>
                  <a:pt x="3532746" y="1388193"/>
                </a:lnTo>
                <a:lnTo>
                  <a:pt x="3531870" y="1389621"/>
                </a:lnTo>
                <a:lnTo>
                  <a:pt x="3530803" y="1390307"/>
                </a:lnTo>
                <a:lnTo>
                  <a:pt x="3530279" y="1392155"/>
                </a:lnTo>
                <a:lnTo>
                  <a:pt x="3530279" y="1395165"/>
                </a:lnTo>
                <a:lnTo>
                  <a:pt x="3530670" y="1397546"/>
                </a:lnTo>
                <a:lnTo>
                  <a:pt x="3531451" y="1399299"/>
                </a:lnTo>
                <a:lnTo>
                  <a:pt x="3532327" y="1400575"/>
                </a:lnTo>
                <a:lnTo>
                  <a:pt x="3533289" y="1401375"/>
                </a:lnTo>
                <a:lnTo>
                  <a:pt x="3534375" y="1401985"/>
                </a:lnTo>
                <a:lnTo>
                  <a:pt x="3535585" y="1402385"/>
                </a:lnTo>
                <a:lnTo>
                  <a:pt x="3537966" y="1402594"/>
                </a:lnTo>
                <a:lnTo>
                  <a:pt x="3541519" y="1402594"/>
                </a:lnTo>
                <a:lnTo>
                  <a:pt x="3544062" y="1402747"/>
                </a:lnTo>
                <a:lnTo>
                  <a:pt x="3545596" y="1403071"/>
                </a:lnTo>
                <a:lnTo>
                  <a:pt x="3547977" y="1403233"/>
                </a:lnTo>
                <a:lnTo>
                  <a:pt x="3551206" y="1403233"/>
                </a:lnTo>
                <a:lnTo>
                  <a:pt x="3554540" y="1404185"/>
                </a:lnTo>
                <a:lnTo>
                  <a:pt x="3557969" y="1406081"/>
                </a:lnTo>
                <a:lnTo>
                  <a:pt x="3560350" y="1407062"/>
                </a:lnTo>
                <a:lnTo>
                  <a:pt x="3561683" y="1407109"/>
                </a:lnTo>
                <a:lnTo>
                  <a:pt x="3563045" y="1407776"/>
                </a:lnTo>
                <a:lnTo>
                  <a:pt x="3564436" y="1409062"/>
                </a:lnTo>
                <a:lnTo>
                  <a:pt x="3566817" y="1410395"/>
                </a:lnTo>
                <a:lnTo>
                  <a:pt x="3570189" y="1411796"/>
                </a:lnTo>
                <a:lnTo>
                  <a:pt x="3573647" y="1414177"/>
                </a:lnTo>
                <a:lnTo>
                  <a:pt x="3577199" y="1417539"/>
                </a:lnTo>
                <a:lnTo>
                  <a:pt x="3579581" y="1420463"/>
                </a:lnTo>
                <a:lnTo>
                  <a:pt x="3580790" y="1422930"/>
                </a:lnTo>
                <a:lnTo>
                  <a:pt x="3582429" y="1425311"/>
                </a:lnTo>
                <a:lnTo>
                  <a:pt x="3584496" y="1427607"/>
                </a:lnTo>
                <a:lnTo>
                  <a:pt x="3585524" y="1429779"/>
                </a:lnTo>
                <a:lnTo>
                  <a:pt x="3585524" y="1431846"/>
                </a:lnTo>
                <a:lnTo>
                  <a:pt x="3586153" y="1434227"/>
                </a:lnTo>
                <a:lnTo>
                  <a:pt x="3587410" y="1436922"/>
                </a:lnTo>
                <a:lnTo>
                  <a:pt x="3588029" y="1439932"/>
                </a:lnTo>
                <a:lnTo>
                  <a:pt x="3588029" y="1443247"/>
                </a:lnTo>
                <a:lnTo>
                  <a:pt x="3587534" y="1445628"/>
                </a:lnTo>
                <a:lnTo>
                  <a:pt x="3586524" y="1447076"/>
                </a:lnTo>
                <a:lnTo>
                  <a:pt x="3585982" y="1448924"/>
                </a:lnTo>
                <a:lnTo>
                  <a:pt x="3585915" y="1451162"/>
                </a:lnTo>
                <a:lnTo>
                  <a:pt x="3584762" y="1452391"/>
                </a:lnTo>
                <a:lnTo>
                  <a:pt x="3582524" y="1452610"/>
                </a:lnTo>
                <a:lnTo>
                  <a:pt x="3581114" y="1453582"/>
                </a:lnTo>
                <a:lnTo>
                  <a:pt x="3580552" y="1455325"/>
                </a:lnTo>
                <a:lnTo>
                  <a:pt x="3579990" y="1456477"/>
                </a:lnTo>
                <a:lnTo>
                  <a:pt x="3579438" y="1457039"/>
                </a:lnTo>
                <a:lnTo>
                  <a:pt x="3579085" y="1459068"/>
                </a:lnTo>
                <a:lnTo>
                  <a:pt x="3578924" y="1462554"/>
                </a:lnTo>
                <a:lnTo>
                  <a:pt x="3577104" y="1464316"/>
                </a:lnTo>
                <a:lnTo>
                  <a:pt x="3573618" y="1464374"/>
                </a:lnTo>
                <a:lnTo>
                  <a:pt x="3571523" y="1464659"/>
                </a:lnTo>
                <a:lnTo>
                  <a:pt x="3570808" y="1465174"/>
                </a:lnTo>
                <a:lnTo>
                  <a:pt x="3569046" y="1465783"/>
                </a:lnTo>
                <a:lnTo>
                  <a:pt x="3566236" y="1466498"/>
                </a:lnTo>
                <a:lnTo>
                  <a:pt x="3564807" y="1467450"/>
                </a:lnTo>
                <a:lnTo>
                  <a:pt x="3564760" y="1468641"/>
                </a:lnTo>
                <a:lnTo>
                  <a:pt x="3564141" y="1469212"/>
                </a:lnTo>
                <a:lnTo>
                  <a:pt x="3562950" y="1469165"/>
                </a:lnTo>
                <a:lnTo>
                  <a:pt x="3561559" y="1470155"/>
                </a:lnTo>
                <a:lnTo>
                  <a:pt x="3559969" y="1472184"/>
                </a:lnTo>
                <a:lnTo>
                  <a:pt x="3557588" y="1473232"/>
                </a:lnTo>
                <a:lnTo>
                  <a:pt x="3554416" y="1473289"/>
                </a:lnTo>
                <a:lnTo>
                  <a:pt x="3552101" y="1473356"/>
                </a:lnTo>
                <a:lnTo>
                  <a:pt x="3550644" y="1473432"/>
                </a:lnTo>
                <a:lnTo>
                  <a:pt x="3548263" y="1473498"/>
                </a:lnTo>
                <a:lnTo>
                  <a:pt x="3544957" y="1473556"/>
                </a:lnTo>
                <a:lnTo>
                  <a:pt x="3542376" y="1473365"/>
                </a:lnTo>
                <a:lnTo>
                  <a:pt x="3540538" y="1472917"/>
                </a:lnTo>
                <a:lnTo>
                  <a:pt x="3538157" y="1472660"/>
                </a:lnTo>
                <a:lnTo>
                  <a:pt x="3535232" y="1472594"/>
                </a:lnTo>
                <a:lnTo>
                  <a:pt x="3531908" y="1471651"/>
                </a:lnTo>
                <a:lnTo>
                  <a:pt x="3528184" y="1469831"/>
                </a:lnTo>
                <a:lnTo>
                  <a:pt x="3525803" y="1468946"/>
                </a:lnTo>
                <a:lnTo>
                  <a:pt x="3524764" y="1468993"/>
                </a:lnTo>
                <a:lnTo>
                  <a:pt x="3523545" y="1468469"/>
                </a:lnTo>
                <a:lnTo>
                  <a:pt x="3522145" y="1467393"/>
                </a:lnTo>
                <a:lnTo>
                  <a:pt x="3519764" y="1466536"/>
                </a:lnTo>
                <a:lnTo>
                  <a:pt x="3516401" y="1465917"/>
                </a:lnTo>
                <a:lnTo>
                  <a:pt x="3512344" y="1463535"/>
                </a:lnTo>
                <a:lnTo>
                  <a:pt x="3507581" y="1459392"/>
                </a:lnTo>
                <a:lnTo>
                  <a:pt x="3504409" y="1454944"/>
                </a:lnTo>
                <a:lnTo>
                  <a:pt x="3502819" y="1450181"/>
                </a:lnTo>
                <a:lnTo>
                  <a:pt x="3501990" y="1446971"/>
                </a:lnTo>
                <a:lnTo>
                  <a:pt x="3501933" y="1445324"/>
                </a:lnTo>
                <a:lnTo>
                  <a:pt x="3502724" y="1444438"/>
                </a:lnTo>
                <a:lnTo>
                  <a:pt x="3504371" y="1444295"/>
                </a:lnTo>
                <a:lnTo>
                  <a:pt x="3505571" y="1443114"/>
                </a:lnTo>
                <a:lnTo>
                  <a:pt x="3506314" y="1440875"/>
                </a:lnTo>
                <a:lnTo>
                  <a:pt x="3508696" y="1439780"/>
                </a:lnTo>
                <a:lnTo>
                  <a:pt x="3512715" y="1439828"/>
                </a:lnTo>
                <a:lnTo>
                  <a:pt x="3515344" y="1440066"/>
                </a:lnTo>
                <a:lnTo>
                  <a:pt x="3516573" y="1440513"/>
                </a:lnTo>
                <a:lnTo>
                  <a:pt x="3518954" y="1440790"/>
                </a:lnTo>
                <a:lnTo>
                  <a:pt x="3522488" y="1440894"/>
                </a:lnTo>
                <a:lnTo>
                  <a:pt x="3525479" y="1441514"/>
                </a:lnTo>
                <a:lnTo>
                  <a:pt x="3527927" y="1442618"/>
                </a:lnTo>
                <a:lnTo>
                  <a:pt x="3530308" y="1443209"/>
                </a:lnTo>
                <a:lnTo>
                  <a:pt x="3532622" y="1443266"/>
                </a:lnTo>
                <a:lnTo>
                  <a:pt x="3535928" y="1444200"/>
                </a:lnTo>
                <a:lnTo>
                  <a:pt x="3540242" y="1446000"/>
                </a:lnTo>
                <a:lnTo>
                  <a:pt x="3542624" y="1446905"/>
                </a:lnTo>
                <a:lnTo>
                  <a:pt x="3543071" y="1446924"/>
                </a:lnTo>
                <a:lnTo>
                  <a:pt x="3543900" y="1447152"/>
                </a:lnTo>
                <a:lnTo>
                  <a:pt x="3545091" y="1447581"/>
                </a:lnTo>
                <a:lnTo>
                  <a:pt x="3547472" y="1447933"/>
                </a:lnTo>
                <a:lnTo>
                  <a:pt x="3551044" y="1448200"/>
                </a:lnTo>
                <a:lnTo>
                  <a:pt x="3552968" y="1448343"/>
                </a:lnTo>
                <a:lnTo>
                  <a:pt x="3553244" y="1448352"/>
                </a:lnTo>
                <a:lnTo>
                  <a:pt x="3553492" y="1448219"/>
                </a:lnTo>
                <a:lnTo>
                  <a:pt x="3553730" y="1447943"/>
                </a:lnTo>
                <a:lnTo>
                  <a:pt x="3554197" y="1446019"/>
                </a:lnTo>
                <a:lnTo>
                  <a:pt x="3554892" y="1442466"/>
                </a:lnTo>
                <a:lnTo>
                  <a:pt x="3557016" y="1440580"/>
                </a:lnTo>
                <a:lnTo>
                  <a:pt x="3560569" y="1440351"/>
                </a:lnTo>
                <a:lnTo>
                  <a:pt x="3562598" y="1439999"/>
                </a:lnTo>
                <a:lnTo>
                  <a:pt x="3563102" y="1439513"/>
                </a:lnTo>
                <a:lnTo>
                  <a:pt x="3563350" y="1439027"/>
                </a:lnTo>
                <a:lnTo>
                  <a:pt x="3563341" y="1438523"/>
                </a:lnTo>
                <a:lnTo>
                  <a:pt x="3563093" y="1437751"/>
                </a:lnTo>
                <a:lnTo>
                  <a:pt x="3562598" y="1436703"/>
                </a:lnTo>
                <a:lnTo>
                  <a:pt x="3560426" y="1434322"/>
                </a:lnTo>
                <a:lnTo>
                  <a:pt x="3556587" y="1430607"/>
                </a:lnTo>
                <a:lnTo>
                  <a:pt x="3554206" y="1428512"/>
                </a:lnTo>
                <a:lnTo>
                  <a:pt x="3553282" y="1428026"/>
                </a:lnTo>
                <a:lnTo>
                  <a:pt x="3552530" y="1427731"/>
                </a:lnTo>
                <a:lnTo>
                  <a:pt x="3551949" y="1427636"/>
                </a:lnTo>
                <a:lnTo>
                  <a:pt x="3549567" y="1427378"/>
                </a:lnTo>
                <a:lnTo>
                  <a:pt x="3545386" y="1426959"/>
                </a:lnTo>
                <a:lnTo>
                  <a:pt x="3542519" y="1426464"/>
                </a:lnTo>
                <a:lnTo>
                  <a:pt x="3540957" y="1425902"/>
                </a:lnTo>
                <a:lnTo>
                  <a:pt x="3538576" y="1425702"/>
                </a:lnTo>
                <a:lnTo>
                  <a:pt x="3535375" y="1425864"/>
                </a:lnTo>
                <a:lnTo>
                  <a:pt x="3531394" y="1424264"/>
                </a:lnTo>
                <a:lnTo>
                  <a:pt x="3526631" y="1420901"/>
                </a:lnTo>
                <a:lnTo>
                  <a:pt x="3521869" y="1418244"/>
                </a:lnTo>
                <a:lnTo>
                  <a:pt x="3517106" y="1416291"/>
                </a:lnTo>
                <a:lnTo>
                  <a:pt x="3513392" y="1413910"/>
                </a:lnTo>
                <a:lnTo>
                  <a:pt x="3510715" y="1411100"/>
                </a:lnTo>
                <a:lnTo>
                  <a:pt x="3509381" y="1408367"/>
                </a:lnTo>
                <a:lnTo>
                  <a:pt x="3509381" y="1405690"/>
                </a:lnTo>
                <a:lnTo>
                  <a:pt x="3508810" y="1403309"/>
                </a:lnTo>
                <a:lnTo>
                  <a:pt x="3507677" y="1401223"/>
                </a:lnTo>
                <a:lnTo>
                  <a:pt x="3506991" y="1398156"/>
                </a:lnTo>
                <a:lnTo>
                  <a:pt x="3506772" y="1394127"/>
                </a:lnTo>
                <a:lnTo>
                  <a:pt x="3506610" y="1391745"/>
                </a:lnTo>
                <a:lnTo>
                  <a:pt x="3506514" y="1391012"/>
                </a:lnTo>
                <a:lnTo>
                  <a:pt x="3506581" y="1388707"/>
                </a:lnTo>
                <a:lnTo>
                  <a:pt x="3506819" y="1384811"/>
                </a:lnTo>
                <a:lnTo>
                  <a:pt x="3507086" y="1382430"/>
                </a:lnTo>
                <a:lnTo>
                  <a:pt x="3507372" y="1381563"/>
                </a:lnTo>
                <a:lnTo>
                  <a:pt x="3507562" y="1379372"/>
                </a:lnTo>
                <a:lnTo>
                  <a:pt x="3507657" y="1375858"/>
                </a:lnTo>
                <a:lnTo>
                  <a:pt x="3509458" y="1373762"/>
                </a:lnTo>
                <a:lnTo>
                  <a:pt x="3512972" y="1373076"/>
                </a:lnTo>
                <a:lnTo>
                  <a:pt x="3514887" y="1372619"/>
                </a:lnTo>
                <a:lnTo>
                  <a:pt x="3515220" y="1372381"/>
                </a:lnTo>
                <a:lnTo>
                  <a:pt x="3515525" y="1372095"/>
                </a:lnTo>
                <a:lnTo>
                  <a:pt x="3515811" y="1371762"/>
                </a:lnTo>
                <a:lnTo>
                  <a:pt x="3516287" y="1369866"/>
                </a:lnTo>
                <a:lnTo>
                  <a:pt x="3516963" y="1366390"/>
                </a:lnTo>
                <a:lnTo>
                  <a:pt x="3519040" y="1364599"/>
                </a:lnTo>
                <a:lnTo>
                  <a:pt x="3522516" y="1364504"/>
                </a:lnTo>
                <a:lnTo>
                  <a:pt x="3524602" y="1364209"/>
                </a:lnTo>
                <a:lnTo>
                  <a:pt x="3525298" y="1363713"/>
                </a:lnTo>
                <a:lnTo>
                  <a:pt x="3527336" y="1363123"/>
                </a:lnTo>
                <a:lnTo>
                  <a:pt x="3530717" y="1362427"/>
                </a:lnTo>
                <a:lnTo>
                  <a:pt x="3532489" y="1361808"/>
                </a:lnTo>
                <a:lnTo>
                  <a:pt x="3532642" y="1361284"/>
                </a:lnTo>
                <a:close/>
                <a:moveTo>
                  <a:pt x="2843689" y="1365666"/>
                </a:moveTo>
                <a:lnTo>
                  <a:pt x="2846546" y="1365228"/>
                </a:lnTo>
                <a:lnTo>
                  <a:pt x="2848270" y="1364571"/>
                </a:lnTo>
                <a:lnTo>
                  <a:pt x="2848861" y="1363694"/>
                </a:lnTo>
                <a:lnTo>
                  <a:pt x="2851242" y="1363142"/>
                </a:lnTo>
                <a:lnTo>
                  <a:pt x="2855414" y="1362913"/>
                </a:lnTo>
                <a:lnTo>
                  <a:pt x="2859748" y="1364999"/>
                </a:lnTo>
                <a:lnTo>
                  <a:pt x="2864244" y="1369400"/>
                </a:lnTo>
                <a:lnTo>
                  <a:pt x="2866625" y="1371905"/>
                </a:lnTo>
                <a:lnTo>
                  <a:pt x="2866892" y="1372514"/>
                </a:lnTo>
                <a:lnTo>
                  <a:pt x="2868578" y="1374896"/>
                </a:lnTo>
                <a:lnTo>
                  <a:pt x="2871692" y="1379049"/>
                </a:lnTo>
                <a:lnTo>
                  <a:pt x="2873254" y="1382678"/>
                </a:lnTo>
                <a:lnTo>
                  <a:pt x="2873254" y="1385792"/>
                </a:lnTo>
                <a:lnTo>
                  <a:pt x="2873607" y="1388174"/>
                </a:lnTo>
                <a:lnTo>
                  <a:pt x="2874312" y="1389821"/>
                </a:lnTo>
                <a:lnTo>
                  <a:pt x="2875140" y="1391907"/>
                </a:lnTo>
                <a:lnTo>
                  <a:pt x="2876083" y="1394431"/>
                </a:lnTo>
                <a:lnTo>
                  <a:pt x="2877674" y="1396813"/>
                </a:lnTo>
                <a:lnTo>
                  <a:pt x="2879912" y="1399051"/>
                </a:lnTo>
                <a:lnTo>
                  <a:pt x="2881065" y="1401328"/>
                </a:lnTo>
                <a:lnTo>
                  <a:pt x="2881132" y="1403642"/>
                </a:lnTo>
                <a:lnTo>
                  <a:pt x="2881960" y="1406023"/>
                </a:lnTo>
                <a:lnTo>
                  <a:pt x="2883541" y="1408471"/>
                </a:lnTo>
                <a:lnTo>
                  <a:pt x="2884770" y="1410738"/>
                </a:lnTo>
                <a:lnTo>
                  <a:pt x="2885637" y="1412815"/>
                </a:lnTo>
                <a:lnTo>
                  <a:pt x="2887418" y="1415196"/>
                </a:lnTo>
                <a:lnTo>
                  <a:pt x="2890104" y="1417882"/>
                </a:lnTo>
                <a:lnTo>
                  <a:pt x="2891523" y="1420644"/>
                </a:lnTo>
                <a:lnTo>
                  <a:pt x="2891666" y="1423473"/>
                </a:lnTo>
                <a:lnTo>
                  <a:pt x="2892314" y="1425854"/>
                </a:lnTo>
                <a:lnTo>
                  <a:pt x="2893457" y="1427788"/>
                </a:lnTo>
                <a:lnTo>
                  <a:pt x="2894419" y="1429464"/>
                </a:lnTo>
                <a:lnTo>
                  <a:pt x="2895209" y="1430893"/>
                </a:lnTo>
                <a:lnTo>
                  <a:pt x="2895914" y="1431207"/>
                </a:lnTo>
                <a:lnTo>
                  <a:pt x="2896533" y="1430398"/>
                </a:lnTo>
                <a:lnTo>
                  <a:pt x="2896876" y="1429683"/>
                </a:lnTo>
                <a:lnTo>
                  <a:pt x="2896953" y="1429064"/>
                </a:lnTo>
                <a:lnTo>
                  <a:pt x="2897029" y="1426750"/>
                </a:lnTo>
                <a:lnTo>
                  <a:pt x="2897105" y="1422759"/>
                </a:lnTo>
                <a:lnTo>
                  <a:pt x="2897438" y="1420378"/>
                </a:lnTo>
                <a:lnTo>
                  <a:pt x="2898048" y="1419606"/>
                </a:lnTo>
                <a:lnTo>
                  <a:pt x="2898429" y="1417615"/>
                </a:lnTo>
                <a:lnTo>
                  <a:pt x="2898591" y="1414386"/>
                </a:lnTo>
                <a:lnTo>
                  <a:pt x="2900286" y="1412596"/>
                </a:lnTo>
                <a:lnTo>
                  <a:pt x="2903515" y="1412253"/>
                </a:lnTo>
                <a:lnTo>
                  <a:pt x="2905411" y="1411776"/>
                </a:lnTo>
                <a:lnTo>
                  <a:pt x="2905992" y="1411167"/>
                </a:lnTo>
                <a:lnTo>
                  <a:pt x="2906297" y="1410567"/>
                </a:lnTo>
                <a:lnTo>
                  <a:pt x="2906325" y="1409986"/>
                </a:lnTo>
                <a:lnTo>
                  <a:pt x="2906411" y="1407690"/>
                </a:lnTo>
                <a:lnTo>
                  <a:pt x="2906554" y="1403680"/>
                </a:lnTo>
                <a:lnTo>
                  <a:pt x="2907049" y="1401299"/>
                </a:lnTo>
                <a:lnTo>
                  <a:pt x="2907878" y="1400546"/>
                </a:lnTo>
                <a:lnTo>
                  <a:pt x="2908325" y="1398613"/>
                </a:lnTo>
                <a:lnTo>
                  <a:pt x="2908383" y="1395498"/>
                </a:lnTo>
                <a:lnTo>
                  <a:pt x="2909973" y="1393822"/>
                </a:lnTo>
                <a:lnTo>
                  <a:pt x="2913088" y="1393574"/>
                </a:lnTo>
                <a:lnTo>
                  <a:pt x="2914964" y="1393069"/>
                </a:lnTo>
                <a:lnTo>
                  <a:pt x="2915603" y="1392298"/>
                </a:lnTo>
                <a:lnTo>
                  <a:pt x="2915926" y="1391603"/>
                </a:lnTo>
                <a:lnTo>
                  <a:pt x="2915955" y="1390964"/>
                </a:lnTo>
                <a:lnTo>
                  <a:pt x="2916031" y="1388659"/>
                </a:lnTo>
                <a:lnTo>
                  <a:pt x="2916136" y="1384668"/>
                </a:lnTo>
                <a:lnTo>
                  <a:pt x="2916441" y="1382287"/>
                </a:lnTo>
                <a:lnTo>
                  <a:pt x="2916926" y="1381516"/>
                </a:lnTo>
                <a:lnTo>
                  <a:pt x="2917174" y="1379372"/>
                </a:lnTo>
                <a:lnTo>
                  <a:pt x="2917174" y="1375877"/>
                </a:lnTo>
                <a:lnTo>
                  <a:pt x="2918689" y="1373495"/>
                </a:lnTo>
                <a:lnTo>
                  <a:pt x="2921708" y="1372229"/>
                </a:lnTo>
                <a:lnTo>
                  <a:pt x="2923242" y="1371381"/>
                </a:lnTo>
                <a:lnTo>
                  <a:pt x="2923289" y="1370952"/>
                </a:lnTo>
                <a:lnTo>
                  <a:pt x="2923527" y="1370714"/>
                </a:lnTo>
                <a:lnTo>
                  <a:pt x="2923956" y="1370667"/>
                </a:lnTo>
                <a:lnTo>
                  <a:pt x="2924613" y="1368943"/>
                </a:lnTo>
                <a:lnTo>
                  <a:pt x="2925499" y="1365542"/>
                </a:lnTo>
                <a:lnTo>
                  <a:pt x="2927880" y="1363666"/>
                </a:lnTo>
                <a:lnTo>
                  <a:pt x="2931757" y="1363323"/>
                </a:lnTo>
                <a:lnTo>
                  <a:pt x="2934405" y="1363580"/>
                </a:lnTo>
                <a:lnTo>
                  <a:pt x="2935805" y="1364447"/>
                </a:lnTo>
                <a:lnTo>
                  <a:pt x="2938186" y="1364875"/>
                </a:lnTo>
                <a:lnTo>
                  <a:pt x="2941549" y="1364875"/>
                </a:lnTo>
                <a:lnTo>
                  <a:pt x="2944587" y="1366561"/>
                </a:lnTo>
                <a:lnTo>
                  <a:pt x="2947311" y="1369924"/>
                </a:lnTo>
                <a:lnTo>
                  <a:pt x="2948664" y="1372962"/>
                </a:lnTo>
                <a:lnTo>
                  <a:pt x="2948664" y="1375686"/>
                </a:lnTo>
                <a:lnTo>
                  <a:pt x="2947311" y="1377315"/>
                </a:lnTo>
                <a:lnTo>
                  <a:pt x="2944587" y="1377858"/>
                </a:lnTo>
                <a:lnTo>
                  <a:pt x="2942930" y="1378591"/>
                </a:lnTo>
                <a:lnTo>
                  <a:pt x="2942349" y="1379506"/>
                </a:lnTo>
                <a:lnTo>
                  <a:pt x="2942082" y="1380249"/>
                </a:lnTo>
                <a:lnTo>
                  <a:pt x="2942120" y="1380830"/>
                </a:lnTo>
                <a:lnTo>
                  <a:pt x="2942006" y="1383097"/>
                </a:lnTo>
                <a:lnTo>
                  <a:pt x="2941720" y="1387031"/>
                </a:lnTo>
                <a:lnTo>
                  <a:pt x="2941196" y="1389412"/>
                </a:lnTo>
                <a:lnTo>
                  <a:pt x="2940434" y="1390240"/>
                </a:lnTo>
                <a:lnTo>
                  <a:pt x="2940053" y="1392241"/>
                </a:lnTo>
                <a:lnTo>
                  <a:pt x="2940053" y="1395413"/>
                </a:lnTo>
                <a:lnTo>
                  <a:pt x="2938463" y="1397794"/>
                </a:lnTo>
                <a:lnTo>
                  <a:pt x="2935291" y="1399384"/>
                </a:lnTo>
                <a:lnTo>
                  <a:pt x="2933329" y="1402185"/>
                </a:lnTo>
                <a:lnTo>
                  <a:pt x="2932595" y="1406214"/>
                </a:lnTo>
                <a:lnTo>
                  <a:pt x="2932119" y="1408595"/>
                </a:lnTo>
                <a:lnTo>
                  <a:pt x="2931900" y="1409329"/>
                </a:lnTo>
                <a:lnTo>
                  <a:pt x="2931814" y="1411624"/>
                </a:lnTo>
                <a:lnTo>
                  <a:pt x="2931862" y="1415482"/>
                </a:lnTo>
                <a:lnTo>
                  <a:pt x="2931071" y="1417863"/>
                </a:lnTo>
                <a:lnTo>
                  <a:pt x="2929452" y="1418768"/>
                </a:lnTo>
                <a:lnTo>
                  <a:pt x="2928795" y="1420501"/>
                </a:lnTo>
                <a:lnTo>
                  <a:pt x="2929118" y="1423054"/>
                </a:lnTo>
                <a:lnTo>
                  <a:pt x="2928004" y="1424207"/>
                </a:lnTo>
                <a:lnTo>
                  <a:pt x="2925451" y="1423959"/>
                </a:lnTo>
                <a:lnTo>
                  <a:pt x="2923851" y="1424740"/>
                </a:lnTo>
                <a:lnTo>
                  <a:pt x="2923194" y="1426540"/>
                </a:lnTo>
                <a:lnTo>
                  <a:pt x="2922832" y="1427769"/>
                </a:lnTo>
                <a:lnTo>
                  <a:pt x="2922746" y="1428426"/>
                </a:lnTo>
                <a:lnTo>
                  <a:pt x="2922708" y="1430769"/>
                </a:lnTo>
                <a:lnTo>
                  <a:pt x="2922708" y="1434798"/>
                </a:lnTo>
                <a:lnTo>
                  <a:pt x="2922346" y="1437180"/>
                </a:lnTo>
                <a:lnTo>
                  <a:pt x="2921613" y="1437913"/>
                </a:lnTo>
                <a:lnTo>
                  <a:pt x="2921213" y="1439894"/>
                </a:lnTo>
                <a:lnTo>
                  <a:pt x="2921156" y="1443123"/>
                </a:lnTo>
                <a:lnTo>
                  <a:pt x="2919498" y="1445447"/>
                </a:lnTo>
                <a:lnTo>
                  <a:pt x="2916269" y="1446848"/>
                </a:lnTo>
                <a:lnTo>
                  <a:pt x="2914631" y="1447581"/>
                </a:lnTo>
                <a:lnTo>
                  <a:pt x="2914259" y="1449867"/>
                </a:lnTo>
                <a:lnTo>
                  <a:pt x="2913669" y="1453991"/>
                </a:lnTo>
                <a:lnTo>
                  <a:pt x="2913126" y="1456373"/>
                </a:lnTo>
                <a:lnTo>
                  <a:pt x="2912631" y="1457011"/>
                </a:lnTo>
                <a:lnTo>
                  <a:pt x="2912383" y="1459135"/>
                </a:lnTo>
                <a:lnTo>
                  <a:pt x="2912383" y="1462764"/>
                </a:lnTo>
                <a:lnTo>
                  <a:pt x="2910564" y="1464926"/>
                </a:lnTo>
                <a:lnTo>
                  <a:pt x="2906935" y="1465612"/>
                </a:lnTo>
                <a:lnTo>
                  <a:pt x="2904982" y="1466031"/>
                </a:lnTo>
                <a:lnTo>
                  <a:pt x="2904687" y="1466193"/>
                </a:lnTo>
                <a:lnTo>
                  <a:pt x="2904306" y="1466412"/>
                </a:lnTo>
                <a:lnTo>
                  <a:pt x="2903830" y="1466707"/>
                </a:lnTo>
                <a:lnTo>
                  <a:pt x="2903068" y="1468326"/>
                </a:lnTo>
                <a:lnTo>
                  <a:pt x="2902020" y="1471270"/>
                </a:lnTo>
                <a:lnTo>
                  <a:pt x="2900020" y="1472746"/>
                </a:lnTo>
                <a:lnTo>
                  <a:pt x="2897076" y="1472746"/>
                </a:lnTo>
                <a:lnTo>
                  <a:pt x="2893666" y="1471270"/>
                </a:lnTo>
                <a:lnTo>
                  <a:pt x="2889799" y="1468326"/>
                </a:lnTo>
                <a:lnTo>
                  <a:pt x="2887418" y="1466612"/>
                </a:lnTo>
                <a:lnTo>
                  <a:pt x="2886523" y="1466145"/>
                </a:lnTo>
                <a:lnTo>
                  <a:pt x="2884208" y="1463764"/>
                </a:lnTo>
                <a:lnTo>
                  <a:pt x="2880465" y="1459468"/>
                </a:lnTo>
                <a:lnTo>
                  <a:pt x="2878084" y="1455096"/>
                </a:lnTo>
                <a:lnTo>
                  <a:pt x="2877064" y="1450629"/>
                </a:lnTo>
                <a:lnTo>
                  <a:pt x="2876417" y="1448248"/>
                </a:lnTo>
                <a:lnTo>
                  <a:pt x="2876150" y="1447952"/>
                </a:lnTo>
                <a:lnTo>
                  <a:pt x="2876017" y="1447667"/>
                </a:lnTo>
                <a:lnTo>
                  <a:pt x="2876017" y="1447400"/>
                </a:lnTo>
                <a:lnTo>
                  <a:pt x="2874426" y="1445019"/>
                </a:lnTo>
                <a:lnTo>
                  <a:pt x="2871235" y="1440523"/>
                </a:lnTo>
                <a:lnTo>
                  <a:pt x="2869521" y="1436427"/>
                </a:lnTo>
                <a:lnTo>
                  <a:pt x="2869282" y="1432731"/>
                </a:lnTo>
                <a:lnTo>
                  <a:pt x="2868920" y="1430350"/>
                </a:lnTo>
                <a:lnTo>
                  <a:pt x="2868454" y="1429283"/>
                </a:lnTo>
                <a:lnTo>
                  <a:pt x="2867920" y="1427978"/>
                </a:lnTo>
                <a:lnTo>
                  <a:pt x="2867320" y="1426426"/>
                </a:lnTo>
                <a:lnTo>
                  <a:pt x="2865625" y="1424045"/>
                </a:lnTo>
                <a:lnTo>
                  <a:pt x="2862834" y="1420835"/>
                </a:lnTo>
                <a:lnTo>
                  <a:pt x="2861367" y="1417768"/>
                </a:lnTo>
                <a:lnTo>
                  <a:pt x="2861243" y="1414844"/>
                </a:lnTo>
                <a:lnTo>
                  <a:pt x="2860738" y="1412462"/>
                </a:lnTo>
                <a:lnTo>
                  <a:pt x="2859853" y="1410624"/>
                </a:lnTo>
                <a:lnTo>
                  <a:pt x="2858929" y="1408433"/>
                </a:lnTo>
                <a:lnTo>
                  <a:pt x="2857976" y="1405909"/>
                </a:lnTo>
                <a:lnTo>
                  <a:pt x="2856414" y="1403528"/>
                </a:lnTo>
                <a:lnTo>
                  <a:pt x="2854252" y="1401289"/>
                </a:lnTo>
                <a:lnTo>
                  <a:pt x="2853166" y="1399089"/>
                </a:lnTo>
                <a:lnTo>
                  <a:pt x="2853166" y="1396927"/>
                </a:lnTo>
                <a:lnTo>
                  <a:pt x="2852480" y="1394546"/>
                </a:lnTo>
                <a:lnTo>
                  <a:pt x="2851109" y="1391945"/>
                </a:lnTo>
                <a:lnTo>
                  <a:pt x="2849899" y="1388354"/>
                </a:lnTo>
                <a:lnTo>
                  <a:pt x="2848851" y="1383773"/>
                </a:lnTo>
                <a:lnTo>
                  <a:pt x="2848299" y="1381392"/>
                </a:lnTo>
                <a:lnTo>
                  <a:pt x="2848146" y="1380963"/>
                </a:lnTo>
                <a:lnTo>
                  <a:pt x="2848032" y="1380630"/>
                </a:lnTo>
                <a:lnTo>
                  <a:pt x="2846546" y="1378248"/>
                </a:lnTo>
                <a:lnTo>
                  <a:pt x="2843689" y="1373819"/>
                </a:lnTo>
                <a:lnTo>
                  <a:pt x="2842260" y="1370171"/>
                </a:lnTo>
                <a:lnTo>
                  <a:pt x="2842260" y="1367314"/>
                </a:lnTo>
                <a:close/>
                <a:moveTo>
                  <a:pt x="3184950" y="1363532"/>
                </a:moveTo>
                <a:lnTo>
                  <a:pt x="3188903" y="1363189"/>
                </a:lnTo>
                <a:lnTo>
                  <a:pt x="3191170" y="1363075"/>
                </a:lnTo>
                <a:lnTo>
                  <a:pt x="3191770" y="1363199"/>
                </a:lnTo>
                <a:lnTo>
                  <a:pt x="3194152" y="1363294"/>
                </a:lnTo>
                <a:lnTo>
                  <a:pt x="3198314" y="1363361"/>
                </a:lnTo>
                <a:lnTo>
                  <a:pt x="3202248" y="1365447"/>
                </a:lnTo>
                <a:lnTo>
                  <a:pt x="3205953" y="1369552"/>
                </a:lnTo>
                <a:lnTo>
                  <a:pt x="3207763" y="1373400"/>
                </a:lnTo>
                <a:lnTo>
                  <a:pt x="3207658" y="1377010"/>
                </a:lnTo>
                <a:lnTo>
                  <a:pt x="3207734" y="1379391"/>
                </a:lnTo>
                <a:lnTo>
                  <a:pt x="3207982" y="1380544"/>
                </a:lnTo>
                <a:lnTo>
                  <a:pt x="3208077" y="1383030"/>
                </a:lnTo>
                <a:lnTo>
                  <a:pt x="3208039" y="1386840"/>
                </a:lnTo>
                <a:lnTo>
                  <a:pt x="3207972" y="1389221"/>
                </a:lnTo>
                <a:lnTo>
                  <a:pt x="3207868" y="1390174"/>
                </a:lnTo>
                <a:lnTo>
                  <a:pt x="3207820" y="1392507"/>
                </a:lnTo>
                <a:lnTo>
                  <a:pt x="3207820" y="1396213"/>
                </a:lnTo>
                <a:lnTo>
                  <a:pt x="3207791" y="1398594"/>
                </a:lnTo>
                <a:lnTo>
                  <a:pt x="3207725" y="1399651"/>
                </a:lnTo>
                <a:lnTo>
                  <a:pt x="3207715" y="1402023"/>
                </a:lnTo>
                <a:lnTo>
                  <a:pt x="3207763" y="1405709"/>
                </a:lnTo>
                <a:lnTo>
                  <a:pt x="3207763" y="1408090"/>
                </a:lnTo>
                <a:lnTo>
                  <a:pt x="3207715" y="1409167"/>
                </a:lnTo>
                <a:lnTo>
                  <a:pt x="3207696" y="1411529"/>
                </a:lnTo>
                <a:lnTo>
                  <a:pt x="3207696" y="1415177"/>
                </a:lnTo>
                <a:lnTo>
                  <a:pt x="3207687" y="1417558"/>
                </a:lnTo>
                <a:lnTo>
                  <a:pt x="3207677" y="1418673"/>
                </a:lnTo>
                <a:lnTo>
                  <a:pt x="3207668" y="1421044"/>
                </a:lnTo>
                <a:lnTo>
                  <a:pt x="3207668" y="1424673"/>
                </a:lnTo>
                <a:lnTo>
                  <a:pt x="3207687" y="1427055"/>
                </a:lnTo>
                <a:lnTo>
                  <a:pt x="3207715" y="1428188"/>
                </a:lnTo>
                <a:lnTo>
                  <a:pt x="3207725" y="1430579"/>
                </a:lnTo>
                <a:lnTo>
                  <a:pt x="3207725" y="1434246"/>
                </a:lnTo>
                <a:lnTo>
                  <a:pt x="3207744" y="1436627"/>
                </a:lnTo>
                <a:lnTo>
                  <a:pt x="3207791" y="1437723"/>
                </a:lnTo>
                <a:lnTo>
                  <a:pt x="3207810" y="1440123"/>
                </a:lnTo>
                <a:lnTo>
                  <a:pt x="3207810" y="1443828"/>
                </a:lnTo>
                <a:lnTo>
                  <a:pt x="3207858" y="1446209"/>
                </a:lnTo>
                <a:lnTo>
                  <a:pt x="3207953" y="1447267"/>
                </a:lnTo>
                <a:lnTo>
                  <a:pt x="3208001" y="1449695"/>
                </a:lnTo>
                <a:lnTo>
                  <a:pt x="3208001" y="1453496"/>
                </a:lnTo>
                <a:lnTo>
                  <a:pt x="3207982" y="1455877"/>
                </a:lnTo>
                <a:lnTo>
                  <a:pt x="3207944" y="1456839"/>
                </a:lnTo>
                <a:lnTo>
                  <a:pt x="3207887" y="1459163"/>
                </a:lnTo>
                <a:lnTo>
                  <a:pt x="3207801" y="1462850"/>
                </a:lnTo>
                <a:lnTo>
                  <a:pt x="3206401" y="1465231"/>
                </a:lnTo>
                <a:lnTo>
                  <a:pt x="3203667" y="1466307"/>
                </a:lnTo>
                <a:lnTo>
                  <a:pt x="3202343" y="1467364"/>
                </a:lnTo>
                <a:lnTo>
                  <a:pt x="3202429" y="1468403"/>
                </a:lnTo>
                <a:lnTo>
                  <a:pt x="3201953" y="1468898"/>
                </a:lnTo>
                <a:lnTo>
                  <a:pt x="3200914" y="1468860"/>
                </a:lnTo>
                <a:lnTo>
                  <a:pt x="3199181" y="1469498"/>
                </a:lnTo>
                <a:lnTo>
                  <a:pt x="3196733" y="1470822"/>
                </a:lnTo>
                <a:lnTo>
                  <a:pt x="3194352" y="1471517"/>
                </a:lnTo>
                <a:lnTo>
                  <a:pt x="3192037" y="1471584"/>
                </a:lnTo>
                <a:lnTo>
                  <a:pt x="3189713" y="1470422"/>
                </a:lnTo>
                <a:lnTo>
                  <a:pt x="3187398" y="1468041"/>
                </a:lnTo>
                <a:lnTo>
                  <a:pt x="3186274" y="1465726"/>
                </a:lnTo>
                <a:lnTo>
                  <a:pt x="3186332" y="1463469"/>
                </a:lnTo>
                <a:lnTo>
                  <a:pt x="3185484" y="1461087"/>
                </a:lnTo>
                <a:lnTo>
                  <a:pt x="3183741" y="1458582"/>
                </a:lnTo>
                <a:lnTo>
                  <a:pt x="3182845" y="1455306"/>
                </a:lnTo>
                <a:lnTo>
                  <a:pt x="3182817" y="1451267"/>
                </a:lnTo>
                <a:lnTo>
                  <a:pt x="3182779" y="1448886"/>
                </a:lnTo>
                <a:lnTo>
                  <a:pt x="3182750" y="1448162"/>
                </a:lnTo>
                <a:lnTo>
                  <a:pt x="3182731" y="1445762"/>
                </a:lnTo>
                <a:lnTo>
                  <a:pt x="3182731" y="1441694"/>
                </a:lnTo>
                <a:lnTo>
                  <a:pt x="3182750" y="1439313"/>
                </a:lnTo>
                <a:lnTo>
                  <a:pt x="3182788" y="1438618"/>
                </a:lnTo>
                <a:lnTo>
                  <a:pt x="3182807" y="1436256"/>
                </a:lnTo>
                <a:lnTo>
                  <a:pt x="3182807" y="1432227"/>
                </a:lnTo>
                <a:lnTo>
                  <a:pt x="3182817" y="1429845"/>
                </a:lnTo>
                <a:lnTo>
                  <a:pt x="3182826" y="1429112"/>
                </a:lnTo>
                <a:lnTo>
                  <a:pt x="3182798" y="1426702"/>
                </a:lnTo>
                <a:lnTo>
                  <a:pt x="3182731" y="1422616"/>
                </a:lnTo>
                <a:lnTo>
                  <a:pt x="3182712" y="1420235"/>
                </a:lnTo>
                <a:lnTo>
                  <a:pt x="3182722" y="1419558"/>
                </a:lnTo>
                <a:lnTo>
                  <a:pt x="3182712" y="1417168"/>
                </a:lnTo>
                <a:lnTo>
                  <a:pt x="3182684" y="1413062"/>
                </a:lnTo>
                <a:lnTo>
                  <a:pt x="3182674" y="1410681"/>
                </a:lnTo>
                <a:lnTo>
                  <a:pt x="3182684" y="1410024"/>
                </a:lnTo>
                <a:lnTo>
                  <a:pt x="3182703" y="1407671"/>
                </a:lnTo>
                <a:lnTo>
                  <a:pt x="3182741" y="1403614"/>
                </a:lnTo>
                <a:lnTo>
                  <a:pt x="3182760" y="1401232"/>
                </a:lnTo>
                <a:lnTo>
                  <a:pt x="3182760" y="1400527"/>
                </a:lnTo>
                <a:lnTo>
                  <a:pt x="3182760" y="1398146"/>
                </a:lnTo>
                <a:lnTo>
                  <a:pt x="3182760" y="1394089"/>
                </a:lnTo>
                <a:lnTo>
                  <a:pt x="3182769" y="1391707"/>
                </a:lnTo>
                <a:lnTo>
                  <a:pt x="3182788" y="1391002"/>
                </a:lnTo>
                <a:lnTo>
                  <a:pt x="3182779" y="1388612"/>
                </a:lnTo>
                <a:lnTo>
                  <a:pt x="3182741" y="1384535"/>
                </a:lnTo>
                <a:lnTo>
                  <a:pt x="3182712" y="1382154"/>
                </a:lnTo>
                <a:lnTo>
                  <a:pt x="3182674" y="1381468"/>
                </a:lnTo>
                <a:lnTo>
                  <a:pt x="3182645" y="1379058"/>
                </a:lnTo>
                <a:lnTo>
                  <a:pt x="3182607" y="1374915"/>
                </a:lnTo>
                <a:lnTo>
                  <a:pt x="3182684" y="1372533"/>
                </a:lnTo>
                <a:lnTo>
                  <a:pt x="3182874" y="1371914"/>
                </a:lnTo>
                <a:lnTo>
                  <a:pt x="3182969" y="1369628"/>
                </a:lnTo>
                <a:lnTo>
                  <a:pt x="3182969" y="1365675"/>
                </a:lnTo>
                <a:close/>
                <a:moveTo>
                  <a:pt x="1838249" y="1380820"/>
                </a:moveTo>
                <a:lnTo>
                  <a:pt x="1837439" y="1382944"/>
                </a:lnTo>
                <a:lnTo>
                  <a:pt x="1836544" y="1386592"/>
                </a:lnTo>
                <a:lnTo>
                  <a:pt x="1834267" y="1388440"/>
                </a:lnTo>
                <a:lnTo>
                  <a:pt x="1830619" y="1388488"/>
                </a:lnTo>
                <a:lnTo>
                  <a:pt x="1828438" y="1388678"/>
                </a:lnTo>
                <a:lnTo>
                  <a:pt x="1827705" y="1389012"/>
                </a:lnTo>
                <a:lnTo>
                  <a:pt x="1827038" y="1389555"/>
                </a:lnTo>
                <a:lnTo>
                  <a:pt x="1826457" y="1390288"/>
                </a:lnTo>
                <a:lnTo>
                  <a:pt x="1826190" y="1392403"/>
                </a:lnTo>
                <a:lnTo>
                  <a:pt x="1826247" y="1395898"/>
                </a:lnTo>
                <a:lnTo>
                  <a:pt x="1824523" y="1397899"/>
                </a:lnTo>
                <a:lnTo>
                  <a:pt x="1821028" y="1398394"/>
                </a:lnTo>
                <a:lnTo>
                  <a:pt x="1819085" y="1398832"/>
                </a:lnTo>
                <a:lnTo>
                  <a:pt x="1818694" y="1399213"/>
                </a:lnTo>
                <a:lnTo>
                  <a:pt x="1818503" y="1399594"/>
                </a:lnTo>
                <a:lnTo>
                  <a:pt x="1818494" y="1399985"/>
                </a:lnTo>
                <a:lnTo>
                  <a:pt x="1818342" y="1402213"/>
                </a:lnTo>
                <a:lnTo>
                  <a:pt x="1818037" y="1406281"/>
                </a:lnTo>
                <a:lnTo>
                  <a:pt x="1817789" y="1408662"/>
                </a:lnTo>
                <a:lnTo>
                  <a:pt x="1817580" y="1409357"/>
                </a:lnTo>
                <a:lnTo>
                  <a:pt x="1817475" y="1411634"/>
                </a:lnTo>
                <a:lnTo>
                  <a:pt x="1817475" y="1415491"/>
                </a:lnTo>
                <a:lnTo>
                  <a:pt x="1817484" y="1417872"/>
                </a:lnTo>
                <a:lnTo>
                  <a:pt x="1817494" y="1418777"/>
                </a:lnTo>
                <a:lnTo>
                  <a:pt x="1817608" y="1421273"/>
                </a:lnTo>
                <a:lnTo>
                  <a:pt x="1817837" y="1425369"/>
                </a:lnTo>
                <a:lnTo>
                  <a:pt x="1818008" y="1427750"/>
                </a:lnTo>
                <a:lnTo>
                  <a:pt x="1818122" y="1428417"/>
                </a:lnTo>
                <a:lnTo>
                  <a:pt x="1818456" y="1429388"/>
                </a:lnTo>
                <a:lnTo>
                  <a:pt x="1818999" y="1430655"/>
                </a:lnTo>
                <a:lnTo>
                  <a:pt x="1820818" y="1433036"/>
                </a:lnTo>
                <a:lnTo>
                  <a:pt x="1823895" y="1436532"/>
                </a:lnTo>
                <a:lnTo>
                  <a:pt x="1826276" y="1438932"/>
                </a:lnTo>
                <a:lnTo>
                  <a:pt x="1827962" y="1440256"/>
                </a:lnTo>
                <a:lnTo>
                  <a:pt x="1831086" y="1442637"/>
                </a:lnTo>
                <a:lnTo>
                  <a:pt x="1835648" y="1446076"/>
                </a:lnTo>
                <a:lnTo>
                  <a:pt x="1838030" y="1447848"/>
                </a:lnTo>
                <a:lnTo>
                  <a:pt x="1840859" y="1448333"/>
                </a:lnTo>
                <a:lnTo>
                  <a:pt x="1845516" y="1449010"/>
                </a:lnTo>
                <a:lnTo>
                  <a:pt x="1848260" y="1449372"/>
                </a:lnTo>
                <a:lnTo>
                  <a:pt x="1849088" y="1449419"/>
                </a:lnTo>
                <a:lnTo>
                  <a:pt x="1851470" y="1449286"/>
                </a:lnTo>
                <a:lnTo>
                  <a:pt x="1855403" y="1448953"/>
                </a:lnTo>
                <a:lnTo>
                  <a:pt x="1857642" y="1448810"/>
                </a:lnTo>
                <a:lnTo>
                  <a:pt x="1858175" y="1448848"/>
                </a:lnTo>
                <a:lnTo>
                  <a:pt x="1858623" y="1448600"/>
                </a:lnTo>
                <a:lnTo>
                  <a:pt x="1858994" y="1448067"/>
                </a:lnTo>
                <a:lnTo>
                  <a:pt x="1859423" y="1446124"/>
                </a:lnTo>
                <a:lnTo>
                  <a:pt x="1859928" y="1442761"/>
                </a:lnTo>
                <a:lnTo>
                  <a:pt x="1861861" y="1441085"/>
                </a:lnTo>
                <a:lnTo>
                  <a:pt x="1865224" y="1441085"/>
                </a:lnTo>
                <a:lnTo>
                  <a:pt x="1867300" y="1440780"/>
                </a:lnTo>
                <a:lnTo>
                  <a:pt x="1868100" y="1440180"/>
                </a:lnTo>
                <a:lnTo>
                  <a:pt x="1868795" y="1439475"/>
                </a:lnTo>
                <a:lnTo>
                  <a:pt x="1869377" y="1438675"/>
                </a:lnTo>
                <a:lnTo>
                  <a:pt x="1869662" y="1436589"/>
                </a:lnTo>
                <a:lnTo>
                  <a:pt x="1869662" y="1433208"/>
                </a:lnTo>
                <a:lnTo>
                  <a:pt x="1871358" y="1431227"/>
                </a:lnTo>
                <a:lnTo>
                  <a:pt x="1874739" y="1430655"/>
                </a:lnTo>
                <a:lnTo>
                  <a:pt x="1876625" y="1430169"/>
                </a:lnTo>
                <a:lnTo>
                  <a:pt x="1877035" y="1429760"/>
                </a:lnTo>
                <a:lnTo>
                  <a:pt x="1877244" y="1429360"/>
                </a:lnTo>
                <a:lnTo>
                  <a:pt x="1877263" y="1428950"/>
                </a:lnTo>
                <a:lnTo>
                  <a:pt x="1877454" y="1426759"/>
                </a:lnTo>
                <a:lnTo>
                  <a:pt x="1877806" y="1422778"/>
                </a:lnTo>
                <a:lnTo>
                  <a:pt x="1878035" y="1420397"/>
                </a:lnTo>
                <a:lnTo>
                  <a:pt x="1878130" y="1419616"/>
                </a:lnTo>
                <a:lnTo>
                  <a:pt x="1878178" y="1417282"/>
                </a:lnTo>
                <a:lnTo>
                  <a:pt x="1878178" y="1413396"/>
                </a:lnTo>
                <a:lnTo>
                  <a:pt x="1878187" y="1411014"/>
                </a:lnTo>
                <a:lnTo>
                  <a:pt x="1878216" y="1410138"/>
                </a:lnTo>
                <a:lnTo>
                  <a:pt x="1877835" y="1407376"/>
                </a:lnTo>
                <a:lnTo>
                  <a:pt x="1877054" y="1402737"/>
                </a:lnTo>
                <a:lnTo>
                  <a:pt x="1876654" y="1400356"/>
                </a:lnTo>
                <a:lnTo>
                  <a:pt x="1874472" y="1397594"/>
                </a:lnTo>
                <a:lnTo>
                  <a:pt x="1870558" y="1392965"/>
                </a:lnTo>
                <a:lnTo>
                  <a:pt x="1868176" y="1390212"/>
                </a:lnTo>
                <a:lnTo>
                  <a:pt x="1867329" y="1389345"/>
                </a:lnTo>
                <a:lnTo>
                  <a:pt x="1865624" y="1388069"/>
                </a:lnTo>
                <a:lnTo>
                  <a:pt x="1863071" y="1386383"/>
                </a:lnTo>
                <a:lnTo>
                  <a:pt x="1860690" y="1385440"/>
                </a:lnTo>
                <a:lnTo>
                  <a:pt x="1858480" y="1385230"/>
                </a:lnTo>
                <a:lnTo>
                  <a:pt x="1855899" y="1384125"/>
                </a:lnTo>
                <a:lnTo>
                  <a:pt x="1852955" y="1382125"/>
                </a:lnTo>
                <a:lnTo>
                  <a:pt x="1850574" y="1380935"/>
                </a:lnTo>
                <a:lnTo>
                  <a:pt x="1848755" y="1380554"/>
                </a:lnTo>
                <a:lnTo>
                  <a:pt x="1847650" y="1380353"/>
                </a:lnTo>
                <a:lnTo>
                  <a:pt x="1847259" y="1380344"/>
                </a:lnTo>
                <a:lnTo>
                  <a:pt x="1844878" y="1380458"/>
                </a:lnTo>
                <a:lnTo>
                  <a:pt x="1840506" y="1380696"/>
                </a:lnTo>
                <a:close/>
                <a:moveTo>
                  <a:pt x="3286020" y="1380696"/>
                </a:moveTo>
                <a:lnTo>
                  <a:pt x="3285573" y="1380811"/>
                </a:lnTo>
                <a:lnTo>
                  <a:pt x="3285325" y="1381020"/>
                </a:lnTo>
                <a:lnTo>
                  <a:pt x="3284649" y="1382725"/>
                </a:lnTo>
                <a:lnTo>
                  <a:pt x="3283553" y="1385935"/>
                </a:lnTo>
                <a:lnTo>
                  <a:pt x="3281410" y="1387535"/>
                </a:lnTo>
                <a:lnTo>
                  <a:pt x="3278200" y="1387535"/>
                </a:lnTo>
                <a:lnTo>
                  <a:pt x="3276171" y="1387888"/>
                </a:lnTo>
                <a:lnTo>
                  <a:pt x="3275324" y="1388602"/>
                </a:lnTo>
                <a:lnTo>
                  <a:pt x="3274171" y="1389374"/>
                </a:lnTo>
                <a:lnTo>
                  <a:pt x="3272704" y="1390221"/>
                </a:lnTo>
                <a:lnTo>
                  <a:pt x="3271971" y="1391869"/>
                </a:lnTo>
                <a:lnTo>
                  <a:pt x="3271971" y="1394317"/>
                </a:lnTo>
                <a:lnTo>
                  <a:pt x="3270742" y="1395546"/>
                </a:lnTo>
                <a:lnTo>
                  <a:pt x="3268294" y="1395546"/>
                </a:lnTo>
                <a:lnTo>
                  <a:pt x="3266656" y="1396279"/>
                </a:lnTo>
                <a:lnTo>
                  <a:pt x="3265818" y="1397756"/>
                </a:lnTo>
                <a:lnTo>
                  <a:pt x="3265294" y="1398918"/>
                </a:lnTo>
                <a:lnTo>
                  <a:pt x="3265103" y="1399756"/>
                </a:lnTo>
                <a:lnTo>
                  <a:pt x="3265008" y="1402042"/>
                </a:lnTo>
                <a:lnTo>
                  <a:pt x="3265008" y="1405766"/>
                </a:lnTo>
                <a:lnTo>
                  <a:pt x="3264713" y="1408147"/>
                </a:lnTo>
                <a:lnTo>
                  <a:pt x="3264132" y="1409186"/>
                </a:lnTo>
                <a:lnTo>
                  <a:pt x="3263837" y="1411272"/>
                </a:lnTo>
                <a:lnTo>
                  <a:pt x="3263837" y="1414415"/>
                </a:lnTo>
                <a:lnTo>
                  <a:pt x="3263865" y="1416796"/>
                </a:lnTo>
                <a:lnTo>
                  <a:pt x="3263932" y="1418415"/>
                </a:lnTo>
                <a:lnTo>
                  <a:pt x="3263960" y="1420825"/>
                </a:lnTo>
                <a:lnTo>
                  <a:pt x="3263960" y="1424035"/>
                </a:lnTo>
                <a:lnTo>
                  <a:pt x="3264179" y="1426416"/>
                </a:lnTo>
                <a:lnTo>
                  <a:pt x="3264627" y="1427969"/>
                </a:lnTo>
                <a:lnTo>
                  <a:pt x="3265408" y="1430045"/>
                </a:lnTo>
                <a:lnTo>
                  <a:pt x="3266523" y="1432646"/>
                </a:lnTo>
                <a:lnTo>
                  <a:pt x="3268161" y="1435027"/>
                </a:lnTo>
                <a:lnTo>
                  <a:pt x="3270323" y="1437189"/>
                </a:lnTo>
                <a:lnTo>
                  <a:pt x="3272704" y="1439170"/>
                </a:lnTo>
                <a:lnTo>
                  <a:pt x="3275305" y="1440952"/>
                </a:lnTo>
                <a:lnTo>
                  <a:pt x="3278391" y="1443333"/>
                </a:lnTo>
                <a:lnTo>
                  <a:pt x="3281963" y="1446314"/>
                </a:lnTo>
                <a:lnTo>
                  <a:pt x="3284344" y="1448029"/>
                </a:lnTo>
                <a:lnTo>
                  <a:pt x="3285534" y="1448476"/>
                </a:lnTo>
                <a:lnTo>
                  <a:pt x="3286354" y="1448705"/>
                </a:lnTo>
                <a:lnTo>
                  <a:pt x="3286801" y="1448705"/>
                </a:lnTo>
                <a:lnTo>
                  <a:pt x="3289183" y="1448857"/>
                </a:lnTo>
                <a:lnTo>
                  <a:pt x="3293497" y="1449162"/>
                </a:lnTo>
                <a:lnTo>
                  <a:pt x="3296041" y="1449334"/>
                </a:lnTo>
                <a:lnTo>
                  <a:pt x="3296831" y="1449362"/>
                </a:lnTo>
                <a:lnTo>
                  <a:pt x="3298974" y="1448981"/>
                </a:lnTo>
                <a:lnTo>
                  <a:pt x="3302470" y="1448191"/>
                </a:lnTo>
                <a:lnTo>
                  <a:pt x="3304261" y="1447600"/>
                </a:lnTo>
                <a:lnTo>
                  <a:pt x="3304346" y="1447209"/>
                </a:lnTo>
                <a:lnTo>
                  <a:pt x="3304584" y="1446981"/>
                </a:lnTo>
                <a:lnTo>
                  <a:pt x="3304975" y="1446924"/>
                </a:lnTo>
                <a:lnTo>
                  <a:pt x="3305632" y="1445190"/>
                </a:lnTo>
                <a:lnTo>
                  <a:pt x="3306528" y="1441790"/>
                </a:lnTo>
                <a:lnTo>
                  <a:pt x="3308909" y="1440047"/>
                </a:lnTo>
                <a:lnTo>
                  <a:pt x="3312776" y="1439970"/>
                </a:lnTo>
                <a:lnTo>
                  <a:pt x="3315052" y="1439866"/>
                </a:lnTo>
                <a:lnTo>
                  <a:pt x="3315757" y="1439742"/>
                </a:lnTo>
                <a:lnTo>
                  <a:pt x="3316195" y="1439332"/>
                </a:lnTo>
                <a:lnTo>
                  <a:pt x="3316376" y="1438627"/>
                </a:lnTo>
                <a:lnTo>
                  <a:pt x="3316500" y="1436380"/>
                </a:lnTo>
                <a:lnTo>
                  <a:pt x="3316586" y="1432579"/>
                </a:lnTo>
                <a:lnTo>
                  <a:pt x="3318034" y="1430198"/>
                </a:lnTo>
                <a:lnTo>
                  <a:pt x="3320834" y="1429236"/>
                </a:lnTo>
                <a:lnTo>
                  <a:pt x="3322215" y="1428236"/>
                </a:lnTo>
                <a:lnTo>
                  <a:pt x="3322177" y="1427197"/>
                </a:lnTo>
                <a:lnTo>
                  <a:pt x="3322672" y="1426407"/>
                </a:lnTo>
                <a:lnTo>
                  <a:pt x="3323711" y="1425854"/>
                </a:lnTo>
                <a:lnTo>
                  <a:pt x="3324435" y="1424197"/>
                </a:lnTo>
                <a:lnTo>
                  <a:pt x="3324854" y="1421435"/>
                </a:lnTo>
                <a:lnTo>
                  <a:pt x="3325054" y="1419854"/>
                </a:lnTo>
                <a:lnTo>
                  <a:pt x="3325035" y="1419435"/>
                </a:lnTo>
                <a:lnTo>
                  <a:pt x="3324911" y="1416929"/>
                </a:lnTo>
                <a:lnTo>
                  <a:pt x="3324682" y="1412338"/>
                </a:lnTo>
                <a:lnTo>
                  <a:pt x="3324568" y="1409957"/>
                </a:lnTo>
                <a:lnTo>
                  <a:pt x="3324482" y="1409348"/>
                </a:lnTo>
                <a:lnTo>
                  <a:pt x="3324311" y="1408643"/>
                </a:lnTo>
                <a:lnTo>
                  <a:pt x="3322892" y="1406261"/>
                </a:lnTo>
                <a:lnTo>
                  <a:pt x="3320215" y="1402204"/>
                </a:lnTo>
                <a:lnTo>
                  <a:pt x="3318605" y="1398565"/>
                </a:lnTo>
                <a:lnTo>
                  <a:pt x="3318053" y="1395346"/>
                </a:lnTo>
                <a:lnTo>
                  <a:pt x="3317310" y="1392965"/>
                </a:lnTo>
                <a:lnTo>
                  <a:pt x="3316367" y="1391422"/>
                </a:lnTo>
                <a:lnTo>
                  <a:pt x="3315595" y="1390317"/>
                </a:lnTo>
                <a:lnTo>
                  <a:pt x="3314995" y="1389659"/>
                </a:lnTo>
                <a:lnTo>
                  <a:pt x="3313509" y="1388469"/>
                </a:lnTo>
                <a:lnTo>
                  <a:pt x="3311128" y="1386745"/>
                </a:lnTo>
                <a:lnTo>
                  <a:pt x="3308747" y="1385602"/>
                </a:lnTo>
                <a:lnTo>
                  <a:pt x="3306366" y="1385021"/>
                </a:lnTo>
                <a:lnTo>
                  <a:pt x="3303537" y="1383830"/>
                </a:lnTo>
                <a:lnTo>
                  <a:pt x="3300260" y="1382030"/>
                </a:lnTo>
                <a:lnTo>
                  <a:pt x="3297879" y="1380982"/>
                </a:lnTo>
                <a:lnTo>
                  <a:pt x="3296393" y="1380706"/>
                </a:lnTo>
                <a:lnTo>
                  <a:pt x="3295517" y="1380573"/>
                </a:lnTo>
                <a:lnTo>
                  <a:pt x="3295250" y="1380582"/>
                </a:lnTo>
                <a:lnTo>
                  <a:pt x="3292869" y="1380620"/>
                </a:lnTo>
                <a:lnTo>
                  <a:pt x="3288373" y="1380668"/>
                </a:lnTo>
                <a:close/>
                <a:moveTo>
                  <a:pt x="1704670" y="1387812"/>
                </a:moveTo>
                <a:lnTo>
                  <a:pt x="1704061" y="1388897"/>
                </a:lnTo>
                <a:lnTo>
                  <a:pt x="1702222" y="1389736"/>
                </a:lnTo>
                <a:lnTo>
                  <a:pt x="1699146" y="1390345"/>
                </a:lnTo>
                <a:lnTo>
                  <a:pt x="1697612" y="1391193"/>
                </a:lnTo>
                <a:lnTo>
                  <a:pt x="1697612" y="1392269"/>
                </a:lnTo>
                <a:lnTo>
                  <a:pt x="1697069" y="1392841"/>
                </a:lnTo>
                <a:lnTo>
                  <a:pt x="1695993" y="1392888"/>
                </a:lnTo>
                <a:lnTo>
                  <a:pt x="1695107" y="1394393"/>
                </a:lnTo>
                <a:lnTo>
                  <a:pt x="1694421" y="1397327"/>
                </a:lnTo>
                <a:lnTo>
                  <a:pt x="1693897" y="1399146"/>
                </a:lnTo>
                <a:lnTo>
                  <a:pt x="1693545" y="1399832"/>
                </a:lnTo>
                <a:lnTo>
                  <a:pt x="1693888" y="1400661"/>
                </a:lnTo>
                <a:lnTo>
                  <a:pt x="1694926" y="1401623"/>
                </a:lnTo>
                <a:lnTo>
                  <a:pt x="1695869" y="1402042"/>
                </a:lnTo>
                <a:lnTo>
                  <a:pt x="1696707" y="1401918"/>
                </a:lnTo>
                <a:lnTo>
                  <a:pt x="1699089" y="1401870"/>
                </a:lnTo>
                <a:lnTo>
                  <a:pt x="1703013" y="1401918"/>
                </a:lnTo>
                <a:lnTo>
                  <a:pt x="1705413" y="1401928"/>
                </a:lnTo>
                <a:lnTo>
                  <a:pt x="1706280" y="1401918"/>
                </a:lnTo>
                <a:lnTo>
                  <a:pt x="1708661" y="1401937"/>
                </a:lnTo>
                <a:lnTo>
                  <a:pt x="1712557" y="1401975"/>
                </a:lnTo>
                <a:lnTo>
                  <a:pt x="1714967" y="1402013"/>
                </a:lnTo>
                <a:lnTo>
                  <a:pt x="1715900" y="1402032"/>
                </a:lnTo>
                <a:lnTo>
                  <a:pt x="1718281" y="1402042"/>
                </a:lnTo>
                <a:lnTo>
                  <a:pt x="1722110" y="1402042"/>
                </a:lnTo>
                <a:lnTo>
                  <a:pt x="1724587" y="1402137"/>
                </a:lnTo>
                <a:lnTo>
                  <a:pt x="1725720" y="1402337"/>
                </a:lnTo>
                <a:lnTo>
                  <a:pt x="1728102" y="1402432"/>
                </a:lnTo>
                <a:lnTo>
                  <a:pt x="1731731" y="1402432"/>
                </a:lnTo>
                <a:lnTo>
                  <a:pt x="1734036" y="1402347"/>
                </a:lnTo>
                <a:lnTo>
                  <a:pt x="1734998" y="1402185"/>
                </a:lnTo>
                <a:lnTo>
                  <a:pt x="1737379" y="1402099"/>
                </a:lnTo>
                <a:lnTo>
                  <a:pt x="1741180" y="1402099"/>
                </a:lnTo>
                <a:lnTo>
                  <a:pt x="1743408" y="1401956"/>
                </a:lnTo>
                <a:lnTo>
                  <a:pt x="1744085" y="1401670"/>
                </a:lnTo>
                <a:lnTo>
                  <a:pt x="1744485" y="1401185"/>
                </a:lnTo>
                <a:lnTo>
                  <a:pt x="1744589" y="1400508"/>
                </a:lnTo>
                <a:lnTo>
                  <a:pt x="1744256" y="1399080"/>
                </a:lnTo>
                <a:lnTo>
                  <a:pt x="1743466" y="1396879"/>
                </a:lnTo>
                <a:lnTo>
                  <a:pt x="1741789" y="1394498"/>
                </a:lnTo>
                <a:lnTo>
                  <a:pt x="1739227" y="1391936"/>
                </a:lnTo>
                <a:lnTo>
                  <a:pt x="1736846" y="1389888"/>
                </a:lnTo>
                <a:lnTo>
                  <a:pt x="1734645" y="1388354"/>
                </a:lnTo>
                <a:lnTo>
                  <a:pt x="1731597" y="1386402"/>
                </a:lnTo>
                <a:lnTo>
                  <a:pt x="1727702" y="1384040"/>
                </a:lnTo>
                <a:lnTo>
                  <a:pt x="1725320" y="1382820"/>
                </a:lnTo>
                <a:lnTo>
                  <a:pt x="1724454" y="1382744"/>
                </a:lnTo>
                <a:lnTo>
                  <a:pt x="1721758" y="1382430"/>
                </a:lnTo>
                <a:lnTo>
                  <a:pt x="1717224" y="1381858"/>
                </a:lnTo>
                <a:lnTo>
                  <a:pt x="1714843" y="1381582"/>
                </a:lnTo>
                <a:lnTo>
                  <a:pt x="1713567" y="1382916"/>
                </a:lnTo>
                <a:lnTo>
                  <a:pt x="1711700" y="1385583"/>
                </a:lnTo>
                <a:lnTo>
                  <a:pt x="1709318" y="1387002"/>
                </a:lnTo>
                <a:lnTo>
                  <a:pt x="1706423" y="1387183"/>
                </a:lnTo>
                <a:close/>
                <a:moveTo>
                  <a:pt x="2752344" y="1388716"/>
                </a:moveTo>
                <a:lnTo>
                  <a:pt x="2751572" y="1388983"/>
                </a:lnTo>
                <a:lnTo>
                  <a:pt x="2750944" y="1389497"/>
                </a:lnTo>
                <a:lnTo>
                  <a:pt x="2750449" y="1390269"/>
                </a:lnTo>
                <a:lnTo>
                  <a:pt x="2750182" y="1392374"/>
                </a:lnTo>
                <a:lnTo>
                  <a:pt x="2750125" y="1395822"/>
                </a:lnTo>
                <a:lnTo>
                  <a:pt x="2748372" y="1398070"/>
                </a:lnTo>
                <a:lnTo>
                  <a:pt x="2744924" y="1399118"/>
                </a:lnTo>
                <a:lnTo>
                  <a:pt x="2743133" y="1399699"/>
                </a:lnTo>
                <a:lnTo>
                  <a:pt x="2742667" y="1402223"/>
                </a:lnTo>
                <a:lnTo>
                  <a:pt x="2742133" y="1406319"/>
                </a:lnTo>
                <a:lnTo>
                  <a:pt x="2741752" y="1408700"/>
                </a:lnTo>
                <a:lnTo>
                  <a:pt x="2741543" y="1409367"/>
                </a:lnTo>
                <a:lnTo>
                  <a:pt x="2741419" y="1411624"/>
                </a:lnTo>
                <a:lnTo>
                  <a:pt x="2741381" y="1415463"/>
                </a:lnTo>
                <a:lnTo>
                  <a:pt x="2741362" y="1417844"/>
                </a:lnTo>
                <a:lnTo>
                  <a:pt x="2741371" y="1418768"/>
                </a:lnTo>
                <a:lnTo>
                  <a:pt x="2741400" y="1421168"/>
                </a:lnTo>
                <a:lnTo>
                  <a:pt x="2741438" y="1425064"/>
                </a:lnTo>
                <a:lnTo>
                  <a:pt x="2741505" y="1427445"/>
                </a:lnTo>
                <a:lnTo>
                  <a:pt x="2741600" y="1428312"/>
                </a:lnTo>
                <a:lnTo>
                  <a:pt x="2742028" y="1429741"/>
                </a:lnTo>
                <a:lnTo>
                  <a:pt x="2742809" y="1431712"/>
                </a:lnTo>
                <a:lnTo>
                  <a:pt x="2744562" y="1434094"/>
                </a:lnTo>
                <a:lnTo>
                  <a:pt x="2747286" y="1436884"/>
                </a:lnTo>
                <a:lnTo>
                  <a:pt x="2749667" y="1439056"/>
                </a:lnTo>
                <a:lnTo>
                  <a:pt x="2751706" y="1440609"/>
                </a:lnTo>
                <a:lnTo>
                  <a:pt x="2754687" y="1442990"/>
                </a:lnTo>
                <a:lnTo>
                  <a:pt x="2758602" y="1446200"/>
                </a:lnTo>
                <a:lnTo>
                  <a:pt x="2760983" y="1447981"/>
                </a:lnTo>
                <a:lnTo>
                  <a:pt x="2761831" y="1448343"/>
                </a:lnTo>
                <a:lnTo>
                  <a:pt x="2762431" y="1448524"/>
                </a:lnTo>
                <a:lnTo>
                  <a:pt x="2762783" y="1448514"/>
                </a:lnTo>
                <a:lnTo>
                  <a:pt x="2765165" y="1448667"/>
                </a:lnTo>
                <a:lnTo>
                  <a:pt x="2769575" y="1448972"/>
                </a:lnTo>
                <a:lnTo>
                  <a:pt x="2772137" y="1449153"/>
                </a:lnTo>
                <a:lnTo>
                  <a:pt x="2772851" y="1449210"/>
                </a:lnTo>
                <a:lnTo>
                  <a:pt x="2775233" y="1449029"/>
                </a:lnTo>
                <a:lnTo>
                  <a:pt x="2779281" y="1448610"/>
                </a:lnTo>
                <a:lnTo>
                  <a:pt x="2781443" y="1448391"/>
                </a:lnTo>
                <a:lnTo>
                  <a:pt x="2781729" y="1448381"/>
                </a:lnTo>
                <a:lnTo>
                  <a:pt x="2781938" y="1448229"/>
                </a:lnTo>
                <a:lnTo>
                  <a:pt x="2782072" y="1447943"/>
                </a:lnTo>
                <a:lnTo>
                  <a:pt x="2782462" y="1445952"/>
                </a:lnTo>
                <a:lnTo>
                  <a:pt x="2783119" y="1442266"/>
                </a:lnTo>
                <a:lnTo>
                  <a:pt x="2785291" y="1440418"/>
                </a:lnTo>
                <a:lnTo>
                  <a:pt x="2788977" y="1440418"/>
                </a:lnTo>
                <a:lnTo>
                  <a:pt x="2791225" y="1440285"/>
                </a:lnTo>
                <a:lnTo>
                  <a:pt x="2792025" y="1440009"/>
                </a:lnTo>
                <a:lnTo>
                  <a:pt x="2792635" y="1439475"/>
                </a:lnTo>
                <a:lnTo>
                  <a:pt x="2793063" y="1438675"/>
                </a:lnTo>
                <a:lnTo>
                  <a:pt x="2793273" y="1436503"/>
                </a:lnTo>
                <a:lnTo>
                  <a:pt x="2793273" y="1432970"/>
                </a:lnTo>
                <a:lnTo>
                  <a:pt x="2795045" y="1430903"/>
                </a:lnTo>
                <a:lnTo>
                  <a:pt x="2798578" y="1430312"/>
                </a:lnTo>
                <a:lnTo>
                  <a:pt x="2800521" y="1429874"/>
                </a:lnTo>
                <a:lnTo>
                  <a:pt x="2800874" y="1429588"/>
                </a:lnTo>
                <a:lnTo>
                  <a:pt x="2801045" y="1429274"/>
                </a:lnTo>
                <a:lnTo>
                  <a:pt x="2801036" y="1428921"/>
                </a:lnTo>
                <a:lnTo>
                  <a:pt x="2801255" y="1426759"/>
                </a:lnTo>
                <a:lnTo>
                  <a:pt x="2801684" y="1422768"/>
                </a:lnTo>
                <a:lnTo>
                  <a:pt x="2801931" y="1420387"/>
                </a:lnTo>
                <a:lnTo>
                  <a:pt x="2801988" y="1419616"/>
                </a:lnTo>
                <a:lnTo>
                  <a:pt x="2801912" y="1417149"/>
                </a:lnTo>
                <a:lnTo>
                  <a:pt x="2801693" y="1413005"/>
                </a:lnTo>
                <a:lnTo>
                  <a:pt x="2801588" y="1410624"/>
                </a:lnTo>
                <a:lnTo>
                  <a:pt x="2801588" y="1410005"/>
                </a:lnTo>
                <a:lnTo>
                  <a:pt x="2801274" y="1407947"/>
                </a:lnTo>
                <a:lnTo>
                  <a:pt x="2800655" y="1404433"/>
                </a:lnTo>
                <a:lnTo>
                  <a:pt x="2799836" y="1402051"/>
                </a:lnTo>
                <a:lnTo>
                  <a:pt x="2798797" y="1400804"/>
                </a:lnTo>
                <a:lnTo>
                  <a:pt x="2798302" y="1399680"/>
                </a:lnTo>
                <a:lnTo>
                  <a:pt x="2798340" y="1398689"/>
                </a:lnTo>
                <a:lnTo>
                  <a:pt x="2797092" y="1396308"/>
                </a:lnTo>
                <a:lnTo>
                  <a:pt x="2794540" y="1392536"/>
                </a:lnTo>
                <a:lnTo>
                  <a:pt x="2792663" y="1390155"/>
                </a:lnTo>
                <a:lnTo>
                  <a:pt x="2791435" y="1389155"/>
                </a:lnTo>
                <a:lnTo>
                  <a:pt x="2789320" y="1387650"/>
                </a:lnTo>
                <a:lnTo>
                  <a:pt x="2786301" y="1385630"/>
                </a:lnTo>
                <a:lnTo>
                  <a:pt x="2783919" y="1384649"/>
                </a:lnTo>
                <a:lnTo>
                  <a:pt x="2782176" y="1384706"/>
                </a:lnTo>
                <a:lnTo>
                  <a:pt x="2779157" y="1384068"/>
                </a:lnTo>
                <a:lnTo>
                  <a:pt x="2774871" y="1382744"/>
                </a:lnTo>
                <a:lnTo>
                  <a:pt x="2772489" y="1382068"/>
                </a:lnTo>
                <a:lnTo>
                  <a:pt x="2772013" y="1382039"/>
                </a:lnTo>
                <a:lnTo>
                  <a:pt x="2770156" y="1382573"/>
                </a:lnTo>
                <a:lnTo>
                  <a:pt x="2766927" y="1383649"/>
                </a:lnTo>
                <a:lnTo>
                  <a:pt x="2764546" y="1384211"/>
                </a:lnTo>
                <a:lnTo>
                  <a:pt x="2763012" y="1384268"/>
                </a:lnTo>
                <a:lnTo>
                  <a:pt x="2761736" y="1385373"/>
                </a:lnTo>
                <a:lnTo>
                  <a:pt x="2760697" y="1387516"/>
                </a:lnTo>
                <a:lnTo>
                  <a:pt x="2758316" y="1388583"/>
                </a:lnTo>
                <a:lnTo>
                  <a:pt x="2754592" y="1388583"/>
                </a:lnTo>
                <a:close/>
                <a:moveTo>
                  <a:pt x="2152555" y="1428388"/>
                </a:moveTo>
                <a:lnTo>
                  <a:pt x="2151936" y="1430722"/>
                </a:lnTo>
                <a:lnTo>
                  <a:pt x="2151317" y="1434656"/>
                </a:lnTo>
                <a:lnTo>
                  <a:pt x="2150945" y="1437037"/>
                </a:lnTo>
                <a:lnTo>
                  <a:pt x="2150840" y="1437865"/>
                </a:lnTo>
                <a:lnTo>
                  <a:pt x="2151250" y="1439094"/>
                </a:lnTo>
                <a:lnTo>
                  <a:pt x="2152183" y="1440742"/>
                </a:lnTo>
                <a:lnTo>
                  <a:pt x="2154850" y="1443123"/>
                </a:lnTo>
                <a:lnTo>
                  <a:pt x="2159241" y="1446238"/>
                </a:lnTo>
                <a:lnTo>
                  <a:pt x="2161623" y="1447867"/>
                </a:lnTo>
                <a:lnTo>
                  <a:pt x="2161994" y="1448000"/>
                </a:lnTo>
                <a:lnTo>
                  <a:pt x="2162242" y="1448067"/>
                </a:lnTo>
                <a:lnTo>
                  <a:pt x="2164775" y="1448219"/>
                </a:lnTo>
                <a:lnTo>
                  <a:pt x="2169385" y="1448476"/>
                </a:lnTo>
                <a:lnTo>
                  <a:pt x="2171919" y="1448619"/>
                </a:lnTo>
                <a:lnTo>
                  <a:pt x="2172338" y="1448648"/>
                </a:lnTo>
                <a:lnTo>
                  <a:pt x="2173872" y="1448438"/>
                </a:lnTo>
                <a:lnTo>
                  <a:pt x="2176510" y="1448019"/>
                </a:lnTo>
                <a:lnTo>
                  <a:pt x="2178263" y="1447390"/>
                </a:lnTo>
                <a:lnTo>
                  <a:pt x="2179139" y="1446571"/>
                </a:lnTo>
                <a:lnTo>
                  <a:pt x="2179996" y="1446047"/>
                </a:lnTo>
                <a:lnTo>
                  <a:pt x="2180815" y="1445838"/>
                </a:lnTo>
                <a:lnTo>
                  <a:pt x="2181692" y="1444333"/>
                </a:lnTo>
                <a:lnTo>
                  <a:pt x="2182635" y="1441552"/>
                </a:lnTo>
                <a:lnTo>
                  <a:pt x="2185016" y="1440161"/>
                </a:lnTo>
                <a:lnTo>
                  <a:pt x="2188835" y="1440161"/>
                </a:lnTo>
                <a:lnTo>
                  <a:pt x="2191083" y="1440028"/>
                </a:lnTo>
                <a:lnTo>
                  <a:pt x="2191750" y="1439751"/>
                </a:lnTo>
                <a:lnTo>
                  <a:pt x="2192122" y="1439275"/>
                </a:lnTo>
                <a:lnTo>
                  <a:pt x="2192188" y="1438608"/>
                </a:lnTo>
                <a:lnTo>
                  <a:pt x="2192217" y="1436256"/>
                </a:lnTo>
                <a:lnTo>
                  <a:pt x="2192217" y="1432227"/>
                </a:lnTo>
                <a:lnTo>
                  <a:pt x="2192369" y="1429845"/>
                </a:lnTo>
                <a:lnTo>
                  <a:pt x="2192684" y="1429112"/>
                </a:lnTo>
                <a:lnTo>
                  <a:pt x="2192322" y="1428074"/>
                </a:lnTo>
                <a:lnTo>
                  <a:pt x="2191274" y="1426712"/>
                </a:lnTo>
                <a:lnTo>
                  <a:pt x="2190102" y="1426064"/>
                </a:lnTo>
                <a:lnTo>
                  <a:pt x="2188797" y="1426121"/>
                </a:lnTo>
                <a:lnTo>
                  <a:pt x="2186416" y="1426131"/>
                </a:lnTo>
                <a:lnTo>
                  <a:pt x="2182959" y="1426073"/>
                </a:lnTo>
                <a:lnTo>
                  <a:pt x="2180577" y="1426073"/>
                </a:lnTo>
                <a:lnTo>
                  <a:pt x="2179282" y="1426140"/>
                </a:lnTo>
                <a:lnTo>
                  <a:pt x="2176901" y="1426188"/>
                </a:lnTo>
                <a:lnTo>
                  <a:pt x="2173434" y="1426235"/>
                </a:lnTo>
                <a:lnTo>
                  <a:pt x="2171186" y="1426369"/>
                </a:lnTo>
                <a:lnTo>
                  <a:pt x="2170147" y="1426578"/>
                </a:lnTo>
                <a:lnTo>
                  <a:pt x="2167766" y="1426664"/>
                </a:lnTo>
                <a:lnTo>
                  <a:pt x="2164042" y="1426616"/>
                </a:lnTo>
                <a:lnTo>
                  <a:pt x="2161813" y="1426769"/>
                </a:lnTo>
                <a:lnTo>
                  <a:pt x="2161089" y="1427121"/>
                </a:lnTo>
                <a:lnTo>
                  <a:pt x="2158708" y="1427578"/>
                </a:lnTo>
                <a:lnTo>
                  <a:pt x="2154669" y="1428131"/>
                </a:lnTo>
                <a:close/>
                <a:moveTo>
                  <a:pt x="3000032" y="1427045"/>
                </a:moveTo>
                <a:lnTo>
                  <a:pt x="2999337" y="1427264"/>
                </a:lnTo>
                <a:lnTo>
                  <a:pt x="2997079" y="1427712"/>
                </a:lnTo>
                <a:lnTo>
                  <a:pt x="2993241" y="1428407"/>
                </a:lnTo>
                <a:lnTo>
                  <a:pt x="2991317" y="1428864"/>
                </a:lnTo>
                <a:lnTo>
                  <a:pt x="2990498" y="1431169"/>
                </a:lnTo>
                <a:lnTo>
                  <a:pt x="2989783" y="1434960"/>
                </a:lnTo>
                <a:lnTo>
                  <a:pt x="2989393" y="1437208"/>
                </a:lnTo>
                <a:lnTo>
                  <a:pt x="2989326" y="1437923"/>
                </a:lnTo>
                <a:lnTo>
                  <a:pt x="2989678" y="1438932"/>
                </a:lnTo>
                <a:lnTo>
                  <a:pt x="2990459" y="1440237"/>
                </a:lnTo>
                <a:lnTo>
                  <a:pt x="2992869" y="1442256"/>
                </a:lnTo>
                <a:lnTo>
                  <a:pt x="2996927" y="1445000"/>
                </a:lnTo>
                <a:lnTo>
                  <a:pt x="2999308" y="1446419"/>
                </a:lnTo>
                <a:lnTo>
                  <a:pt x="3000013" y="1446514"/>
                </a:lnTo>
                <a:lnTo>
                  <a:pt x="3001023" y="1446867"/>
                </a:lnTo>
                <a:lnTo>
                  <a:pt x="3002328" y="1447486"/>
                </a:lnTo>
                <a:lnTo>
                  <a:pt x="3004709" y="1447981"/>
                </a:lnTo>
                <a:lnTo>
                  <a:pt x="3008166" y="1448333"/>
                </a:lnTo>
                <a:lnTo>
                  <a:pt x="3010091" y="1448524"/>
                </a:lnTo>
                <a:lnTo>
                  <a:pt x="3010472" y="1448552"/>
                </a:lnTo>
                <a:lnTo>
                  <a:pt x="3012377" y="1448372"/>
                </a:lnTo>
                <a:lnTo>
                  <a:pt x="3015806" y="1447991"/>
                </a:lnTo>
                <a:lnTo>
                  <a:pt x="3017796" y="1447600"/>
                </a:lnTo>
                <a:lnTo>
                  <a:pt x="3018349" y="1447209"/>
                </a:lnTo>
                <a:lnTo>
                  <a:pt x="3018834" y="1446990"/>
                </a:lnTo>
                <a:lnTo>
                  <a:pt x="3019225" y="1446952"/>
                </a:lnTo>
                <a:lnTo>
                  <a:pt x="3019958" y="1445295"/>
                </a:lnTo>
                <a:lnTo>
                  <a:pt x="3021016" y="1442028"/>
                </a:lnTo>
                <a:lnTo>
                  <a:pt x="3023397" y="1440256"/>
                </a:lnTo>
                <a:lnTo>
                  <a:pt x="3027102" y="1439999"/>
                </a:lnTo>
                <a:lnTo>
                  <a:pt x="3029207" y="1439723"/>
                </a:lnTo>
                <a:lnTo>
                  <a:pt x="3029731" y="1439456"/>
                </a:lnTo>
                <a:lnTo>
                  <a:pt x="3030017" y="1439056"/>
                </a:lnTo>
                <a:lnTo>
                  <a:pt x="3030074" y="1438532"/>
                </a:lnTo>
                <a:lnTo>
                  <a:pt x="3030150" y="1436237"/>
                </a:lnTo>
                <a:lnTo>
                  <a:pt x="3030255" y="1432150"/>
                </a:lnTo>
                <a:lnTo>
                  <a:pt x="3030407" y="1429769"/>
                </a:lnTo>
                <a:lnTo>
                  <a:pt x="3030607" y="1429093"/>
                </a:lnTo>
                <a:lnTo>
                  <a:pt x="3030274" y="1428083"/>
                </a:lnTo>
                <a:lnTo>
                  <a:pt x="3029388" y="1426759"/>
                </a:lnTo>
                <a:lnTo>
                  <a:pt x="3028407" y="1426216"/>
                </a:lnTo>
                <a:lnTo>
                  <a:pt x="3027312" y="1426445"/>
                </a:lnTo>
                <a:lnTo>
                  <a:pt x="3024930" y="1426512"/>
                </a:lnTo>
                <a:lnTo>
                  <a:pt x="3021263" y="1426416"/>
                </a:lnTo>
                <a:lnTo>
                  <a:pt x="3018863" y="1426407"/>
                </a:lnTo>
                <a:lnTo>
                  <a:pt x="3017749" y="1426483"/>
                </a:lnTo>
                <a:lnTo>
                  <a:pt x="3015367" y="1426512"/>
                </a:lnTo>
                <a:lnTo>
                  <a:pt x="3011719" y="1426512"/>
                </a:lnTo>
                <a:lnTo>
                  <a:pt x="3009443" y="1426626"/>
                </a:lnTo>
                <a:lnTo>
                  <a:pt x="3008547" y="1426835"/>
                </a:lnTo>
                <a:lnTo>
                  <a:pt x="3006166" y="1426940"/>
                </a:lnTo>
                <a:lnTo>
                  <a:pt x="3002299" y="1426940"/>
                </a:lnTo>
                <a:close/>
              </a:path>
            </a:pathLst>
          </a:custGeom>
          <a:solidFill xmlns:a="http://schemas.openxmlformats.org/drawingml/2006/main">
            <a:srgbClr val="40D2D3"/>
          </a:solidFill>
          <a:ln xmlns:a="http://schemas.openxmlformats.org/drawingml/2006/main" w="0">
            <a:noFill/>
          </a:ln>
        </p:spPr>
      </p:sp>
      <p:sp>
        <p:nvSpPr>
          <p:cNvPr id="7" name="logo-vector-13-6">
            <a:extLst xmlns:a="http://schemas.openxmlformats.org/drawingml/2006/main">
              <a:ext uri="{FF2B5EF4-FFF2-40B4-BE49-F238E27FC236}">
                <a16:creationId xmlns:a16="http://schemas.microsoft.com/office/drawing/2014/main" id="{662262C3-AC06-4979-965D-53BA0866D3E9}"/>
              </a:ext>
            </a:extLst>
          </p:cNvPr>
          <p:cNvSpPr>
            <a:spLocks xmlns:a="http://schemas.openxmlformats.org/drawingml/2006/main" noGrp="1"/>
          </p:cNvSpPr>
          <p:nvPr/>
        </p:nvSpPr>
        <p:spPr>
          <a:xfrm xmlns:a="http://schemas.openxmlformats.org/drawingml/2006/main">
            <a:off x="533400" y="542925"/>
            <a:ext cx="3333750" cy="1705048"/>
          </a:xfrm>
          <a:custGeom xmlns:a="http://schemas.openxmlformats.org/drawingml/2006/main">
            <a:pathLst>
              <a:path w="3743325" h="1914525">
                <a:moveTo>
                  <a:pt x="1742761" y="609171"/>
                </a:moveTo>
                <a:lnTo>
                  <a:pt x="1745094" y="608914"/>
                </a:lnTo>
                <a:lnTo>
                  <a:pt x="1749123" y="608400"/>
                </a:lnTo>
                <a:lnTo>
                  <a:pt x="1751505" y="608143"/>
                </a:lnTo>
                <a:lnTo>
                  <a:pt x="1752238" y="608143"/>
                </a:lnTo>
                <a:lnTo>
                  <a:pt x="1754638" y="608162"/>
                </a:lnTo>
                <a:lnTo>
                  <a:pt x="1758706" y="608190"/>
                </a:lnTo>
                <a:lnTo>
                  <a:pt x="1761087" y="608209"/>
                </a:lnTo>
                <a:lnTo>
                  <a:pt x="1761782" y="608219"/>
                </a:lnTo>
                <a:lnTo>
                  <a:pt x="1764182" y="608238"/>
                </a:lnTo>
                <a:lnTo>
                  <a:pt x="1768288" y="608267"/>
                </a:lnTo>
                <a:lnTo>
                  <a:pt x="1770669" y="608286"/>
                </a:lnTo>
                <a:lnTo>
                  <a:pt x="1771326" y="608276"/>
                </a:lnTo>
                <a:lnTo>
                  <a:pt x="1773717" y="608286"/>
                </a:lnTo>
                <a:lnTo>
                  <a:pt x="1777851" y="608324"/>
                </a:lnTo>
                <a:lnTo>
                  <a:pt x="1780232" y="608343"/>
                </a:lnTo>
                <a:lnTo>
                  <a:pt x="1780861" y="608343"/>
                </a:lnTo>
                <a:lnTo>
                  <a:pt x="1783261" y="608362"/>
                </a:lnTo>
                <a:lnTo>
                  <a:pt x="1787433" y="608400"/>
                </a:lnTo>
                <a:lnTo>
                  <a:pt x="1789814" y="608409"/>
                </a:lnTo>
                <a:lnTo>
                  <a:pt x="1790405" y="608409"/>
                </a:lnTo>
                <a:lnTo>
                  <a:pt x="1792748" y="608371"/>
                </a:lnTo>
                <a:lnTo>
                  <a:pt x="1796834" y="608295"/>
                </a:lnTo>
                <a:lnTo>
                  <a:pt x="1799215" y="608257"/>
                </a:lnTo>
                <a:lnTo>
                  <a:pt x="1799892" y="608267"/>
                </a:lnTo>
                <a:lnTo>
                  <a:pt x="1802273" y="608267"/>
                </a:lnTo>
                <a:lnTo>
                  <a:pt x="1806369" y="608267"/>
                </a:lnTo>
                <a:lnTo>
                  <a:pt x="1808750" y="608267"/>
                </a:lnTo>
                <a:lnTo>
                  <a:pt x="1809417" y="608267"/>
                </a:lnTo>
                <a:lnTo>
                  <a:pt x="1811779" y="608247"/>
                </a:lnTo>
                <a:lnTo>
                  <a:pt x="1815836" y="608209"/>
                </a:lnTo>
                <a:lnTo>
                  <a:pt x="1818218" y="608200"/>
                </a:lnTo>
                <a:lnTo>
                  <a:pt x="1818923" y="608209"/>
                </a:lnTo>
                <a:lnTo>
                  <a:pt x="1821294" y="608200"/>
                </a:lnTo>
                <a:lnTo>
                  <a:pt x="1825333" y="608171"/>
                </a:lnTo>
                <a:lnTo>
                  <a:pt x="1827714" y="608152"/>
                </a:lnTo>
                <a:lnTo>
                  <a:pt x="1828438" y="608162"/>
                </a:lnTo>
                <a:lnTo>
                  <a:pt x="1830867" y="608209"/>
                </a:lnTo>
                <a:lnTo>
                  <a:pt x="1834991" y="608286"/>
                </a:lnTo>
                <a:lnTo>
                  <a:pt x="1837373" y="608333"/>
                </a:lnTo>
                <a:lnTo>
                  <a:pt x="1838011" y="608343"/>
                </a:lnTo>
                <a:lnTo>
                  <a:pt x="1839135" y="608657"/>
                </a:lnTo>
                <a:lnTo>
                  <a:pt x="1840754" y="609286"/>
                </a:lnTo>
                <a:lnTo>
                  <a:pt x="1843135" y="611648"/>
                </a:lnTo>
                <a:lnTo>
                  <a:pt x="1846278" y="615734"/>
                </a:lnTo>
                <a:lnTo>
                  <a:pt x="1849736" y="617620"/>
                </a:lnTo>
                <a:lnTo>
                  <a:pt x="1853498" y="617296"/>
                </a:lnTo>
                <a:lnTo>
                  <a:pt x="1855880" y="617410"/>
                </a:lnTo>
                <a:lnTo>
                  <a:pt x="1856880" y="617953"/>
                </a:lnTo>
                <a:lnTo>
                  <a:pt x="1859318" y="618011"/>
                </a:lnTo>
                <a:lnTo>
                  <a:pt x="1863214" y="617601"/>
                </a:lnTo>
                <a:lnTo>
                  <a:pt x="1865595" y="617477"/>
                </a:lnTo>
                <a:lnTo>
                  <a:pt x="1866462" y="617649"/>
                </a:lnTo>
                <a:lnTo>
                  <a:pt x="1868853" y="617649"/>
                </a:lnTo>
                <a:lnTo>
                  <a:pt x="1872748" y="617477"/>
                </a:lnTo>
                <a:lnTo>
                  <a:pt x="1875130" y="617420"/>
                </a:lnTo>
                <a:lnTo>
                  <a:pt x="1875996" y="617458"/>
                </a:lnTo>
                <a:lnTo>
                  <a:pt x="1877216" y="617887"/>
                </a:lnTo>
                <a:lnTo>
                  <a:pt x="1878806" y="618715"/>
                </a:lnTo>
                <a:lnTo>
                  <a:pt x="1881188" y="621144"/>
                </a:lnTo>
                <a:lnTo>
                  <a:pt x="1884359" y="625173"/>
                </a:lnTo>
                <a:lnTo>
                  <a:pt x="1887722" y="626945"/>
                </a:lnTo>
                <a:lnTo>
                  <a:pt x="1891274" y="626469"/>
                </a:lnTo>
                <a:lnTo>
                  <a:pt x="1893656" y="626526"/>
                </a:lnTo>
                <a:lnTo>
                  <a:pt x="1894865" y="627116"/>
                </a:lnTo>
                <a:lnTo>
                  <a:pt x="1897618" y="627717"/>
                </a:lnTo>
                <a:lnTo>
                  <a:pt x="1901904" y="628336"/>
                </a:lnTo>
                <a:lnTo>
                  <a:pt x="1904286" y="629107"/>
                </a:lnTo>
                <a:lnTo>
                  <a:pt x="1904762" y="630022"/>
                </a:lnTo>
                <a:lnTo>
                  <a:pt x="1905286" y="630317"/>
                </a:lnTo>
                <a:lnTo>
                  <a:pt x="1905867" y="629984"/>
                </a:lnTo>
                <a:lnTo>
                  <a:pt x="1908248" y="631622"/>
                </a:lnTo>
                <a:lnTo>
                  <a:pt x="1912430" y="635232"/>
                </a:lnTo>
                <a:lnTo>
                  <a:pt x="1916563" y="637318"/>
                </a:lnTo>
                <a:lnTo>
                  <a:pt x="1920650" y="637889"/>
                </a:lnTo>
                <a:lnTo>
                  <a:pt x="1923031" y="638518"/>
                </a:lnTo>
                <a:lnTo>
                  <a:pt x="1923707" y="639194"/>
                </a:lnTo>
                <a:lnTo>
                  <a:pt x="1924279" y="639423"/>
                </a:lnTo>
                <a:lnTo>
                  <a:pt x="1924726" y="639194"/>
                </a:lnTo>
                <a:lnTo>
                  <a:pt x="1927108" y="640861"/>
                </a:lnTo>
                <a:lnTo>
                  <a:pt x="1931422" y="644433"/>
                </a:lnTo>
                <a:lnTo>
                  <a:pt x="1934137" y="646586"/>
                </a:lnTo>
                <a:lnTo>
                  <a:pt x="1935270" y="647329"/>
                </a:lnTo>
                <a:lnTo>
                  <a:pt x="1937652" y="649662"/>
                </a:lnTo>
                <a:lnTo>
                  <a:pt x="1941281" y="653586"/>
                </a:lnTo>
                <a:lnTo>
                  <a:pt x="1944129" y="655968"/>
                </a:lnTo>
                <a:lnTo>
                  <a:pt x="1946196" y="656806"/>
                </a:lnTo>
                <a:lnTo>
                  <a:pt x="1948577" y="658530"/>
                </a:lnTo>
                <a:lnTo>
                  <a:pt x="1951272" y="661140"/>
                </a:lnTo>
                <a:lnTo>
                  <a:pt x="1954682" y="663197"/>
                </a:lnTo>
                <a:lnTo>
                  <a:pt x="1958797" y="664702"/>
                </a:lnTo>
                <a:lnTo>
                  <a:pt x="1961178" y="665721"/>
                </a:lnTo>
                <a:lnTo>
                  <a:pt x="1961826" y="666245"/>
                </a:lnTo>
                <a:lnTo>
                  <a:pt x="1962207" y="666569"/>
                </a:lnTo>
                <a:lnTo>
                  <a:pt x="1962969" y="667388"/>
                </a:lnTo>
                <a:lnTo>
                  <a:pt x="1964112" y="668655"/>
                </a:lnTo>
                <a:lnTo>
                  <a:pt x="1965579" y="671036"/>
                </a:lnTo>
                <a:lnTo>
                  <a:pt x="1967351" y="674532"/>
                </a:lnTo>
                <a:lnTo>
                  <a:pt x="1969103" y="677228"/>
                </a:lnTo>
                <a:lnTo>
                  <a:pt x="1970818" y="679133"/>
                </a:lnTo>
                <a:lnTo>
                  <a:pt x="1972237" y="681514"/>
                </a:lnTo>
                <a:lnTo>
                  <a:pt x="1973361" y="684371"/>
                </a:lnTo>
                <a:lnTo>
                  <a:pt x="1975742" y="687705"/>
                </a:lnTo>
                <a:lnTo>
                  <a:pt x="1979381" y="691505"/>
                </a:lnTo>
                <a:lnTo>
                  <a:pt x="1981457" y="693887"/>
                </a:lnTo>
                <a:lnTo>
                  <a:pt x="1981981" y="694849"/>
                </a:lnTo>
                <a:lnTo>
                  <a:pt x="1984362" y="697344"/>
                </a:lnTo>
                <a:lnTo>
                  <a:pt x="1988601" y="701392"/>
                </a:lnTo>
                <a:lnTo>
                  <a:pt x="1991011" y="703774"/>
                </a:lnTo>
                <a:lnTo>
                  <a:pt x="1991573" y="704488"/>
                </a:lnTo>
                <a:lnTo>
                  <a:pt x="1992135" y="705412"/>
                </a:lnTo>
                <a:lnTo>
                  <a:pt x="1992687" y="706526"/>
                </a:lnTo>
                <a:lnTo>
                  <a:pt x="1992897" y="708908"/>
                </a:lnTo>
                <a:lnTo>
                  <a:pt x="1992754" y="712556"/>
                </a:lnTo>
                <a:lnTo>
                  <a:pt x="1994583" y="716137"/>
                </a:lnTo>
                <a:lnTo>
                  <a:pt x="1998364" y="719652"/>
                </a:lnTo>
                <a:lnTo>
                  <a:pt x="2000564" y="722033"/>
                </a:lnTo>
                <a:lnTo>
                  <a:pt x="2001203" y="723281"/>
                </a:lnTo>
                <a:lnTo>
                  <a:pt x="2001679" y="724376"/>
                </a:lnTo>
                <a:lnTo>
                  <a:pt x="2001993" y="725319"/>
                </a:lnTo>
                <a:lnTo>
                  <a:pt x="2001955" y="727700"/>
                </a:lnTo>
                <a:lnTo>
                  <a:pt x="2001564" y="731520"/>
                </a:lnTo>
                <a:lnTo>
                  <a:pt x="2003469" y="735359"/>
                </a:lnTo>
                <a:lnTo>
                  <a:pt x="2007670" y="739226"/>
                </a:lnTo>
                <a:lnTo>
                  <a:pt x="2010070" y="741607"/>
                </a:lnTo>
                <a:lnTo>
                  <a:pt x="2010651" y="742502"/>
                </a:lnTo>
                <a:lnTo>
                  <a:pt x="2010937" y="743245"/>
                </a:lnTo>
                <a:lnTo>
                  <a:pt x="2010947" y="743826"/>
                </a:lnTo>
                <a:lnTo>
                  <a:pt x="2010966" y="746208"/>
                </a:lnTo>
                <a:lnTo>
                  <a:pt x="2011004" y="750389"/>
                </a:lnTo>
                <a:lnTo>
                  <a:pt x="2011070" y="752827"/>
                </a:lnTo>
                <a:lnTo>
                  <a:pt x="2011156" y="753551"/>
                </a:lnTo>
                <a:lnTo>
                  <a:pt x="2011137" y="755933"/>
                </a:lnTo>
                <a:lnTo>
                  <a:pt x="2011013" y="759971"/>
                </a:lnTo>
                <a:lnTo>
                  <a:pt x="2011223" y="762572"/>
                </a:lnTo>
                <a:lnTo>
                  <a:pt x="2011775" y="763705"/>
                </a:lnTo>
                <a:lnTo>
                  <a:pt x="2012013" y="766086"/>
                </a:lnTo>
                <a:lnTo>
                  <a:pt x="2011937" y="769715"/>
                </a:lnTo>
                <a:lnTo>
                  <a:pt x="2013747" y="773430"/>
                </a:lnTo>
                <a:lnTo>
                  <a:pt x="2017452" y="777230"/>
                </a:lnTo>
                <a:lnTo>
                  <a:pt x="2019500" y="779612"/>
                </a:lnTo>
                <a:lnTo>
                  <a:pt x="2019900" y="780574"/>
                </a:lnTo>
                <a:lnTo>
                  <a:pt x="2020100" y="781250"/>
                </a:lnTo>
                <a:lnTo>
                  <a:pt x="2020100" y="781650"/>
                </a:lnTo>
                <a:lnTo>
                  <a:pt x="2020300" y="784031"/>
                </a:lnTo>
                <a:lnTo>
                  <a:pt x="2020691" y="788394"/>
                </a:lnTo>
                <a:lnTo>
                  <a:pt x="2020891" y="790975"/>
                </a:lnTo>
                <a:lnTo>
                  <a:pt x="2020891" y="791766"/>
                </a:lnTo>
                <a:lnTo>
                  <a:pt x="2020872" y="794147"/>
                </a:lnTo>
                <a:lnTo>
                  <a:pt x="2020843" y="798119"/>
                </a:lnTo>
                <a:lnTo>
                  <a:pt x="2020824" y="800481"/>
                </a:lnTo>
                <a:lnTo>
                  <a:pt x="2020824" y="801243"/>
                </a:lnTo>
                <a:lnTo>
                  <a:pt x="2020776" y="803624"/>
                </a:lnTo>
                <a:lnTo>
                  <a:pt x="2020681" y="807625"/>
                </a:lnTo>
                <a:lnTo>
                  <a:pt x="2020624" y="809958"/>
                </a:lnTo>
                <a:lnTo>
                  <a:pt x="2020633" y="810625"/>
                </a:lnTo>
                <a:lnTo>
                  <a:pt x="2020633" y="813006"/>
                </a:lnTo>
                <a:lnTo>
                  <a:pt x="2020633" y="817102"/>
                </a:lnTo>
                <a:lnTo>
                  <a:pt x="2020643" y="819493"/>
                </a:lnTo>
                <a:lnTo>
                  <a:pt x="2020653" y="820169"/>
                </a:lnTo>
                <a:lnTo>
                  <a:pt x="2020643" y="822550"/>
                </a:lnTo>
                <a:lnTo>
                  <a:pt x="2020605" y="826637"/>
                </a:lnTo>
                <a:lnTo>
                  <a:pt x="2020595" y="829008"/>
                </a:lnTo>
                <a:lnTo>
                  <a:pt x="2020614" y="829666"/>
                </a:lnTo>
                <a:lnTo>
                  <a:pt x="2020595" y="832047"/>
                </a:lnTo>
                <a:lnTo>
                  <a:pt x="2020567" y="836152"/>
                </a:lnTo>
                <a:lnTo>
                  <a:pt x="2020557" y="838524"/>
                </a:lnTo>
                <a:lnTo>
                  <a:pt x="2020576" y="839162"/>
                </a:lnTo>
                <a:lnTo>
                  <a:pt x="2020586" y="841543"/>
                </a:lnTo>
                <a:lnTo>
                  <a:pt x="2020586" y="845668"/>
                </a:lnTo>
                <a:lnTo>
                  <a:pt x="2020595" y="848058"/>
                </a:lnTo>
                <a:lnTo>
                  <a:pt x="2020614" y="848716"/>
                </a:lnTo>
                <a:lnTo>
                  <a:pt x="2020605" y="851097"/>
                </a:lnTo>
                <a:lnTo>
                  <a:pt x="2020567" y="855202"/>
                </a:lnTo>
                <a:lnTo>
                  <a:pt x="2020557" y="857574"/>
                </a:lnTo>
                <a:lnTo>
                  <a:pt x="2020576" y="858212"/>
                </a:lnTo>
                <a:lnTo>
                  <a:pt x="2020586" y="860593"/>
                </a:lnTo>
                <a:lnTo>
                  <a:pt x="2020586" y="864718"/>
                </a:lnTo>
                <a:lnTo>
                  <a:pt x="2020586" y="867099"/>
                </a:lnTo>
                <a:lnTo>
                  <a:pt x="2020595" y="867756"/>
                </a:lnTo>
                <a:lnTo>
                  <a:pt x="2020605" y="870137"/>
                </a:lnTo>
                <a:lnTo>
                  <a:pt x="2020605" y="874243"/>
                </a:lnTo>
                <a:lnTo>
                  <a:pt x="2020605" y="876624"/>
                </a:lnTo>
                <a:lnTo>
                  <a:pt x="2020605" y="877281"/>
                </a:lnTo>
                <a:lnTo>
                  <a:pt x="2020624" y="879662"/>
                </a:lnTo>
                <a:lnTo>
                  <a:pt x="2020672" y="883768"/>
                </a:lnTo>
                <a:lnTo>
                  <a:pt x="2020691" y="886177"/>
                </a:lnTo>
                <a:lnTo>
                  <a:pt x="2020691" y="886873"/>
                </a:lnTo>
                <a:lnTo>
                  <a:pt x="2020691" y="889254"/>
                </a:lnTo>
                <a:lnTo>
                  <a:pt x="2020691" y="893321"/>
                </a:lnTo>
                <a:lnTo>
                  <a:pt x="2020691" y="895693"/>
                </a:lnTo>
                <a:lnTo>
                  <a:pt x="2020691" y="896388"/>
                </a:lnTo>
                <a:lnTo>
                  <a:pt x="2020672" y="898769"/>
                </a:lnTo>
                <a:lnTo>
                  <a:pt x="2020624" y="902837"/>
                </a:lnTo>
                <a:lnTo>
                  <a:pt x="2020605" y="905199"/>
                </a:lnTo>
                <a:lnTo>
                  <a:pt x="2020605" y="905847"/>
                </a:lnTo>
                <a:lnTo>
                  <a:pt x="2020614" y="908228"/>
                </a:lnTo>
                <a:lnTo>
                  <a:pt x="2020662" y="912343"/>
                </a:lnTo>
                <a:lnTo>
                  <a:pt x="2020681" y="914743"/>
                </a:lnTo>
                <a:lnTo>
                  <a:pt x="2020672" y="915429"/>
                </a:lnTo>
                <a:lnTo>
                  <a:pt x="2020653" y="917810"/>
                </a:lnTo>
                <a:lnTo>
                  <a:pt x="2020614" y="921887"/>
                </a:lnTo>
                <a:lnTo>
                  <a:pt x="2020595" y="924249"/>
                </a:lnTo>
                <a:lnTo>
                  <a:pt x="2020586" y="924887"/>
                </a:lnTo>
                <a:lnTo>
                  <a:pt x="2020605" y="927268"/>
                </a:lnTo>
                <a:lnTo>
                  <a:pt x="2020643" y="931393"/>
                </a:lnTo>
                <a:lnTo>
                  <a:pt x="2020662" y="933783"/>
                </a:lnTo>
                <a:lnTo>
                  <a:pt x="2020653" y="934460"/>
                </a:lnTo>
                <a:lnTo>
                  <a:pt x="2020633" y="936841"/>
                </a:lnTo>
                <a:lnTo>
                  <a:pt x="2020595" y="940927"/>
                </a:lnTo>
                <a:lnTo>
                  <a:pt x="2020576" y="943289"/>
                </a:lnTo>
                <a:lnTo>
                  <a:pt x="2020576" y="943928"/>
                </a:lnTo>
                <a:lnTo>
                  <a:pt x="2020595" y="946309"/>
                </a:lnTo>
                <a:lnTo>
                  <a:pt x="2020633" y="950433"/>
                </a:lnTo>
                <a:lnTo>
                  <a:pt x="2020653" y="952833"/>
                </a:lnTo>
                <a:lnTo>
                  <a:pt x="2020653" y="953510"/>
                </a:lnTo>
                <a:lnTo>
                  <a:pt x="2020653" y="955891"/>
                </a:lnTo>
                <a:lnTo>
                  <a:pt x="2020653" y="959977"/>
                </a:lnTo>
                <a:lnTo>
                  <a:pt x="2020653" y="962358"/>
                </a:lnTo>
                <a:lnTo>
                  <a:pt x="2020653" y="963035"/>
                </a:lnTo>
                <a:lnTo>
                  <a:pt x="2020653" y="965416"/>
                </a:lnTo>
                <a:lnTo>
                  <a:pt x="2020653" y="969502"/>
                </a:lnTo>
                <a:lnTo>
                  <a:pt x="2020653" y="971883"/>
                </a:lnTo>
                <a:lnTo>
                  <a:pt x="2020643" y="972550"/>
                </a:lnTo>
                <a:lnTo>
                  <a:pt x="2020643" y="974931"/>
                </a:lnTo>
                <a:lnTo>
                  <a:pt x="2020643" y="979027"/>
                </a:lnTo>
                <a:lnTo>
                  <a:pt x="2020643" y="981408"/>
                </a:lnTo>
                <a:lnTo>
                  <a:pt x="2020633" y="982075"/>
                </a:lnTo>
                <a:lnTo>
                  <a:pt x="2020633" y="984456"/>
                </a:lnTo>
                <a:lnTo>
                  <a:pt x="2020633" y="988552"/>
                </a:lnTo>
                <a:lnTo>
                  <a:pt x="2020633" y="990933"/>
                </a:lnTo>
                <a:lnTo>
                  <a:pt x="2020643" y="991600"/>
                </a:lnTo>
                <a:lnTo>
                  <a:pt x="2020643" y="993981"/>
                </a:lnTo>
                <a:lnTo>
                  <a:pt x="2020643" y="998077"/>
                </a:lnTo>
                <a:lnTo>
                  <a:pt x="2020643" y="1000458"/>
                </a:lnTo>
                <a:lnTo>
                  <a:pt x="2020643" y="1001135"/>
                </a:lnTo>
                <a:lnTo>
                  <a:pt x="2020643" y="1003516"/>
                </a:lnTo>
                <a:lnTo>
                  <a:pt x="2020643" y="1007602"/>
                </a:lnTo>
                <a:lnTo>
                  <a:pt x="2020643" y="1009983"/>
                </a:lnTo>
                <a:lnTo>
                  <a:pt x="2020643" y="1010660"/>
                </a:lnTo>
                <a:lnTo>
                  <a:pt x="2020643" y="1013041"/>
                </a:lnTo>
                <a:lnTo>
                  <a:pt x="2020643" y="1017127"/>
                </a:lnTo>
                <a:lnTo>
                  <a:pt x="2020643" y="1019518"/>
                </a:lnTo>
                <a:lnTo>
                  <a:pt x="2020653" y="1020194"/>
                </a:lnTo>
                <a:lnTo>
                  <a:pt x="2020653" y="1022575"/>
                </a:lnTo>
                <a:lnTo>
                  <a:pt x="2020653" y="1026662"/>
                </a:lnTo>
                <a:lnTo>
                  <a:pt x="2020662" y="1029043"/>
                </a:lnTo>
                <a:lnTo>
                  <a:pt x="2020672" y="1029729"/>
                </a:lnTo>
                <a:lnTo>
                  <a:pt x="2020672" y="1032110"/>
                </a:lnTo>
                <a:lnTo>
                  <a:pt x="2020672" y="1036187"/>
                </a:lnTo>
                <a:lnTo>
                  <a:pt x="2020672" y="1038568"/>
                </a:lnTo>
                <a:lnTo>
                  <a:pt x="2020681" y="1039263"/>
                </a:lnTo>
                <a:lnTo>
                  <a:pt x="2020681" y="1041644"/>
                </a:lnTo>
                <a:lnTo>
                  <a:pt x="2020681" y="1045712"/>
                </a:lnTo>
                <a:lnTo>
                  <a:pt x="2020681" y="1048102"/>
                </a:lnTo>
                <a:lnTo>
                  <a:pt x="2020691" y="1048798"/>
                </a:lnTo>
                <a:lnTo>
                  <a:pt x="2020672" y="1051179"/>
                </a:lnTo>
                <a:lnTo>
                  <a:pt x="2020633" y="1055246"/>
                </a:lnTo>
                <a:lnTo>
                  <a:pt x="2020614" y="1057608"/>
                </a:lnTo>
                <a:lnTo>
                  <a:pt x="2020614" y="1058266"/>
                </a:lnTo>
                <a:lnTo>
                  <a:pt x="2020633" y="1060647"/>
                </a:lnTo>
                <a:lnTo>
                  <a:pt x="2020672" y="1064752"/>
                </a:lnTo>
                <a:lnTo>
                  <a:pt x="2020700" y="1067152"/>
                </a:lnTo>
                <a:lnTo>
                  <a:pt x="2020700" y="1067848"/>
                </a:lnTo>
                <a:lnTo>
                  <a:pt x="2020700" y="1070229"/>
                </a:lnTo>
                <a:lnTo>
                  <a:pt x="2020700" y="1074296"/>
                </a:lnTo>
                <a:lnTo>
                  <a:pt x="2020700" y="1076677"/>
                </a:lnTo>
                <a:lnTo>
                  <a:pt x="2020700" y="1077373"/>
                </a:lnTo>
                <a:lnTo>
                  <a:pt x="2020700" y="1079754"/>
                </a:lnTo>
                <a:lnTo>
                  <a:pt x="2020700" y="1083821"/>
                </a:lnTo>
                <a:lnTo>
                  <a:pt x="2020691" y="1086193"/>
                </a:lnTo>
                <a:lnTo>
                  <a:pt x="2020691" y="1086888"/>
                </a:lnTo>
                <a:lnTo>
                  <a:pt x="2020662" y="1089269"/>
                </a:lnTo>
                <a:lnTo>
                  <a:pt x="2020624" y="1093337"/>
                </a:lnTo>
                <a:lnTo>
                  <a:pt x="2020595" y="1095699"/>
                </a:lnTo>
                <a:lnTo>
                  <a:pt x="2020595" y="1096347"/>
                </a:lnTo>
                <a:lnTo>
                  <a:pt x="2020586" y="1098728"/>
                </a:lnTo>
                <a:lnTo>
                  <a:pt x="2020586" y="1102843"/>
                </a:lnTo>
                <a:lnTo>
                  <a:pt x="2020586" y="1105214"/>
                </a:lnTo>
                <a:lnTo>
                  <a:pt x="2020576" y="1105853"/>
                </a:lnTo>
                <a:lnTo>
                  <a:pt x="2020586" y="1108234"/>
                </a:lnTo>
                <a:lnTo>
                  <a:pt x="2020624" y="1112358"/>
                </a:lnTo>
                <a:lnTo>
                  <a:pt x="2020633" y="1114758"/>
                </a:lnTo>
                <a:lnTo>
                  <a:pt x="2020624" y="1115416"/>
                </a:lnTo>
                <a:lnTo>
                  <a:pt x="2020614" y="1117797"/>
                </a:lnTo>
                <a:lnTo>
                  <a:pt x="2020614" y="1121902"/>
                </a:lnTo>
                <a:lnTo>
                  <a:pt x="2020614" y="1124274"/>
                </a:lnTo>
                <a:lnTo>
                  <a:pt x="2020605" y="1124922"/>
                </a:lnTo>
                <a:lnTo>
                  <a:pt x="2020595" y="1127303"/>
                </a:lnTo>
                <a:lnTo>
                  <a:pt x="2020595" y="1131418"/>
                </a:lnTo>
                <a:lnTo>
                  <a:pt x="2020595" y="1133789"/>
                </a:lnTo>
                <a:lnTo>
                  <a:pt x="2020586" y="1134428"/>
                </a:lnTo>
                <a:lnTo>
                  <a:pt x="2020557" y="1136809"/>
                </a:lnTo>
                <a:lnTo>
                  <a:pt x="2020519" y="1140933"/>
                </a:lnTo>
                <a:lnTo>
                  <a:pt x="2020500" y="1143305"/>
                </a:lnTo>
                <a:lnTo>
                  <a:pt x="2020510" y="1143905"/>
                </a:lnTo>
                <a:lnTo>
                  <a:pt x="2020510" y="1146286"/>
                </a:lnTo>
                <a:lnTo>
                  <a:pt x="2020510" y="1150449"/>
                </a:lnTo>
                <a:lnTo>
                  <a:pt x="2020510" y="1152830"/>
                </a:lnTo>
                <a:lnTo>
                  <a:pt x="2020529" y="1153449"/>
                </a:lnTo>
                <a:lnTo>
                  <a:pt x="2020529" y="1155830"/>
                </a:lnTo>
                <a:lnTo>
                  <a:pt x="2020529" y="1159974"/>
                </a:lnTo>
                <a:lnTo>
                  <a:pt x="2020529" y="1162355"/>
                </a:lnTo>
                <a:lnTo>
                  <a:pt x="2020529" y="1162974"/>
                </a:lnTo>
                <a:lnTo>
                  <a:pt x="2020567" y="1165355"/>
                </a:lnTo>
                <a:lnTo>
                  <a:pt x="2020643" y="1169499"/>
                </a:lnTo>
                <a:lnTo>
                  <a:pt x="2020653" y="1171899"/>
                </a:lnTo>
                <a:lnTo>
                  <a:pt x="2020605" y="1172537"/>
                </a:lnTo>
                <a:lnTo>
                  <a:pt x="2020662" y="1174918"/>
                </a:lnTo>
                <a:lnTo>
                  <a:pt x="2020834" y="1179043"/>
                </a:lnTo>
                <a:lnTo>
                  <a:pt x="2020929" y="1181519"/>
                </a:lnTo>
                <a:lnTo>
                  <a:pt x="2020957" y="1182357"/>
                </a:lnTo>
                <a:lnTo>
                  <a:pt x="2020557" y="1182795"/>
                </a:lnTo>
                <a:lnTo>
                  <a:pt x="2019719" y="1182843"/>
                </a:lnTo>
                <a:lnTo>
                  <a:pt x="2017214" y="1182719"/>
                </a:lnTo>
                <a:lnTo>
                  <a:pt x="2013042" y="1182424"/>
                </a:lnTo>
                <a:lnTo>
                  <a:pt x="2011099" y="1184367"/>
                </a:lnTo>
                <a:lnTo>
                  <a:pt x="2011413" y="1188539"/>
                </a:lnTo>
                <a:lnTo>
                  <a:pt x="2011537" y="1191054"/>
                </a:lnTo>
                <a:lnTo>
                  <a:pt x="2011499" y="1191901"/>
                </a:lnTo>
                <a:lnTo>
                  <a:pt x="2011051" y="1192320"/>
                </a:lnTo>
                <a:lnTo>
                  <a:pt x="2010204" y="1192301"/>
                </a:lnTo>
                <a:lnTo>
                  <a:pt x="2007775" y="1192254"/>
                </a:lnTo>
                <a:lnTo>
                  <a:pt x="2003765" y="1192178"/>
                </a:lnTo>
                <a:lnTo>
                  <a:pt x="2001383" y="1192139"/>
                </a:lnTo>
                <a:lnTo>
                  <a:pt x="2000631" y="1192139"/>
                </a:lnTo>
                <a:lnTo>
                  <a:pt x="1998164" y="1192054"/>
                </a:lnTo>
                <a:lnTo>
                  <a:pt x="1993983" y="1191873"/>
                </a:lnTo>
                <a:lnTo>
                  <a:pt x="1991601" y="1191787"/>
                </a:lnTo>
                <a:lnTo>
                  <a:pt x="1991020" y="1191787"/>
                </a:lnTo>
                <a:lnTo>
                  <a:pt x="1988582" y="1191730"/>
                </a:lnTo>
                <a:lnTo>
                  <a:pt x="1984286" y="1191616"/>
                </a:lnTo>
                <a:lnTo>
                  <a:pt x="1981905" y="1191568"/>
                </a:lnTo>
                <a:lnTo>
                  <a:pt x="1981438" y="1191568"/>
                </a:lnTo>
                <a:lnTo>
                  <a:pt x="1979114" y="1191625"/>
                </a:lnTo>
                <a:lnTo>
                  <a:pt x="1974933" y="1191739"/>
                </a:lnTo>
                <a:lnTo>
                  <a:pt x="1972551" y="1191797"/>
                </a:lnTo>
                <a:lnTo>
                  <a:pt x="1971970" y="1191797"/>
                </a:lnTo>
                <a:lnTo>
                  <a:pt x="1969570" y="1191778"/>
                </a:lnTo>
                <a:lnTo>
                  <a:pt x="1965360" y="1191739"/>
                </a:lnTo>
                <a:lnTo>
                  <a:pt x="1962979" y="1191730"/>
                </a:lnTo>
                <a:lnTo>
                  <a:pt x="1962426" y="1191730"/>
                </a:lnTo>
                <a:lnTo>
                  <a:pt x="1960045" y="1191730"/>
                </a:lnTo>
                <a:lnTo>
                  <a:pt x="1955835" y="1191730"/>
                </a:lnTo>
                <a:lnTo>
                  <a:pt x="1953454" y="1191730"/>
                </a:lnTo>
                <a:lnTo>
                  <a:pt x="1952901" y="1191730"/>
                </a:lnTo>
                <a:lnTo>
                  <a:pt x="1950482" y="1191692"/>
                </a:lnTo>
                <a:lnTo>
                  <a:pt x="1946196" y="1191616"/>
                </a:lnTo>
                <a:lnTo>
                  <a:pt x="1943814" y="1191578"/>
                </a:lnTo>
                <a:lnTo>
                  <a:pt x="1943338" y="1191578"/>
                </a:lnTo>
                <a:lnTo>
                  <a:pt x="1941014" y="1191635"/>
                </a:lnTo>
                <a:lnTo>
                  <a:pt x="1936842" y="1191749"/>
                </a:lnTo>
                <a:lnTo>
                  <a:pt x="1934461" y="1191806"/>
                </a:lnTo>
                <a:lnTo>
                  <a:pt x="1933870" y="1191797"/>
                </a:lnTo>
                <a:lnTo>
                  <a:pt x="1933127" y="1191501"/>
                </a:lnTo>
                <a:lnTo>
                  <a:pt x="1932232" y="1190920"/>
                </a:lnTo>
                <a:lnTo>
                  <a:pt x="1929851" y="1188463"/>
                </a:lnTo>
                <a:lnTo>
                  <a:pt x="1925984" y="1184129"/>
                </a:lnTo>
                <a:lnTo>
                  <a:pt x="1923860" y="1181748"/>
                </a:lnTo>
                <a:lnTo>
                  <a:pt x="1923479" y="1181319"/>
                </a:lnTo>
                <a:lnTo>
                  <a:pt x="1921612" y="1179233"/>
                </a:lnTo>
                <a:lnTo>
                  <a:pt x="1918268" y="1175509"/>
                </a:lnTo>
                <a:lnTo>
                  <a:pt x="1916487" y="1173128"/>
                </a:lnTo>
                <a:lnTo>
                  <a:pt x="1916278" y="1172089"/>
                </a:lnTo>
                <a:lnTo>
                  <a:pt x="1915754" y="1170918"/>
                </a:lnTo>
                <a:lnTo>
                  <a:pt x="1914935" y="1169594"/>
                </a:lnTo>
                <a:lnTo>
                  <a:pt x="1914420" y="1167213"/>
                </a:lnTo>
                <a:lnTo>
                  <a:pt x="1914220" y="1163774"/>
                </a:lnTo>
                <a:lnTo>
                  <a:pt x="1914125" y="1161955"/>
                </a:lnTo>
                <a:lnTo>
                  <a:pt x="1914154" y="1159373"/>
                </a:lnTo>
                <a:lnTo>
                  <a:pt x="1914220" y="1154811"/>
                </a:lnTo>
                <a:lnTo>
                  <a:pt x="1914249" y="1152458"/>
                </a:lnTo>
                <a:lnTo>
                  <a:pt x="1914230" y="1149934"/>
                </a:lnTo>
                <a:lnTo>
                  <a:pt x="1914201" y="1145315"/>
                </a:lnTo>
                <a:lnTo>
                  <a:pt x="1914192" y="1142914"/>
                </a:lnTo>
                <a:lnTo>
                  <a:pt x="1914258" y="1140371"/>
                </a:lnTo>
                <a:lnTo>
                  <a:pt x="1914392" y="1135771"/>
                </a:lnTo>
                <a:lnTo>
                  <a:pt x="1914458" y="1133456"/>
                </a:lnTo>
                <a:lnTo>
                  <a:pt x="1914477" y="1132237"/>
                </a:lnTo>
                <a:lnTo>
                  <a:pt x="1914506" y="1129884"/>
                </a:lnTo>
                <a:lnTo>
                  <a:pt x="1914801" y="1127798"/>
                </a:lnTo>
                <a:lnTo>
                  <a:pt x="1915363" y="1125979"/>
                </a:lnTo>
                <a:lnTo>
                  <a:pt x="1915649" y="1124788"/>
                </a:lnTo>
                <a:lnTo>
                  <a:pt x="1915649" y="1124226"/>
                </a:lnTo>
                <a:lnTo>
                  <a:pt x="1916049" y="1122245"/>
                </a:lnTo>
                <a:lnTo>
                  <a:pt x="1916849" y="1118845"/>
                </a:lnTo>
                <a:lnTo>
                  <a:pt x="1917249" y="1116463"/>
                </a:lnTo>
                <a:lnTo>
                  <a:pt x="1917249" y="1115101"/>
                </a:lnTo>
                <a:lnTo>
                  <a:pt x="1917621" y="1113101"/>
                </a:lnTo>
                <a:lnTo>
                  <a:pt x="1918383" y="1110453"/>
                </a:lnTo>
                <a:lnTo>
                  <a:pt x="1918649" y="1108072"/>
                </a:lnTo>
                <a:lnTo>
                  <a:pt x="1918440" y="1105957"/>
                </a:lnTo>
                <a:lnTo>
                  <a:pt x="1918573" y="1103709"/>
                </a:lnTo>
                <a:lnTo>
                  <a:pt x="1919049" y="1101328"/>
                </a:lnTo>
                <a:lnTo>
                  <a:pt x="1919192" y="1098947"/>
                </a:lnTo>
                <a:lnTo>
                  <a:pt x="1919011" y="1096566"/>
                </a:lnTo>
                <a:lnTo>
                  <a:pt x="1919087" y="1094261"/>
                </a:lnTo>
                <a:lnTo>
                  <a:pt x="1919430" y="1092041"/>
                </a:lnTo>
                <a:lnTo>
                  <a:pt x="1919697" y="1089660"/>
                </a:lnTo>
                <a:lnTo>
                  <a:pt x="1919878" y="1087117"/>
                </a:lnTo>
                <a:lnTo>
                  <a:pt x="1920040" y="1084898"/>
                </a:lnTo>
                <a:lnTo>
                  <a:pt x="1920173" y="1082993"/>
                </a:lnTo>
                <a:lnTo>
                  <a:pt x="1920240" y="1080611"/>
                </a:lnTo>
                <a:lnTo>
                  <a:pt x="1920240" y="1077754"/>
                </a:lnTo>
                <a:lnTo>
                  <a:pt x="1920278" y="1075411"/>
                </a:lnTo>
                <a:lnTo>
                  <a:pt x="1920364" y="1073591"/>
                </a:lnTo>
                <a:lnTo>
                  <a:pt x="1920316" y="1071210"/>
                </a:lnTo>
                <a:lnTo>
                  <a:pt x="1920135" y="1068267"/>
                </a:lnTo>
                <a:lnTo>
                  <a:pt x="1920030" y="1065781"/>
                </a:lnTo>
                <a:lnTo>
                  <a:pt x="1919992" y="1063742"/>
                </a:lnTo>
                <a:lnTo>
                  <a:pt x="1920059" y="1061361"/>
                </a:lnTo>
                <a:lnTo>
                  <a:pt x="1920230" y="1058637"/>
                </a:lnTo>
                <a:lnTo>
                  <a:pt x="1920307" y="1056323"/>
                </a:lnTo>
                <a:lnTo>
                  <a:pt x="1920259" y="1054418"/>
                </a:lnTo>
                <a:lnTo>
                  <a:pt x="1920240" y="1052036"/>
                </a:lnTo>
                <a:lnTo>
                  <a:pt x="1920240" y="1049179"/>
                </a:lnTo>
                <a:lnTo>
                  <a:pt x="1920221" y="1046778"/>
                </a:lnTo>
                <a:lnTo>
                  <a:pt x="1920173" y="1044826"/>
                </a:lnTo>
                <a:lnTo>
                  <a:pt x="1920154" y="1042445"/>
                </a:lnTo>
                <a:lnTo>
                  <a:pt x="1920154" y="1039635"/>
                </a:lnTo>
                <a:lnTo>
                  <a:pt x="1920078" y="1037177"/>
                </a:lnTo>
                <a:lnTo>
                  <a:pt x="1919935" y="1035091"/>
                </a:lnTo>
                <a:lnTo>
                  <a:pt x="1919773" y="1032710"/>
                </a:lnTo>
                <a:lnTo>
                  <a:pt x="1919592" y="1030034"/>
                </a:lnTo>
                <a:lnTo>
                  <a:pt x="1919449" y="1027509"/>
                </a:lnTo>
                <a:lnTo>
                  <a:pt x="1919345" y="1025128"/>
                </a:lnTo>
                <a:lnTo>
                  <a:pt x="1919288" y="1022747"/>
                </a:lnTo>
                <a:lnTo>
                  <a:pt x="1919288" y="1020366"/>
                </a:lnTo>
                <a:lnTo>
                  <a:pt x="1919192" y="1017889"/>
                </a:lnTo>
                <a:lnTo>
                  <a:pt x="1919011" y="1015327"/>
                </a:lnTo>
                <a:lnTo>
                  <a:pt x="1919011" y="1012946"/>
                </a:lnTo>
                <a:lnTo>
                  <a:pt x="1919192" y="1010745"/>
                </a:lnTo>
                <a:lnTo>
                  <a:pt x="1919183" y="1008355"/>
                </a:lnTo>
                <a:lnTo>
                  <a:pt x="1918964" y="1005754"/>
                </a:lnTo>
                <a:lnTo>
                  <a:pt x="1918859" y="1003373"/>
                </a:lnTo>
                <a:lnTo>
                  <a:pt x="1918859" y="1001211"/>
                </a:lnTo>
                <a:lnTo>
                  <a:pt x="1918726" y="998696"/>
                </a:lnTo>
                <a:lnTo>
                  <a:pt x="1918468" y="995839"/>
                </a:lnTo>
                <a:lnTo>
                  <a:pt x="1918249" y="993458"/>
                </a:lnTo>
                <a:lnTo>
                  <a:pt x="1918078" y="991553"/>
                </a:lnTo>
                <a:lnTo>
                  <a:pt x="1917840" y="988933"/>
                </a:lnTo>
                <a:lnTo>
                  <a:pt x="1917535" y="985599"/>
                </a:lnTo>
                <a:lnTo>
                  <a:pt x="1917383" y="983218"/>
                </a:lnTo>
                <a:lnTo>
                  <a:pt x="1917383" y="981789"/>
                </a:lnTo>
                <a:lnTo>
                  <a:pt x="1917202" y="979227"/>
                </a:lnTo>
                <a:lnTo>
                  <a:pt x="1916830" y="975522"/>
                </a:lnTo>
                <a:lnTo>
                  <a:pt x="1916706" y="973141"/>
                </a:lnTo>
                <a:lnTo>
                  <a:pt x="1916840" y="972083"/>
                </a:lnTo>
                <a:lnTo>
                  <a:pt x="1916906" y="969769"/>
                </a:lnTo>
                <a:lnTo>
                  <a:pt x="1916906" y="966197"/>
                </a:lnTo>
                <a:lnTo>
                  <a:pt x="1916992" y="963816"/>
                </a:lnTo>
                <a:lnTo>
                  <a:pt x="1917163" y="962625"/>
                </a:lnTo>
                <a:lnTo>
                  <a:pt x="1917249" y="960320"/>
                </a:lnTo>
                <a:lnTo>
                  <a:pt x="1917249" y="956920"/>
                </a:lnTo>
                <a:lnTo>
                  <a:pt x="1917163" y="954538"/>
                </a:lnTo>
                <a:lnTo>
                  <a:pt x="1916992" y="953176"/>
                </a:lnTo>
                <a:lnTo>
                  <a:pt x="1916906" y="950719"/>
                </a:lnTo>
                <a:lnTo>
                  <a:pt x="1916906" y="947147"/>
                </a:lnTo>
                <a:lnTo>
                  <a:pt x="1916840" y="944766"/>
                </a:lnTo>
                <a:lnTo>
                  <a:pt x="1916706" y="943575"/>
                </a:lnTo>
                <a:lnTo>
                  <a:pt x="1916830" y="941308"/>
                </a:lnTo>
                <a:lnTo>
                  <a:pt x="1917202" y="937974"/>
                </a:lnTo>
                <a:lnTo>
                  <a:pt x="1917383" y="935593"/>
                </a:lnTo>
                <a:lnTo>
                  <a:pt x="1917383" y="934164"/>
                </a:lnTo>
                <a:lnTo>
                  <a:pt x="1917535" y="931936"/>
                </a:lnTo>
                <a:lnTo>
                  <a:pt x="1917840" y="928907"/>
                </a:lnTo>
                <a:lnTo>
                  <a:pt x="1917916" y="926525"/>
                </a:lnTo>
                <a:lnTo>
                  <a:pt x="1917773" y="924792"/>
                </a:lnTo>
                <a:lnTo>
                  <a:pt x="1917859" y="922496"/>
                </a:lnTo>
                <a:lnTo>
                  <a:pt x="1918173" y="919639"/>
                </a:lnTo>
                <a:lnTo>
                  <a:pt x="1918335" y="917258"/>
                </a:lnTo>
                <a:lnTo>
                  <a:pt x="1918335" y="915353"/>
                </a:lnTo>
                <a:lnTo>
                  <a:pt x="1918430" y="913067"/>
                </a:lnTo>
                <a:lnTo>
                  <a:pt x="1918630" y="910409"/>
                </a:lnTo>
                <a:lnTo>
                  <a:pt x="1918811" y="908028"/>
                </a:lnTo>
                <a:lnTo>
                  <a:pt x="1918973" y="905923"/>
                </a:lnTo>
                <a:lnTo>
                  <a:pt x="1919135" y="903713"/>
                </a:lnTo>
                <a:lnTo>
                  <a:pt x="1919307" y="901389"/>
                </a:lnTo>
                <a:lnTo>
                  <a:pt x="1919316" y="899008"/>
                </a:lnTo>
                <a:lnTo>
                  <a:pt x="1919164" y="896569"/>
                </a:lnTo>
                <a:lnTo>
                  <a:pt x="1919107" y="894131"/>
                </a:lnTo>
                <a:lnTo>
                  <a:pt x="1919164" y="891702"/>
                </a:lnTo>
                <a:lnTo>
                  <a:pt x="1919183" y="889321"/>
                </a:lnTo>
                <a:lnTo>
                  <a:pt x="1919183" y="886987"/>
                </a:lnTo>
                <a:lnTo>
                  <a:pt x="1919164" y="884587"/>
                </a:lnTo>
                <a:lnTo>
                  <a:pt x="1919107" y="882101"/>
                </a:lnTo>
                <a:lnTo>
                  <a:pt x="1919078" y="879719"/>
                </a:lnTo>
                <a:lnTo>
                  <a:pt x="1919078" y="877443"/>
                </a:lnTo>
                <a:lnTo>
                  <a:pt x="1918992" y="874967"/>
                </a:lnTo>
                <a:lnTo>
                  <a:pt x="1918821" y="872309"/>
                </a:lnTo>
                <a:lnTo>
                  <a:pt x="1918735" y="869928"/>
                </a:lnTo>
                <a:lnTo>
                  <a:pt x="1918735" y="867823"/>
                </a:lnTo>
                <a:lnTo>
                  <a:pt x="1918706" y="865413"/>
                </a:lnTo>
                <a:lnTo>
                  <a:pt x="1918640" y="862689"/>
                </a:lnTo>
                <a:lnTo>
                  <a:pt x="1918611" y="860308"/>
                </a:lnTo>
                <a:lnTo>
                  <a:pt x="1918611" y="858269"/>
                </a:lnTo>
                <a:lnTo>
                  <a:pt x="1918468" y="855745"/>
                </a:lnTo>
                <a:lnTo>
                  <a:pt x="1918173" y="852735"/>
                </a:lnTo>
                <a:lnTo>
                  <a:pt x="1918030" y="850354"/>
                </a:lnTo>
                <a:lnTo>
                  <a:pt x="1918030" y="848601"/>
                </a:lnTo>
                <a:lnTo>
                  <a:pt x="1918240" y="846430"/>
                </a:lnTo>
                <a:lnTo>
                  <a:pt x="1918649" y="843829"/>
                </a:lnTo>
                <a:lnTo>
                  <a:pt x="1918859" y="841448"/>
                </a:lnTo>
                <a:lnTo>
                  <a:pt x="1918859" y="839286"/>
                </a:lnTo>
                <a:lnTo>
                  <a:pt x="1917773" y="837609"/>
                </a:lnTo>
                <a:lnTo>
                  <a:pt x="1915611" y="836419"/>
                </a:lnTo>
                <a:lnTo>
                  <a:pt x="1914144" y="834038"/>
                </a:lnTo>
                <a:lnTo>
                  <a:pt x="1913382" y="830466"/>
                </a:lnTo>
                <a:lnTo>
                  <a:pt x="1913001" y="828294"/>
                </a:lnTo>
                <a:lnTo>
                  <a:pt x="1912991" y="827522"/>
                </a:lnTo>
                <a:lnTo>
                  <a:pt x="1913049" y="825141"/>
                </a:lnTo>
                <a:lnTo>
                  <a:pt x="1913182" y="821150"/>
                </a:lnTo>
                <a:lnTo>
                  <a:pt x="1913211" y="818788"/>
                </a:lnTo>
                <a:lnTo>
                  <a:pt x="1913125" y="818064"/>
                </a:lnTo>
                <a:lnTo>
                  <a:pt x="1913144" y="815683"/>
                </a:lnTo>
                <a:lnTo>
                  <a:pt x="1913258" y="811644"/>
                </a:lnTo>
                <a:lnTo>
                  <a:pt x="1913125" y="809130"/>
                </a:lnTo>
                <a:lnTo>
                  <a:pt x="1912734" y="808139"/>
                </a:lnTo>
                <a:lnTo>
                  <a:pt x="1912668" y="805758"/>
                </a:lnTo>
                <a:lnTo>
                  <a:pt x="1912925" y="801986"/>
                </a:lnTo>
                <a:lnTo>
                  <a:pt x="1911039" y="798300"/>
                </a:lnTo>
                <a:lnTo>
                  <a:pt x="1907010" y="794709"/>
                </a:lnTo>
                <a:lnTo>
                  <a:pt x="1904667" y="792328"/>
                </a:lnTo>
                <a:lnTo>
                  <a:pt x="1904009" y="791156"/>
                </a:lnTo>
                <a:lnTo>
                  <a:pt x="1903628" y="790194"/>
                </a:lnTo>
                <a:lnTo>
                  <a:pt x="1903524" y="789422"/>
                </a:lnTo>
                <a:lnTo>
                  <a:pt x="1903590" y="787041"/>
                </a:lnTo>
                <a:lnTo>
                  <a:pt x="1903847" y="783050"/>
                </a:lnTo>
                <a:lnTo>
                  <a:pt x="1901857" y="779021"/>
                </a:lnTo>
                <a:lnTo>
                  <a:pt x="1897599" y="774954"/>
                </a:lnTo>
                <a:lnTo>
                  <a:pt x="1895180" y="772573"/>
                </a:lnTo>
                <a:lnTo>
                  <a:pt x="1894580" y="771877"/>
                </a:lnTo>
                <a:lnTo>
                  <a:pt x="1894103" y="771049"/>
                </a:lnTo>
                <a:lnTo>
                  <a:pt x="1893751" y="770096"/>
                </a:lnTo>
                <a:lnTo>
                  <a:pt x="1893522" y="767715"/>
                </a:lnTo>
                <a:lnTo>
                  <a:pt x="1893437" y="763905"/>
                </a:lnTo>
                <a:lnTo>
                  <a:pt x="1891532" y="760143"/>
                </a:lnTo>
                <a:lnTo>
                  <a:pt x="1887807" y="756418"/>
                </a:lnTo>
                <a:lnTo>
                  <a:pt x="1885569" y="754037"/>
                </a:lnTo>
                <a:lnTo>
                  <a:pt x="1884807" y="752999"/>
                </a:lnTo>
                <a:lnTo>
                  <a:pt x="1882426" y="750494"/>
                </a:lnTo>
                <a:lnTo>
                  <a:pt x="1878425" y="746531"/>
                </a:lnTo>
                <a:lnTo>
                  <a:pt x="1876054" y="744150"/>
                </a:lnTo>
                <a:lnTo>
                  <a:pt x="1875301" y="743350"/>
                </a:lnTo>
                <a:lnTo>
                  <a:pt x="1872920" y="740883"/>
                </a:lnTo>
                <a:lnTo>
                  <a:pt x="1868910" y="736759"/>
                </a:lnTo>
                <a:lnTo>
                  <a:pt x="1866529" y="734378"/>
                </a:lnTo>
                <a:lnTo>
                  <a:pt x="1865776" y="733739"/>
                </a:lnTo>
                <a:lnTo>
                  <a:pt x="1863395" y="731349"/>
                </a:lnTo>
                <a:lnTo>
                  <a:pt x="1859385" y="727196"/>
                </a:lnTo>
                <a:lnTo>
                  <a:pt x="1856184" y="724814"/>
                </a:lnTo>
                <a:lnTo>
                  <a:pt x="1853803" y="724205"/>
                </a:lnTo>
                <a:lnTo>
                  <a:pt x="1851422" y="722652"/>
                </a:lnTo>
                <a:lnTo>
                  <a:pt x="1849041" y="720157"/>
                </a:lnTo>
                <a:lnTo>
                  <a:pt x="1846755" y="719071"/>
                </a:lnTo>
                <a:lnTo>
                  <a:pt x="1844573" y="719376"/>
                </a:lnTo>
                <a:lnTo>
                  <a:pt x="1842192" y="718528"/>
                </a:lnTo>
                <a:lnTo>
                  <a:pt x="1839611" y="716509"/>
                </a:lnTo>
                <a:lnTo>
                  <a:pt x="1835972" y="715242"/>
                </a:lnTo>
                <a:lnTo>
                  <a:pt x="1831277" y="714746"/>
                </a:lnTo>
                <a:lnTo>
                  <a:pt x="1828895" y="714499"/>
                </a:lnTo>
                <a:lnTo>
                  <a:pt x="1826295" y="712280"/>
                </a:lnTo>
                <a:lnTo>
                  <a:pt x="1821618" y="708079"/>
                </a:lnTo>
                <a:lnTo>
                  <a:pt x="1817275" y="706079"/>
                </a:lnTo>
                <a:lnTo>
                  <a:pt x="1813265" y="706269"/>
                </a:lnTo>
                <a:lnTo>
                  <a:pt x="1810883" y="706260"/>
                </a:lnTo>
                <a:lnTo>
                  <a:pt x="1810131" y="706069"/>
                </a:lnTo>
                <a:lnTo>
                  <a:pt x="1807702" y="706022"/>
                </a:lnTo>
                <a:lnTo>
                  <a:pt x="1803606" y="706126"/>
                </a:lnTo>
                <a:lnTo>
                  <a:pt x="1801225" y="706174"/>
                </a:lnTo>
                <a:lnTo>
                  <a:pt x="1800558" y="706174"/>
                </a:lnTo>
                <a:lnTo>
                  <a:pt x="1798053" y="705850"/>
                </a:lnTo>
                <a:lnTo>
                  <a:pt x="1793719" y="705183"/>
                </a:lnTo>
                <a:lnTo>
                  <a:pt x="1791338" y="704259"/>
                </a:lnTo>
                <a:lnTo>
                  <a:pt x="1790910" y="703069"/>
                </a:lnTo>
                <a:lnTo>
                  <a:pt x="1789995" y="702364"/>
                </a:lnTo>
                <a:lnTo>
                  <a:pt x="1788595" y="702154"/>
                </a:lnTo>
                <a:lnTo>
                  <a:pt x="1786214" y="700602"/>
                </a:lnTo>
                <a:lnTo>
                  <a:pt x="1782851" y="697706"/>
                </a:lnTo>
                <a:lnTo>
                  <a:pt x="1779080" y="696306"/>
                </a:lnTo>
                <a:lnTo>
                  <a:pt x="1774879" y="696411"/>
                </a:lnTo>
                <a:lnTo>
                  <a:pt x="1772498" y="696373"/>
                </a:lnTo>
                <a:lnTo>
                  <a:pt x="1771936" y="696201"/>
                </a:lnTo>
                <a:lnTo>
                  <a:pt x="1769469" y="696116"/>
                </a:lnTo>
                <a:lnTo>
                  <a:pt x="1765106" y="696116"/>
                </a:lnTo>
                <a:lnTo>
                  <a:pt x="1762725" y="696097"/>
                </a:lnTo>
                <a:lnTo>
                  <a:pt x="1762325" y="696058"/>
                </a:lnTo>
                <a:lnTo>
                  <a:pt x="1759953" y="696068"/>
                </a:lnTo>
                <a:lnTo>
                  <a:pt x="1755610" y="696135"/>
                </a:lnTo>
                <a:lnTo>
                  <a:pt x="1753229" y="696211"/>
                </a:lnTo>
                <a:lnTo>
                  <a:pt x="1752810" y="696297"/>
                </a:lnTo>
                <a:lnTo>
                  <a:pt x="1750514" y="696373"/>
                </a:lnTo>
                <a:lnTo>
                  <a:pt x="1746333" y="696449"/>
                </a:lnTo>
                <a:lnTo>
                  <a:pt x="1743951" y="696592"/>
                </a:lnTo>
                <a:lnTo>
                  <a:pt x="1743370" y="696801"/>
                </a:lnTo>
                <a:lnTo>
                  <a:pt x="1741084" y="696897"/>
                </a:lnTo>
                <a:lnTo>
                  <a:pt x="1737112" y="696897"/>
                </a:lnTo>
                <a:lnTo>
                  <a:pt x="1734731" y="697754"/>
                </a:lnTo>
                <a:lnTo>
                  <a:pt x="1733941" y="699468"/>
                </a:lnTo>
                <a:lnTo>
                  <a:pt x="1732502" y="700402"/>
                </a:lnTo>
                <a:lnTo>
                  <a:pt x="1730397" y="700564"/>
                </a:lnTo>
                <a:lnTo>
                  <a:pt x="1729797" y="701697"/>
                </a:lnTo>
                <a:lnTo>
                  <a:pt x="1730712" y="703802"/>
                </a:lnTo>
                <a:lnTo>
                  <a:pt x="1729750" y="705212"/>
                </a:lnTo>
                <a:lnTo>
                  <a:pt x="1726902" y="705945"/>
                </a:lnTo>
                <a:lnTo>
                  <a:pt x="1725120" y="706307"/>
                </a:lnTo>
                <a:lnTo>
                  <a:pt x="1724387" y="706307"/>
                </a:lnTo>
                <a:lnTo>
                  <a:pt x="1721958" y="706260"/>
                </a:lnTo>
                <a:lnTo>
                  <a:pt x="1717824" y="706155"/>
                </a:lnTo>
                <a:lnTo>
                  <a:pt x="1715443" y="706117"/>
                </a:lnTo>
                <a:lnTo>
                  <a:pt x="1714814" y="706145"/>
                </a:lnTo>
                <a:lnTo>
                  <a:pt x="1712395" y="706098"/>
                </a:lnTo>
                <a:lnTo>
                  <a:pt x="1708175" y="705993"/>
                </a:lnTo>
                <a:lnTo>
                  <a:pt x="1705794" y="706012"/>
                </a:lnTo>
                <a:lnTo>
                  <a:pt x="1705251" y="706164"/>
                </a:lnTo>
                <a:lnTo>
                  <a:pt x="1702870" y="706174"/>
                </a:lnTo>
                <a:lnTo>
                  <a:pt x="1698669" y="706031"/>
                </a:lnTo>
                <a:lnTo>
                  <a:pt x="1696288" y="706745"/>
                </a:lnTo>
                <a:lnTo>
                  <a:pt x="1695726" y="708327"/>
                </a:lnTo>
                <a:lnTo>
                  <a:pt x="1694136" y="709117"/>
                </a:lnTo>
                <a:lnTo>
                  <a:pt x="1691507" y="709117"/>
                </a:lnTo>
                <a:lnTo>
                  <a:pt x="1690430" y="710432"/>
                </a:lnTo>
                <a:lnTo>
                  <a:pt x="1690916" y="713061"/>
                </a:lnTo>
                <a:lnTo>
                  <a:pt x="1690145" y="714680"/>
                </a:lnTo>
                <a:lnTo>
                  <a:pt x="1688135" y="715280"/>
                </a:lnTo>
                <a:lnTo>
                  <a:pt x="1686830" y="715585"/>
                </a:lnTo>
                <a:lnTo>
                  <a:pt x="1686230" y="715613"/>
                </a:lnTo>
                <a:lnTo>
                  <a:pt x="1683801" y="715575"/>
                </a:lnTo>
                <a:lnTo>
                  <a:pt x="1679553" y="715461"/>
                </a:lnTo>
                <a:lnTo>
                  <a:pt x="1677172" y="715756"/>
                </a:lnTo>
                <a:lnTo>
                  <a:pt x="1676657" y="716471"/>
                </a:lnTo>
                <a:lnTo>
                  <a:pt x="1674590" y="716785"/>
                </a:lnTo>
                <a:lnTo>
                  <a:pt x="1670980" y="716709"/>
                </a:lnTo>
                <a:lnTo>
                  <a:pt x="1669313" y="718480"/>
                </a:lnTo>
                <a:lnTo>
                  <a:pt x="1669609" y="722090"/>
                </a:lnTo>
                <a:lnTo>
                  <a:pt x="1669342" y="724214"/>
                </a:lnTo>
                <a:lnTo>
                  <a:pt x="1668532" y="724833"/>
                </a:lnTo>
                <a:lnTo>
                  <a:pt x="1667808" y="725157"/>
                </a:lnTo>
                <a:lnTo>
                  <a:pt x="1667189" y="725186"/>
                </a:lnTo>
                <a:lnTo>
                  <a:pt x="1664799" y="725186"/>
                </a:lnTo>
                <a:lnTo>
                  <a:pt x="1660655" y="725148"/>
                </a:lnTo>
                <a:lnTo>
                  <a:pt x="1658274" y="726748"/>
                </a:lnTo>
                <a:lnTo>
                  <a:pt x="1657655" y="729977"/>
                </a:lnTo>
                <a:lnTo>
                  <a:pt x="1656864" y="731568"/>
                </a:lnTo>
                <a:lnTo>
                  <a:pt x="1655893" y="731510"/>
                </a:lnTo>
                <a:lnTo>
                  <a:pt x="1655502" y="731968"/>
                </a:lnTo>
                <a:lnTo>
                  <a:pt x="1655693" y="732939"/>
                </a:lnTo>
                <a:lnTo>
                  <a:pt x="1654150" y="733777"/>
                </a:lnTo>
                <a:lnTo>
                  <a:pt x="1650873" y="734482"/>
                </a:lnTo>
                <a:lnTo>
                  <a:pt x="1648882" y="735025"/>
                </a:lnTo>
                <a:lnTo>
                  <a:pt x="1648177" y="735425"/>
                </a:lnTo>
                <a:lnTo>
                  <a:pt x="1645863" y="735492"/>
                </a:lnTo>
                <a:lnTo>
                  <a:pt x="1641929" y="735225"/>
                </a:lnTo>
                <a:lnTo>
                  <a:pt x="1640024" y="737054"/>
                </a:lnTo>
                <a:lnTo>
                  <a:pt x="1640129" y="740988"/>
                </a:lnTo>
                <a:lnTo>
                  <a:pt x="1640015" y="743245"/>
                </a:lnTo>
                <a:lnTo>
                  <a:pt x="1639653" y="743836"/>
                </a:lnTo>
                <a:lnTo>
                  <a:pt x="1639186" y="744217"/>
                </a:lnTo>
                <a:lnTo>
                  <a:pt x="1638595" y="744388"/>
                </a:lnTo>
                <a:lnTo>
                  <a:pt x="1636252" y="744426"/>
                </a:lnTo>
                <a:lnTo>
                  <a:pt x="1632156" y="744341"/>
                </a:lnTo>
                <a:lnTo>
                  <a:pt x="1630137" y="746331"/>
                </a:lnTo>
                <a:lnTo>
                  <a:pt x="1630185" y="750427"/>
                </a:lnTo>
                <a:lnTo>
                  <a:pt x="1630128" y="752751"/>
                </a:lnTo>
                <a:lnTo>
                  <a:pt x="1629956" y="753304"/>
                </a:lnTo>
                <a:lnTo>
                  <a:pt x="1629604" y="753704"/>
                </a:lnTo>
                <a:lnTo>
                  <a:pt x="1629051" y="753951"/>
                </a:lnTo>
                <a:lnTo>
                  <a:pt x="1626689" y="753970"/>
                </a:lnTo>
                <a:lnTo>
                  <a:pt x="1622508" y="753761"/>
                </a:lnTo>
                <a:lnTo>
                  <a:pt x="1620603" y="755733"/>
                </a:lnTo>
                <a:lnTo>
                  <a:pt x="1620974" y="759914"/>
                </a:lnTo>
                <a:lnTo>
                  <a:pt x="1621003" y="762324"/>
                </a:lnTo>
                <a:lnTo>
                  <a:pt x="1620698" y="762972"/>
                </a:lnTo>
                <a:lnTo>
                  <a:pt x="1620222" y="763943"/>
                </a:lnTo>
                <a:lnTo>
                  <a:pt x="1619574" y="765258"/>
                </a:lnTo>
                <a:lnTo>
                  <a:pt x="1617593" y="765648"/>
                </a:lnTo>
                <a:lnTo>
                  <a:pt x="1614268" y="765143"/>
                </a:lnTo>
                <a:lnTo>
                  <a:pt x="1612868" y="766543"/>
                </a:lnTo>
                <a:lnTo>
                  <a:pt x="1613373" y="769868"/>
                </a:lnTo>
                <a:lnTo>
                  <a:pt x="1612973" y="771849"/>
                </a:lnTo>
                <a:lnTo>
                  <a:pt x="1611668" y="772487"/>
                </a:lnTo>
                <a:lnTo>
                  <a:pt x="1611030" y="774868"/>
                </a:lnTo>
                <a:lnTo>
                  <a:pt x="1611058" y="778993"/>
                </a:lnTo>
                <a:lnTo>
                  <a:pt x="1611068" y="781383"/>
                </a:lnTo>
                <a:lnTo>
                  <a:pt x="1611058" y="782050"/>
                </a:lnTo>
                <a:lnTo>
                  <a:pt x="1610725" y="782622"/>
                </a:lnTo>
                <a:lnTo>
                  <a:pt x="1610058" y="783107"/>
                </a:lnTo>
                <a:lnTo>
                  <a:pt x="1607715" y="783155"/>
                </a:lnTo>
                <a:lnTo>
                  <a:pt x="1603705" y="782755"/>
                </a:lnTo>
                <a:lnTo>
                  <a:pt x="1601876" y="784555"/>
                </a:lnTo>
                <a:lnTo>
                  <a:pt x="1602229" y="788565"/>
                </a:lnTo>
                <a:lnTo>
                  <a:pt x="1602162" y="790889"/>
                </a:lnTo>
                <a:lnTo>
                  <a:pt x="1601705" y="791528"/>
                </a:lnTo>
                <a:lnTo>
                  <a:pt x="1601505" y="793909"/>
                </a:lnTo>
                <a:lnTo>
                  <a:pt x="1601572" y="798033"/>
                </a:lnTo>
                <a:lnTo>
                  <a:pt x="1601600" y="800452"/>
                </a:lnTo>
                <a:lnTo>
                  <a:pt x="1601600" y="801148"/>
                </a:lnTo>
                <a:lnTo>
                  <a:pt x="1601248" y="803405"/>
                </a:lnTo>
                <a:lnTo>
                  <a:pt x="1600552" y="807215"/>
                </a:lnTo>
                <a:lnTo>
                  <a:pt x="1600019" y="809063"/>
                </a:lnTo>
                <a:lnTo>
                  <a:pt x="1599648" y="808949"/>
                </a:lnTo>
                <a:lnTo>
                  <a:pt x="1599467" y="809444"/>
                </a:lnTo>
                <a:lnTo>
                  <a:pt x="1597704" y="810054"/>
                </a:lnTo>
                <a:lnTo>
                  <a:pt x="1594161" y="810920"/>
                </a:lnTo>
                <a:lnTo>
                  <a:pt x="1592428" y="813302"/>
                </a:lnTo>
                <a:lnTo>
                  <a:pt x="1592485" y="817197"/>
                </a:lnTo>
                <a:lnTo>
                  <a:pt x="1592370" y="819464"/>
                </a:lnTo>
                <a:lnTo>
                  <a:pt x="1592085" y="820093"/>
                </a:lnTo>
                <a:lnTo>
                  <a:pt x="1592037" y="822474"/>
                </a:lnTo>
                <a:lnTo>
                  <a:pt x="1592237" y="826608"/>
                </a:lnTo>
                <a:lnTo>
                  <a:pt x="1592285" y="829037"/>
                </a:lnTo>
                <a:lnTo>
                  <a:pt x="1592170" y="829761"/>
                </a:lnTo>
                <a:lnTo>
                  <a:pt x="1592132" y="832142"/>
                </a:lnTo>
                <a:lnTo>
                  <a:pt x="1592170" y="836181"/>
                </a:lnTo>
                <a:lnTo>
                  <a:pt x="1592180" y="838571"/>
                </a:lnTo>
                <a:lnTo>
                  <a:pt x="1592170" y="839314"/>
                </a:lnTo>
                <a:lnTo>
                  <a:pt x="1592180" y="841696"/>
                </a:lnTo>
                <a:lnTo>
                  <a:pt x="1592209" y="845715"/>
                </a:lnTo>
                <a:lnTo>
                  <a:pt x="1592228" y="848116"/>
                </a:lnTo>
                <a:lnTo>
                  <a:pt x="1592218" y="848887"/>
                </a:lnTo>
                <a:lnTo>
                  <a:pt x="1592199" y="851268"/>
                </a:lnTo>
                <a:lnTo>
                  <a:pt x="1592170" y="855259"/>
                </a:lnTo>
                <a:lnTo>
                  <a:pt x="1592161" y="857621"/>
                </a:lnTo>
                <a:lnTo>
                  <a:pt x="1592161" y="858364"/>
                </a:lnTo>
                <a:lnTo>
                  <a:pt x="1592142" y="860746"/>
                </a:lnTo>
                <a:lnTo>
                  <a:pt x="1592113" y="864765"/>
                </a:lnTo>
                <a:lnTo>
                  <a:pt x="1592094" y="867127"/>
                </a:lnTo>
                <a:lnTo>
                  <a:pt x="1592094" y="867842"/>
                </a:lnTo>
                <a:lnTo>
                  <a:pt x="1592113" y="870223"/>
                </a:lnTo>
                <a:lnTo>
                  <a:pt x="1592142" y="874271"/>
                </a:lnTo>
                <a:lnTo>
                  <a:pt x="1592161" y="876671"/>
                </a:lnTo>
                <a:lnTo>
                  <a:pt x="1592161" y="877414"/>
                </a:lnTo>
                <a:lnTo>
                  <a:pt x="1592142" y="879796"/>
                </a:lnTo>
                <a:lnTo>
                  <a:pt x="1592113" y="883815"/>
                </a:lnTo>
                <a:lnTo>
                  <a:pt x="1592094" y="886177"/>
                </a:lnTo>
                <a:lnTo>
                  <a:pt x="1592104" y="886901"/>
                </a:lnTo>
                <a:lnTo>
                  <a:pt x="1592104" y="889283"/>
                </a:lnTo>
                <a:lnTo>
                  <a:pt x="1592104" y="893321"/>
                </a:lnTo>
                <a:lnTo>
                  <a:pt x="1592104" y="895712"/>
                </a:lnTo>
                <a:lnTo>
                  <a:pt x="1592104" y="896426"/>
                </a:lnTo>
                <a:lnTo>
                  <a:pt x="1592123" y="898808"/>
                </a:lnTo>
                <a:lnTo>
                  <a:pt x="1592161" y="902856"/>
                </a:lnTo>
                <a:lnTo>
                  <a:pt x="1592180" y="905246"/>
                </a:lnTo>
                <a:lnTo>
                  <a:pt x="1592180" y="905999"/>
                </a:lnTo>
                <a:lnTo>
                  <a:pt x="1592180" y="908380"/>
                </a:lnTo>
                <a:lnTo>
                  <a:pt x="1592180" y="912390"/>
                </a:lnTo>
                <a:lnTo>
                  <a:pt x="1592180" y="914781"/>
                </a:lnTo>
                <a:lnTo>
                  <a:pt x="1592180" y="915533"/>
                </a:lnTo>
                <a:lnTo>
                  <a:pt x="1592170" y="917915"/>
                </a:lnTo>
                <a:lnTo>
                  <a:pt x="1592132" y="921925"/>
                </a:lnTo>
                <a:lnTo>
                  <a:pt x="1592113" y="924287"/>
                </a:lnTo>
                <a:lnTo>
                  <a:pt x="1592113" y="925001"/>
                </a:lnTo>
                <a:lnTo>
                  <a:pt x="1592113" y="927383"/>
                </a:lnTo>
                <a:lnTo>
                  <a:pt x="1592113" y="931431"/>
                </a:lnTo>
                <a:lnTo>
                  <a:pt x="1592113" y="933812"/>
                </a:lnTo>
                <a:lnTo>
                  <a:pt x="1592113" y="934526"/>
                </a:lnTo>
                <a:lnTo>
                  <a:pt x="1592113" y="936908"/>
                </a:lnTo>
                <a:lnTo>
                  <a:pt x="1592113" y="940956"/>
                </a:lnTo>
                <a:lnTo>
                  <a:pt x="1592113" y="943337"/>
                </a:lnTo>
                <a:lnTo>
                  <a:pt x="1592113" y="944051"/>
                </a:lnTo>
                <a:lnTo>
                  <a:pt x="1592123" y="946433"/>
                </a:lnTo>
                <a:lnTo>
                  <a:pt x="1592161" y="950481"/>
                </a:lnTo>
                <a:lnTo>
                  <a:pt x="1592180" y="952871"/>
                </a:lnTo>
                <a:lnTo>
                  <a:pt x="1592180" y="953624"/>
                </a:lnTo>
                <a:lnTo>
                  <a:pt x="1592180" y="956005"/>
                </a:lnTo>
                <a:lnTo>
                  <a:pt x="1592180" y="960015"/>
                </a:lnTo>
                <a:lnTo>
                  <a:pt x="1592180" y="962396"/>
                </a:lnTo>
                <a:lnTo>
                  <a:pt x="1592180" y="963149"/>
                </a:lnTo>
                <a:lnTo>
                  <a:pt x="1592170" y="965530"/>
                </a:lnTo>
                <a:lnTo>
                  <a:pt x="1592170" y="969540"/>
                </a:lnTo>
                <a:lnTo>
                  <a:pt x="1592170" y="971921"/>
                </a:lnTo>
                <a:lnTo>
                  <a:pt x="1592170" y="972674"/>
                </a:lnTo>
                <a:lnTo>
                  <a:pt x="1592170" y="975055"/>
                </a:lnTo>
                <a:lnTo>
                  <a:pt x="1592170" y="979065"/>
                </a:lnTo>
                <a:lnTo>
                  <a:pt x="1592170" y="981446"/>
                </a:lnTo>
                <a:lnTo>
                  <a:pt x="1592170" y="982189"/>
                </a:lnTo>
                <a:lnTo>
                  <a:pt x="1592170" y="984571"/>
                </a:lnTo>
                <a:lnTo>
                  <a:pt x="1592170" y="988590"/>
                </a:lnTo>
                <a:lnTo>
                  <a:pt x="1592170" y="990971"/>
                </a:lnTo>
                <a:lnTo>
                  <a:pt x="1592170" y="991714"/>
                </a:lnTo>
                <a:lnTo>
                  <a:pt x="1592170" y="994096"/>
                </a:lnTo>
                <a:lnTo>
                  <a:pt x="1592170" y="998115"/>
                </a:lnTo>
                <a:lnTo>
                  <a:pt x="1592161" y="1000496"/>
                </a:lnTo>
                <a:lnTo>
                  <a:pt x="1592161" y="1001239"/>
                </a:lnTo>
                <a:lnTo>
                  <a:pt x="1592142" y="1003621"/>
                </a:lnTo>
                <a:lnTo>
                  <a:pt x="1592113" y="1007640"/>
                </a:lnTo>
                <a:lnTo>
                  <a:pt x="1592094" y="1010002"/>
                </a:lnTo>
                <a:lnTo>
                  <a:pt x="1592094" y="1010717"/>
                </a:lnTo>
                <a:lnTo>
                  <a:pt x="1592113" y="1013098"/>
                </a:lnTo>
                <a:lnTo>
                  <a:pt x="1592142" y="1017146"/>
                </a:lnTo>
                <a:lnTo>
                  <a:pt x="1592161" y="1019546"/>
                </a:lnTo>
                <a:lnTo>
                  <a:pt x="1592151" y="1020280"/>
                </a:lnTo>
                <a:lnTo>
                  <a:pt x="1592151" y="1022661"/>
                </a:lnTo>
                <a:lnTo>
                  <a:pt x="1592151" y="1026690"/>
                </a:lnTo>
                <a:lnTo>
                  <a:pt x="1592151" y="1029071"/>
                </a:lnTo>
                <a:lnTo>
                  <a:pt x="1592151" y="1029805"/>
                </a:lnTo>
                <a:lnTo>
                  <a:pt x="1592132" y="1032186"/>
                </a:lnTo>
                <a:lnTo>
                  <a:pt x="1592104" y="1036215"/>
                </a:lnTo>
                <a:lnTo>
                  <a:pt x="1592085" y="1038577"/>
                </a:lnTo>
                <a:lnTo>
                  <a:pt x="1592085" y="1039282"/>
                </a:lnTo>
                <a:lnTo>
                  <a:pt x="1592094" y="1041664"/>
                </a:lnTo>
                <a:lnTo>
                  <a:pt x="1592132" y="1045721"/>
                </a:lnTo>
                <a:lnTo>
                  <a:pt x="1592142" y="1048121"/>
                </a:lnTo>
                <a:lnTo>
                  <a:pt x="1592142" y="1048855"/>
                </a:lnTo>
                <a:lnTo>
                  <a:pt x="1592161" y="1051236"/>
                </a:lnTo>
                <a:lnTo>
                  <a:pt x="1592199" y="1055265"/>
                </a:lnTo>
                <a:lnTo>
                  <a:pt x="1592209" y="1057656"/>
                </a:lnTo>
                <a:lnTo>
                  <a:pt x="1592209" y="1058428"/>
                </a:lnTo>
                <a:lnTo>
                  <a:pt x="1592199" y="1060809"/>
                </a:lnTo>
                <a:lnTo>
                  <a:pt x="1592161" y="1064800"/>
                </a:lnTo>
                <a:lnTo>
                  <a:pt x="1592151" y="1067171"/>
                </a:lnTo>
                <a:lnTo>
                  <a:pt x="1592151" y="1067905"/>
                </a:lnTo>
                <a:lnTo>
                  <a:pt x="1592151" y="1070286"/>
                </a:lnTo>
                <a:lnTo>
                  <a:pt x="1592151" y="1074315"/>
                </a:lnTo>
                <a:lnTo>
                  <a:pt x="1592151" y="1076696"/>
                </a:lnTo>
                <a:lnTo>
                  <a:pt x="1592151" y="1077430"/>
                </a:lnTo>
                <a:lnTo>
                  <a:pt x="1592142" y="1079811"/>
                </a:lnTo>
                <a:lnTo>
                  <a:pt x="1592104" y="1083840"/>
                </a:lnTo>
                <a:lnTo>
                  <a:pt x="1592085" y="1086202"/>
                </a:lnTo>
                <a:lnTo>
                  <a:pt x="1592094" y="1086917"/>
                </a:lnTo>
                <a:lnTo>
                  <a:pt x="1592094" y="1089298"/>
                </a:lnTo>
                <a:lnTo>
                  <a:pt x="1592094" y="1093346"/>
                </a:lnTo>
                <a:lnTo>
                  <a:pt x="1592094" y="1095727"/>
                </a:lnTo>
                <a:lnTo>
                  <a:pt x="1592094" y="1096442"/>
                </a:lnTo>
                <a:lnTo>
                  <a:pt x="1592113" y="1098823"/>
                </a:lnTo>
                <a:lnTo>
                  <a:pt x="1592142" y="1102871"/>
                </a:lnTo>
                <a:lnTo>
                  <a:pt x="1592170" y="1105271"/>
                </a:lnTo>
                <a:lnTo>
                  <a:pt x="1592170" y="1106024"/>
                </a:lnTo>
                <a:lnTo>
                  <a:pt x="1592142" y="1108405"/>
                </a:lnTo>
                <a:lnTo>
                  <a:pt x="1592075" y="1112415"/>
                </a:lnTo>
                <a:lnTo>
                  <a:pt x="1592047" y="1114768"/>
                </a:lnTo>
                <a:lnTo>
                  <a:pt x="1592056" y="1115463"/>
                </a:lnTo>
                <a:lnTo>
                  <a:pt x="1592037" y="1117844"/>
                </a:lnTo>
                <a:lnTo>
                  <a:pt x="1592008" y="1121912"/>
                </a:lnTo>
                <a:lnTo>
                  <a:pt x="1591989" y="1124283"/>
                </a:lnTo>
                <a:lnTo>
                  <a:pt x="1591999" y="1124941"/>
                </a:lnTo>
                <a:lnTo>
                  <a:pt x="1592018" y="1127322"/>
                </a:lnTo>
                <a:lnTo>
                  <a:pt x="1592047" y="1131427"/>
                </a:lnTo>
                <a:lnTo>
                  <a:pt x="1592066" y="1133827"/>
                </a:lnTo>
                <a:lnTo>
                  <a:pt x="1592066" y="1134523"/>
                </a:lnTo>
                <a:lnTo>
                  <a:pt x="1592047" y="1136904"/>
                </a:lnTo>
                <a:lnTo>
                  <a:pt x="1592018" y="1140971"/>
                </a:lnTo>
                <a:lnTo>
                  <a:pt x="1591999" y="1143333"/>
                </a:lnTo>
                <a:lnTo>
                  <a:pt x="1591999" y="1143991"/>
                </a:lnTo>
                <a:lnTo>
                  <a:pt x="1591999" y="1146372"/>
                </a:lnTo>
                <a:lnTo>
                  <a:pt x="1591999" y="1150477"/>
                </a:lnTo>
                <a:lnTo>
                  <a:pt x="1591999" y="1152858"/>
                </a:lnTo>
                <a:lnTo>
                  <a:pt x="1592008" y="1153525"/>
                </a:lnTo>
                <a:lnTo>
                  <a:pt x="1591989" y="1155906"/>
                </a:lnTo>
                <a:lnTo>
                  <a:pt x="1591951" y="1160002"/>
                </a:lnTo>
                <a:lnTo>
                  <a:pt x="1591932" y="1162364"/>
                </a:lnTo>
                <a:lnTo>
                  <a:pt x="1591932" y="1162993"/>
                </a:lnTo>
                <a:lnTo>
                  <a:pt x="1591913" y="1165374"/>
                </a:lnTo>
                <a:lnTo>
                  <a:pt x="1591885" y="1169508"/>
                </a:lnTo>
                <a:lnTo>
                  <a:pt x="1591856" y="1171870"/>
                </a:lnTo>
                <a:lnTo>
                  <a:pt x="1591856" y="1172461"/>
                </a:lnTo>
                <a:lnTo>
                  <a:pt x="1591561" y="1173480"/>
                </a:lnTo>
                <a:lnTo>
                  <a:pt x="1590970" y="1174928"/>
                </a:lnTo>
                <a:lnTo>
                  <a:pt x="1589065" y="1175414"/>
                </a:lnTo>
                <a:lnTo>
                  <a:pt x="1585855" y="1174918"/>
                </a:lnTo>
                <a:lnTo>
                  <a:pt x="1584493" y="1176280"/>
                </a:lnTo>
                <a:lnTo>
                  <a:pt x="1584989" y="1179490"/>
                </a:lnTo>
                <a:lnTo>
                  <a:pt x="1584503" y="1181395"/>
                </a:lnTo>
                <a:lnTo>
                  <a:pt x="1583055" y="1181986"/>
                </a:lnTo>
                <a:lnTo>
                  <a:pt x="1582036" y="1182986"/>
                </a:lnTo>
                <a:lnTo>
                  <a:pt x="1581445" y="1184396"/>
                </a:lnTo>
                <a:lnTo>
                  <a:pt x="1579521" y="1184853"/>
                </a:lnTo>
                <a:lnTo>
                  <a:pt x="1576273" y="1184367"/>
                </a:lnTo>
                <a:lnTo>
                  <a:pt x="1574930" y="1185748"/>
                </a:lnTo>
                <a:lnTo>
                  <a:pt x="1575502" y="1188996"/>
                </a:lnTo>
                <a:lnTo>
                  <a:pt x="1575054" y="1190930"/>
                </a:lnTo>
                <a:lnTo>
                  <a:pt x="1573587" y="1191549"/>
                </a:lnTo>
                <a:lnTo>
                  <a:pt x="1572549" y="1191854"/>
                </a:lnTo>
                <a:lnTo>
                  <a:pt x="1571930" y="1191854"/>
                </a:lnTo>
                <a:lnTo>
                  <a:pt x="1569549" y="1191854"/>
                </a:lnTo>
                <a:lnTo>
                  <a:pt x="1565405" y="1191854"/>
                </a:lnTo>
                <a:lnTo>
                  <a:pt x="1563024" y="1191854"/>
                </a:lnTo>
                <a:lnTo>
                  <a:pt x="1562405" y="1191854"/>
                </a:lnTo>
                <a:lnTo>
                  <a:pt x="1559966" y="1191797"/>
                </a:lnTo>
                <a:lnTo>
                  <a:pt x="1555709" y="1191682"/>
                </a:lnTo>
                <a:lnTo>
                  <a:pt x="1553327" y="1191635"/>
                </a:lnTo>
                <a:lnTo>
                  <a:pt x="1552823" y="1191635"/>
                </a:lnTo>
                <a:lnTo>
                  <a:pt x="1550422" y="1191616"/>
                </a:lnTo>
                <a:lnTo>
                  <a:pt x="1546127" y="1191578"/>
                </a:lnTo>
                <a:lnTo>
                  <a:pt x="1543745" y="1191549"/>
                </a:lnTo>
                <a:lnTo>
                  <a:pt x="1543279" y="1191549"/>
                </a:lnTo>
                <a:lnTo>
                  <a:pt x="1540935" y="1191587"/>
                </a:lnTo>
                <a:lnTo>
                  <a:pt x="1536716" y="1191663"/>
                </a:lnTo>
                <a:lnTo>
                  <a:pt x="1534335" y="1191701"/>
                </a:lnTo>
                <a:lnTo>
                  <a:pt x="1533792" y="1191692"/>
                </a:lnTo>
                <a:lnTo>
                  <a:pt x="1531430" y="1191711"/>
                </a:lnTo>
                <a:lnTo>
                  <a:pt x="1527239" y="1191749"/>
                </a:lnTo>
                <a:lnTo>
                  <a:pt x="1524857" y="1191758"/>
                </a:lnTo>
                <a:lnTo>
                  <a:pt x="1524286" y="1191758"/>
                </a:lnTo>
                <a:lnTo>
                  <a:pt x="1521905" y="1191758"/>
                </a:lnTo>
                <a:lnTo>
                  <a:pt x="1517704" y="1191758"/>
                </a:lnTo>
                <a:lnTo>
                  <a:pt x="1515323" y="1191758"/>
                </a:lnTo>
                <a:lnTo>
                  <a:pt x="1514761" y="1191749"/>
                </a:lnTo>
                <a:lnTo>
                  <a:pt x="1512389" y="1191768"/>
                </a:lnTo>
                <a:lnTo>
                  <a:pt x="1508227" y="1191806"/>
                </a:lnTo>
                <a:lnTo>
                  <a:pt x="1505845" y="1191816"/>
                </a:lnTo>
                <a:lnTo>
                  <a:pt x="1505245" y="1191816"/>
                </a:lnTo>
                <a:lnTo>
                  <a:pt x="1503731" y="1191520"/>
                </a:lnTo>
                <a:lnTo>
                  <a:pt x="1501292" y="1190920"/>
                </a:lnTo>
                <a:lnTo>
                  <a:pt x="1498911" y="1189101"/>
                </a:lnTo>
                <a:lnTo>
                  <a:pt x="1496587" y="1186043"/>
                </a:lnTo>
                <a:lnTo>
                  <a:pt x="1494939" y="1183662"/>
                </a:lnTo>
                <a:lnTo>
                  <a:pt x="1493958" y="1181957"/>
                </a:lnTo>
                <a:lnTo>
                  <a:pt x="1491577" y="1179500"/>
                </a:lnTo>
                <a:lnTo>
                  <a:pt x="1487795" y="1176290"/>
                </a:lnTo>
                <a:lnTo>
                  <a:pt x="1485605" y="1173909"/>
                </a:lnTo>
                <a:lnTo>
                  <a:pt x="1485005" y="1172356"/>
                </a:lnTo>
                <a:lnTo>
                  <a:pt x="1484709" y="1171280"/>
                </a:lnTo>
                <a:lnTo>
                  <a:pt x="1484709" y="1170680"/>
                </a:lnTo>
                <a:lnTo>
                  <a:pt x="1484728" y="1168298"/>
                </a:lnTo>
                <a:lnTo>
                  <a:pt x="1484767" y="1164136"/>
                </a:lnTo>
                <a:lnTo>
                  <a:pt x="1484776" y="1161774"/>
                </a:lnTo>
                <a:lnTo>
                  <a:pt x="1484776" y="1161212"/>
                </a:lnTo>
                <a:lnTo>
                  <a:pt x="1484776" y="1158831"/>
                </a:lnTo>
                <a:lnTo>
                  <a:pt x="1484776" y="1154630"/>
                </a:lnTo>
                <a:lnTo>
                  <a:pt x="1484776" y="1152249"/>
                </a:lnTo>
                <a:lnTo>
                  <a:pt x="1484776" y="1151687"/>
                </a:lnTo>
                <a:lnTo>
                  <a:pt x="1484747" y="1149306"/>
                </a:lnTo>
                <a:lnTo>
                  <a:pt x="1484671" y="1145105"/>
                </a:lnTo>
                <a:lnTo>
                  <a:pt x="1484643" y="1142686"/>
                </a:lnTo>
                <a:lnTo>
                  <a:pt x="1484643" y="1142057"/>
                </a:lnTo>
                <a:lnTo>
                  <a:pt x="1484671" y="1139676"/>
                </a:lnTo>
                <a:lnTo>
                  <a:pt x="1484747" y="1135542"/>
                </a:lnTo>
                <a:lnTo>
                  <a:pt x="1484776" y="1133189"/>
                </a:lnTo>
                <a:lnTo>
                  <a:pt x="1484776" y="1132627"/>
                </a:lnTo>
                <a:lnTo>
                  <a:pt x="1484795" y="1130246"/>
                </a:lnTo>
                <a:lnTo>
                  <a:pt x="1484824" y="1126046"/>
                </a:lnTo>
                <a:lnTo>
                  <a:pt x="1484843" y="1123683"/>
                </a:lnTo>
                <a:lnTo>
                  <a:pt x="1484833" y="1123150"/>
                </a:lnTo>
                <a:lnTo>
                  <a:pt x="1484833" y="1120769"/>
                </a:lnTo>
                <a:lnTo>
                  <a:pt x="1484833" y="1116540"/>
                </a:lnTo>
                <a:lnTo>
                  <a:pt x="1484833" y="1114158"/>
                </a:lnTo>
                <a:lnTo>
                  <a:pt x="1484824" y="1113615"/>
                </a:lnTo>
                <a:lnTo>
                  <a:pt x="1484824" y="1111234"/>
                </a:lnTo>
                <a:lnTo>
                  <a:pt x="1484824" y="1107015"/>
                </a:lnTo>
                <a:lnTo>
                  <a:pt x="1484824" y="1104624"/>
                </a:lnTo>
                <a:lnTo>
                  <a:pt x="1484814" y="1104081"/>
                </a:lnTo>
                <a:lnTo>
                  <a:pt x="1484814" y="1101700"/>
                </a:lnTo>
                <a:lnTo>
                  <a:pt x="1484814" y="1097480"/>
                </a:lnTo>
                <a:lnTo>
                  <a:pt x="1484814" y="1095099"/>
                </a:lnTo>
                <a:lnTo>
                  <a:pt x="1484805" y="1094556"/>
                </a:lnTo>
                <a:lnTo>
                  <a:pt x="1484805" y="1092175"/>
                </a:lnTo>
                <a:lnTo>
                  <a:pt x="1484805" y="1087955"/>
                </a:lnTo>
                <a:lnTo>
                  <a:pt x="1484805" y="1085574"/>
                </a:lnTo>
                <a:lnTo>
                  <a:pt x="1484805" y="1085031"/>
                </a:lnTo>
                <a:lnTo>
                  <a:pt x="1484805" y="1082650"/>
                </a:lnTo>
                <a:lnTo>
                  <a:pt x="1484805" y="1078430"/>
                </a:lnTo>
                <a:lnTo>
                  <a:pt x="1484805" y="1076049"/>
                </a:lnTo>
                <a:lnTo>
                  <a:pt x="1484805" y="1075506"/>
                </a:lnTo>
                <a:lnTo>
                  <a:pt x="1484786" y="1073125"/>
                </a:lnTo>
                <a:lnTo>
                  <a:pt x="1484747" y="1068905"/>
                </a:lnTo>
                <a:lnTo>
                  <a:pt x="1484728" y="1066505"/>
                </a:lnTo>
                <a:lnTo>
                  <a:pt x="1484728" y="1065924"/>
                </a:lnTo>
                <a:lnTo>
                  <a:pt x="1484747" y="1063542"/>
                </a:lnTo>
                <a:lnTo>
                  <a:pt x="1484786" y="1059361"/>
                </a:lnTo>
                <a:lnTo>
                  <a:pt x="1484805" y="1056999"/>
                </a:lnTo>
                <a:lnTo>
                  <a:pt x="1484814" y="1056456"/>
                </a:lnTo>
                <a:lnTo>
                  <a:pt x="1484795" y="1054075"/>
                </a:lnTo>
                <a:lnTo>
                  <a:pt x="1484757" y="1049855"/>
                </a:lnTo>
                <a:lnTo>
                  <a:pt x="1484738" y="1047464"/>
                </a:lnTo>
                <a:lnTo>
                  <a:pt x="1484738" y="1046883"/>
                </a:lnTo>
                <a:lnTo>
                  <a:pt x="1484757" y="1044502"/>
                </a:lnTo>
                <a:lnTo>
                  <a:pt x="1484795" y="1040321"/>
                </a:lnTo>
                <a:lnTo>
                  <a:pt x="1484814" y="1037949"/>
                </a:lnTo>
                <a:lnTo>
                  <a:pt x="1484814" y="1037406"/>
                </a:lnTo>
                <a:lnTo>
                  <a:pt x="1484814" y="1035025"/>
                </a:lnTo>
                <a:lnTo>
                  <a:pt x="1484814" y="1030805"/>
                </a:lnTo>
                <a:lnTo>
                  <a:pt x="1484814" y="1028424"/>
                </a:lnTo>
                <a:lnTo>
                  <a:pt x="1484814" y="1027881"/>
                </a:lnTo>
                <a:lnTo>
                  <a:pt x="1484814" y="1025500"/>
                </a:lnTo>
                <a:lnTo>
                  <a:pt x="1484814" y="1021280"/>
                </a:lnTo>
                <a:lnTo>
                  <a:pt x="1484814" y="1018899"/>
                </a:lnTo>
                <a:lnTo>
                  <a:pt x="1484814" y="1018356"/>
                </a:lnTo>
                <a:lnTo>
                  <a:pt x="1484814" y="1015975"/>
                </a:lnTo>
                <a:lnTo>
                  <a:pt x="1484814" y="1011755"/>
                </a:lnTo>
                <a:lnTo>
                  <a:pt x="1484814" y="1009383"/>
                </a:lnTo>
                <a:lnTo>
                  <a:pt x="1484814" y="1008840"/>
                </a:lnTo>
                <a:lnTo>
                  <a:pt x="1484814" y="1006459"/>
                </a:lnTo>
                <a:lnTo>
                  <a:pt x="1484814" y="1002240"/>
                </a:lnTo>
                <a:lnTo>
                  <a:pt x="1484814" y="999858"/>
                </a:lnTo>
                <a:lnTo>
                  <a:pt x="1484814" y="999315"/>
                </a:lnTo>
                <a:lnTo>
                  <a:pt x="1484795" y="996934"/>
                </a:lnTo>
                <a:lnTo>
                  <a:pt x="1484767" y="992715"/>
                </a:lnTo>
                <a:lnTo>
                  <a:pt x="1484747" y="990314"/>
                </a:lnTo>
                <a:lnTo>
                  <a:pt x="1484747" y="989733"/>
                </a:lnTo>
                <a:lnTo>
                  <a:pt x="1484747" y="987352"/>
                </a:lnTo>
                <a:lnTo>
                  <a:pt x="1484747" y="983171"/>
                </a:lnTo>
                <a:lnTo>
                  <a:pt x="1484747" y="980789"/>
                </a:lnTo>
                <a:lnTo>
                  <a:pt x="1484747" y="980208"/>
                </a:lnTo>
                <a:lnTo>
                  <a:pt x="1484747" y="977827"/>
                </a:lnTo>
                <a:lnTo>
                  <a:pt x="1484747" y="973646"/>
                </a:lnTo>
                <a:lnTo>
                  <a:pt x="1484747" y="971264"/>
                </a:lnTo>
                <a:lnTo>
                  <a:pt x="1484747" y="970683"/>
                </a:lnTo>
                <a:lnTo>
                  <a:pt x="1484747" y="968302"/>
                </a:lnTo>
                <a:lnTo>
                  <a:pt x="1484747" y="964121"/>
                </a:lnTo>
                <a:lnTo>
                  <a:pt x="1484747" y="961739"/>
                </a:lnTo>
                <a:lnTo>
                  <a:pt x="1484747" y="961158"/>
                </a:lnTo>
                <a:lnTo>
                  <a:pt x="1484747" y="958777"/>
                </a:lnTo>
                <a:lnTo>
                  <a:pt x="1484747" y="954596"/>
                </a:lnTo>
                <a:lnTo>
                  <a:pt x="1484747" y="952214"/>
                </a:lnTo>
                <a:lnTo>
                  <a:pt x="1484757" y="951643"/>
                </a:lnTo>
                <a:lnTo>
                  <a:pt x="1484757" y="949262"/>
                </a:lnTo>
                <a:lnTo>
                  <a:pt x="1484757" y="945071"/>
                </a:lnTo>
                <a:lnTo>
                  <a:pt x="1484757" y="942689"/>
                </a:lnTo>
                <a:lnTo>
                  <a:pt x="1484757" y="942118"/>
                </a:lnTo>
                <a:lnTo>
                  <a:pt x="1484757" y="939737"/>
                </a:lnTo>
                <a:lnTo>
                  <a:pt x="1484757" y="935546"/>
                </a:lnTo>
                <a:lnTo>
                  <a:pt x="1484757" y="933164"/>
                </a:lnTo>
                <a:lnTo>
                  <a:pt x="1484757" y="932593"/>
                </a:lnTo>
                <a:lnTo>
                  <a:pt x="1484757" y="930212"/>
                </a:lnTo>
                <a:lnTo>
                  <a:pt x="1484757" y="926021"/>
                </a:lnTo>
                <a:lnTo>
                  <a:pt x="1484757" y="923639"/>
                </a:lnTo>
                <a:lnTo>
                  <a:pt x="1484757" y="923068"/>
                </a:lnTo>
                <a:lnTo>
                  <a:pt x="1484776" y="920687"/>
                </a:lnTo>
                <a:lnTo>
                  <a:pt x="1484814" y="916496"/>
                </a:lnTo>
                <a:lnTo>
                  <a:pt x="1484833" y="914133"/>
                </a:lnTo>
                <a:lnTo>
                  <a:pt x="1484833" y="913600"/>
                </a:lnTo>
                <a:lnTo>
                  <a:pt x="1484852" y="911219"/>
                </a:lnTo>
                <a:lnTo>
                  <a:pt x="1484890" y="906990"/>
                </a:lnTo>
                <a:lnTo>
                  <a:pt x="1484909" y="904627"/>
                </a:lnTo>
                <a:lnTo>
                  <a:pt x="1484909" y="904132"/>
                </a:lnTo>
                <a:lnTo>
                  <a:pt x="1484890" y="901751"/>
                </a:lnTo>
                <a:lnTo>
                  <a:pt x="1484852" y="897484"/>
                </a:lnTo>
                <a:lnTo>
                  <a:pt x="1484833" y="895083"/>
                </a:lnTo>
                <a:lnTo>
                  <a:pt x="1484833" y="894550"/>
                </a:lnTo>
                <a:lnTo>
                  <a:pt x="1484833" y="892169"/>
                </a:lnTo>
                <a:lnTo>
                  <a:pt x="1484833" y="887940"/>
                </a:lnTo>
                <a:lnTo>
                  <a:pt x="1484824" y="885558"/>
                </a:lnTo>
                <a:lnTo>
                  <a:pt x="1484824" y="885015"/>
                </a:lnTo>
                <a:lnTo>
                  <a:pt x="1484824" y="882634"/>
                </a:lnTo>
                <a:lnTo>
                  <a:pt x="1484824" y="878415"/>
                </a:lnTo>
                <a:lnTo>
                  <a:pt x="1484814" y="876024"/>
                </a:lnTo>
                <a:lnTo>
                  <a:pt x="1484814" y="875481"/>
                </a:lnTo>
                <a:lnTo>
                  <a:pt x="1484833" y="873100"/>
                </a:lnTo>
                <a:lnTo>
                  <a:pt x="1484871" y="868880"/>
                </a:lnTo>
                <a:lnTo>
                  <a:pt x="1484890" y="866518"/>
                </a:lnTo>
                <a:lnTo>
                  <a:pt x="1484881" y="866013"/>
                </a:lnTo>
                <a:lnTo>
                  <a:pt x="1484862" y="863632"/>
                </a:lnTo>
                <a:lnTo>
                  <a:pt x="1484824" y="859374"/>
                </a:lnTo>
                <a:lnTo>
                  <a:pt x="1484805" y="856974"/>
                </a:lnTo>
                <a:lnTo>
                  <a:pt x="1484805" y="856431"/>
                </a:lnTo>
                <a:lnTo>
                  <a:pt x="1484805" y="854050"/>
                </a:lnTo>
                <a:lnTo>
                  <a:pt x="1484805" y="849830"/>
                </a:lnTo>
                <a:lnTo>
                  <a:pt x="1484805" y="847449"/>
                </a:lnTo>
                <a:lnTo>
                  <a:pt x="1484805" y="846906"/>
                </a:lnTo>
                <a:lnTo>
                  <a:pt x="1484824" y="844525"/>
                </a:lnTo>
                <a:lnTo>
                  <a:pt x="1484862" y="840305"/>
                </a:lnTo>
                <a:lnTo>
                  <a:pt x="1484881" y="837943"/>
                </a:lnTo>
                <a:lnTo>
                  <a:pt x="1484881" y="837438"/>
                </a:lnTo>
                <a:lnTo>
                  <a:pt x="1484881" y="835057"/>
                </a:lnTo>
                <a:lnTo>
                  <a:pt x="1484881" y="830799"/>
                </a:lnTo>
                <a:lnTo>
                  <a:pt x="1484881" y="828418"/>
                </a:lnTo>
                <a:lnTo>
                  <a:pt x="1484881" y="827913"/>
                </a:lnTo>
                <a:lnTo>
                  <a:pt x="1484900" y="825532"/>
                </a:lnTo>
                <a:lnTo>
                  <a:pt x="1484938" y="821274"/>
                </a:lnTo>
                <a:lnTo>
                  <a:pt x="1484957" y="818912"/>
                </a:lnTo>
                <a:lnTo>
                  <a:pt x="1484957" y="818445"/>
                </a:lnTo>
                <a:lnTo>
                  <a:pt x="1484938" y="816064"/>
                </a:lnTo>
                <a:lnTo>
                  <a:pt x="1484900" y="811768"/>
                </a:lnTo>
                <a:lnTo>
                  <a:pt x="1484881" y="809368"/>
                </a:lnTo>
                <a:lnTo>
                  <a:pt x="1484881" y="808863"/>
                </a:lnTo>
                <a:lnTo>
                  <a:pt x="1484900" y="806482"/>
                </a:lnTo>
                <a:lnTo>
                  <a:pt x="1484938" y="802224"/>
                </a:lnTo>
                <a:lnTo>
                  <a:pt x="1484967" y="799862"/>
                </a:lnTo>
                <a:lnTo>
                  <a:pt x="1484967" y="799395"/>
                </a:lnTo>
                <a:lnTo>
                  <a:pt x="1484967" y="797014"/>
                </a:lnTo>
                <a:lnTo>
                  <a:pt x="1484967" y="792718"/>
                </a:lnTo>
                <a:lnTo>
                  <a:pt x="1484967" y="790346"/>
                </a:lnTo>
                <a:lnTo>
                  <a:pt x="1484967" y="789880"/>
                </a:lnTo>
                <a:lnTo>
                  <a:pt x="1484948" y="787498"/>
                </a:lnTo>
                <a:lnTo>
                  <a:pt x="1484909" y="783203"/>
                </a:lnTo>
                <a:lnTo>
                  <a:pt x="1484890" y="780802"/>
                </a:lnTo>
                <a:lnTo>
                  <a:pt x="1484890" y="780298"/>
                </a:lnTo>
                <a:lnTo>
                  <a:pt x="1484871" y="777916"/>
                </a:lnTo>
                <a:lnTo>
                  <a:pt x="1484843" y="773659"/>
                </a:lnTo>
                <a:lnTo>
                  <a:pt x="1484814" y="771249"/>
                </a:lnTo>
                <a:lnTo>
                  <a:pt x="1484814" y="770706"/>
                </a:lnTo>
                <a:lnTo>
                  <a:pt x="1484814" y="768325"/>
                </a:lnTo>
                <a:lnTo>
                  <a:pt x="1484814" y="764105"/>
                </a:lnTo>
                <a:lnTo>
                  <a:pt x="1484814" y="761724"/>
                </a:lnTo>
                <a:lnTo>
                  <a:pt x="1484814" y="761181"/>
                </a:lnTo>
                <a:lnTo>
                  <a:pt x="1484833" y="758800"/>
                </a:lnTo>
                <a:lnTo>
                  <a:pt x="1484871" y="754580"/>
                </a:lnTo>
                <a:lnTo>
                  <a:pt x="1484890" y="752218"/>
                </a:lnTo>
                <a:lnTo>
                  <a:pt x="1484881" y="751713"/>
                </a:lnTo>
                <a:lnTo>
                  <a:pt x="1484881" y="749332"/>
                </a:lnTo>
                <a:lnTo>
                  <a:pt x="1484881" y="745074"/>
                </a:lnTo>
                <a:lnTo>
                  <a:pt x="1484881" y="742693"/>
                </a:lnTo>
                <a:lnTo>
                  <a:pt x="1484881" y="742188"/>
                </a:lnTo>
                <a:lnTo>
                  <a:pt x="1484881" y="739807"/>
                </a:lnTo>
                <a:lnTo>
                  <a:pt x="1484881" y="735549"/>
                </a:lnTo>
                <a:lnTo>
                  <a:pt x="1484881" y="733168"/>
                </a:lnTo>
                <a:lnTo>
                  <a:pt x="1484881" y="732663"/>
                </a:lnTo>
                <a:lnTo>
                  <a:pt x="1484900" y="730282"/>
                </a:lnTo>
                <a:lnTo>
                  <a:pt x="1484938" y="726024"/>
                </a:lnTo>
                <a:lnTo>
                  <a:pt x="1484957" y="723662"/>
                </a:lnTo>
                <a:lnTo>
                  <a:pt x="1484967" y="723195"/>
                </a:lnTo>
                <a:lnTo>
                  <a:pt x="1484967" y="720814"/>
                </a:lnTo>
                <a:lnTo>
                  <a:pt x="1484967" y="716518"/>
                </a:lnTo>
                <a:lnTo>
                  <a:pt x="1484967" y="714146"/>
                </a:lnTo>
                <a:lnTo>
                  <a:pt x="1484967" y="713680"/>
                </a:lnTo>
                <a:lnTo>
                  <a:pt x="1484967" y="711298"/>
                </a:lnTo>
                <a:lnTo>
                  <a:pt x="1484967" y="707003"/>
                </a:lnTo>
                <a:lnTo>
                  <a:pt x="1484967" y="704621"/>
                </a:lnTo>
                <a:lnTo>
                  <a:pt x="1484976" y="704155"/>
                </a:lnTo>
                <a:lnTo>
                  <a:pt x="1484957" y="701773"/>
                </a:lnTo>
                <a:lnTo>
                  <a:pt x="1484919" y="697478"/>
                </a:lnTo>
                <a:lnTo>
                  <a:pt x="1484900" y="695077"/>
                </a:lnTo>
                <a:lnTo>
                  <a:pt x="1484909" y="694582"/>
                </a:lnTo>
                <a:lnTo>
                  <a:pt x="1484890" y="692201"/>
                </a:lnTo>
                <a:lnTo>
                  <a:pt x="1484852" y="687934"/>
                </a:lnTo>
                <a:lnTo>
                  <a:pt x="1484833" y="685533"/>
                </a:lnTo>
                <a:lnTo>
                  <a:pt x="1484843" y="685009"/>
                </a:lnTo>
                <a:lnTo>
                  <a:pt x="1484862" y="682628"/>
                </a:lnTo>
                <a:lnTo>
                  <a:pt x="1484900" y="678390"/>
                </a:lnTo>
                <a:lnTo>
                  <a:pt x="1484919" y="676027"/>
                </a:lnTo>
                <a:lnTo>
                  <a:pt x="1484919" y="675542"/>
                </a:lnTo>
                <a:lnTo>
                  <a:pt x="1484909" y="673160"/>
                </a:lnTo>
                <a:lnTo>
                  <a:pt x="1484871" y="668884"/>
                </a:lnTo>
                <a:lnTo>
                  <a:pt x="1484852" y="666483"/>
                </a:lnTo>
                <a:lnTo>
                  <a:pt x="1484852" y="665959"/>
                </a:lnTo>
                <a:lnTo>
                  <a:pt x="1484871" y="663578"/>
                </a:lnTo>
                <a:lnTo>
                  <a:pt x="1484909" y="659340"/>
                </a:lnTo>
                <a:lnTo>
                  <a:pt x="1484919" y="656977"/>
                </a:lnTo>
                <a:lnTo>
                  <a:pt x="1484919" y="656492"/>
                </a:lnTo>
                <a:lnTo>
                  <a:pt x="1484919" y="654110"/>
                </a:lnTo>
                <a:lnTo>
                  <a:pt x="1484919" y="649834"/>
                </a:lnTo>
                <a:lnTo>
                  <a:pt x="1484919" y="647452"/>
                </a:lnTo>
                <a:lnTo>
                  <a:pt x="1484919" y="646957"/>
                </a:lnTo>
                <a:lnTo>
                  <a:pt x="1484871" y="644576"/>
                </a:lnTo>
                <a:lnTo>
                  <a:pt x="1484805" y="640309"/>
                </a:lnTo>
                <a:lnTo>
                  <a:pt x="1484767" y="637889"/>
                </a:lnTo>
                <a:lnTo>
                  <a:pt x="1484767" y="637327"/>
                </a:lnTo>
                <a:lnTo>
                  <a:pt x="1484757" y="634946"/>
                </a:lnTo>
                <a:lnTo>
                  <a:pt x="1484719" y="630746"/>
                </a:lnTo>
                <a:lnTo>
                  <a:pt x="1484700" y="628345"/>
                </a:lnTo>
                <a:lnTo>
                  <a:pt x="1484700" y="627745"/>
                </a:lnTo>
                <a:lnTo>
                  <a:pt x="1484995" y="627288"/>
                </a:lnTo>
                <a:lnTo>
                  <a:pt x="1485595" y="626955"/>
                </a:lnTo>
                <a:lnTo>
                  <a:pt x="1488100" y="627078"/>
                </a:lnTo>
                <a:lnTo>
                  <a:pt x="1492510" y="627650"/>
                </a:lnTo>
                <a:lnTo>
                  <a:pt x="1494473" y="625735"/>
                </a:lnTo>
                <a:lnTo>
                  <a:pt x="1494006" y="621325"/>
                </a:lnTo>
                <a:lnTo>
                  <a:pt x="1493920" y="618858"/>
                </a:lnTo>
                <a:lnTo>
                  <a:pt x="1494215" y="618334"/>
                </a:lnTo>
                <a:lnTo>
                  <a:pt x="1494634" y="618068"/>
                </a:lnTo>
                <a:lnTo>
                  <a:pt x="1495158" y="618068"/>
                </a:lnTo>
                <a:lnTo>
                  <a:pt x="1497521" y="618049"/>
                </a:lnTo>
                <a:lnTo>
                  <a:pt x="1501721" y="618011"/>
                </a:lnTo>
                <a:lnTo>
                  <a:pt x="1504102" y="617992"/>
                </a:lnTo>
                <a:lnTo>
                  <a:pt x="1504664" y="617992"/>
                </a:lnTo>
                <a:lnTo>
                  <a:pt x="1507046" y="617982"/>
                </a:lnTo>
                <a:lnTo>
                  <a:pt x="1511237" y="617982"/>
                </a:lnTo>
                <a:lnTo>
                  <a:pt x="1513618" y="617992"/>
                </a:lnTo>
                <a:lnTo>
                  <a:pt x="1514189" y="617992"/>
                </a:lnTo>
                <a:lnTo>
                  <a:pt x="1516571" y="618001"/>
                </a:lnTo>
                <a:lnTo>
                  <a:pt x="1520771" y="618001"/>
                </a:lnTo>
                <a:lnTo>
                  <a:pt x="1523152" y="618001"/>
                </a:lnTo>
                <a:lnTo>
                  <a:pt x="1523714" y="617992"/>
                </a:lnTo>
                <a:lnTo>
                  <a:pt x="1526067" y="617963"/>
                </a:lnTo>
                <a:lnTo>
                  <a:pt x="1530191" y="617887"/>
                </a:lnTo>
                <a:lnTo>
                  <a:pt x="1532573" y="617858"/>
                </a:lnTo>
                <a:lnTo>
                  <a:pt x="1533211" y="617858"/>
                </a:lnTo>
                <a:lnTo>
                  <a:pt x="1535573" y="617849"/>
                </a:lnTo>
                <a:lnTo>
                  <a:pt x="1539669" y="617811"/>
                </a:lnTo>
                <a:lnTo>
                  <a:pt x="1542050" y="617801"/>
                </a:lnTo>
                <a:lnTo>
                  <a:pt x="1542717" y="617801"/>
                </a:lnTo>
                <a:lnTo>
                  <a:pt x="1545098" y="617801"/>
                </a:lnTo>
                <a:lnTo>
                  <a:pt x="1549194" y="617801"/>
                </a:lnTo>
                <a:lnTo>
                  <a:pt x="1551575" y="617801"/>
                </a:lnTo>
                <a:lnTo>
                  <a:pt x="1552242" y="617801"/>
                </a:lnTo>
                <a:lnTo>
                  <a:pt x="1554604" y="617782"/>
                </a:lnTo>
                <a:lnTo>
                  <a:pt x="1558671" y="617744"/>
                </a:lnTo>
                <a:lnTo>
                  <a:pt x="1561052" y="617734"/>
                </a:lnTo>
                <a:lnTo>
                  <a:pt x="1561748" y="617734"/>
                </a:lnTo>
                <a:lnTo>
                  <a:pt x="1564081" y="617687"/>
                </a:lnTo>
                <a:lnTo>
                  <a:pt x="1568053" y="617582"/>
                </a:lnTo>
                <a:lnTo>
                  <a:pt x="1570434" y="617534"/>
                </a:lnTo>
                <a:lnTo>
                  <a:pt x="1571225" y="617534"/>
                </a:lnTo>
                <a:lnTo>
                  <a:pt x="1572111" y="617934"/>
                </a:lnTo>
                <a:lnTo>
                  <a:pt x="1573092" y="618725"/>
                </a:lnTo>
                <a:lnTo>
                  <a:pt x="1575473" y="621097"/>
                </a:lnTo>
                <a:lnTo>
                  <a:pt x="1579255" y="625031"/>
                </a:lnTo>
                <a:lnTo>
                  <a:pt x="1581588" y="627412"/>
                </a:lnTo>
                <a:lnTo>
                  <a:pt x="1582464" y="628240"/>
                </a:lnTo>
                <a:lnTo>
                  <a:pt x="1584589" y="630784"/>
                </a:lnTo>
                <a:lnTo>
                  <a:pt x="1587979" y="635041"/>
                </a:lnTo>
                <a:lnTo>
                  <a:pt x="1589561" y="637423"/>
                </a:lnTo>
                <a:lnTo>
                  <a:pt x="1589322" y="637927"/>
                </a:lnTo>
                <a:lnTo>
                  <a:pt x="1589580" y="638423"/>
                </a:lnTo>
                <a:lnTo>
                  <a:pt x="1590313" y="638927"/>
                </a:lnTo>
                <a:lnTo>
                  <a:pt x="1591018" y="641309"/>
                </a:lnTo>
                <a:lnTo>
                  <a:pt x="1591704" y="645566"/>
                </a:lnTo>
                <a:lnTo>
                  <a:pt x="1592047" y="648043"/>
                </a:lnTo>
                <a:lnTo>
                  <a:pt x="1592056" y="648738"/>
                </a:lnTo>
                <a:lnTo>
                  <a:pt x="1592066" y="651119"/>
                </a:lnTo>
                <a:lnTo>
                  <a:pt x="1592066" y="655187"/>
                </a:lnTo>
                <a:lnTo>
                  <a:pt x="1592066" y="657577"/>
                </a:lnTo>
                <a:lnTo>
                  <a:pt x="1592075" y="658273"/>
                </a:lnTo>
                <a:lnTo>
                  <a:pt x="1592056" y="660654"/>
                </a:lnTo>
                <a:lnTo>
                  <a:pt x="1592018" y="664721"/>
                </a:lnTo>
                <a:lnTo>
                  <a:pt x="1592028" y="667112"/>
                </a:lnTo>
                <a:lnTo>
                  <a:pt x="1592085" y="667826"/>
                </a:lnTo>
                <a:lnTo>
                  <a:pt x="1592123" y="670208"/>
                </a:lnTo>
                <a:lnTo>
                  <a:pt x="1592151" y="674256"/>
                </a:lnTo>
                <a:lnTo>
                  <a:pt x="1594171" y="678313"/>
                </a:lnTo>
                <a:lnTo>
                  <a:pt x="1598190" y="682400"/>
                </a:lnTo>
                <a:lnTo>
                  <a:pt x="1602343" y="684543"/>
                </a:lnTo>
                <a:lnTo>
                  <a:pt x="1606629" y="684743"/>
                </a:lnTo>
                <a:lnTo>
                  <a:pt x="1608706" y="682704"/>
                </a:lnTo>
                <a:lnTo>
                  <a:pt x="1608582" y="678418"/>
                </a:lnTo>
                <a:lnTo>
                  <a:pt x="1608544" y="675999"/>
                </a:lnTo>
                <a:lnTo>
                  <a:pt x="1608592" y="675446"/>
                </a:lnTo>
                <a:lnTo>
                  <a:pt x="1608896" y="675132"/>
                </a:lnTo>
                <a:lnTo>
                  <a:pt x="1609449" y="675065"/>
                </a:lnTo>
                <a:lnTo>
                  <a:pt x="1611878" y="675122"/>
                </a:lnTo>
                <a:lnTo>
                  <a:pt x="1616192" y="675294"/>
                </a:lnTo>
                <a:lnTo>
                  <a:pt x="1618269" y="673217"/>
                </a:lnTo>
                <a:lnTo>
                  <a:pt x="1618097" y="668903"/>
                </a:lnTo>
                <a:lnTo>
                  <a:pt x="1618031" y="666464"/>
                </a:lnTo>
                <a:lnTo>
                  <a:pt x="1618078" y="665893"/>
                </a:lnTo>
                <a:lnTo>
                  <a:pt x="1618393" y="665617"/>
                </a:lnTo>
                <a:lnTo>
                  <a:pt x="1618964" y="665626"/>
                </a:lnTo>
                <a:lnTo>
                  <a:pt x="1621450" y="665731"/>
                </a:lnTo>
                <a:lnTo>
                  <a:pt x="1625851" y="665931"/>
                </a:lnTo>
                <a:lnTo>
                  <a:pt x="1628232" y="665064"/>
                </a:lnTo>
                <a:lnTo>
                  <a:pt x="1628594" y="663140"/>
                </a:lnTo>
                <a:lnTo>
                  <a:pt x="1630289" y="662454"/>
                </a:lnTo>
                <a:lnTo>
                  <a:pt x="1633309" y="662997"/>
                </a:lnTo>
                <a:lnTo>
                  <a:pt x="1634814" y="661759"/>
                </a:lnTo>
                <a:lnTo>
                  <a:pt x="1634814" y="658739"/>
                </a:lnTo>
                <a:lnTo>
                  <a:pt x="1635576" y="657111"/>
                </a:lnTo>
                <a:lnTo>
                  <a:pt x="1637090" y="656892"/>
                </a:lnTo>
                <a:lnTo>
                  <a:pt x="1637967" y="656720"/>
                </a:lnTo>
                <a:lnTo>
                  <a:pt x="1638186" y="656615"/>
                </a:lnTo>
                <a:lnTo>
                  <a:pt x="1640576" y="656625"/>
                </a:lnTo>
                <a:lnTo>
                  <a:pt x="1645139" y="656749"/>
                </a:lnTo>
                <a:lnTo>
                  <a:pt x="1647206" y="654539"/>
                </a:lnTo>
                <a:lnTo>
                  <a:pt x="1646787" y="649976"/>
                </a:lnTo>
                <a:lnTo>
                  <a:pt x="1646672" y="647490"/>
                </a:lnTo>
                <a:lnTo>
                  <a:pt x="1646873" y="647062"/>
                </a:lnTo>
                <a:lnTo>
                  <a:pt x="1647187" y="646843"/>
                </a:lnTo>
                <a:lnTo>
                  <a:pt x="1647615" y="646843"/>
                </a:lnTo>
                <a:lnTo>
                  <a:pt x="1650111" y="646967"/>
                </a:lnTo>
                <a:lnTo>
                  <a:pt x="1654693" y="647214"/>
                </a:lnTo>
                <a:lnTo>
                  <a:pt x="1657074" y="647100"/>
                </a:lnTo>
                <a:lnTo>
                  <a:pt x="1657255" y="646614"/>
                </a:lnTo>
                <a:lnTo>
                  <a:pt x="1659398" y="646367"/>
                </a:lnTo>
                <a:lnTo>
                  <a:pt x="1663494" y="646367"/>
                </a:lnTo>
                <a:lnTo>
                  <a:pt x="1665246" y="644319"/>
                </a:lnTo>
                <a:lnTo>
                  <a:pt x="1664637" y="640223"/>
                </a:lnTo>
                <a:lnTo>
                  <a:pt x="1664770" y="637985"/>
                </a:lnTo>
                <a:lnTo>
                  <a:pt x="1665665" y="637604"/>
                </a:lnTo>
                <a:lnTo>
                  <a:pt x="1666304" y="637394"/>
                </a:lnTo>
                <a:lnTo>
                  <a:pt x="1666685" y="637365"/>
                </a:lnTo>
                <a:lnTo>
                  <a:pt x="1669180" y="637489"/>
                </a:lnTo>
                <a:lnTo>
                  <a:pt x="1673800" y="637756"/>
                </a:lnTo>
                <a:lnTo>
                  <a:pt x="1676181" y="637718"/>
                </a:lnTo>
                <a:lnTo>
                  <a:pt x="1676324" y="637384"/>
                </a:lnTo>
                <a:lnTo>
                  <a:pt x="1678410" y="637089"/>
                </a:lnTo>
                <a:lnTo>
                  <a:pt x="1682429" y="636822"/>
                </a:lnTo>
                <a:lnTo>
                  <a:pt x="1683991" y="634679"/>
                </a:lnTo>
                <a:lnTo>
                  <a:pt x="1683115" y="630660"/>
                </a:lnTo>
                <a:lnTo>
                  <a:pt x="1683191" y="628355"/>
                </a:lnTo>
                <a:lnTo>
                  <a:pt x="1684239" y="627774"/>
                </a:lnTo>
                <a:lnTo>
                  <a:pt x="1685049" y="627478"/>
                </a:lnTo>
                <a:lnTo>
                  <a:pt x="1685630" y="627459"/>
                </a:lnTo>
                <a:lnTo>
                  <a:pt x="1688278" y="627726"/>
                </a:lnTo>
                <a:lnTo>
                  <a:pt x="1692993" y="628279"/>
                </a:lnTo>
                <a:lnTo>
                  <a:pt x="1695374" y="628536"/>
                </a:lnTo>
                <a:lnTo>
                  <a:pt x="1697793" y="628488"/>
                </a:lnTo>
                <a:lnTo>
                  <a:pt x="1702479" y="628488"/>
                </a:lnTo>
                <a:lnTo>
                  <a:pt x="1704527" y="626154"/>
                </a:lnTo>
                <a:lnTo>
                  <a:pt x="1703937" y="621468"/>
                </a:lnTo>
                <a:lnTo>
                  <a:pt x="1703765" y="618915"/>
                </a:lnTo>
                <a:lnTo>
                  <a:pt x="1704013" y="618496"/>
                </a:lnTo>
                <a:lnTo>
                  <a:pt x="1704346" y="618287"/>
                </a:lnTo>
                <a:lnTo>
                  <a:pt x="1704765" y="618287"/>
                </a:lnTo>
                <a:lnTo>
                  <a:pt x="1707042" y="618182"/>
                </a:lnTo>
                <a:lnTo>
                  <a:pt x="1711185" y="617982"/>
                </a:lnTo>
                <a:lnTo>
                  <a:pt x="1713567" y="617868"/>
                </a:lnTo>
                <a:lnTo>
                  <a:pt x="1714186" y="617858"/>
                </a:lnTo>
                <a:lnTo>
                  <a:pt x="1716681" y="617963"/>
                </a:lnTo>
                <a:lnTo>
                  <a:pt x="1721034" y="618201"/>
                </a:lnTo>
                <a:lnTo>
                  <a:pt x="1723415" y="618277"/>
                </a:lnTo>
                <a:lnTo>
                  <a:pt x="1723825" y="618201"/>
                </a:lnTo>
                <a:lnTo>
                  <a:pt x="1726263" y="618268"/>
                </a:lnTo>
                <a:lnTo>
                  <a:pt x="1730750" y="618468"/>
                </a:lnTo>
                <a:lnTo>
                  <a:pt x="1733131" y="618449"/>
                </a:lnTo>
                <a:lnTo>
                  <a:pt x="1733407" y="618201"/>
                </a:lnTo>
                <a:lnTo>
                  <a:pt x="1735626" y="618039"/>
                </a:lnTo>
                <a:lnTo>
                  <a:pt x="1739779" y="617944"/>
                </a:lnTo>
                <a:lnTo>
                  <a:pt x="1741913" y="615829"/>
                </a:lnTo>
                <a:lnTo>
                  <a:pt x="1742037" y="611676"/>
                </a:lnTo>
                <a:lnTo>
                  <a:pt x="1742237" y="609495"/>
                </a:lnTo>
                <a:lnTo>
                  <a:pt x="1742513" y="609286"/>
                </a:lnTo>
                <a:close/>
                <a:moveTo>
                  <a:pt x="3285173" y="608333"/>
                </a:moveTo>
                <a:lnTo>
                  <a:pt x="3285811" y="608343"/>
                </a:lnTo>
                <a:lnTo>
                  <a:pt x="3288154" y="608295"/>
                </a:lnTo>
                <a:lnTo>
                  <a:pt x="3292202" y="608219"/>
                </a:lnTo>
                <a:lnTo>
                  <a:pt x="3294583" y="608181"/>
                </a:lnTo>
                <a:lnTo>
                  <a:pt x="3295298" y="608181"/>
                </a:lnTo>
                <a:lnTo>
                  <a:pt x="3297679" y="608171"/>
                </a:lnTo>
                <a:lnTo>
                  <a:pt x="3301727" y="608171"/>
                </a:lnTo>
                <a:lnTo>
                  <a:pt x="3304108" y="608171"/>
                </a:lnTo>
                <a:lnTo>
                  <a:pt x="3304823" y="608171"/>
                </a:lnTo>
                <a:lnTo>
                  <a:pt x="3307213" y="608190"/>
                </a:lnTo>
                <a:lnTo>
                  <a:pt x="3311300" y="608219"/>
                </a:lnTo>
                <a:lnTo>
                  <a:pt x="3313681" y="608238"/>
                </a:lnTo>
                <a:lnTo>
                  <a:pt x="3314357" y="608238"/>
                </a:lnTo>
                <a:lnTo>
                  <a:pt x="3316719" y="608219"/>
                </a:lnTo>
                <a:lnTo>
                  <a:pt x="3320777" y="608190"/>
                </a:lnTo>
                <a:lnTo>
                  <a:pt x="3323158" y="608171"/>
                </a:lnTo>
                <a:lnTo>
                  <a:pt x="3323863" y="608171"/>
                </a:lnTo>
                <a:lnTo>
                  <a:pt x="3326244" y="608171"/>
                </a:lnTo>
                <a:lnTo>
                  <a:pt x="3330302" y="608171"/>
                </a:lnTo>
                <a:lnTo>
                  <a:pt x="3332683" y="608171"/>
                </a:lnTo>
                <a:lnTo>
                  <a:pt x="3333388" y="608171"/>
                </a:lnTo>
                <a:lnTo>
                  <a:pt x="3335788" y="608190"/>
                </a:lnTo>
                <a:lnTo>
                  <a:pt x="3339875" y="608219"/>
                </a:lnTo>
                <a:lnTo>
                  <a:pt x="3342256" y="608238"/>
                </a:lnTo>
                <a:lnTo>
                  <a:pt x="3342932" y="608247"/>
                </a:lnTo>
                <a:lnTo>
                  <a:pt x="3345313" y="608247"/>
                </a:lnTo>
                <a:lnTo>
                  <a:pt x="3349400" y="608247"/>
                </a:lnTo>
                <a:lnTo>
                  <a:pt x="3351781" y="608247"/>
                </a:lnTo>
                <a:lnTo>
                  <a:pt x="3352457" y="608247"/>
                </a:lnTo>
                <a:lnTo>
                  <a:pt x="3354810" y="608219"/>
                </a:lnTo>
                <a:lnTo>
                  <a:pt x="3358829" y="608152"/>
                </a:lnTo>
                <a:lnTo>
                  <a:pt x="3361211" y="608124"/>
                </a:lnTo>
                <a:lnTo>
                  <a:pt x="3361954" y="608124"/>
                </a:lnTo>
                <a:lnTo>
                  <a:pt x="3364440" y="608228"/>
                </a:lnTo>
                <a:lnTo>
                  <a:pt x="3368678" y="608438"/>
                </a:lnTo>
                <a:lnTo>
                  <a:pt x="3371059" y="608543"/>
                </a:lnTo>
                <a:lnTo>
                  <a:pt x="3371583" y="608543"/>
                </a:lnTo>
                <a:lnTo>
                  <a:pt x="3373917" y="608809"/>
                </a:lnTo>
                <a:lnTo>
                  <a:pt x="3378041" y="609333"/>
                </a:lnTo>
                <a:lnTo>
                  <a:pt x="3380423" y="610553"/>
                </a:lnTo>
                <a:lnTo>
                  <a:pt x="3381061" y="612458"/>
                </a:lnTo>
                <a:lnTo>
                  <a:pt x="3381975" y="613058"/>
                </a:lnTo>
                <a:lnTo>
                  <a:pt x="3383166" y="612334"/>
                </a:lnTo>
                <a:lnTo>
                  <a:pt x="3385547" y="613467"/>
                </a:lnTo>
                <a:lnTo>
                  <a:pt x="3389119" y="616448"/>
                </a:lnTo>
                <a:lnTo>
                  <a:pt x="3392900" y="617849"/>
                </a:lnTo>
                <a:lnTo>
                  <a:pt x="3396901" y="617687"/>
                </a:lnTo>
                <a:lnTo>
                  <a:pt x="3399282" y="617763"/>
                </a:lnTo>
                <a:lnTo>
                  <a:pt x="3400044" y="618087"/>
                </a:lnTo>
                <a:lnTo>
                  <a:pt x="3402425" y="618077"/>
                </a:lnTo>
                <a:lnTo>
                  <a:pt x="3406416" y="617753"/>
                </a:lnTo>
                <a:lnTo>
                  <a:pt x="3408797" y="617658"/>
                </a:lnTo>
                <a:lnTo>
                  <a:pt x="3409569" y="617782"/>
                </a:lnTo>
                <a:lnTo>
                  <a:pt x="3411941" y="617772"/>
                </a:lnTo>
                <a:lnTo>
                  <a:pt x="3415922" y="617630"/>
                </a:lnTo>
                <a:lnTo>
                  <a:pt x="3418303" y="617582"/>
                </a:lnTo>
                <a:lnTo>
                  <a:pt x="3419084" y="617620"/>
                </a:lnTo>
                <a:lnTo>
                  <a:pt x="3420275" y="618020"/>
                </a:lnTo>
                <a:lnTo>
                  <a:pt x="3421885" y="618754"/>
                </a:lnTo>
                <a:lnTo>
                  <a:pt x="3424266" y="621001"/>
                </a:lnTo>
                <a:lnTo>
                  <a:pt x="3427419" y="624764"/>
                </a:lnTo>
                <a:lnTo>
                  <a:pt x="3430638" y="626393"/>
                </a:lnTo>
                <a:lnTo>
                  <a:pt x="3433905" y="625916"/>
                </a:lnTo>
                <a:lnTo>
                  <a:pt x="3436287" y="626050"/>
                </a:lnTo>
                <a:lnTo>
                  <a:pt x="3437782" y="626812"/>
                </a:lnTo>
                <a:lnTo>
                  <a:pt x="3440459" y="627107"/>
                </a:lnTo>
                <a:lnTo>
                  <a:pt x="3444316" y="626935"/>
                </a:lnTo>
                <a:lnTo>
                  <a:pt x="3446697" y="626878"/>
                </a:lnTo>
                <a:lnTo>
                  <a:pt x="3447602" y="626945"/>
                </a:lnTo>
                <a:lnTo>
                  <a:pt x="3448641" y="627393"/>
                </a:lnTo>
                <a:lnTo>
                  <a:pt x="3449812" y="628231"/>
                </a:lnTo>
                <a:lnTo>
                  <a:pt x="3452193" y="630669"/>
                </a:lnTo>
                <a:lnTo>
                  <a:pt x="3455784" y="634717"/>
                </a:lnTo>
                <a:lnTo>
                  <a:pt x="3459432" y="636575"/>
                </a:lnTo>
                <a:lnTo>
                  <a:pt x="3463147" y="636241"/>
                </a:lnTo>
                <a:lnTo>
                  <a:pt x="3465528" y="636232"/>
                </a:lnTo>
                <a:lnTo>
                  <a:pt x="3466576" y="636537"/>
                </a:lnTo>
                <a:lnTo>
                  <a:pt x="3467643" y="637061"/>
                </a:lnTo>
                <a:lnTo>
                  <a:pt x="3468719" y="637804"/>
                </a:lnTo>
                <a:lnTo>
                  <a:pt x="3471101" y="640185"/>
                </a:lnTo>
                <a:lnTo>
                  <a:pt x="3474787" y="644204"/>
                </a:lnTo>
                <a:lnTo>
                  <a:pt x="3478530" y="646100"/>
                </a:lnTo>
                <a:lnTo>
                  <a:pt x="3482330" y="645890"/>
                </a:lnTo>
                <a:lnTo>
                  <a:pt x="3484712" y="645938"/>
                </a:lnTo>
                <a:lnTo>
                  <a:pt x="3485674" y="646252"/>
                </a:lnTo>
                <a:lnTo>
                  <a:pt x="3486483" y="646728"/>
                </a:lnTo>
                <a:lnTo>
                  <a:pt x="3487150" y="647376"/>
                </a:lnTo>
                <a:lnTo>
                  <a:pt x="3489531" y="649757"/>
                </a:lnTo>
                <a:lnTo>
                  <a:pt x="3493627" y="653863"/>
                </a:lnTo>
                <a:lnTo>
                  <a:pt x="3496161" y="656244"/>
                </a:lnTo>
                <a:lnTo>
                  <a:pt x="3497123" y="656901"/>
                </a:lnTo>
                <a:lnTo>
                  <a:pt x="3499504" y="659340"/>
                </a:lnTo>
                <a:lnTo>
                  <a:pt x="3503305" y="663559"/>
                </a:lnTo>
                <a:lnTo>
                  <a:pt x="3505667" y="665940"/>
                </a:lnTo>
                <a:lnTo>
                  <a:pt x="3506610" y="666483"/>
                </a:lnTo>
                <a:lnTo>
                  <a:pt x="3508991" y="668417"/>
                </a:lnTo>
                <a:lnTo>
                  <a:pt x="3512810" y="671751"/>
                </a:lnTo>
                <a:lnTo>
                  <a:pt x="3515535" y="674132"/>
                </a:lnTo>
                <a:lnTo>
                  <a:pt x="3517163" y="675561"/>
                </a:lnTo>
                <a:lnTo>
                  <a:pt x="3519545" y="678009"/>
                </a:lnTo>
                <a:lnTo>
                  <a:pt x="3522678" y="681485"/>
                </a:lnTo>
                <a:lnTo>
                  <a:pt x="3524698" y="683866"/>
                </a:lnTo>
                <a:lnTo>
                  <a:pt x="3525603" y="685152"/>
                </a:lnTo>
                <a:lnTo>
                  <a:pt x="3527984" y="687600"/>
                </a:lnTo>
                <a:lnTo>
                  <a:pt x="3531841" y="691191"/>
                </a:lnTo>
                <a:lnTo>
                  <a:pt x="3534166" y="693572"/>
                </a:lnTo>
                <a:lnTo>
                  <a:pt x="3534956" y="694744"/>
                </a:lnTo>
                <a:lnTo>
                  <a:pt x="3537337" y="697287"/>
                </a:lnTo>
                <a:lnTo>
                  <a:pt x="3541309" y="701221"/>
                </a:lnTo>
                <a:lnTo>
                  <a:pt x="3543614" y="703602"/>
                </a:lnTo>
                <a:lnTo>
                  <a:pt x="3544243" y="704431"/>
                </a:lnTo>
                <a:lnTo>
                  <a:pt x="3545234" y="705841"/>
                </a:lnTo>
                <a:lnTo>
                  <a:pt x="3546596" y="707831"/>
                </a:lnTo>
                <a:lnTo>
                  <a:pt x="3547043" y="710213"/>
                </a:lnTo>
                <a:lnTo>
                  <a:pt x="3546596" y="712984"/>
                </a:lnTo>
                <a:lnTo>
                  <a:pt x="3547986" y="715889"/>
                </a:lnTo>
                <a:lnTo>
                  <a:pt x="3551215" y="718918"/>
                </a:lnTo>
                <a:lnTo>
                  <a:pt x="3553092" y="721300"/>
                </a:lnTo>
                <a:lnTo>
                  <a:pt x="3553635" y="723033"/>
                </a:lnTo>
                <a:lnTo>
                  <a:pt x="3554530" y="724795"/>
                </a:lnTo>
                <a:lnTo>
                  <a:pt x="3555778" y="726577"/>
                </a:lnTo>
                <a:lnTo>
                  <a:pt x="3556302" y="728958"/>
                </a:lnTo>
                <a:lnTo>
                  <a:pt x="3556102" y="731939"/>
                </a:lnTo>
                <a:lnTo>
                  <a:pt x="3557588" y="734682"/>
                </a:lnTo>
                <a:lnTo>
                  <a:pt x="3560759" y="737187"/>
                </a:lnTo>
                <a:lnTo>
                  <a:pt x="3562702" y="739569"/>
                </a:lnTo>
                <a:lnTo>
                  <a:pt x="3563417" y="741826"/>
                </a:lnTo>
                <a:lnTo>
                  <a:pt x="3563845" y="743379"/>
                </a:lnTo>
                <a:lnTo>
                  <a:pt x="3563979" y="744226"/>
                </a:lnTo>
                <a:lnTo>
                  <a:pt x="3563950" y="746608"/>
                </a:lnTo>
                <a:lnTo>
                  <a:pt x="3563750" y="750522"/>
                </a:lnTo>
                <a:lnTo>
                  <a:pt x="3564065" y="753218"/>
                </a:lnTo>
                <a:lnTo>
                  <a:pt x="3564903" y="754704"/>
                </a:lnTo>
                <a:lnTo>
                  <a:pt x="3565236" y="757085"/>
                </a:lnTo>
                <a:lnTo>
                  <a:pt x="3565074" y="760362"/>
                </a:lnTo>
                <a:lnTo>
                  <a:pt x="3566712" y="763400"/>
                </a:lnTo>
                <a:lnTo>
                  <a:pt x="3570151" y="766210"/>
                </a:lnTo>
                <a:lnTo>
                  <a:pt x="3572256" y="768591"/>
                </a:lnTo>
                <a:lnTo>
                  <a:pt x="3573018" y="770544"/>
                </a:lnTo>
                <a:lnTo>
                  <a:pt x="3573399" y="771906"/>
                </a:lnTo>
                <a:lnTo>
                  <a:pt x="3573399" y="772668"/>
                </a:lnTo>
                <a:lnTo>
                  <a:pt x="3573399" y="775049"/>
                </a:lnTo>
                <a:lnTo>
                  <a:pt x="3573399" y="779050"/>
                </a:lnTo>
                <a:lnTo>
                  <a:pt x="3573447" y="781479"/>
                </a:lnTo>
                <a:lnTo>
                  <a:pt x="3573542" y="782336"/>
                </a:lnTo>
                <a:lnTo>
                  <a:pt x="3573532" y="784717"/>
                </a:lnTo>
                <a:lnTo>
                  <a:pt x="3573428" y="788622"/>
                </a:lnTo>
                <a:lnTo>
                  <a:pt x="3573447" y="791032"/>
                </a:lnTo>
                <a:lnTo>
                  <a:pt x="3573609" y="791937"/>
                </a:lnTo>
                <a:lnTo>
                  <a:pt x="3573666" y="794318"/>
                </a:lnTo>
                <a:lnTo>
                  <a:pt x="3573618" y="798176"/>
                </a:lnTo>
                <a:lnTo>
                  <a:pt x="3573742" y="800672"/>
                </a:lnTo>
                <a:lnTo>
                  <a:pt x="3574009" y="801805"/>
                </a:lnTo>
                <a:lnTo>
                  <a:pt x="3574094" y="804186"/>
                </a:lnTo>
                <a:lnTo>
                  <a:pt x="3573980" y="807815"/>
                </a:lnTo>
                <a:lnTo>
                  <a:pt x="3573999" y="810206"/>
                </a:lnTo>
                <a:lnTo>
                  <a:pt x="3574132" y="811368"/>
                </a:lnTo>
                <a:lnTo>
                  <a:pt x="3574228" y="813749"/>
                </a:lnTo>
                <a:lnTo>
                  <a:pt x="3574294" y="817350"/>
                </a:lnTo>
                <a:lnTo>
                  <a:pt x="3574361" y="819798"/>
                </a:lnTo>
                <a:lnTo>
                  <a:pt x="3574437" y="821103"/>
                </a:lnTo>
                <a:lnTo>
                  <a:pt x="3574475" y="823484"/>
                </a:lnTo>
                <a:lnTo>
                  <a:pt x="3574475" y="826941"/>
                </a:lnTo>
                <a:lnTo>
                  <a:pt x="3574475" y="829323"/>
                </a:lnTo>
                <a:lnTo>
                  <a:pt x="3574475" y="830628"/>
                </a:lnTo>
                <a:lnTo>
                  <a:pt x="3574475" y="833009"/>
                </a:lnTo>
                <a:lnTo>
                  <a:pt x="3574475" y="836466"/>
                </a:lnTo>
                <a:lnTo>
                  <a:pt x="3574485" y="838857"/>
                </a:lnTo>
                <a:lnTo>
                  <a:pt x="3574513" y="840181"/>
                </a:lnTo>
                <a:lnTo>
                  <a:pt x="3574523" y="842562"/>
                </a:lnTo>
                <a:lnTo>
                  <a:pt x="3574523" y="846001"/>
                </a:lnTo>
                <a:lnTo>
                  <a:pt x="3574523" y="848382"/>
                </a:lnTo>
                <a:lnTo>
                  <a:pt x="3574523" y="849706"/>
                </a:lnTo>
                <a:lnTo>
                  <a:pt x="3574485" y="852087"/>
                </a:lnTo>
                <a:lnTo>
                  <a:pt x="3574428" y="855526"/>
                </a:lnTo>
                <a:lnTo>
                  <a:pt x="3574409" y="857898"/>
                </a:lnTo>
                <a:lnTo>
                  <a:pt x="3574437" y="859184"/>
                </a:lnTo>
                <a:lnTo>
                  <a:pt x="3574456" y="861565"/>
                </a:lnTo>
                <a:lnTo>
                  <a:pt x="3574456" y="865041"/>
                </a:lnTo>
                <a:lnTo>
                  <a:pt x="3574456" y="867423"/>
                </a:lnTo>
                <a:lnTo>
                  <a:pt x="3574456" y="868709"/>
                </a:lnTo>
                <a:lnTo>
                  <a:pt x="3574456" y="871090"/>
                </a:lnTo>
                <a:lnTo>
                  <a:pt x="3574456" y="874566"/>
                </a:lnTo>
                <a:lnTo>
                  <a:pt x="3574447" y="876929"/>
                </a:lnTo>
                <a:lnTo>
                  <a:pt x="3574418" y="878195"/>
                </a:lnTo>
                <a:lnTo>
                  <a:pt x="3574371" y="880577"/>
                </a:lnTo>
                <a:lnTo>
                  <a:pt x="3574304" y="884072"/>
                </a:lnTo>
                <a:lnTo>
                  <a:pt x="3574266" y="886425"/>
                </a:lnTo>
                <a:lnTo>
                  <a:pt x="3574256" y="887616"/>
                </a:lnTo>
                <a:lnTo>
                  <a:pt x="3574256" y="889997"/>
                </a:lnTo>
                <a:lnTo>
                  <a:pt x="3574256" y="893569"/>
                </a:lnTo>
                <a:lnTo>
                  <a:pt x="3574256" y="895950"/>
                </a:lnTo>
                <a:lnTo>
                  <a:pt x="3574266" y="897150"/>
                </a:lnTo>
                <a:lnTo>
                  <a:pt x="3574342" y="899531"/>
                </a:lnTo>
                <a:lnTo>
                  <a:pt x="3574475" y="903094"/>
                </a:lnTo>
                <a:lnTo>
                  <a:pt x="3574532" y="905532"/>
                </a:lnTo>
                <a:lnTo>
                  <a:pt x="3574523" y="906856"/>
                </a:lnTo>
                <a:lnTo>
                  <a:pt x="3574485" y="909237"/>
                </a:lnTo>
                <a:lnTo>
                  <a:pt x="3574428" y="912676"/>
                </a:lnTo>
                <a:lnTo>
                  <a:pt x="3574390" y="915029"/>
                </a:lnTo>
                <a:lnTo>
                  <a:pt x="3574390" y="916286"/>
                </a:lnTo>
                <a:lnTo>
                  <a:pt x="3574361" y="918667"/>
                </a:lnTo>
                <a:lnTo>
                  <a:pt x="3574294" y="922172"/>
                </a:lnTo>
                <a:lnTo>
                  <a:pt x="3574256" y="924516"/>
                </a:lnTo>
                <a:lnTo>
                  <a:pt x="3574247" y="925697"/>
                </a:lnTo>
                <a:lnTo>
                  <a:pt x="3574209" y="928078"/>
                </a:lnTo>
                <a:lnTo>
                  <a:pt x="3574132" y="931659"/>
                </a:lnTo>
                <a:lnTo>
                  <a:pt x="3574113" y="934022"/>
                </a:lnTo>
                <a:lnTo>
                  <a:pt x="3574132" y="935155"/>
                </a:lnTo>
                <a:lnTo>
                  <a:pt x="3574142" y="937536"/>
                </a:lnTo>
                <a:lnTo>
                  <a:pt x="3574142" y="941165"/>
                </a:lnTo>
                <a:lnTo>
                  <a:pt x="3574151" y="943547"/>
                </a:lnTo>
                <a:lnTo>
                  <a:pt x="3574171" y="944699"/>
                </a:lnTo>
                <a:lnTo>
                  <a:pt x="3574180" y="947080"/>
                </a:lnTo>
                <a:lnTo>
                  <a:pt x="3574180" y="950690"/>
                </a:lnTo>
                <a:lnTo>
                  <a:pt x="3574180" y="953081"/>
                </a:lnTo>
                <a:lnTo>
                  <a:pt x="3574190" y="954234"/>
                </a:lnTo>
                <a:lnTo>
                  <a:pt x="3574190" y="956615"/>
                </a:lnTo>
                <a:lnTo>
                  <a:pt x="3574190" y="960225"/>
                </a:lnTo>
                <a:lnTo>
                  <a:pt x="3574209" y="962616"/>
                </a:lnTo>
                <a:lnTo>
                  <a:pt x="3574228" y="963797"/>
                </a:lnTo>
                <a:lnTo>
                  <a:pt x="3574237" y="966178"/>
                </a:lnTo>
                <a:lnTo>
                  <a:pt x="3574237" y="969759"/>
                </a:lnTo>
                <a:lnTo>
                  <a:pt x="3574247" y="972150"/>
                </a:lnTo>
                <a:lnTo>
                  <a:pt x="3574256" y="973341"/>
                </a:lnTo>
                <a:lnTo>
                  <a:pt x="3574294" y="975722"/>
                </a:lnTo>
                <a:lnTo>
                  <a:pt x="3574361" y="979294"/>
                </a:lnTo>
                <a:lnTo>
                  <a:pt x="3574399" y="981704"/>
                </a:lnTo>
                <a:lnTo>
                  <a:pt x="3574390" y="982961"/>
                </a:lnTo>
                <a:lnTo>
                  <a:pt x="3574390" y="985342"/>
                </a:lnTo>
                <a:lnTo>
                  <a:pt x="3574390" y="988847"/>
                </a:lnTo>
                <a:lnTo>
                  <a:pt x="3574390" y="991229"/>
                </a:lnTo>
                <a:lnTo>
                  <a:pt x="3574390" y="992486"/>
                </a:lnTo>
                <a:lnTo>
                  <a:pt x="3574352" y="994867"/>
                </a:lnTo>
                <a:lnTo>
                  <a:pt x="3574275" y="998372"/>
                </a:lnTo>
                <a:lnTo>
                  <a:pt x="3574228" y="1000706"/>
                </a:lnTo>
                <a:lnTo>
                  <a:pt x="3574209" y="1001859"/>
                </a:lnTo>
                <a:lnTo>
                  <a:pt x="3574190" y="1004240"/>
                </a:lnTo>
                <a:lnTo>
                  <a:pt x="3574190" y="1007850"/>
                </a:lnTo>
                <a:lnTo>
                  <a:pt x="3574171" y="1010212"/>
                </a:lnTo>
                <a:lnTo>
                  <a:pt x="3574132" y="1011326"/>
                </a:lnTo>
                <a:lnTo>
                  <a:pt x="3574075" y="1013708"/>
                </a:lnTo>
                <a:lnTo>
                  <a:pt x="3574009" y="1017356"/>
                </a:lnTo>
                <a:lnTo>
                  <a:pt x="3573961" y="1019689"/>
                </a:lnTo>
                <a:lnTo>
                  <a:pt x="3573932" y="1020709"/>
                </a:lnTo>
                <a:lnTo>
                  <a:pt x="3573875" y="1023090"/>
                </a:lnTo>
                <a:lnTo>
                  <a:pt x="3573809" y="1026833"/>
                </a:lnTo>
                <a:lnTo>
                  <a:pt x="3573751" y="1029157"/>
                </a:lnTo>
                <a:lnTo>
                  <a:pt x="3573732" y="1030081"/>
                </a:lnTo>
                <a:lnTo>
                  <a:pt x="3573751" y="1032462"/>
                </a:lnTo>
                <a:lnTo>
                  <a:pt x="3573828" y="1036301"/>
                </a:lnTo>
                <a:lnTo>
                  <a:pt x="3573866" y="1038720"/>
                </a:lnTo>
                <a:lnTo>
                  <a:pt x="3573856" y="1039711"/>
                </a:lnTo>
                <a:lnTo>
                  <a:pt x="3573818" y="1042092"/>
                </a:lnTo>
                <a:lnTo>
                  <a:pt x="3573742" y="1045864"/>
                </a:lnTo>
                <a:lnTo>
                  <a:pt x="3573704" y="1048207"/>
                </a:lnTo>
                <a:lnTo>
                  <a:pt x="3573694" y="1049112"/>
                </a:lnTo>
                <a:lnTo>
                  <a:pt x="3573732" y="1051493"/>
                </a:lnTo>
                <a:lnTo>
                  <a:pt x="3573799" y="1055351"/>
                </a:lnTo>
                <a:lnTo>
                  <a:pt x="3573837" y="1057770"/>
                </a:lnTo>
                <a:lnTo>
                  <a:pt x="3573837" y="1058751"/>
                </a:lnTo>
                <a:lnTo>
                  <a:pt x="3573875" y="1061133"/>
                </a:lnTo>
                <a:lnTo>
                  <a:pt x="3573942" y="1064914"/>
                </a:lnTo>
                <a:lnTo>
                  <a:pt x="3573980" y="1067324"/>
                </a:lnTo>
                <a:lnTo>
                  <a:pt x="3573980" y="1068381"/>
                </a:lnTo>
                <a:lnTo>
                  <a:pt x="3573942" y="1070762"/>
                </a:lnTo>
                <a:lnTo>
                  <a:pt x="3573875" y="1074468"/>
                </a:lnTo>
                <a:lnTo>
                  <a:pt x="3573847" y="1076830"/>
                </a:lnTo>
                <a:lnTo>
                  <a:pt x="3573866" y="1077830"/>
                </a:lnTo>
                <a:lnTo>
                  <a:pt x="3573875" y="1080211"/>
                </a:lnTo>
                <a:lnTo>
                  <a:pt x="3573875" y="1083974"/>
                </a:lnTo>
                <a:lnTo>
                  <a:pt x="3573894" y="1086364"/>
                </a:lnTo>
                <a:lnTo>
                  <a:pt x="3573913" y="1087393"/>
                </a:lnTo>
                <a:lnTo>
                  <a:pt x="3573932" y="1089774"/>
                </a:lnTo>
                <a:lnTo>
                  <a:pt x="3573932" y="1093508"/>
                </a:lnTo>
                <a:lnTo>
                  <a:pt x="3573942" y="1095899"/>
                </a:lnTo>
                <a:lnTo>
                  <a:pt x="3573961" y="1096947"/>
                </a:lnTo>
                <a:lnTo>
                  <a:pt x="3573971" y="1099328"/>
                </a:lnTo>
                <a:lnTo>
                  <a:pt x="3573971" y="1103043"/>
                </a:lnTo>
                <a:lnTo>
                  <a:pt x="3573990" y="1105443"/>
                </a:lnTo>
                <a:lnTo>
                  <a:pt x="3574037" y="1106538"/>
                </a:lnTo>
                <a:lnTo>
                  <a:pt x="3574056" y="1108920"/>
                </a:lnTo>
                <a:lnTo>
                  <a:pt x="3574056" y="1112587"/>
                </a:lnTo>
                <a:lnTo>
                  <a:pt x="3574066" y="1114977"/>
                </a:lnTo>
                <a:lnTo>
                  <a:pt x="3574085" y="1116082"/>
                </a:lnTo>
                <a:lnTo>
                  <a:pt x="3574047" y="1118464"/>
                </a:lnTo>
                <a:lnTo>
                  <a:pt x="3573971" y="1122121"/>
                </a:lnTo>
                <a:lnTo>
                  <a:pt x="3573932" y="1124464"/>
                </a:lnTo>
                <a:lnTo>
                  <a:pt x="3573942" y="1125503"/>
                </a:lnTo>
                <a:lnTo>
                  <a:pt x="3574028" y="1127884"/>
                </a:lnTo>
                <a:lnTo>
                  <a:pt x="3574180" y="1131608"/>
                </a:lnTo>
                <a:lnTo>
                  <a:pt x="3574266" y="1134085"/>
                </a:lnTo>
                <a:lnTo>
                  <a:pt x="3574294" y="1135294"/>
                </a:lnTo>
                <a:lnTo>
                  <a:pt x="3574266" y="1137676"/>
                </a:lnTo>
                <a:lnTo>
                  <a:pt x="3574190" y="1141228"/>
                </a:lnTo>
                <a:lnTo>
                  <a:pt x="3574161" y="1143581"/>
                </a:lnTo>
                <a:lnTo>
                  <a:pt x="3574180" y="1144734"/>
                </a:lnTo>
                <a:lnTo>
                  <a:pt x="3574228" y="1147115"/>
                </a:lnTo>
                <a:lnTo>
                  <a:pt x="3574304" y="1150725"/>
                </a:lnTo>
                <a:lnTo>
                  <a:pt x="3574380" y="1153182"/>
                </a:lnTo>
                <a:lnTo>
                  <a:pt x="3574466" y="1154506"/>
                </a:lnTo>
                <a:lnTo>
                  <a:pt x="3574428" y="1156887"/>
                </a:lnTo>
                <a:lnTo>
                  <a:pt x="3574266" y="1160326"/>
                </a:lnTo>
                <a:lnTo>
                  <a:pt x="3574113" y="1162555"/>
                </a:lnTo>
                <a:lnTo>
                  <a:pt x="3573971" y="1163574"/>
                </a:lnTo>
                <a:lnTo>
                  <a:pt x="3573942" y="1165955"/>
                </a:lnTo>
                <a:lnTo>
                  <a:pt x="3574018" y="1169699"/>
                </a:lnTo>
                <a:lnTo>
                  <a:pt x="3573790" y="1171851"/>
                </a:lnTo>
                <a:lnTo>
                  <a:pt x="3573247" y="1172404"/>
                </a:lnTo>
                <a:lnTo>
                  <a:pt x="3572999" y="1174785"/>
                </a:lnTo>
                <a:lnTo>
                  <a:pt x="3573037" y="1178995"/>
                </a:lnTo>
                <a:lnTo>
                  <a:pt x="3573018" y="1181357"/>
                </a:lnTo>
                <a:lnTo>
                  <a:pt x="3572932" y="1181862"/>
                </a:lnTo>
                <a:lnTo>
                  <a:pt x="3572637" y="1182214"/>
                </a:lnTo>
                <a:lnTo>
                  <a:pt x="3572132" y="1182414"/>
                </a:lnTo>
                <a:lnTo>
                  <a:pt x="3569713" y="1182376"/>
                </a:lnTo>
                <a:lnTo>
                  <a:pt x="3565388" y="1182110"/>
                </a:lnTo>
                <a:lnTo>
                  <a:pt x="3563436" y="1184138"/>
                </a:lnTo>
                <a:lnTo>
                  <a:pt x="3563845" y="1188463"/>
                </a:lnTo>
                <a:lnTo>
                  <a:pt x="3563931" y="1190930"/>
                </a:lnTo>
                <a:lnTo>
                  <a:pt x="3563703" y="1191549"/>
                </a:lnTo>
                <a:lnTo>
                  <a:pt x="3563274" y="1191863"/>
                </a:lnTo>
                <a:lnTo>
                  <a:pt x="3562655" y="1191854"/>
                </a:lnTo>
                <a:lnTo>
                  <a:pt x="3560188" y="1191768"/>
                </a:lnTo>
                <a:lnTo>
                  <a:pt x="3555854" y="1191578"/>
                </a:lnTo>
                <a:lnTo>
                  <a:pt x="3553473" y="1191482"/>
                </a:lnTo>
                <a:lnTo>
                  <a:pt x="3553044" y="1191482"/>
                </a:lnTo>
                <a:lnTo>
                  <a:pt x="3550577" y="1191406"/>
                </a:lnTo>
                <a:lnTo>
                  <a:pt x="3546081" y="1191244"/>
                </a:lnTo>
                <a:lnTo>
                  <a:pt x="3543700" y="1191158"/>
                </a:lnTo>
                <a:lnTo>
                  <a:pt x="3543433" y="1191158"/>
                </a:lnTo>
                <a:lnTo>
                  <a:pt x="3541071" y="1191177"/>
                </a:lnTo>
                <a:lnTo>
                  <a:pt x="3536613" y="1191216"/>
                </a:lnTo>
                <a:lnTo>
                  <a:pt x="3534232" y="1191244"/>
                </a:lnTo>
                <a:lnTo>
                  <a:pt x="3533927" y="1191235"/>
                </a:lnTo>
                <a:lnTo>
                  <a:pt x="3531565" y="1191263"/>
                </a:lnTo>
                <a:lnTo>
                  <a:pt x="3527155" y="1191301"/>
                </a:lnTo>
                <a:lnTo>
                  <a:pt x="3524774" y="1191320"/>
                </a:lnTo>
                <a:lnTo>
                  <a:pt x="3524421" y="1191320"/>
                </a:lnTo>
                <a:lnTo>
                  <a:pt x="3522021" y="1191301"/>
                </a:lnTo>
                <a:lnTo>
                  <a:pt x="3517563" y="1191263"/>
                </a:lnTo>
                <a:lnTo>
                  <a:pt x="3515182" y="1191235"/>
                </a:lnTo>
                <a:lnTo>
                  <a:pt x="3514877" y="1191235"/>
                </a:lnTo>
                <a:lnTo>
                  <a:pt x="3512515" y="1191254"/>
                </a:lnTo>
                <a:lnTo>
                  <a:pt x="3508105" y="1191301"/>
                </a:lnTo>
                <a:lnTo>
                  <a:pt x="3505724" y="1191320"/>
                </a:lnTo>
                <a:lnTo>
                  <a:pt x="3505371" y="1191311"/>
                </a:lnTo>
                <a:lnTo>
                  <a:pt x="3503143" y="1191463"/>
                </a:lnTo>
                <a:lnTo>
                  <a:pt x="3499018" y="1191758"/>
                </a:lnTo>
                <a:lnTo>
                  <a:pt x="3496637" y="1191901"/>
                </a:lnTo>
                <a:lnTo>
                  <a:pt x="3495999" y="1191901"/>
                </a:lnTo>
                <a:lnTo>
                  <a:pt x="3495075" y="1191587"/>
                </a:lnTo>
                <a:lnTo>
                  <a:pt x="3493875" y="1190949"/>
                </a:lnTo>
                <a:lnTo>
                  <a:pt x="3491494" y="1188625"/>
                </a:lnTo>
                <a:lnTo>
                  <a:pt x="3487931" y="1184624"/>
                </a:lnTo>
                <a:lnTo>
                  <a:pt x="3485779" y="1182243"/>
                </a:lnTo>
                <a:lnTo>
                  <a:pt x="3485026" y="1181481"/>
                </a:lnTo>
                <a:lnTo>
                  <a:pt x="3482645" y="1179338"/>
                </a:lnTo>
                <a:lnTo>
                  <a:pt x="3478635" y="1175814"/>
                </a:lnTo>
                <a:lnTo>
                  <a:pt x="3476292" y="1173432"/>
                </a:lnTo>
                <a:lnTo>
                  <a:pt x="3475615" y="1172194"/>
                </a:lnTo>
                <a:lnTo>
                  <a:pt x="3475234" y="1171194"/>
                </a:lnTo>
                <a:lnTo>
                  <a:pt x="3475139" y="1170432"/>
                </a:lnTo>
                <a:lnTo>
                  <a:pt x="3475177" y="1168051"/>
                </a:lnTo>
                <a:lnTo>
                  <a:pt x="3475330" y="1164050"/>
                </a:lnTo>
                <a:lnTo>
                  <a:pt x="3475406" y="1161736"/>
                </a:lnTo>
                <a:lnTo>
                  <a:pt x="3475387" y="1161117"/>
                </a:lnTo>
                <a:lnTo>
                  <a:pt x="3475472" y="1158735"/>
                </a:lnTo>
                <a:lnTo>
                  <a:pt x="3475644" y="1154592"/>
                </a:lnTo>
                <a:lnTo>
                  <a:pt x="3475758" y="1152335"/>
                </a:lnTo>
                <a:lnTo>
                  <a:pt x="3475815" y="1151944"/>
                </a:lnTo>
                <a:lnTo>
                  <a:pt x="3475777" y="1149563"/>
                </a:lnTo>
                <a:lnTo>
                  <a:pt x="3475625" y="1145191"/>
                </a:lnTo>
                <a:lnTo>
                  <a:pt x="3473920" y="1141105"/>
                </a:lnTo>
                <a:lnTo>
                  <a:pt x="3470672" y="1137314"/>
                </a:lnTo>
                <a:lnTo>
                  <a:pt x="3469072" y="1134932"/>
                </a:lnTo>
                <a:lnTo>
                  <a:pt x="3469138" y="1133961"/>
                </a:lnTo>
                <a:lnTo>
                  <a:pt x="3468653" y="1132703"/>
                </a:lnTo>
                <a:lnTo>
                  <a:pt x="3467614" y="1131170"/>
                </a:lnTo>
                <a:lnTo>
                  <a:pt x="3466509" y="1130579"/>
                </a:lnTo>
                <a:lnTo>
                  <a:pt x="3465319" y="1130922"/>
                </a:lnTo>
                <a:lnTo>
                  <a:pt x="3464757" y="1131694"/>
                </a:lnTo>
                <a:lnTo>
                  <a:pt x="3464843" y="1132884"/>
                </a:lnTo>
                <a:lnTo>
                  <a:pt x="3463290" y="1133704"/>
                </a:lnTo>
                <a:lnTo>
                  <a:pt x="3460099" y="1134170"/>
                </a:lnTo>
                <a:lnTo>
                  <a:pt x="3458270" y="1134608"/>
                </a:lnTo>
                <a:lnTo>
                  <a:pt x="3457804" y="1135028"/>
                </a:lnTo>
                <a:lnTo>
                  <a:pt x="3455565" y="1135161"/>
                </a:lnTo>
                <a:lnTo>
                  <a:pt x="3451546" y="1135028"/>
                </a:lnTo>
                <a:lnTo>
                  <a:pt x="3449669" y="1136971"/>
                </a:lnTo>
                <a:lnTo>
                  <a:pt x="3449926" y="1140990"/>
                </a:lnTo>
                <a:lnTo>
                  <a:pt x="3449822" y="1143267"/>
                </a:lnTo>
                <a:lnTo>
                  <a:pt x="3449336" y="1143791"/>
                </a:lnTo>
                <a:lnTo>
                  <a:pt x="3448841" y="1144114"/>
                </a:lnTo>
                <a:lnTo>
                  <a:pt x="3448317" y="1144257"/>
                </a:lnTo>
                <a:lnTo>
                  <a:pt x="3445935" y="1144257"/>
                </a:lnTo>
                <a:lnTo>
                  <a:pt x="3441697" y="1144114"/>
                </a:lnTo>
                <a:lnTo>
                  <a:pt x="3439744" y="1146172"/>
                </a:lnTo>
                <a:lnTo>
                  <a:pt x="3440087" y="1150410"/>
                </a:lnTo>
                <a:lnTo>
                  <a:pt x="3440182" y="1152877"/>
                </a:lnTo>
                <a:lnTo>
                  <a:pt x="3440030" y="1153592"/>
                </a:lnTo>
                <a:lnTo>
                  <a:pt x="3439592" y="1153954"/>
                </a:lnTo>
                <a:lnTo>
                  <a:pt x="3438877" y="1153954"/>
                </a:lnTo>
                <a:lnTo>
                  <a:pt x="3436410" y="1153868"/>
                </a:lnTo>
                <a:lnTo>
                  <a:pt x="3432191" y="1153697"/>
                </a:lnTo>
                <a:lnTo>
                  <a:pt x="3429810" y="1154906"/>
                </a:lnTo>
                <a:lnTo>
                  <a:pt x="3429267" y="1157516"/>
                </a:lnTo>
                <a:lnTo>
                  <a:pt x="3427990" y="1158611"/>
                </a:lnTo>
                <a:lnTo>
                  <a:pt x="3425962" y="1158202"/>
                </a:lnTo>
                <a:lnTo>
                  <a:pt x="3425114" y="1159012"/>
                </a:lnTo>
                <a:lnTo>
                  <a:pt x="3425438" y="1161040"/>
                </a:lnTo>
                <a:lnTo>
                  <a:pt x="3424323" y="1162298"/>
                </a:lnTo>
                <a:lnTo>
                  <a:pt x="3421761" y="1162802"/>
                </a:lnTo>
                <a:lnTo>
                  <a:pt x="3420227" y="1163107"/>
                </a:lnTo>
                <a:lnTo>
                  <a:pt x="3419723" y="1163203"/>
                </a:lnTo>
                <a:lnTo>
                  <a:pt x="3417370" y="1163231"/>
                </a:lnTo>
                <a:lnTo>
                  <a:pt x="3413160" y="1163183"/>
                </a:lnTo>
                <a:lnTo>
                  <a:pt x="3411036" y="1165260"/>
                </a:lnTo>
                <a:lnTo>
                  <a:pt x="3410998" y="1169470"/>
                </a:lnTo>
                <a:lnTo>
                  <a:pt x="3410922" y="1171785"/>
                </a:lnTo>
                <a:lnTo>
                  <a:pt x="3410826" y="1172194"/>
                </a:lnTo>
                <a:lnTo>
                  <a:pt x="3410569" y="1172404"/>
                </a:lnTo>
                <a:lnTo>
                  <a:pt x="3410160" y="1172404"/>
                </a:lnTo>
                <a:lnTo>
                  <a:pt x="3407902" y="1172528"/>
                </a:lnTo>
                <a:lnTo>
                  <a:pt x="3403806" y="1172775"/>
                </a:lnTo>
                <a:lnTo>
                  <a:pt x="3401425" y="1172947"/>
                </a:lnTo>
                <a:lnTo>
                  <a:pt x="3400758" y="1173042"/>
                </a:lnTo>
                <a:lnTo>
                  <a:pt x="3398368" y="1173032"/>
                </a:lnTo>
                <a:lnTo>
                  <a:pt x="3394243" y="1172918"/>
                </a:lnTo>
                <a:lnTo>
                  <a:pt x="3391862" y="1173594"/>
                </a:lnTo>
                <a:lnTo>
                  <a:pt x="3391224" y="1175052"/>
                </a:lnTo>
                <a:lnTo>
                  <a:pt x="3389376" y="1175595"/>
                </a:lnTo>
                <a:lnTo>
                  <a:pt x="3386338" y="1175214"/>
                </a:lnTo>
                <a:lnTo>
                  <a:pt x="3385195" y="1176538"/>
                </a:lnTo>
                <a:lnTo>
                  <a:pt x="3385937" y="1179576"/>
                </a:lnTo>
                <a:lnTo>
                  <a:pt x="3385452" y="1181471"/>
                </a:lnTo>
                <a:lnTo>
                  <a:pt x="3383718" y="1182214"/>
                </a:lnTo>
                <a:lnTo>
                  <a:pt x="3382489" y="1182586"/>
                </a:lnTo>
                <a:lnTo>
                  <a:pt x="3381746" y="1182605"/>
                </a:lnTo>
                <a:lnTo>
                  <a:pt x="3379270" y="1182510"/>
                </a:lnTo>
                <a:lnTo>
                  <a:pt x="3375050" y="1182291"/>
                </a:lnTo>
                <a:lnTo>
                  <a:pt x="3372669" y="1182329"/>
                </a:lnTo>
                <a:lnTo>
                  <a:pt x="3372126" y="1182624"/>
                </a:lnTo>
                <a:lnTo>
                  <a:pt x="3369802" y="1182681"/>
                </a:lnTo>
                <a:lnTo>
                  <a:pt x="3365706" y="1182519"/>
                </a:lnTo>
                <a:lnTo>
                  <a:pt x="3363325" y="1184339"/>
                </a:lnTo>
                <a:lnTo>
                  <a:pt x="3362658" y="1188129"/>
                </a:lnTo>
                <a:lnTo>
                  <a:pt x="3362163" y="1190015"/>
                </a:lnTo>
                <a:lnTo>
                  <a:pt x="3361830" y="1189987"/>
                </a:lnTo>
                <a:lnTo>
                  <a:pt x="3361858" y="1190463"/>
                </a:lnTo>
                <a:lnTo>
                  <a:pt x="3359953" y="1190930"/>
                </a:lnTo>
                <a:lnTo>
                  <a:pt x="3356010" y="1191549"/>
                </a:lnTo>
                <a:lnTo>
                  <a:pt x="3353724" y="1191863"/>
                </a:lnTo>
                <a:lnTo>
                  <a:pt x="3353105" y="1191882"/>
                </a:lnTo>
                <a:lnTo>
                  <a:pt x="3350733" y="1191882"/>
                </a:lnTo>
                <a:lnTo>
                  <a:pt x="3346599" y="1191882"/>
                </a:lnTo>
                <a:lnTo>
                  <a:pt x="3344218" y="1191901"/>
                </a:lnTo>
                <a:lnTo>
                  <a:pt x="3343589" y="1191939"/>
                </a:lnTo>
                <a:lnTo>
                  <a:pt x="3341208" y="1191939"/>
                </a:lnTo>
                <a:lnTo>
                  <a:pt x="3337074" y="1191901"/>
                </a:lnTo>
                <a:lnTo>
                  <a:pt x="3334693" y="1192016"/>
                </a:lnTo>
                <a:lnTo>
                  <a:pt x="3334064" y="1192292"/>
                </a:lnTo>
                <a:lnTo>
                  <a:pt x="3331740" y="1192349"/>
                </a:lnTo>
                <a:lnTo>
                  <a:pt x="3327711" y="1192178"/>
                </a:lnTo>
                <a:lnTo>
                  <a:pt x="3325330" y="1192597"/>
                </a:lnTo>
                <a:lnTo>
                  <a:pt x="3324596" y="1193587"/>
                </a:lnTo>
                <a:lnTo>
                  <a:pt x="3322653" y="1194025"/>
                </a:lnTo>
                <a:lnTo>
                  <a:pt x="3319520" y="1193921"/>
                </a:lnTo>
                <a:lnTo>
                  <a:pt x="3317396" y="1195445"/>
                </a:lnTo>
                <a:lnTo>
                  <a:pt x="3316281" y="1198578"/>
                </a:lnTo>
                <a:lnTo>
                  <a:pt x="3315529" y="1200207"/>
                </a:lnTo>
                <a:lnTo>
                  <a:pt x="3315119" y="1200312"/>
                </a:lnTo>
                <a:lnTo>
                  <a:pt x="3314862" y="1200369"/>
                </a:lnTo>
                <a:lnTo>
                  <a:pt x="3312671" y="1200664"/>
                </a:lnTo>
                <a:lnTo>
                  <a:pt x="3308604" y="1201255"/>
                </a:lnTo>
                <a:lnTo>
                  <a:pt x="3306223" y="1201550"/>
                </a:lnTo>
                <a:lnTo>
                  <a:pt x="3305527" y="1201550"/>
                </a:lnTo>
                <a:lnTo>
                  <a:pt x="3303108" y="1201512"/>
                </a:lnTo>
                <a:lnTo>
                  <a:pt x="3298974" y="1201445"/>
                </a:lnTo>
                <a:lnTo>
                  <a:pt x="3296593" y="1201407"/>
                </a:lnTo>
                <a:lnTo>
                  <a:pt x="3295964" y="1201417"/>
                </a:lnTo>
                <a:lnTo>
                  <a:pt x="3293602" y="1201436"/>
                </a:lnTo>
                <a:lnTo>
                  <a:pt x="3289506" y="1201464"/>
                </a:lnTo>
                <a:lnTo>
                  <a:pt x="3287125" y="1201484"/>
                </a:lnTo>
                <a:lnTo>
                  <a:pt x="3286458" y="1201484"/>
                </a:lnTo>
                <a:lnTo>
                  <a:pt x="3284058" y="1201464"/>
                </a:lnTo>
                <a:lnTo>
                  <a:pt x="3279934" y="1201436"/>
                </a:lnTo>
                <a:lnTo>
                  <a:pt x="3277553" y="1201417"/>
                </a:lnTo>
                <a:lnTo>
                  <a:pt x="3276914" y="1201417"/>
                </a:lnTo>
                <a:lnTo>
                  <a:pt x="3274552" y="1201436"/>
                </a:lnTo>
                <a:lnTo>
                  <a:pt x="3270466" y="1201474"/>
                </a:lnTo>
                <a:lnTo>
                  <a:pt x="3268085" y="1201493"/>
                </a:lnTo>
                <a:lnTo>
                  <a:pt x="3267408" y="1201493"/>
                </a:lnTo>
                <a:lnTo>
                  <a:pt x="3265027" y="1201493"/>
                </a:lnTo>
                <a:lnTo>
                  <a:pt x="3260941" y="1201493"/>
                </a:lnTo>
                <a:lnTo>
                  <a:pt x="3258560" y="1201493"/>
                </a:lnTo>
                <a:lnTo>
                  <a:pt x="3257883" y="1201493"/>
                </a:lnTo>
                <a:lnTo>
                  <a:pt x="3255559" y="1201550"/>
                </a:lnTo>
                <a:lnTo>
                  <a:pt x="3251568" y="1201655"/>
                </a:lnTo>
                <a:lnTo>
                  <a:pt x="3249187" y="1201703"/>
                </a:lnTo>
                <a:lnTo>
                  <a:pt x="3248416" y="1201703"/>
                </a:lnTo>
                <a:lnTo>
                  <a:pt x="3245758" y="1201426"/>
                </a:lnTo>
                <a:lnTo>
                  <a:pt x="3241224" y="1200883"/>
                </a:lnTo>
                <a:lnTo>
                  <a:pt x="3238843" y="1200607"/>
                </a:lnTo>
                <a:lnTo>
                  <a:pt x="3238014" y="1200493"/>
                </a:lnTo>
                <a:lnTo>
                  <a:pt x="3237052" y="1200264"/>
                </a:lnTo>
                <a:lnTo>
                  <a:pt x="3234671" y="1198512"/>
                </a:lnTo>
                <a:lnTo>
                  <a:pt x="3230870" y="1195245"/>
                </a:lnTo>
                <a:lnTo>
                  <a:pt x="3227337" y="1193616"/>
                </a:lnTo>
                <a:lnTo>
                  <a:pt x="3224070" y="1193616"/>
                </a:lnTo>
                <a:lnTo>
                  <a:pt x="3221688" y="1193225"/>
                </a:lnTo>
                <a:lnTo>
                  <a:pt x="3220193" y="1192454"/>
                </a:lnTo>
                <a:lnTo>
                  <a:pt x="3217555" y="1192197"/>
                </a:lnTo>
                <a:lnTo>
                  <a:pt x="3213773" y="1192454"/>
                </a:lnTo>
                <a:lnTo>
                  <a:pt x="3211392" y="1192406"/>
                </a:lnTo>
                <a:lnTo>
                  <a:pt x="3210411" y="1192054"/>
                </a:lnTo>
                <a:lnTo>
                  <a:pt x="3207896" y="1191920"/>
                </a:lnTo>
                <a:lnTo>
                  <a:pt x="3203839" y="1191997"/>
                </a:lnTo>
                <a:lnTo>
                  <a:pt x="3201457" y="1191987"/>
                </a:lnTo>
                <a:lnTo>
                  <a:pt x="3200752" y="1191892"/>
                </a:lnTo>
                <a:lnTo>
                  <a:pt x="3198076" y="1191597"/>
                </a:lnTo>
                <a:lnTo>
                  <a:pt x="3193418" y="1191092"/>
                </a:lnTo>
                <a:lnTo>
                  <a:pt x="3191037" y="1190835"/>
                </a:lnTo>
                <a:lnTo>
                  <a:pt x="3188237" y="1188596"/>
                </a:lnTo>
                <a:lnTo>
                  <a:pt x="3183646" y="1184539"/>
                </a:lnTo>
                <a:lnTo>
                  <a:pt x="3179474" y="1182662"/>
                </a:lnTo>
                <a:lnTo>
                  <a:pt x="3175721" y="1182967"/>
                </a:lnTo>
                <a:lnTo>
                  <a:pt x="3173339" y="1182948"/>
                </a:lnTo>
                <a:lnTo>
                  <a:pt x="3172330" y="1182595"/>
                </a:lnTo>
                <a:lnTo>
                  <a:pt x="3170958" y="1182100"/>
                </a:lnTo>
                <a:lnTo>
                  <a:pt x="3169225" y="1181433"/>
                </a:lnTo>
                <a:lnTo>
                  <a:pt x="3166843" y="1179366"/>
                </a:lnTo>
                <a:lnTo>
                  <a:pt x="3163814" y="1175890"/>
                </a:lnTo>
                <a:lnTo>
                  <a:pt x="3160719" y="1174309"/>
                </a:lnTo>
                <a:lnTo>
                  <a:pt x="3157557" y="1174613"/>
                </a:lnTo>
                <a:lnTo>
                  <a:pt x="3155175" y="1174271"/>
                </a:lnTo>
                <a:lnTo>
                  <a:pt x="3153575" y="1173280"/>
                </a:lnTo>
                <a:lnTo>
                  <a:pt x="3152127" y="1172480"/>
                </a:lnTo>
                <a:lnTo>
                  <a:pt x="3150841" y="1171880"/>
                </a:lnTo>
                <a:lnTo>
                  <a:pt x="3148460" y="1169670"/>
                </a:lnTo>
                <a:lnTo>
                  <a:pt x="3144984" y="1165850"/>
                </a:lnTo>
                <a:lnTo>
                  <a:pt x="3141602" y="1164203"/>
                </a:lnTo>
                <a:lnTo>
                  <a:pt x="3138307" y="1164727"/>
                </a:lnTo>
                <a:lnTo>
                  <a:pt x="3135925" y="1164603"/>
                </a:lnTo>
                <a:lnTo>
                  <a:pt x="3134458" y="1163831"/>
                </a:lnTo>
                <a:lnTo>
                  <a:pt x="3133363" y="1163098"/>
                </a:lnTo>
                <a:lnTo>
                  <a:pt x="3132630" y="1162402"/>
                </a:lnTo>
                <a:lnTo>
                  <a:pt x="3130248" y="1159964"/>
                </a:lnTo>
                <a:lnTo>
                  <a:pt x="3126219" y="1155792"/>
                </a:lnTo>
                <a:lnTo>
                  <a:pt x="3123829" y="1153411"/>
                </a:lnTo>
                <a:lnTo>
                  <a:pt x="3123086" y="1152820"/>
                </a:lnTo>
                <a:lnTo>
                  <a:pt x="3120704" y="1150601"/>
                </a:lnTo>
                <a:lnTo>
                  <a:pt x="3116685" y="1146753"/>
                </a:lnTo>
                <a:lnTo>
                  <a:pt x="3114189" y="1144372"/>
                </a:lnTo>
                <a:lnTo>
                  <a:pt x="3113208" y="1143457"/>
                </a:lnTo>
                <a:lnTo>
                  <a:pt x="3110827" y="1141066"/>
                </a:lnTo>
                <a:lnTo>
                  <a:pt x="3107045" y="1137190"/>
                </a:lnTo>
                <a:lnTo>
                  <a:pt x="3104779" y="1134809"/>
                </a:lnTo>
                <a:lnTo>
                  <a:pt x="3104045" y="1133923"/>
                </a:lnTo>
                <a:lnTo>
                  <a:pt x="3101664" y="1131522"/>
                </a:lnTo>
                <a:lnTo>
                  <a:pt x="3097635" y="1127608"/>
                </a:lnTo>
                <a:lnTo>
                  <a:pt x="3095254" y="1125226"/>
                </a:lnTo>
                <a:lnTo>
                  <a:pt x="3094520" y="1124379"/>
                </a:lnTo>
                <a:lnTo>
                  <a:pt x="3093672" y="1123102"/>
                </a:lnTo>
                <a:lnTo>
                  <a:pt x="3092710" y="1121407"/>
                </a:lnTo>
                <a:lnTo>
                  <a:pt x="3092463" y="1119026"/>
                </a:lnTo>
                <a:lnTo>
                  <a:pt x="3092929" y="1115959"/>
                </a:lnTo>
                <a:lnTo>
                  <a:pt x="3091396" y="1112701"/>
                </a:lnTo>
                <a:lnTo>
                  <a:pt x="3087862" y="1109243"/>
                </a:lnTo>
                <a:lnTo>
                  <a:pt x="3085814" y="1106862"/>
                </a:lnTo>
                <a:lnTo>
                  <a:pt x="3085252" y="1105557"/>
                </a:lnTo>
                <a:lnTo>
                  <a:pt x="3084157" y="1103805"/>
                </a:lnTo>
                <a:lnTo>
                  <a:pt x="3082538" y="1101623"/>
                </a:lnTo>
                <a:lnTo>
                  <a:pt x="3082004" y="1099242"/>
                </a:lnTo>
                <a:lnTo>
                  <a:pt x="3082557" y="1096661"/>
                </a:lnTo>
                <a:lnTo>
                  <a:pt x="3081271" y="1094127"/>
                </a:lnTo>
                <a:lnTo>
                  <a:pt x="3078137" y="1091641"/>
                </a:lnTo>
                <a:lnTo>
                  <a:pt x="3076270" y="1089260"/>
                </a:lnTo>
                <a:lnTo>
                  <a:pt x="3075670" y="1086983"/>
                </a:lnTo>
                <a:lnTo>
                  <a:pt x="3075289" y="1085469"/>
                </a:lnTo>
                <a:lnTo>
                  <a:pt x="3075118" y="1084697"/>
                </a:lnTo>
                <a:lnTo>
                  <a:pt x="3075156" y="1082316"/>
                </a:lnTo>
                <a:lnTo>
                  <a:pt x="3075403" y="1078325"/>
                </a:lnTo>
                <a:lnTo>
                  <a:pt x="3075108" y="1075639"/>
                </a:lnTo>
                <a:lnTo>
                  <a:pt x="3074260" y="1074277"/>
                </a:lnTo>
                <a:lnTo>
                  <a:pt x="3073956" y="1071896"/>
                </a:lnTo>
                <a:lnTo>
                  <a:pt x="3074184" y="1068495"/>
                </a:lnTo>
                <a:lnTo>
                  <a:pt x="3072489" y="1065486"/>
                </a:lnTo>
                <a:lnTo>
                  <a:pt x="3068860" y="1062847"/>
                </a:lnTo>
                <a:lnTo>
                  <a:pt x="3066679" y="1060466"/>
                </a:lnTo>
                <a:lnTo>
                  <a:pt x="3065926" y="1058342"/>
                </a:lnTo>
                <a:lnTo>
                  <a:pt x="3065545" y="1056894"/>
                </a:lnTo>
                <a:lnTo>
                  <a:pt x="3065536" y="1056132"/>
                </a:lnTo>
                <a:lnTo>
                  <a:pt x="3065564" y="1053751"/>
                </a:lnTo>
                <a:lnTo>
                  <a:pt x="3065640" y="1049750"/>
                </a:lnTo>
                <a:lnTo>
                  <a:pt x="3065669" y="1047398"/>
                </a:lnTo>
                <a:lnTo>
                  <a:pt x="3065659" y="1046702"/>
                </a:lnTo>
                <a:lnTo>
                  <a:pt x="3065650" y="1044321"/>
                </a:lnTo>
                <a:lnTo>
                  <a:pt x="3065650" y="1040254"/>
                </a:lnTo>
                <a:lnTo>
                  <a:pt x="3065650" y="1037873"/>
                </a:lnTo>
                <a:lnTo>
                  <a:pt x="3065650" y="1037177"/>
                </a:lnTo>
                <a:lnTo>
                  <a:pt x="3065650" y="1034796"/>
                </a:lnTo>
                <a:lnTo>
                  <a:pt x="3065650" y="1030729"/>
                </a:lnTo>
                <a:lnTo>
                  <a:pt x="3065650" y="1028348"/>
                </a:lnTo>
                <a:lnTo>
                  <a:pt x="3065650" y="1027652"/>
                </a:lnTo>
                <a:lnTo>
                  <a:pt x="3065650" y="1025271"/>
                </a:lnTo>
                <a:lnTo>
                  <a:pt x="3065650" y="1021204"/>
                </a:lnTo>
                <a:lnTo>
                  <a:pt x="3065650" y="1018832"/>
                </a:lnTo>
                <a:lnTo>
                  <a:pt x="3065659" y="1018137"/>
                </a:lnTo>
                <a:lnTo>
                  <a:pt x="3065631" y="1015756"/>
                </a:lnTo>
                <a:lnTo>
                  <a:pt x="3065555" y="1011688"/>
                </a:lnTo>
                <a:lnTo>
                  <a:pt x="3065526" y="1009279"/>
                </a:lnTo>
                <a:lnTo>
                  <a:pt x="3065545" y="1008526"/>
                </a:lnTo>
                <a:lnTo>
                  <a:pt x="3065507" y="1006145"/>
                </a:lnTo>
                <a:lnTo>
                  <a:pt x="3065402" y="1002135"/>
                </a:lnTo>
                <a:lnTo>
                  <a:pt x="3065364" y="999706"/>
                </a:lnTo>
                <a:lnTo>
                  <a:pt x="3065383" y="998877"/>
                </a:lnTo>
                <a:lnTo>
                  <a:pt x="3065802" y="997172"/>
                </a:lnTo>
                <a:lnTo>
                  <a:pt x="3066631" y="994601"/>
                </a:lnTo>
                <a:lnTo>
                  <a:pt x="3068660" y="994239"/>
                </a:lnTo>
                <a:lnTo>
                  <a:pt x="3071879" y="996105"/>
                </a:lnTo>
                <a:lnTo>
                  <a:pt x="3073365" y="995429"/>
                </a:lnTo>
                <a:lnTo>
                  <a:pt x="3073127" y="992210"/>
                </a:lnTo>
                <a:lnTo>
                  <a:pt x="3073689" y="990390"/>
                </a:lnTo>
                <a:lnTo>
                  <a:pt x="3075061" y="989981"/>
                </a:lnTo>
                <a:lnTo>
                  <a:pt x="3075680" y="987600"/>
                </a:lnTo>
                <a:lnTo>
                  <a:pt x="3075527" y="983247"/>
                </a:lnTo>
                <a:lnTo>
                  <a:pt x="3075575" y="980913"/>
                </a:lnTo>
                <a:lnTo>
                  <a:pt x="3075813" y="980599"/>
                </a:lnTo>
                <a:lnTo>
                  <a:pt x="3075756" y="978218"/>
                </a:lnTo>
                <a:lnTo>
                  <a:pt x="3075403" y="973769"/>
                </a:lnTo>
                <a:lnTo>
                  <a:pt x="3075251" y="971236"/>
                </a:lnTo>
                <a:lnTo>
                  <a:pt x="3075289" y="970607"/>
                </a:lnTo>
                <a:lnTo>
                  <a:pt x="3075632" y="968407"/>
                </a:lnTo>
                <a:lnTo>
                  <a:pt x="3076261" y="964644"/>
                </a:lnTo>
                <a:lnTo>
                  <a:pt x="3077004" y="963006"/>
                </a:lnTo>
                <a:lnTo>
                  <a:pt x="3077870" y="963511"/>
                </a:lnTo>
                <a:lnTo>
                  <a:pt x="3078309" y="963320"/>
                </a:lnTo>
                <a:lnTo>
                  <a:pt x="3078309" y="962454"/>
                </a:lnTo>
                <a:lnTo>
                  <a:pt x="3080099" y="961873"/>
                </a:lnTo>
                <a:lnTo>
                  <a:pt x="3083690" y="961568"/>
                </a:lnTo>
                <a:lnTo>
                  <a:pt x="3085395" y="959187"/>
                </a:lnTo>
                <a:lnTo>
                  <a:pt x="3085214" y="954729"/>
                </a:lnTo>
                <a:lnTo>
                  <a:pt x="3085157" y="952290"/>
                </a:lnTo>
                <a:lnTo>
                  <a:pt x="3085233" y="951881"/>
                </a:lnTo>
                <a:lnTo>
                  <a:pt x="3085481" y="950643"/>
                </a:lnTo>
                <a:lnTo>
                  <a:pt x="3085890" y="948595"/>
                </a:lnTo>
                <a:lnTo>
                  <a:pt x="3087548" y="947871"/>
                </a:lnTo>
                <a:lnTo>
                  <a:pt x="3090453" y="948471"/>
                </a:lnTo>
                <a:lnTo>
                  <a:pt x="3091805" y="947328"/>
                </a:lnTo>
                <a:lnTo>
                  <a:pt x="3091634" y="944423"/>
                </a:lnTo>
                <a:lnTo>
                  <a:pt x="3092415" y="942823"/>
                </a:lnTo>
                <a:lnTo>
                  <a:pt x="3094149" y="942518"/>
                </a:lnTo>
                <a:lnTo>
                  <a:pt x="3094863" y="940137"/>
                </a:lnTo>
                <a:lnTo>
                  <a:pt x="3094558" y="935679"/>
                </a:lnTo>
                <a:lnTo>
                  <a:pt x="3094415" y="933155"/>
                </a:lnTo>
                <a:lnTo>
                  <a:pt x="3094425" y="932555"/>
                </a:lnTo>
                <a:lnTo>
                  <a:pt x="3094730" y="932174"/>
                </a:lnTo>
                <a:lnTo>
                  <a:pt x="3095330" y="932012"/>
                </a:lnTo>
                <a:lnTo>
                  <a:pt x="3097816" y="932117"/>
                </a:lnTo>
                <a:lnTo>
                  <a:pt x="3102188" y="932488"/>
                </a:lnTo>
                <a:lnTo>
                  <a:pt x="3104236" y="930488"/>
                </a:lnTo>
                <a:lnTo>
                  <a:pt x="3103950" y="926116"/>
                </a:lnTo>
                <a:lnTo>
                  <a:pt x="3103883" y="923658"/>
                </a:lnTo>
                <a:lnTo>
                  <a:pt x="3104026" y="923134"/>
                </a:lnTo>
                <a:lnTo>
                  <a:pt x="3104359" y="922763"/>
                </a:lnTo>
                <a:lnTo>
                  <a:pt x="3104883" y="922544"/>
                </a:lnTo>
                <a:lnTo>
                  <a:pt x="3107284" y="922553"/>
                </a:lnTo>
                <a:lnTo>
                  <a:pt x="3111560" y="922811"/>
                </a:lnTo>
                <a:lnTo>
                  <a:pt x="3113665" y="920810"/>
                </a:lnTo>
                <a:lnTo>
                  <a:pt x="3113608" y="916534"/>
                </a:lnTo>
                <a:lnTo>
                  <a:pt x="3113665" y="914210"/>
                </a:lnTo>
                <a:lnTo>
                  <a:pt x="3113837" y="913838"/>
                </a:lnTo>
                <a:lnTo>
                  <a:pt x="3114113" y="913571"/>
                </a:lnTo>
                <a:lnTo>
                  <a:pt x="3114485" y="913419"/>
                </a:lnTo>
                <a:lnTo>
                  <a:pt x="3116961" y="913514"/>
                </a:lnTo>
                <a:lnTo>
                  <a:pt x="3121533" y="913848"/>
                </a:lnTo>
                <a:lnTo>
                  <a:pt x="3123629" y="911733"/>
                </a:lnTo>
                <a:lnTo>
                  <a:pt x="3123238" y="907161"/>
                </a:lnTo>
                <a:lnTo>
                  <a:pt x="3123124" y="904665"/>
                </a:lnTo>
                <a:lnTo>
                  <a:pt x="3123286" y="904246"/>
                </a:lnTo>
                <a:lnTo>
                  <a:pt x="3123571" y="904018"/>
                </a:lnTo>
                <a:lnTo>
                  <a:pt x="3123990" y="903970"/>
                </a:lnTo>
                <a:lnTo>
                  <a:pt x="3126438" y="904037"/>
                </a:lnTo>
                <a:lnTo>
                  <a:pt x="3130906" y="904208"/>
                </a:lnTo>
                <a:lnTo>
                  <a:pt x="3132963" y="902056"/>
                </a:lnTo>
                <a:lnTo>
                  <a:pt x="3132582" y="897588"/>
                </a:lnTo>
                <a:lnTo>
                  <a:pt x="3132420" y="895036"/>
                </a:lnTo>
                <a:lnTo>
                  <a:pt x="3132449" y="894407"/>
                </a:lnTo>
                <a:lnTo>
                  <a:pt x="3132782" y="894093"/>
                </a:lnTo>
                <a:lnTo>
                  <a:pt x="3133411" y="894102"/>
                </a:lnTo>
                <a:lnTo>
                  <a:pt x="3135925" y="894245"/>
                </a:lnTo>
                <a:lnTo>
                  <a:pt x="3140335" y="894512"/>
                </a:lnTo>
                <a:lnTo>
                  <a:pt x="3142717" y="894283"/>
                </a:lnTo>
                <a:lnTo>
                  <a:pt x="3143069" y="893569"/>
                </a:lnTo>
                <a:lnTo>
                  <a:pt x="3145155" y="893264"/>
                </a:lnTo>
                <a:lnTo>
                  <a:pt x="3148955" y="893369"/>
                </a:lnTo>
                <a:lnTo>
                  <a:pt x="3150746" y="891530"/>
                </a:lnTo>
                <a:lnTo>
                  <a:pt x="3150537" y="887730"/>
                </a:lnTo>
                <a:lnTo>
                  <a:pt x="3150822" y="885625"/>
                </a:lnTo>
                <a:lnTo>
                  <a:pt x="3151594" y="885234"/>
                </a:lnTo>
                <a:lnTo>
                  <a:pt x="3152184" y="885015"/>
                </a:lnTo>
                <a:lnTo>
                  <a:pt x="3152575" y="884987"/>
                </a:lnTo>
                <a:lnTo>
                  <a:pt x="3155032" y="885053"/>
                </a:lnTo>
                <a:lnTo>
                  <a:pt x="3159547" y="885234"/>
                </a:lnTo>
                <a:lnTo>
                  <a:pt x="3161929" y="884749"/>
                </a:lnTo>
                <a:lnTo>
                  <a:pt x="3162176" y="883596"/>
                </a:lnTo>
                <a:lnTo>
                  <a:pt x="3163805" y="882844"/>
                </a:lnTo>
                <a:lnTo>
                  <a:pt x="3166815" y="882491"/>
                </a:lnTo>
                <a:lnTo>
                  <a:pt x="3168005" y="880815"/>
                </a:lnTo>
                <a:lnTo>
                  <a:pt x="3167377" y="877805"/>
                </a:lnTo>
                <a:lnTo>
                  <a:pt x="3167996" y="876043"/>
                </a:lnTo>
                <a:lnTo>
                  <a:pt x="3169863" y="875528"/>
                </a:lnTo>
                <a:lnTo>
                  <a:pt x="3171053" y="875271"/>
                </a:lnTo>
                <a:lnTo>
                  <a:pt x="3171568" y="875252"/>
                </a:lnTo>
                <a:lnTo>
                  <a:pt x="3174111" y="875424"/>
                </a:lnTo>
                <a:lnTo>
                  <a:pt x="3178683" y="875757"/>
                </a:lnTo>
                <a:lnTo>
                  <a:pt x="3181064" y="875833"/>
                </a:lnTo>
                <a:lnTo>
                  <a:pt x="3181255" y="875652"/>
                </a:lnTo>
                <a:lnTo>
                  <a:pt x="3183503" y="875528"/>
                </a:lnTo>
                <a:lnTo>
                  <a:pt x="3187817" y="875443"/>
                </a:lnTo>
                <a:lnTo>
                  <a:pt x="3189665" y="873242"/>
                </a:lnTo>
                <a:lnTo>
                  <a:pt x="3189037" y="868928"/>
                </a:lnTo>
                <a:lnTo>
                  <a:pt x="3188970" y="866489"/>
                </a:lnTo>
                <a:lnTo>
                  <a:pt x="3189475" y="865908"/>
                </a:lnTo>
                <a:lnTo>
                  <a:pt x="3190008" y="865622"/>
                </a:lnTo>
                <a:lnTo>
                  <a:pt x="3190589" y="865632"/>
                </a:lnTo>
                <a:lnTo>
                  <a:pt x="3193066" y="865727"/>
                </a:lnTo>
                <a:lnTo>
                  <a:pt x="3197447" y="865918"/>
                </a:lnTo>
                <a:lnTo>
                  <a:pt x="3199829" y="866003"/>
                </a:lnTo>
                <a:lnTo>
                  <a:pt x="3200210" y="865984"/>
                </a:lnTo>
                <a:lnTo>
                  <a:pt x="3202667" y="866061"/>
                </a:lnTo>
                <a:lnTo>
                  <a:pt x="3207191" y="866223"/>
                </a:lnTo>
                <a:lnTo>
                  <a:pt x="3209573" y="866251"/>
                </a:lnTo>
                <a:lnTo>
                  <a:pt x="3209811" y="866137"/>
                </a:lnTo>
                <a:lnTo>
                  <a:pt x="3212135" y="866089"/>
                </a:lnTo>
                <a:lnTo>
                  <a:pt x="3216554" y="866089"/>
                </a:lnTo>
                <a:lnTo>
                  <a:pt x="3218936" y="865384"/>
                </a:lnTo>
                <a:lnTo>
                  <a:pt x="3219279" y="863984"/>
                </a:lnTo>
                <a:lnTo>
                  <a:pt x="3220622" y="862946"/>
                </a:lnTo>
                <a:lnTo>
                  <a:pt x="3222955" y="862260"/>
                </a:lnTo>
                <a:lnTo>
                  <a:pt x="3223755" y="860755"/>
                </a:lnTo>
                <a:lnTo>
                  <a:pt x="3223031" y="858422"/>
                </a:lnTo>
                <a:lnTo>
                  <a:pt x="3223908" y="856917"/>
                </a:lnTo>
                <a:lnTo>
                  <a:pt x="3226403" y="856250"/>
                </a:lnTo>
                <a:lnTo>
                  <a:pt x="3227975" y="855926"/>
                </a:lnTo>
                <a:lnTo>
                  <a:pt x="3228642" y="855917"/>
                </a:lnTo>
                <a:lnTo>
                  <a:pt x="3231128" y="856021"/>
                </a:lnTo>
                <a:lnTo>
                  <a:pt x="3235442" y="856240"/>
                </a:lnTo>
                <a:lnTo>
                  <a:pt x="3237824" y="856317"/>
                </a:lnTo>
                <a:lnTo>
                  <a:pt x="3238271" y="856259"/>
                </a:lnTo>
                <a:lnTo>
                  <a:pt x="3240691" y="856288"/>
                </a:lnTo>
                <a:lnTo>
                  <a:pt x="3245072" y="856421"/>
                </a:lnTo>
                <a:lnTo>
                  <a:pt x="3247454" y="856450"/>
                </a:lnTo>
                <a:lnTo>
                  <a:pt x="3247835" y="856393"/>
                </a:lnTo>
                <a:lnTo>
                  <a:pt x="3250292" y="856469"/>
                </a:lnTo>
                <a:lnTo>
                  <a:pt x="3254816" y="856679"/>
                </a:lnTo>
                <a:lnTo>
                  <a:pt x="3257198" y="856726"/>
                </a:lnTo>
                <a:lnTo>
                  <a:pt x="3257436" y="856621"/>
                </a:lnTo>
                <a:lnTo>
                  <a:pt x="3259722" y="856526"/>
                </a:lnTo>
                <a:lnTo>
                  <a:pt x="3264065" y="856450"/>
                </a:lnTo>
                <a:lnTo>
                  <a:pt x="3266446" y="856012"/>
                </a:lnTo>
                <a:lnTo>
                  <a:pt x="3266865" y="855193"/>
                </a:lnTo>
                <a:lnTo>
                  <a:pt x="3268837" y="854783"/>
                </a:lnTo>
                <a:lnTo>
                  <a:pt x="3272371" y="854783"/>
                </a:lnTo>
                <a:lnTo>
                  <a:pt x="3273457" y="853021"/>
                </a:lnTo>
                <a:lnTo>
                  <a:pt x="3272104" y="849487"/>
                </a:lnTo>
                <a:lnTo>
                  <a:pt x="3272390" y="847392"/>
                </a:lnTo>
                <a:lnTo>
                  <a:pt x="3274314" y="846725"/>
                </a:lnTo>
                <a:lnTo>
                  <a:pt x="3275600" y="846401"/>
                </a:lnTo>
                <a:lnTo>
                  <a:pt x="3276267" y="846401"/>
                </a:lnTo>
                <a:lnTo>
                  <a:pt x="3278648" y="846401"/>
                </a:lnTo>
                <a:lnTo>
                  <a:pt x="3282744" y="846401"/>
                </a:lnTo>
                <a:lnTo>
                  <a:pt x="3285125" y="846401"/>
                </a:lnTo>
                <a:lnTo>
                  <a:pt x="3285792" y="846401"/>
                </a:lnTo>
                <a:lnTo>
                  <a:pt x="3288211" y="846430"/>
                </a:lnTo>
                <a:lnTo>
                  <a:pt x="3292373" y="846496"/>
                </a:lnTo>
                <a:lnTo>
                  <a:pt x="3294755" y="846534"/>
                </a:lnTo>
                <a:lnTo>
                  <a:pt x="3295355" y="846525"/>
                </a:lnTo>
                <a:lnTo>
                  <a:pt x="3297746" y="846544"/>
                </a:lnTo>
                <a:lnTo>
                  <a:pt x="3301946" y="846582"/>
                </a:lnTo>
                <a:lnTo>
                  <a:pt x="3304327" y="846592"/>
                </a:lnTo>
                <a:lnTo>
                  <a:pt x="3304889" y="846592"/>
                </a:lnTo>
                <a:lnTo>
                  <a:pt x="3307271" y="846582"/>
                </a:lnTo>
                <a:lnTo>
                  <a:pt x="3311462" y="846582"/>
                </a:lnTo>
                <a:lnTo>
                  <a:pt x="3313843" y="846582"/>
                </a:lnTo>
                <a:lnTo>
                  <a:pt x="3314414" y="846572"/>
                </a:lnTo>
                <a:lnTo>
                  <a:pt x="3316796" y="846563"/>
                </a:lnTo>
                <a:lnTo>
                  <a:pt x="3320977" y="846563"/>
                </a:lnTo>
                <a:lnTo>
                  <a:pt x="3323358" y="846563"/>
                </a:lnTo>
                <a:lnTo>
                  <a:pt x="3323939" y="846553"/>
                </a:lnTo>
                <a:lnTo>
                  <a:pt x="3326292" y="846534"/>
                </a:lnTo>
                <a:lnTo>
                  <a:pt x="3330435" y="846496"/>
                </a:lnTo>
                <a:lnTo>
                  <a:pt x="3332817" y="846477"/>
                </a:lnTo>
                <a:lnTo>
                  <a:pt x="3333436" y="846468"/>
                </a:lnTo>
                <a:lnTo>
                  <a:pt x="3335817" y="846468"/>
                </a:lnTo>
                <a:lnTo>
                  <a:pt x="3339951" y="846468"/>
                </a:lnTo>
                <a:lnTo>
                  <a:pt x="3342332" y="846458"/>
                </a:lnTo>
                <a:lnTo>
                  <a:pt x="3342961" y="846458"/>
                </a:lnTo>
                <a:lnTo>
                  <a:pt x="3345361" y="846477"/>
                </a:lnTo>
                <a:lnTo>
                  <a:pt x="3349523" y="846515"/>
                </a:lnTo>
                <a:lnTo>
                  <a:pt x="3351905" y="846525"/>
                </a:lnTo>
                <a:lnTo>
                  <a:pt x="3352505" y="846525"/>
                </a:lnTo>
                <a:lnTo>
                  <a:pt x="3354915" y="846563"/>
                </a:lnTo>
                <a:lnTo>
                  <a:pt x="3359153" y="846639"/>
                </a:lnTo>
                <a:lnTo>
                  <a:pt x="3361534" y="846677"/>
                </a:lnTo>
                <a:lnTo>
                  <a:pt x="3362058" y="846677"/>
                </a:lnTo>
                <a:lnTo>
                  <a:pt x="3364421" y="846658"/>
                </a:lnTo>
                <a:lnTo>
                  <a:pt x="3368621" y="846611"/>
                </a:lnTo>
                <a:lnTo>
                  <a:pt x="3371002" y="846592"/>
                </a:lnTo>
                <a:lnTo>
                  <a:pt x="3371564" y="846592"/>
                </a:lnTo>
                <a:lnTo>
                  <a:pt x="3373907" y="846544"/>
                </a:lnTo>
                <a:lnTo>
                  <a:pt x="3378022" y="846468"/>
                </a:lnTo>
                <a:lnTo>
                  <a:pt x="3380403" y="846439"/>
                </a:lnTo>
                <a:lnTo>
                  <a:pt x="3381051" y="846449"/>
                </a:lnTo>
                <a:lnTo>
                  <a:pt x="3383366" y="846382"/>
                </a:lnTo>
                <a:lnTo>
                  <a:pt x="3387357" y="846239"/>
                </a:lnTo>
                <a:lnTo>
                  <a:pt x="3389738" y="846172"/>
                </a:lnTo>
                <a:lnTo>
                  <a:pt x="3390509" y="846182"/>
                </a:lnTo>
                <a:lnTo>
                  <a:pt x="3393091" y="846572"/>
                </a:lnTo>
                <a:lnTo>
                  <a:pt x="3397472" y="847344"/>
                </a:lnTo>
                <a:lnTo>
                  <a:pt x="3399854" y="848430"/>
                </a:lnTo>
                <a:lnTo>
                  <a:pt x="3400235" y="849830"/>
                </a:lnTo>
                <a:lnTo>
                  <a:pt x="3401025" y="850421"/>
                </a:lnTo>
                <a:lnTo>
                  <a:pt x="3402216" y="850211"/>
                </a:lnTo>
                <a:lnTo>
                  <a:pt x="3404597" y="851411"/>
                </a:lnTo>
                <a:lnTo>
                  <a:pt x="3408169" y="854012"/>
                </a:lnTo>
                <a:lnTo>
                  <a:pt x="3411779" y="855250"/>
                </a:lnTo>
                <a:lnTo>
                  <a:pt x="3415427" y="855097"/>
                </a:lnTo>
                <a:lnTo>
                  <a:pt x="3417808" y="855345"/>
                </a:lnTo>
                <a:lnTo>
                  <a:pt x="3418923" y="856002"/>
                </a:lnTo>
                <a:lnTo>
                  <a:pt x="3421466" y="856164"/>
                </a:lnTo>
                <a:lnTo>
                  <a:pt x="3425447" y="855850"/>
                </a:lnTo>
                <a:lnTo>
                  <a:pt x="3427828" y="855812"/>
                </a:lnTo>
                <a:lnTo>
                  <a:pt x="3428609" y="856050"/>
                </a:lnTo>
                <a:lnTo>
                  <a:pt x="3431010" y="856069"/>
                </a:lnTo>
                <a:lnTo>
                  <a:pt x="3435020" y="855859"/>
                </a:lnTo>
                <a:lnTo>
                  <a:pt x="3437401" y="855802"/>
                </a:lnTo>
                <a:lnTo>
                  <a:pt x="3438154" y="855907"/>
                </a:lnTo>
                <a:lnTo>
                  <a:pt x="3440516" y="855888"/>
                </a:lnTo>
                <a:lnTo>
                  <a:pt x="3444497" y="855755"/>
                </a:lnTo>
                <a:lnTo>
                  <a:pt x="3446878" y="855697"/>
                </a:lnTo>
                <a:lnTo>
                  <a:pt x="3447659" y="855716"/>
                </a:lnTo>
                <a:lnTo>
                  <a:pt x="3449022" y="856107"/>
                </a:lnTo>
                <a:lnTo>
                  <a:pt x="3450965" y="856869"/>
                </a:lnTo>
                <a:lnTo>
                  <a:pt x="3453346" y="859222"/>
                </a:lnTo>
                <a:lnTo>
                  <a:pt x="3456165" y="863165"/>
                </a:lnTo>
                <a:lnTo>
                  <a:pt x="3459547" y="865146"/>
                </a:lnTo>
                <a:lnTo>
                  <a:pt x="3463490" y="865146"/>
                </a:lnTo>
                <a:lnTo>
                  <a:pt x="3465871" y="865337"/>
                </a:lnTo>
                <a:lnTo>
                  <a:pt x="3466690" y="865718"/>
                </a:lnTo>
                <a:lnTo>
                  <a:pt x="3469196" y="865842"/>
                </a:lnTo>
                <a:lnTo>
                  <a:pt x="3473396" y="865708"/>
                </a:lnTo>
                <a:lnTo>
                  <a:pt x="3475434" y="863546"/>
                </a:lnTo>
                <a:lnTo>
                  <a:pt x="3475320" y="859346"/>
                </a:lnTo>
                <a:lnTo>
                  <a:pt x="3475387" y="857040"/>
                </a:lnTo>
                <a:lnTo>
                  <a:pt x="3475653" y="856612"/>
                </a:lnTo>
                <a:lnTo>
                  <a:pt x="3475834" y="854231"/>
                </a:lnTo>
                <a:lnTo>
                  <a:pt x="3475958" y="849897"/>
                </a:lnTo>
                <a:lnTo>
                  <a:pt x="3476006" y="847563"/>
                </a:lnTo>
                <a:lnTo>
                  <a:pt x="3475987" y="847239"/>
                </a:lnTo>
                <a:lnTo>
                  <a:pt x="3475873" y="844858"/>
                </a:lnTo>
                <a:lnTo>
                  <a:pt x="3475663" y="840419"/>
                </a:lnTo>
                <a:lnTo>
                  <a:pt x="3475558" y="837933"/>
                </a:lnTo>
                <a:lnTo>
                  <a:pt x="3475558" y="837400"/>
                </a:lnTo>
                <a:lnTo>
                  <a:pt x="3475596" y="835019"/>
                </a:lnTo>
                <a:lnTo>
                  <a:pt x="3475682" y="830790"/>
                </a:lnTo>
                <a:lnTo>
                  <a:pt x="3475711" y="828437"/>
                </a:lnTo>
                <a:lnTo>
                  <a:pt x="3475682" y="827961"/>
                </a:lnTo>
                <a:lnTo>
                  <a:pt x="3475653" y="825579"/>
                </a:lnTo>
                <a:lnTo>
                  <a:pt x="3475606" y="821293"/>
                </a:lnTo>
                <a:lnTo>
                  <a:pt x="3475501" y="818807"/>
                </a:lnTo>
                <a:lnTo>
                  <a:pt x="3475339" y="818121"/>
                </a:lnTo>
                <a:lnTo>
                  <a:pt x="3475425" y="815740"/>
                </a:lnTo>
                <a:lnTo>
                  <a:pt x="3475777" y="811663"/>
                </a:lnTo>
                <a:lnTo>
                  <a:pt x="3475673" y="809177"/>
                </a:lnTo>
                <a:lnTo>
                  <a:pt x="3475120" y="808282"/>
                </a:lnTo>
                <a:lnTo>
                  <a:pt x="3474911" y="805901"/>
                </a:lnTo>
                <a:lnTo>
                  <a:pt x="3475063" y="802034"/>
                </a:lnTo>
                <a:lnTo>
                  <a:pt x="3473129" y="798728"/>
                </a:lnTo>
                <a:lnTo>
                  <a:pt x="3469110" y="795995"/>
                </a:lnTo>
                <a:lnTo>
                  <a:pt x="3466767" y="793613"/>
                </a:lnTo>
                <a:lnTo>
                  <a:pt x="3466100" y="791585"/>
                </a:lnTo>
                <a:lnTo>
                  <a:pt x="3465738" y="790213"/>
                </a:lnTo>
                <a:lnTo>
                  <a:pt x="3465681" y="789489"/>
                </a:lnTo>
                <a:lnTo>
                  <a:pt x="3465747" y="787108"/>
                </a:lnTo>
                <a:lnTo>
                  <a:pt x="3465947" y="783069"/>
                </a:lnTo>
                <a:lnTo>
                  <a:pt x="3465443" y="780174"/>
                </a:lnTo>
                <a:lnTo>
                  <a:pt x="3464214" y="778431"/>
                </a:lnTo>
                <a:lnTo>
                  <a:pt x="3463842" y="776049"/>
                </a:lnTo>
                <a:lnTo>
                  <a:pt x="3464300" y="773030"/>
                </a:lnTo>
                <a:lnTo>
                  <a:pt x="3462795" y="770153"/>
                </a:lnTo>
                <a:lnTo>
                  <a:pt x="3459318" y="767410"/>
                </a:lnTo>
                <a:lnTo>
                  <a:pt x="3457242" y="765029"/>
                </a:lnTo>
                <a:lnTo>
                  <a:pt x="3456575" y="763010"/>
                </a:lnTo>
                <a:lnTo>
                  <a:pt x="3454194" y="760009"/>
                </a:lnTo>
                <a:lnTo>
                  <a:pt x="3450098" y="756037"/>
                </a:lnTo>
                <a:lnTo>
                  <a:pt x="3447707" y="753656"/>
                </a:lnTo>
                <a:lnTo>
                  <a:pt x="3447031" y="752866"/>
                </a:lnTo>
                <a:lnTo>
                  <a:pt x="3444650" y="750360"/>
                </a:lnTo>
                <a:lnTo>
                  <a:pt x="3440563" y="746141"/>
                </a:lnTo>
                <a:lnTo>
                  <a:pt x="3438258" y="743760"/>
                </a:lnTo>
                <a:lnTo>
                  <a:pt x="3437734" y="743217"/>
                </a:lnTo>
                <a:lnTo>
                  <a:pt x="3435353" y="740883"/>
                </a:lnTo>
                <a:lnTo>
                  <a:pt x="3431115" y="736749"/>
                </a:lnTo>
                <a:lnTo>
                  <a:pt x="3428676" y="734368"/>
                </a:lnTo>
                <a:lnTo>
                  <a:pt x="3428038" y="733739"/>
                </a:lnTo>
                <a:lnTo>
                  <a:pt x="3425657" y="731396"/>
                </a:lnTo>
                <a:lnTo>
                  <a:pt x="3421532" y="727348"/>
                </a:lnTo>
                <a:lnTo>
                  <a:pt x="3418780" y="724967"/>
                </a:lnTo>
                <a:lnTo>
                  <a:pt x="3417379" y="724252"/>
                </a:lnTo>
                <a:lnTo>
                  <a:pt x="3414998" y="722071"/>
                </a:lnTo>
                <a:lnTo>
                  <a:pt x="3411636" y="718404"/>
                </a:lnTo>
                <a:lnTo>
                  <a:pt x="3408207" y="716661"/>
                </a:lnTo>
                <a:lnTo>
                  <a:pt x="3404730" y="716852"/>
                </a:lnTo>
                <a:lnTo>
                  <a:pt x="3402349" y="716613"/>
                </a:lnTo>
                <a:lnTo>
                  <a:pt x="3401063" y="715966"/>
                </a:lnTo>
                <a:lnTo>
                  <a:pt x="3399520" y="715318"/>
                </a:lnTo>
                <a:lnTo>
                  <a:pt x="3397701" y="714689"/>
                </a:lnTo>
                <a:lnTo>
                  <a:pt x="3395320" y="712651"/>
                </a:lnTo>
                <a:lnTo>
                  <a:pt x="3392376" y="709212"/>
                </a:lnTo>
                <a:lnTo>
                  <a:pt x="3389347" y="707669"/>
                </a:lnTo>
                <a:lnTo>
                  <a:pt x="3386261" y="708012"/>
                </a:lnTo>
                <a:lnTo>
                  <a:pt x="3383880" y="707669"/>
                </a:lnTo>
                <a:lnTo>
                  <a:pt x="3382204" y="706650"/>
                </a:lnTo>
                <a:lnTo>
                  <a:pt x="3379337" y="706164"/>
                </a:lnTo>
                <a:lnTo>
                  <a:pt x="3375260" y="706203"/>
                </a:lnTo>
                <a:lnTo>
                  <a:pt x="3372879" y="706174"/>
                </a:lnTo>
                <a:lnTo>
                  <a:pt x="3372193" y="706088"/>
                </a:lnTo>
                <a:lnTo>
                  <a:pt x="3369802" y="706079"/>
                </a:lnTo>
                <a:lnTo>
                  <a:pt x="3365706" y="706145"/>
                </a:lnTo>
                <a:lnTo>
                  <a:pt x="3363325" y="706174"/>
                </a:lnTo>
                <a:lnTo>
                  <a:pt x="3362658" y="706174"/>
                </a:lnTo>
                <a:lnTo>
                  <a:pt x="3360925" y="705850"/>
                </a:lnTo>
                <a:lnTo>
                  <a:pt x="3358134" y="705183"/>
                </a:lnTo>
                <a:lnTo>
                  <a:pt x="3355753" y="703421"/>
                </a:lnTo>
                <a:lnTo>
                  <a:pt x="3353781" y="700564"/>
                </a:lnTo>
                <a:lnTo>
                  <a:pt x="3351371" y="699135"/>
                </a:lnTo>
                <a:lnTo>
                  <a:pt x="3348514" y="699135"/>
                </a:lnTo>
                <a:lnTo>
                  <a:pt x="3346133" y="698487"/>
                </a:lnTo>
                <a:lnTo>
                  <a:pt x="3344228" y="697201"/>
                </a:lnTo>
                <a:lnTo>
                  <a:pt x="3341237" y="696582"/>
                </a:lnTo>
                <a:lnTo>
                  <a:pt x="3337150" y="696649"/>
                </a:lnTo>
                <a:lnTo>
                  <a:pt x="3334769" y="696620"/>
                </a:lnTo>
                <a:lnTo>
                  <a:pt x="3334093" y="696487"/>
                </a:lnTo>
                <a:lnTo>
                  <a:pt x="3331645" y="696420"/>
                </a:lnTo>
                <a:lnTo>
                  <a:pt x="3327425" y="696420"/>
                </a:lnTo>
                <a:lnTo>
                  <a:pt x="3325044" y="696401"/>
                </a:lnTo>
                <a:lnTo>
                  <a:pt x="3324501" y="696373"/>
                </a:lnTo>
                <a:lnTo>
                  <a:pt x="3322129" y="696392"/>
                </a:lnTo>
                <a:lnTo>
                  <a:pt x="3317938" y="696439"/>
                </a:lnTo>
                <a:lnTo>
                  <a:pt x="3315557" y="696478"/>
                </a:lnTo>
                <a:lnTo>
                  <a:pt x="3314986" y="696497"/>
                </a:lnTo>
                <a:lnTo>
                  <a:pt x="3312585" y="696487"/>
                </a:lnTo>
                <a:lnTo>
                  <a:pt x="3308366" y="696430"/>
                </a:lnTo>
                <a:lnTo>
                  <a:pt x="3305985" y="696430"/>
                </a:lnTo>
                <a:lnTo>
                  <a:pt x="3305442" y="696487"/>
                </a:lnTo>
                <a:lnTo>
                  <a:pt x="3303089" y="696506"/>
                </a:lnTo>
                <a:lnTo>
                  <a:pt x="3298917" y="696506"/>
                </a:lnTo>
                <a:lnTo>
                  <a:pt x="3296536" y="696592"/>
                </a:lnTo>
                <a:lnTo>
                  <a:pt x="3295945" y="696773"/>
                </a:lnTo>
                <a:lnTo>
                  <a:pt x="3293650" y="696859"/>
                </a:lnTo>
                <a:lnTo>
                  <a:pt x="3289659" y="696859"/>
                </a:lnTo>
                <a:lnTo>
                  <a:pt x="3287278" y="697240"/>
                </a:lnTo>
                <a:lnTo>
                  <a:pt x="3286506" y="698002"/>
                </a:lnTo>
                <a:lnTo>
                  <a:pt x="3284382" y="698259"/>
                </a:lnTo>
                <a:lnTo>
                  <a:pt x="3280905" y="698011"/>
                </a:lnTo>
                <a:lnTo>
                  <a:pt x="3279362" y="699630"/>
                </a:lnTo>
                <a:lnTo>
                  <a:pt x="3279762" y="703107"/>
                </a:lnTo>
                <a:lnTo>
                  <a:pt x="3279334" y="705069"/>
                </a:lnTo>
                <a:lnTo>
                  <a:pt x="3278086" y="705498"/>
                </a:lnTo>
                <a:lnTo>
                  <a:pt x="3277248" y="705717"/>
                </a:lnTo>
                <a:lnTo>
                  <a:pt x="3276819" y="705707"/>
                </a:lnTo>
                <a:lnTo>
                  <a:pt x="3274533" y="705812"/>
                </a:lnTo>
                <a:lnTo>
                  <a:pt x="3270399" y="706012"/>
                </a:lnTo>
                <a:lnTo>
                  <a:pt x="3268018" y="706117"/>
                </a:lnTo>
                <a:lnTo>
                  <a:pt x="3267389" y="706107"/>
                </a:lnTo>
                <a:lnTo>
                  <a:pt x="3264989" y="706088"/>
                </a:lnTo>
                <a:lnTo>
                  <a:pt x="3260827" y="706060"/>
                </a:lnTo>
                <a:lnTo>
                  <a:pt x="3258445" y="706041"/>
                </a:lnTo>
                <a:lnTo>
                  <a:pt x="3257845" y="706050"/>
                </a:lnTo>
                <a:lnTo>
                  <a:pt x="3255435" y="706022"/>
                </a:lnTo>
                <a:lnTo>
                  <a:pt x="3251206" y="705945"/>
                </a:lnTo>
                <a:lnTo>
                  <a:pt x="3248825" y="705983"/>
                </a:lnTo>
                <a:lnTo>
                  <a:pt x="3248292" y="706117"/>
                </a:lnTo>
                <a:lnTo>
                  <a:pt x="3245929" y="706136"/>
                </a:lnTo>
                <a:lnTo>
                  <a:pt x="3241748" y="706050"/>
                </a:lnTo>
                <a:lnTo>
                  <a:pt x="3239367" y="706565"/>
                </a:lnTo>
                <a:lnTo>
                  <a:pt x="3238786" y="707698"/>
                </a:lnTo>
                <a:lnTo>
                  <a:pt x="3236919" y="708212"/>
                </a:lnTo>
                <a:lnTo>
                  <a:pt x="3233766" y="708108"/>
                </a:lnTo>
                <a:lnTo>
                  <a:pt x="3232452" y="709641"/>
                </a:lnTo>
                <a:lnTo>
                  <a:pt x="3232985" y="712794"/>
                </a:lnTo>
                <a:lnTo>
                  <a:pt x="3232499" y="714689"/>
                </a:lnTo>
                <a:lnTo>
                  <a:pt x="3230994" y="715318"/>
                </a:lnTo>
                <a:lnTo>
                  <a:pt x="3229918" y="715642"/>
                </a:lnTo>
                <a:lnTo>
                  <a:pt x="3229289" y="715651"/>
                </a:lnTo>
                <a:lnTo>
                  <a:pt x="3226822" y="715566"/>
                </a:lnTo>
                <a:lnTo>
                  <a:pt x="3222517" y="715385"/>
                </a:lnTo>
                <a:lnTo>
                  <a:pt x="3220136" y="715385"/>
                </a:lnTo>
                <a:lnTo>
                  <a:pt x="3219679" y="715566"/>
                </a:lnTo>
                <a:lnTo>
                  <a:pt x="3217335" y="715604"/>
                </a:lnTo>
                <a:lnTo>
                  <a:pt x="3213106" y="715499"/>
                </a:lnTo>
                <a:lnTo>
                  <a:pt x="3211144" y="717556"/>
                </a:lnTo>
                <a:lnTo>
                  <a:pt x="3211439" y="721785"/>
                </a:lnTo>
                <a:lnTo>
                  <a:pt x="3211478" y="724205"/>
                </a:lnTo>
                <a:lnTo>
                  <a:pt x="3211259" y="724824"/>
                </a:lnTo>
                <a:lnTo>
                  <a:pt x="3210849" y="725129"/>
                </a:lnTo>
                <a:lnTo>
                  <a:pt x="3210230" y="725129"/>
                </a:lnTo>
                <a:lnTo>
                  <a:pt x="3207791" y="725072"/>
                </a:lnTo>
                <a:lnTo>
                  <a:pt x="3203534" y="724957"/>
                </a:lnTo>
                <a:lnTo>
                  <a:pt x="3201152" y="724976"/>
                </a:lnTo>
                <a:lnTo>
                  <a:pt x="3200648" y="725129"/>
                </a:lnTo>
                <a:lnTo>
                  <a:pt x="3198324" y="725176"/>
                </a:lnTo>
                <a:lnTo>
                  <a:pt x="3194161" y="725129"/>
                </a:lnTo>
                <a:lnTo>
                  <a:pt x="3192199" y="727186"/>
                </a:lnTo>
                <a:lnTo>
                  <a:pt x="3192428" y="731349"/>
                </a:lnTo>
                <a:lnTo>
                  <a:pt x="3192456" y="733758"/>
                </a:lnTo>
                <a:lnTo>
                  <a:pt x="3192285" y="734416"/>
                </a:lnTo>
                <a:lnTo>
                  <a:pt x="3191866" y="734749"/>
                </a:lnTo>
                <a:lnTo>
                  <a:pt x="3191208" y="734749"/>
                </a:lnTo>
                <a:lnTo>
                  <a:pt x="3188770" y="734692"/>
                </a:lnTo>
                <a:lnTo>
                  <a:pt x="3184560" y="734587"/>
                </a:lnTo>
                <a:lnTo>
                  <a:pt x="3182179" y="734711"/>
                </a:lnTo>
                <a:lnTo>
                  <a:pt x="3181626" y="735073"/>
                </a:lnTo>
                <a:lnTo>
                  <a:pt x="3179397" y="735225"/>
                </a:lnTo>
                <a:lnTo>
                  <a:pt x="3175492" y="735168"/>
                </a:lnTo>
                <a:lnTo>
                  <a:pt x="3173597" y="737092"/>
                </a:lnTo>
                <a:lnTo>
                  <a:pt x="3173711" y="740997"/>
                </a:lnTo>
                <a:lnTo>
                  <a:pt x="3173578" y="743245"/>
                </a:lnTo>
                <a:lnTo>
                  <a:pt x="3173197" y="743836"/>
                </a:lnTo>
                <a:lnTo>
                  <a:pt x="3172711" y="744141"/>
                </a:lnTo>
                <a:lnTo>
                  <a:pt x="3172120" y="744160"/>
                </a:lnTo>
                <a:lnTo>
                  <a:pt x="3169691" y="744103"/>
                </a:lnTo>
                <a:lnTo>
                  <a:pt x="3165415" y="743988"/>
                </a:lnTo>
                <a:lnTo>
                  <a:pt x="3163033" y="744436"/>
                </a:lnTo>
                <a:lnTo>
                  <a:pt x="3162548" y="745465"/>
                </a:lnTo>
                <a:lnTo>
                  <a:pt x="3160719" y="746017"/>
                </a:lnTo>
                <a:lnTo>
                  <a:pt x="3157557" y="746112"/>
                </a:lnTo>
                <a:lnTo>
                  <a:pt x="3156271" y="747732"/>
                </a:lnTo>
                <a:lnTo>
                  <a:pt x="3156852" y="750894"/>
                </a:lnTo>
                <a:lnTo>
                  <a:pt x="3156442" y="752875"/>
                </a:lnTo>
                <a:lnTo>
                  <a:pt x="3155061" y="753666"/>
                </a:lnTo>
                <a:lnTo>
                  <a:pt x="3153966" y="754066"/>
                </a:lnTo>
                <a:lnTo>
                  <a:pt x="3153175" y="754066"/>
                </a:lnTo>
                <a:lnTo>
                  <a:pt x="3152108" y="753666"/>
                </a:lnTo>
                <a:lnTo>
                  <a:pt x="3150775" y="752875"/>
                </a:lnTo>
                <a:lnTo>
                  <a:pt x="3148394" y="750446"/>
                </a:lnTo>
                <a:lnTo>
                  <a:pt x="3144965" y="746398"/>
                </a:lnTo>
                <a:lnTo>
                  <a:pt x="3140974" y="744122"/>
                </a:lnTo>
                <a:lnTo>
                  <a:pt x="3136421" y="743617"/>
                </a:lnTo>
                <a:lnTo>
                  <a:pt x="3134039" y="743312"/>
                </a:lnTo>
                <a:lnTo>
                  <a:pt x="3132449" y="741836"/>
                </a:lnTo>
                <a:lnTo>
                  <a:pt x="3130334" y="739616"/>
                </a:lnTo>
                <a:lnTo>
                  <a:pt x="3128353" y="737235"/>
                </a:lnTo>
                <a:lnTo>
                  <a:pt x="3126486" y="734692"/>
                </a:lnTo>
                <a:lnTo>
                  <a:pt x="3125219" y="733130"/>
                </a:lnTo>
                <a:lnTo>
                  <a:pt x="3124543" y="732549"/>
                </a:lnTo>
                <a:lnTo>
                  <a:pt x="3123467" y="730167"/>
                </a:lnTo>
                <a:lnTo>
                  <a:pt x="3122000" y="725986"/>
                </a:lnTo>
                <a:lnTo>
                  <a:pt x="3119618" y="722195"/>
                </a:lnTo>
                <a:lnTo>
                  <a:pt x="3116323" y="718795"/>
                </a:lnTo>
                <a:lnTo>
                  <a:pt x="3114284" y="716413"/>
                </a:lnTo>
                <a:lnTo>
                  <a:pt x="3113503" y="715051"/>
                </a:lnTo>
                <a:lnTo>
                  <a:pt x="3111979" y="712861"/>
                </a:lnTo>
                <a:lnTo>
                  <a:pt x="3109732" y="709822"/>
                </a:lnTo>
                <a:lnTo>
                  <a:pt x="3108970" y="707441"/>
                </a:lnTo>
                <a:lnTo>
                  <a:pt x="3109712" y="705717"/>
                </a:lnTo>
                <a:lnTo>
                  <a:pt x="3108846" y="704050"/>
                </a:lnTo>
                <a:lnTo>
                  <a:pt x="3106379" y="702440"/>
                </a:lnTo>
                <a:lnTo>
                  <a:pt x="3104769" y="700059"/>
                </a:lnTo>
                <a:lnTo>
                  <a:pt x="3103997" y="696906"/>
                </a:lnTo>
                <a:lnTo>
                  <a:pt x="3103616" y="694944"/>
                </a:lnTo>
                <a:lnTo>
                  <a:pt x="3103616" y="694172"/>
                </a:lnTo>
                <a:lnTo>
                  <a:pt x="3103997" y="693487"/>
                </a:lnTo>
                <a:lnTo>
                  <a:pt x="3104769" y="692877"/>
                </a:lnTo>
                <a:lnTo>
                  <a:pt x="3107341" y="693068"/>
                </a:lnTo>
                <a:lnTo>
                  <a:pt x="3111732" y="694068"/>
                </a:lnTo>
                <a:lnTo>
                  <a:pt x="3113723" y="692382"/>
                </a:lnTo>
                <a:lnTo>
                  <a:pt x="3113332" y="687991"/>
                </a:lnTo>
                <a:lnTo>
                  <a:pt x="3113322" y="685600"/>
                </a:lnTo>
                <a:lnTo>
                  <a:pt x="3113703" y="685209"/>
                </a:lnTo>
                <a:lnTo>
                  <a:pt x="3114084" y="684533"/>
                </a:lnTo>
                <a:lnTo>
                  <a:pt x="3114475" y="683571"/>
                </a:lnTo>
                <a:lnTo>
                  <a:pt x="3116561" y="683276"/>
                </a:lnTo>
                <a:lnTo>
                  <a:pt x="3120323" y="683628"/>
                </a:lnTo>
                <a:lnTo>
                  <a:pt x="3121876" y="681923"/>
                </a:lnTo>
                <a:lnTo>
                  <a:pt x="3121228" y="678161"/>
                </a:lnTo>
                <a:lnTo>
                  <a:pt x="3121485" y="676027"/>
                </a:lnTo>
                <a:lnTo>
                  <a:pt x="3122638" y="675532"/>
                </a:lnTo>
                <a:lnTo>
                  <a:pt x="3123457" y="675113"/>
                </a:lnTo>
                <a:lnTo>
                  <a:pt x="3123952" y="674761"/>
                </a:lnTo>
                <a:lnTo>
                  <a:pt x="3126381" y="674808"/>
                </a:lnTo>
                <a:lnTo>
                  <a:pt x="3130753" y="675265"/>
                </a:lnTo>
                <a:lnTo>
                  <a:pt x="3132773" y="673303"/>
                </a:lnTo>
                <a:lnTo>
                  <a:pt x="3132439" y="668931"/>
                </a:lnTo>
                <a:lnTo>
                  <a:pt x="3132430" y="666540"/>
                </a:lnTo>
                <a:lnTo>
                  <a:pt x="3132744" y="666131"/>
                </a:lnTo>
                <a:lnTo>
                  <a:pt x="3133106" y="665902"/>
                </a:lnTo>
                <a:lnTo>
                  <a:pt x="3133515" y="665874"/>
                </a:lnTo>
                <a:lnTo>
                  <a:pt x="3135944" y="665921"/>
                </a:lnTo>
                <a:lnTo>
                  <a:pt x="3140383" y="666045"/>
                </a:lnTo>
                <a:lnTo>
                  <a:pt x="3142412" y="663883"/>
                </a:lnTo>
                <a:lnTo>
                  <a:pt x="3142021" y="659444"/>
                </a:lnTo>
                <a:lnTo>
                  <a:pt x="3141840" y="656882"/>
                </a:lnTo>
                <a:lnTo>
                  <a:pt x="3141869" y="656206"/>
                </a:lnTo>
                <a:lnTo>
                  <a:pt x="3142231" y="655872"/>
                </a:lnTo>
                <a:lnTo>
                  <a:pt x="3142907" y="655892"/>
                </a:lnTo>
                <a:lnTo>
                  <a:pt x="3145498" y="656101"/>
                </a:lnTo>
                <a:lnTo>
                  <a:pt x="3150003" y="656511"/>
                </a:lnTo>
                <a:lnTo>
                  <a:pt x="3152384" y="656625"/>
                </a:lnTo>
                <a:lnTo>
                  <a:pt x="3152642" y="656463"/>
                </a:lnTo>
                <a:lnTo>
                  <a:pt x="3155013" y="656444"/>
                </a:lnTo>
                <a:lnTo>
                  <a:pt x="3159481" y="656577"/>
                </a:lnTo>
                <a:lnTo>
                  <a:pt x="3161443" y="654406"/>
                </a:lnTo>
                <a:lnTo>
                  <a:pt x="3160909" y="649938"/>
                </a:lnTo>
                <a:lnTo>
                  <a:pt x="3160786" y="647433"/>
                </a:lnTo>
                <a:lnTo>
                  <a:pt x="3161100" y="646909"/>
                </a:lnTo>
                <a:lnTo>
                  <a:pt x="3161509" y="646652"/>
                </a:lnTo>
                <a:lnTo>
                  <a:pt x="3162033" y="646652"/>
                </a:lnTo>
                <a:lnTo>
                  <a:pt x="3164596" y="646824"/>
                </a:lnTo>
                <a:lnTo>
                  <a:pt x="3169177" y="647176"/>
                </a:lnTo>
                <a:lnTo>
                  <a:pt x="3171558" y="647252"/>
                </a:lnTo>
                <a:lnTo>
                  <a:pt x="3171739" y="647062"/>
                </a:lnTo>
                <a:lnTo>
                  <a:pt x="3174025" y="646967"/>
                </a:lnTo>
                <a:lnTo>
                  <a:pt x="3178416" y="646967"/>
                </a:lnTo>
                <a:lnTo>
                  <a:pt x="3180321" y="644766"/>
                </a:lnTo>
                <a:lnTo>
                  <a:pt x="3179740" y="640375"/>
                </a:lnTo>
                <a:lnTo>
                  <a:pt x="3179674" y="637927"/>
                </a:lnTo>
                <a:lnTo>
                  <a:pt x="3180140" y="637442"/>
                </a:lnTo>
                <a:lnTo>
                  <a:pt x="3180617" y="637194"/>
                </a:lnTo>
                <a:lnTo>
                  <a:pt x="3181102" y="637184"/>
                </a:lnTo>
                <a:lnTo>
                  <a:pt x="3183598" y="637299"/>
                </a:lnTo>
                <a:lnTo>
                  <a:pt x="3188103" y="637537"/>
                </a:lnTo>
                <a:lnTo>
                  <a:pt x="3190484" y="637584"/>
                </a:lnTo>
                <a:lnTo>
                  <a:pt x="3190742" y="637461"/>
                </a:lnTo>
                <a:lnTo>
                  <a:pt x="3193094" y="637432"/>
                </a:lnTo>
                <a:lnTo>
                  <a:pt x="3197533" y="637489"/>
                </a:lnTo>
                <a:lnTo>
                  <a:pt x="3199676" y="635308"/>
                </a:lnTo>
                <a:lnTo>
                  <a:pt x="3199543" y="630869"/>
                </a:lnTo>
                <a:lnTo>
                  <a:pt x="3199543" y="628488"/>
                </a:lnTo>
                <a:lnTo>
                  <a:pt x="3199686" y="628174"/>
                </a:lnTo>
                <a:lnTo>
                  <a:pt x="3199924" y="628012"/>
                </a:lnTo>
                <a:lnTo>
                  <a:pt x="3200238" y="628012"/>
                </a:lnTo>
                <a:lnTo>
                  <a:pt x="3202496" y="627888"/>
                </a:lnTo>
                <a:lnTo>
                  <a:pt x="3206677" y="627631"/>
                </a:lnTo>
                <a:lnTo>
                  <a:pt x="3209058" y="627488"/>
                </a:lnTo>
                <a:lnTo>
                  <a:pt x="3209639" y="627459"/>
                </a:lnTo>
                <a:lnTo>
                  <a:pt x="3212240" y="627678"/>
                </a:lnTo>
                <a:lnTo>
                  <a:pt x="3216859" y="628136"/>
                </a:lnTo>
                <a:lnTo>
                  <a:pt x="3219240" y="628317"/>
                </a:lnTo>
                <a:lnTo>
                  <a:pt x="3221679" y="628145"/>
                </a:lnTo>
                <a:lnTo>
                  <a:pt x="3226137" y="628069"/>
                </a:lnTo>
                <a:lnTo>
                  <a:pt x="3228518" y="625812"/>
                </a:lnTo>
                <a:lnTo>
                  <a:pt x="3228823" y="621354"/>
                </a:lnTo>
                <a:lnTo>
                  <a:pt x="3230994" y="618763"/>
                </a:lnTo>
                <a:lnTo>
                  <a:pt x="3235042" y="618049"/>
                </a:lnTo>
                <a:lnTo>
                  <a:pt x="3237424" y="617687"/>
                </a:lnTo>
                <a:lnTo>
                  <a:pt x="3238138" y="617677"/>
                </a:lnTo>
                <a:lnTo>
                  <a:pt x="3240586" y="617734"/>
                </a:lnTo>
                <a:lnTo>
                  <a:pt x="3244767" y="617877"/>
                </a:lnTo>
                <a:lnTo>
                  <a:pt x="3247149" y="617934"/>
                </a:lnTo>
                <a:lnTo>
                  <a:pt x="3247730" y="617906"/>
                </a:lnTo>
                <a:lnTo>
                  <a:pt x="3250197" y="617992"/>
                </a:lnTo>
                <a:lnTo>
                  <a:pt x="3254550" y="618192"/>
                </a:lnTo>
                <a:lnTo>
                  <a:pt x="3256931" y="618230"/>
                </a:lnTo>
                <a:lnTo>
                  <a:pt x="3257340" y="618096"/>
                </a:lnTo>
                <a:lnTo>
                  <a:pt x="3259712" y="618087"/>
                </a:lnTo>
                <a:lnTo>
                  <a:pt x="3264037" y="618192"/>
                </a:lnTo>
                <a:lnTo>
                  <a:pt x="3266418" y="618087"/>
                </a:lnTo>
                <a:lnTo>
                  <a:pt x="3266856" y="617744"/>
                </a:lnTo>
                <a:lnTo>
                  <a:pt x="3269028" y="617525"/>
                </a:lnTo>
                <a:lnTo>
                  <a:pt x="3272923" y="617439"/>
                </a:lnTo>
                <a:lnTo>
                  <a:pt x="3275305" y="615858"/>
                </a:lnTo>
                <a:lnTo>
                  <a:pt x="3276171" y="612781"/>
                </a:lnTo>
                <a:lnTo>
                  <a:pt x="3277010" y="611238"/>
                </a:lnTo>
                <a:lnTo>
                  <a:pt x="3277829" y="611238"/>
                </a:lnTo>
                <a:lnTo>
                  <a:pt x="3278057" y="610829"/>
                </a:lnTo>
                <a:lnTo>
                  <a:pt x="3277695" y="610010"/>
                </a:lnTo>
                <a:lnTo>
                  <a:pt x="3279353" y="609286"/>
                </a:lnTo>
                <a:lnTo>
                  <a:pt x="3283020" y="608648"/>
                </a:lnTo>
                <a:close/>
                <a:moveTo>
                  <a:pt x="2199256" y="617763"/>
                </a:moveTo>
                <a:lnTo>
                  <a:pt x="2199932" y="617763"/>
                </a:lnTo>
                <a:lnTo>
                  <a:pt x="2202313" y="617772"/>
                </a:lnTo>
                <a:lnTo>
                  <a:pt x="2206400" y="617772"/>
                </a:lnTo>
                <a:lnTo>
                  <a:pt x="2208781" y="617772"/>
                </a:lnTo>
                <a:lnTo>
                  <a:pt x="2209457" y="617772"/>
                </a:lnTo>
                <a:lnTo>
                  <a:pt x="2211829" y="617763"/>
                </a:lnTo>
                <a:lnTo>
                  <a:pt x="2215877" y="617725"/>
                </a:lnTo>
                <a:lnTo>
                  <a:pt x="2218258" y="617706"/>
                </a:lnTo>
                <a:lnTo>
                  <a:pt x="2218973" y="617706"/>
                </a:lnTo>
                <a:lnTo>
                  <a:pt x="2221335" y="617687"/>
                </a:lnTo>
                <a:lnTo>
                  <a:pt x="2225354" y="617658"/>
                </a:lnTo>
                <a:lnTo>
                  <a:pt x="2227736" y="617639"/>
                </a:lnTo>
                <a:lnTo>
                  <a:pt x="2228479" y="617639"/>
                </a:lnTo>
                <a:lnTo>
                  <a:pt x="2230860" y="617639"/>
                </a:lnTo>
                <a:lnTo>
                  <a:pt x="2234879" y="617639"/>
                </a:lnTo>
                <a:lnTo>
                  <a:pt x="2237261" y="617639"/>
                </a:lnTo>
                <a:lnTo>
                  <a:pt x="2238004" y="617649"/>
                </a:lnTo>
                <a:lnTo>
                  <a:pt x="2240404" y="617668"/>
                </a:lnTo>
                <a:lnTo>
                  <a:pt x="2244461" y="617696"/>
                </a:lnTo>
                <a:lnTo>
                  <a:pt x="2246843" y="617715"/>
                </a:lnTo>
                <a:lnTo>
                  <a:pt x="2247548" y="617715"/>
                </a:lnTo>
                <a:lnTo>
                  <a:pt x="2249929" y="617715"/>
                </a:lnTo>
                <a:lnTo>
                  <a:pt x="2253986" y="617715"/>
                </a:lnTo>
                <a:lnTo>
                  <a:pt x="2256368" y="617725"/>
                </a:lnTo>
                <a:lnTo>
                  <a:pt x="2257073" y="617725"/>
                </a:lnTo>
                <a:lnTo>
                  <a:pt x="2259425" y="617696"/>
                </a:lnTo>
                <a:lnTo>
                  <a:pt x="2263426" y="617630"/>
                </a:lnTo>
                <a:lnTo>
                  <a:pt x="2265807" y="617601"/>
                </a:lnTo>
                <a:lnTo>
                  <a:pt x="2266569" y="617601"/>
                </a:lnTo>
                <a:lnTo>
                  <a:pt x="2268674" y="617982"/>
                </a:lnTo>
                <a:lnTo>
                  <a:pt x="2272113" y="618744"/>
                </a:lnTo>
                <a:lnTo>
                  <a:pt x="2274494" y="620106"/>
                </a:lnTo>
                <a:lnTo>
                  <a:pt x="2275818" y="622059"/>
                </a:lnTo>
                <a:lnTo>
                  <a:pt x="2277285" y="622868"/>
                </a:lnTo>
                <a:lnTo>
                  <a:pt x="2278894" y="622516"/>
                </a:lnTo>
                <a:lnTo>
                  <a:pt x="2281276" y="623611"/>
                </a:lnTo>
                <a:lnTo>
                  <a:pt x="2284428" y="626135"/>
                </a:lnTo>
                <a:lnTo>
                  <a:pt x="2286314" y="627707"/>
                </a:lnTo>
                <a:lnTo>
                  <a:pt x="2286953" y="628336"/>
                </a:lnTo>
                <a:lnTo>
                  <a:pt x="2288429" y="630117"/>
                </a:lnTo>
                <a:lnTo>
                  <a:pt x="2290724" y="633051"/>
                </a:lnTo>
                <a:lnTo>
                  <a:pt x="2291639" y="635432"/>
                </a:lnTo>
                <a:lnTo>
                  <a:pt x="2291163" y="637261"/>
                </a:lnTo>
                <a:lnTo>
                  <a:pt x="2292077" y="639023"/>
                </a:lnTo>
                <a:lnTo>
                  <a:pt x="2294372" y="640709"/>
                </a:lnTo>
                <a:lnTo>
                  <a:pt x="2295868" y="643090"/>
                </a:lnTo>
                <a:lnTo>
                  <a:pt x="2296544" y="646166"/>
                </a:lnTo>
                <a:lnTo>
                  <a:pt x="2296897" y="648043"/>
                </a:lnTo>
                <a:lnTo>
                  <a:pt x="2296906" y="648738"/>
                </a:lnTo>
                <a:lnTo>
                  <a:pt x="2296916" y="651119"/>
                </a:lnTo>
                <a:lnTo>
                  <a:pt x="2296916" y="655187"/>
                </a:lnTo>
                <a:lnTo>
                  <a:pt x="2296916" y="657568"/>
                </a:lnTo>
                <a:lnTo>
                  <a:pt x="2296916" y="658263"/>
                </a:lnTo>
                <a:lnTo>
                  <a:pt x="2296916" y="660644"/>
                </a:lnTo>
                <a:lnTo>
                  <a:pt x="2296916" y="664712"/>
                </a:lnTo>
                <a:lnTo>
                  <a:pt x="2296916" y="667102"/>
                </a:lnTo>
                <a:lnTo>
                  <a:pt x="2296916" y="667798"/>
                </a:lnTo>
                <a:lnTo>
                  <a:pt x="2296916" y="670179"/>
                </a:lnTo>
                <a:lnTo>
                  <a:pt x="2296916" y="674246"/>
                </a:lnTo>
                <a:lnTo>
                  <a:pt x="2296916" y="676618"/>
                </a:lnTo>
                <a:lnTo>
                  <a:pt x="2296916" y="677313"/>
                </a:lnTo>
                <a:lnTo>
                  <a:pt x="2296944" y="679694"/>
                </a:lnTo>
                <a:lnTo>
                  <a:pt x="2297011" y="683762"/>
                </a:lnTo>
                <a:lnTo>
                  <a:pt x="2297039" y="686181"/>
                </a:lnTo>
                <a:lnTo>
                  <a:pt x="2297039" y="686933"/>
                </a:lnTo>
                <a:lnTo>
                  <a:pt x="2297049" y="689315"/>
                </a:lnTo>
                <a:lnTo>
                  <a:pt x="2297087" y="693325"/>
                </a:lnTo>
                <a:lnTo>
                  <a:pt x="2297097" y="695716"/>
                </a:lnTo>
                <a:lnTo>
                  <a:pt x="2297087" y="696497"/>
                </a:lnTo>
                <a:lnTo>
                  <a:pt x="2297087" y="698878"/>
                </a:lnTo>
                <a:lnTo>
                  <a:pt x="2297087" y="702859"/>
                </a:lnTo>
                <a:lnTo>
                  <a:pt x="2297078" y="705241"/>
                </a:lnTo>
                <a:lnTo>
                  <a:pt x="2297078" y="706012"/>
                </a:lnTo>
                <a:lnTo>
                  <a:pt x="2297087" y="708393"/>
                </a:lnTo>
                <a:lnTo>
                  <a:pt x="2297116" y="712384"/>
                </a:lnTo>
                <a:lnTo>
                  <a:pt x="2297125" y="714775"/>
                </a:lnTo>
                <a:lnTo>
                  <a:pt x="2297125" y="715566"/>
                </a:lnTo>
                <a:lnTo>
                  <a:pt x="2297116" y="717947"/>
                </a:lnTo>
                <a:lnTo>
                  <a:pt x="2297116" y="721919"/>
                </a:lnTo>
                <a:lnTo>
                  <a:pt x="2297116" y="724300"/>
                </a:lnTo>
                <a:lnTo>
                  <a:pt x="2297116" y="725091"/>
                </a:lnTo>
                <a:lnTo>
                  <a:pt x="2297116" y="727472"/>
                </a:lnTo>
                <a:lnTo>
                  <a:pt x="2297116" y="731444"/>
                </a:lnTo>
                <a:lnTo>
                  <a:pt x="2297116" y="733825"/>
                </a:lnTo>
                <a:lnTo>
                  <a:pt x="2297116" y="734616"/>
                </a:lnTo>
                <a:lnTo>
                  <a:pt x="2297116" y="736997"/>
                </a:lnTo>
                <a:lnTo>
                  <a:pt x="2297116" y="740969"/>
                </a:lnTo>
                <a:lnTo>
                  <a:pt x="2297116" y="743350"/>
                </a:lnTo>
                <a:lnTo>
                  <a:pt x="2297116" y="744141"/>
                </a:lnTo>
                <a:lnTo>
                  <a:pt x="2297097" y="746522"/>
                </a:lnTo>
                <a:lnTo>
                  <a:pt x="2297068" y="750494"/>
                </a:lnTo>
                <a:lnTo>
                  <a:pt x="2297049" y="752856"/>
                </a:lnTo>
                <a:lnTo>
                  <a:pt x="2297049" y="753618"/>
                </a:lnTo>
                <a:lnTo>
                  <a:pt x="2297068" y="755999"/>
                </a:lnTo>
                <a:lnTo>
                  <a:pt x="2297097" y="760000"/>
                </a:lnTo>
                <a:lnTo>
                  <a:pt x="2297116" y="762400"/>
                </a:lnTo>
                <a:lnTo>
                  <a:pt x="2297116" y="763191"/>
                </a:lnTo>
                <a:lnTo>
                  <a:pt x="2297116" y="765572"/>
                </a:lnTo>
                <a:lnTo>
                  <a:pt x="2297116" y="769544"/>
                </a:lnTo>
                <a:lnTo>
                  <a:pt x="2297116" y="771925"/>
                </a:lnTo>
                <a:lnTo>
                  <a:pt x="2297116" y="772716"/>
                </a:lnTo>
                <a:lnTo>
                  <a:pt x="2297097" y="775097"/>
                </a:lnTo>
                <a:lnTo>
                  <a:pt x="2297068" y="779069"/>
                </a:lnTo>
                <a:lnTo>
                  <a:pt x="2297049" y="781431"/>
                </a:lnTo>
                <a:lnTo>
                  <a:pt x="2297049" y="782193"/>
                </a:lnTo>
                <a:lnTo>
                  <a:pt x="2297030" y="784574"/>
                </a:lnTo>
                <a:lnTo>
                  <a:pt x="2297001" y="788575"/>
                </a:lnTo>
                <a:lnTo>
                  <a:pt x="2296992" y="790946"/>
                </a:lnTo>
                <a:lnTo>
                  <a:pt x="2296992" y="791680"/>
                </a:lnTo>
                <a:lnTo>
                  <a:pt x="2296982" y="794061"/>
                </a:lnTo>
                <a:lnTo>
                  <a:pt x="2296944" y="798090"/>
                </a:lnTo>
                <a:lnTo>
                  <a:pt x="2296935" y="800452"/>
                </a:lnTo>
                <a:lnTo>
                  <a:pt x="2296935" y="801167"/>
                </a:lnTo>
                <a:lnTo>
                  <a:pt x="2296963" y="803548"/>
                </a:lnTo>
                <a:lnTo>
                  <a:pt x="2296992" y="807596"/>
                </a:lnTo>
                <a:lnTo>
                  <a:pt x="2297011" y="809996"/>
                </a:lnTo>
                <a:lnTo>
                  <a:pt x="2297020" y="810749"/>
                </a:lnTo>
                <a:lnTo>
                  <a:pt x="2297001" y="813130"/>
                </a:lnTo>
                <a:lnTo>
                  <a:pt x="2296973" y="817140"/>
                </a:lnTo>
                <a:lnTo>
                  <a:pt x="2296954" y="819512"/>
                </a:lnTo>
                <a:lnTo>
                  <a:pt x="2296963" y="820226"/>
                </a:lnTo>
                <a:lnTo>
                  <a:pt x="2296944" y="822608"/>
                </a:lnTo>
                <a:lnTo>
                  <a:pt x="2296906" y="826656"/>
                </a:lnTo>
                <a:lnTo>
                  <a:pt x="2296897" y="829018"/>
                </a:lnTo>
                <a:lnTo>
                  <a:pt x="2296897" y="829704"/>
                </a:lnTo>
                <a:lnTo>
                  <a:pt x="2296906" y="832085"/>
                </a:lnTo>
                <a:lnTo>
                  <a:pt x="2296944" y="836162"/>
                </a:lnTo>
                <a:lnTo>
                  <a:pt x="2296963" y="838562"/>
                </a:lnTo>
                <a:lnTo>
                  <a:pt x="2296963" y="839276"/>
                </a:lnTo>
                <a:lnTo>
                  <a:pt x="2296954" y="841658"/>
                </a:lnTo>
                <a:lnTo>
                  <a:pt x="2296954" y="845706"/>
                </a:lnTo>
                <a:lnTo>
                  <a:pt x="2296954" y="848077"/>
                </a:lnTo>
                <a:lnTo>
                  <a:pt x="2296954" y="848801"/>
                </a:lnTo>
                <a:lnTo>
                  <a:pt x="2296954" y="851183"/>
                </a:lnTo>
                <a:lnTo>
                  <a:pt x="2296954" y="855221"/>
                </a:lnTo>
                <a:lnTo>
                  <a:pt x="2296954" y="857602"/>
                </a:lnTo>
                <a:lnTo>
                  <a:pt x="2296944" y="858317"/>
                </a:lnTo>
                <a:lnTo>
                  <a:pt x="2296963" y="860698"/>
                </a:lnTo>
                <a:lnTo>
                  <a:pt x="2296992" y="864746"/>
                </a:lnTo>
                <a:lnTo>
                  <a:pt x="2297011" y="867146"/>
                </a:lnTo>
                <a:lnTo>
                  <a:pt x="2297011" y="867889"/>
                </a:lnTo>
                <a:lnTo>
                  <a:pt x="2296992" y="870271"/>
                </a:lnTo>
                <a:lnTo>
                  <a:pt x="2296963" y="874290"/>
                </a:lnTo>
                <a:lnTo>
                  <a:pt x="2296944" y="876652"/>
                </a:lnTo>
                <a:lnTo>
                  <a:pt x="2296935" y="877357"/>
                </a:lnTo>
                <a:lnTo>
                  <a:pt x="2296963" y="879739"/>
                </a:lnTo>
                <a:lnTo>
                  <a:pt x="2297030" y="883796"/>
                </a:lnTo>
                <a:lnTo>
                  <a:pt x="2297068" y="886206"/>
                </a:lnTo>
                <a:lnTo>
                  <a:pt x="2297059" y="886978"/>
                </a:lnTo>
                <a:lnTo>
                  <a:pt x="2297049" y="889359"/>
                </a:lnTo>
                <a:lnTo>
                  <a:pt x="2297011" y="893350"/>
                </a:lnTo>
                <a:lnTo>
                  <a:pt x="2296992" y="895712"/>
                </a:lnTo>
                <a:lnTo>
                  <a:pt x="2296992" y="896445"/>
                </a:lnTo>
                <a:lnTo>
                  <a:pt x="2296973" y="898827"/>
                </a:lnTo>
                <a:lnTo>
                  <a:pt x="2296935" y="902856"/>
                </a:lnTo>
                <a:lnTo>
                  <a:pt x="2296925" y="905227"/>
                </a:lnTo>
                <a:lnTo>
                  <a:pt x="2296925" y="905923"/>
                </a:lnTo>
                <a:lnTo>
                  <a:pt x="2296925" y="908304"/>
                </a:lnTo>
                <a:lnTo>
                  <a:pt x="2296925" y="912371"/>
                </a:lnTo>
                <a:lnTo>
                  <a:pt x="2296925" y="914752"/>
                </a:lnTo>
                <a:lnTo>
                  <a:pt x="2296925" y="915448"/>
                </a:lnTo>
                <a:lnTo>
                  <a:pt x="2296944" y="917829"/>
                </a:lnTo>
                <a:lnTo>
                  <a:pt x="2296973" y="921896"/>
                </a:lnTo>
                <a:lnTo>
                  <a:pt x="2296992" y="924296"/>
                </a:lnTo>
                <a:lnTo>
                  <a:pt x="2296992" y="925030"/>
                </a:lnTo>
                <a:lnTo>
                  <a:pt x="2296992" y="927411"/>
                </a:lnTo>
                <a:lnTo>
                  <a:pt x="2296992" y="931440"/>
                </a:lnTo>
                <a:lnTo>
                  <a:pt x="2296992" y="933821"/>
                </a:lnTo>
                <a:lnTo>
                  <a:pt x="2296992" y="934555"/>
                </a:lnTo>
                <a:lnTo>
                  <a:pt x="2296982" y="936936"/>
                </a:lnTo>
                <a:lnTo>
                  <a:pt x="2296944" y="940965"/>
                </a:lnTo>
                <a:lnTo>
                  <a:pt x="2296935" y="943327"/>
                </a:lnTo>
                <a:lnTo>
                  <a:pt x="2296935" y="944032"/>
                </a:lnTo>
                <a:lnTo>
                  <a:pt x="2296935" y="946414"/>
                </a:lnTo>
                <a:lnTo>
                  <a:pt x="2296935" y="950471"/>
                </a:lnTo>
                <a:lnTo>
                  <a:pt x="2296944" y="952852"/>
                </a:lnTo>
                <a:lnTo>
                  <a:pt x="2296954" y="953576"/>
                </a:lnTo>
                <a:lnTo>
                  <a:pt x="2296954" y="955958"/>
                </a:lnTo>
                <a:lnTo>
                  <a:pt x="2296954" y="959996"/>
                </a:lnTo>
                <a:lnTo>
                  <a:pt x="2296954" y="962387"/>
                </a:lnTo>
                <a:lnTo>
                  <a:pt x="2296954" y="963101"/>
                </a:lnTo>
                <a:lnTo>
                  <a:pt x="2296954" y="965483"/>
                </a:lnTo>
                <a:lnTo>
                  <a:pt x="2296954" y="969531"/>
                </a:lnTo>
                <a:lnTo>
                  <a:pt x="2296954" y="971912"/>
                </a:lnTo>
                <a:lnTo>
                  <a:pt x="2296954" y="972626"/>
                </a:lnTo>
                <a:lnTo>
                  <a:pt x="2296973" y="975008"/>
                </a:lnTo>
                <a:lnTo>
                  <a:pt x="2297011" y="979056"/>
                </a:lnTo>
                <a:lnTo>
                  <a:pt x="2297020" y="981446"/>
                </a:lnTo>
                <a:lnTo>
                  <a:pt x="2297020" y="982199"/>
                </a:lnTo>
                <a:lnTo>
                  <a:pt x="2297011" y="984580"/>
                </a:lnTo>
                <a:lnTo>
                  <a:pt x="2296973" y="988590"/>
                </a:lnTo>
                <a:lnTo>
                  <a:pt x="2296954" y="990962"/>
                </a:lnTo>
                <a:lnTo>
                  <a:pt x="2296954" y="991676"/>
                </a:lnTo>
                <a:lnTo>
                  <a:pt x="2296954" y="994058"/>
                </a:lnTo>
                <a:lnTo>
                  <a:pt x="2296954" y="998106"/>
                </a:lnTo>
                <a:lnTo>
                  <a:pt x="2296954" y="1000477"/>
                </a:lnTo>
                <a:lnTo>
                  <a:pt x="2296954" y="1001201"/>
                </a:lnTo>
                <a:lnTo>
                  <a:pt x="2296954" y="1003583"/>
                </a:lnTo>
                <a:lnTo>
                  <a:pt x="2296954" y="1007621"/>
                </a:lnTo>
                <a:lnTo>
                  <a:pt x="2296954" y="1010002"/>
                </a:lnTo>
                <a:lnTo>
                  <a:pt x="2296944" y="1010717"/>
                </a:lnTo>
                <a:lnTo>
                  <a:pt x="2296963" y="1013098"/>
                </a:lnTo>
                <a:lnTo>
                  <a:pt x="2296992" y="1017146"/>
                </a:lnTo>
                <a:lnTo>
                  <a:pt x="2297011" y="1019546"/>
                </a:lnTo>
                <a:lnTo>
                  <a:pt x="2297001" y="1020280"/>
                </a:lnTo>
                <a:lnTo>
                  <a:pt x="2297020" y="1022661"/>
                </a:lnTo>
                <a:lnTo>
                  <a:pt x="2297049" y="1026690"/>
                </a:lnTo>
                <a:lnTo>
                  <a:pt x="2297059" y="1029081"/>
                </a:lnTo>
                <a:lnTo>
                  <a:pt x="2297059" y="1029843"/>
                </a:lnTo>
                <a:lnTo>
                  <a:pt x="2297068" y="1032224"/>
                </a:lnTo>
                <a:lnTo>
                  <a:pt x="2297097" y="1036225"/>
                </a:lnTo>
                <a:lnTo>
                  <a:pt x="2297116" y="1038625"/>
                </a:lnTo>
                <a:lnTo>
                  <a:pt x="2297116" y="1039416"/>
                </a:lnTo>
                <a:lnTo>
                  <a:pt x="2297097" y="1041797"/>
                </a:lnTo>
                <a:lnTo>
                  <a:pt x="2297068" y="1045769"/>
                </a:lnTo>
                <a:lnTo>
                  <a:pt x="2297049" y="1048131"/>
                </a:lnTo>
                <a:lnTo>
                  <a:pt x="2297049" y="1048893"/>
                </a:lnTo>
                <a:lnTo>
                  <a:pt x="2297049" y="1051274"/>
                </a:lnTo>
                <a:lnTo>
                  <a:pt x="2297049" y="1055275"/>
                </a:lnTo>
                <a:lnTo>
                  <a:pt x="2297049" y="1057656"/>
                </a:lnTo>
                <a:lnTo>
                  <a:pt x="2297049" y="1058418"/>
                </a:lnTo>
                <a:lnTo>
                  <a:pt x="2297049" y="1060799"/>
                </a:lnTo>
                <a:lnTo>
                  <a:pt x="2297049" y="1064800"/>
                </a:lnTo>
                <a:lnTo>
                  <a:pt x="2297049" y="1067181"/>
                </a:lnTo>
                <a:lnTo>
                  <a:pt x="2297049" y="1067943"/>
                </a:lnTo>
                <a:lnTo>
                  <a:pt x="2297049" y="1070324"/>
                </a:lnTo>
                <a:lnTo>
                  <a:pt x="2297049" y="1074325"/>
                </a:lnTo>
                <a:lnTo>
                  <a:pt x="2297049" y="1076706"/>
                </a:lnTo>
                <a:lnTo>
                  <a:pt x="2297049" y="1077468"/>
                </a:lnTo>
                <a:lnTo>
                  <a:pt x="2297030" y="1079849"/>
                </a:lnTo>
                <a:lnTo>
                  <a:pt x="2297001" y="1083850"/>
                </a:lnTo>
                <a:lnTo>
                  <a:pt x="2296982" y="1086221"/>
                </a:lnTo>
                <a:lnTo>
                  <a:pt x="2296992" y="1086955"/>
                </a:lnTo>
                <a:lnTo>
                  <a:pt x="2297011" y="1089336"/>
                </a:lnTo>
                <a:lnTo>
                  <a:pt x="2297039" y="1093365"/>
                </a:lnTo>
                <a:lnTo>
                  <a:pt x="2297059" y="1095766"/>
                </a:lnTo>
                <a:lnTo>
                  <a:pt x="2297068" y="1096537"/>
                </a:lnTo>
                <a:lnTo>
                  <a:pt x="2297059" y="1098918"/>
                </a:lnTo>
                <a:lnTo>
                  <a:pt x="2297020" y="1102909"/>
                </a:lnTo>
                <a:lnTo>
                  <a:pt x="2297011" y="1105271"/>
                </a:lnTo>
                <a:lnTo>
                  <a:pt x="2297020" y="1106024"/>
                </a:lnTo>
                <a:lnTo>
                  <a:pt x="2297011" y="1108405"/>
                </a:lnTo>
                <a:lnTo>
                  <a:pt x="2296982" y="1112415"/>
                </a:lnTo>
                <a:lnTo>
                  <a:pt x="2296963" y="1114787"/>
                </a:lnTo>
                <a:lnTo>
                  <a:pt x="2296963" y="1115511"/>
                </a:lnTo>
                <a:lnTo>
                  <a:pt x="2296954" y="1117892"/>
                </a:lnTo>
                <a:lnTo>
                  <a:pt x="2296916" y="1121931"/>
                </a:lnTo>
                <a:lnTo>
                  <a:pt x="2296906" y="1124293"/>
                </a:lnTo>
                <a:lnTo>
                  <a:pt x="2296906" y="1124988"/>
                </a:lnTo>
                <a:lnTo>
                  <a:pt x="2296944" y="1127369"/>
                </a:lnTo>
                <a:lnTo>
                  <a:pt x="2297011" y="1131437"/>
                </a:lnTo>
                <a:lnTo>
                  <a:pt x="2297049" y="1133856"/>
                </a:lnTo>
                <a:lnTo>
                  <a:pt x="2297049" y="1134618"/>
                </a:lnTo>
                <a:lnTo>
                  <a:pt x="2297049" y="1136999"/>
                </a:lnTo>
                <a:lnTo>
                  <a:pt x="2297049" y="1141000"/>
                </a:lnTo>
                <a:lnTo>
                  <a:pt x="2297049" y="1143381"/>
                </a:lnTo>
                <a:lnTo>
                  <a:pt x="2297059" y="1144153"/>
                </a:lnTo>
                <a:lnTo>
                  <a:pt x="2297059" y="1146534"/>
                </a:lnTo>
                <a:lnTo>
                  <a:pt x="2297059" y="1150525"/>
                </a:lnTo>
                <a:lnTo>
                  <a:pt x="2297059" y="1152906"/>
                </a:lnTo>
                <a:lnTo>
                  <a:pt x="2297059" y="1153668"/>
                </a:lnTo>
                <a:lnTo>
                  <a:pt x="2297059" y="1156049"/>
                </a:lnTo>
                <a:lnTo>
                  <a:pt x="2297059" y="1160050"/>
                </a:lnTo>
                <a:lnTo>
                  <a:pt x="2297049" y="1162431"/>
                </a:lnTo>
                <a:lnTo>
                  <a:pt x="2297039" y="1163183"/>
                </a:lnTo>
                <a:lnTo>
                  <a:pt x="2297059" y="1165565"/>
                </a:lnTo>
                <a:lnTo>
                  <a:pt x="2297087" y="1169575"/>
                </a:lnTo>
                <a:lnTo>
                  <a:pt x="2297106" y="1171975"/>
                </a:lnTo>
                <a:lnTo>
                  <a:pt x="2297106" y="1172766"/>
                </a:lnTo>
                <a:lnTo>
                  <a:pt x="2296716" y="1173537"/>
                </a:lnTo>
                <a:lnTo>
                  <a:pt x="2295925" y="1174290"/>
                </a:lnTo>
                <a:lnTo>
                  <a:pt x="2293639" y="1174385"/>
                </a:lnTo>
                <a:lnTo>
                  <a:pt x="2289877" y="1173842"/>
                </a:lnTo>
                <a:lnTo>
                  <a:pt x="2287915" y="1175452"/>
                </a:lnTo>
                <a:lnTo>
                  <a:pt x="2287762" y="1179214"/>
                </a:lnTo>
                <a:lnTo>
                  <a:pt x="2287467" y="1181291"/>
                </a:lnTo>
                <a:lnTo>
                  <a:pt x="2287010" y="1181681"/>
                </a:lnTo>
                <a:lnTo>
                  <a:pt x="2286581" y="1182062"/>
                </a:lnTo>
                <a:lnTo>
                  <a:pt x="2286191" y="1182434"/>
                </a:lnTo>
                <a:lnTo>
                  <a:pt x="2284038" y="1182653"/>
                </a:lnTo>
                <a:lnTo>
                  <a:pt x="2280104" y="1182729"/>
                </a:lnTo>
                <a:lnTo>
                  <a:pt x="2278266" y="1184729"/>
                </a:lnTo>
                <a:lnTo>
                  <a:pt x="2278523" y="1188663"/>
                </a:lnTo>
                <a:lnTo>
                  <a:pt x="2278390" y="1190911"/>
                </a:lnTo>
                <a:lnTo>
                  <a:pt x="2277885" y="1191492"/>
                </a:lnTo>
                <a:lnTo>
                  <a:pt x="2277342" y="1191778"/>
                </a:lnTo>
                <a:lnTo>
                  <a:pt x="2276761" y="1191778"/>
                </a:lnTo>
                <a:lnTo>
                  <a:pt x="2274380" y="1191778"/>
                </a:lnTo>
                <a:lnTo>
                  <a:pt x="2270198" y="1191778"/>
                </a:lnTo>
                <a:lnTo>
                  <a:pt x="2267817" y="1191778"/>
                </a:lnTo>
                <a:lnTo>
                  <a:pt x="2267236" y="1191787"/>
                </a:lnTo>
                <a:lnTo>
                  <a:pt x="2264788" y="1191711"/>
                </a:lnTo>
                <a:lnTo>
                  <a:pt x="2260454" y="1191558"/>
                </a:lnTo>
                <a:lnTo>
                  <a:pt x="2258073" y="1191482"/>
                </a:lnTo>
                <a:lnTo>
                  <a:pt x="2257644" y="1191482"/>
                </a:lnTo>
                <a:lnTo>
                  <a:pt x="2255244" y="1191463"/>
                </a:lnTo>
                <a:lnTo>
                  <a:pt x="2250872" y="1191425"/>
                </a:lnTo>
                <a:lnTo>
                  <a:pt x="2248491" y="1191406"/>
                </a:lnTo>
                <a:lnTo>
                  <a:pt x="2248100" y="1191406"/>
                </a:lnTo>
                <a:lnTo>
                  <a:pt x="2245719" y="1191416"/>
                </a:lnTo>
                <a:lnTo>
                  <a:pt x="2241347" y="1191416"/>
                </a:lnTo>
                <a:lnTo>
                  <a:pt x="2238966" y="1191416"/>
                </a:lnTo>
                <a:lnTo>
                  <a:pt x="2238575" y="1191416"/>
                </a:lnTo>
                <a:lnTo>
                  <a:pt x="2236175" y="1191387"/>
                </a:lnTo>
                <a:lnTo>
                  <a:pt x="2231765" y="1191349"/>
                </a:lnTo>
                <a:lnTo>
                  <a:pt x="2229383" y="1191330"/>
                </a:lnTo>
                <a:lnTo>
                  <a:pt x="2229031" y="1191330"/>
                </a:lnTo>
                <a:lnTo>
                  <a:pt x="2226688" y="1191377"/>
                </a:lnTo>
                <a:lnTo>
                  <a:pt x="2222363" y="1191454"/>
                </a:lnTo>
                <a:lnTo>
                  <a:pt x="2219982" y="1191501"/>
                </a:lnTo>
                <a:lnTo>
                  <a:pt x="2219544" y="1191501"/>
                </a:lnTo>
                <a:lnTo>
                  <a:pt x="2217239" y="1191578"/>
                </a:lnTo>
                <a:lnTo>
                  <a:pt x="2213067" y="1191730"/>
                </a:lnTo>
                <a:lnTo>
                  <a:pt x="2210686" y="1191806"/>
                </a:lnTo>
                <a:lnTo>
                  <a:pt x="2210095" y="1191797"/>
                </a:lnTo>
                <a:lnTo>
                  <a:pt x="2208705" y="1191501"/>
                </a:lnTo>
                <a:lnTo>
                  <a:pt x="2206504" y="1190920"/>
                </a:lnTo>
                <a:lnTo>
                  <a:pt x="2204123" y="1189253"/>
                </a:lnTo>
                <a:lnTo>
                  <a:pt x="2201561" y="1186510"/>
                </a:lnTo>
                <a:lnTo>
                  <a:pt x="2199704" y="1184129"/>
                </a:lnTo>
                <a:lnTo>
                  <a:pt x="2198551" y="1182110"/>
                </a:lnTo>
                <a:lnTo>
                  <a:pt x="2196170" y="1179519"/>
                </a:lnTo>
                <a:lnTo>
                  <a:pt x="2192560" y="1176347"/>
                </a:lnTo>
                <a:lnTo>
                  <a:pt x="2190379" y="1173966"/>
                </a:lnTo>
                <a:lnTo>
                  <a:pt x="2189626" y="1172375"/>
                </a:lnTo>
                <a:lnTo>
                  <a:pt x="2189255" y="1171204"/>
                </a:lnTo>
                <a:lnTo>
                  <a:pt x="2189264" y="1170461"/>
                </a:lnTo>
                <a:lnTo>
                  <a:pt x="2189293" y="1168079"/>
                </a:lnTo>
                <a:lnTo>
                  <a:pt x="2189359" y="1164060"/>
                </a:lnTo>
                <a:lnTo>
                  <a:pt x="2189397" y="1161717"/>
                </a:lnTo>
                <a:lnTo>
                  <a:pt x="2189407" y="1161040"/>
                </a:lnTo>
                <a:lnTo>
                  <a:pt x="2189369" y="1158659"/>
                </a:lnTo>
                <a:lnTo>
                  <a:pt x="2189302" y="1154573"/>
                </a:lnTo>
                <a:lnTo>
                  <a:pt x="2189274" y="1152154"/>
                </a:lnTo>
                <a:lnTo>
                  <a:pt x="2189274" y="1151420"/>
                </a:lnTo>
                <a:lnTo>
                  <a:pt x="2189283" y="1149039"/>
                </a:lnTo>
                <a:lnTo>
                  <a:pt x="2189283" y="1145010"/>
                </a:lnTo>
                <a:lnTo>
                  <a:pt x="2189283" y="1142629"/>
                </a:lnTo>
                <a:lnTo>
                  <a:pt x="2189283" y="1141895"/>
                </a:lnTo>
                <a:lnTo>
                  <a:pt x="2189283" y="1139514"/>
                </a:lnTo>
                <a:lnTo>
                  <a:pt x="2189283" y="1135485"/>
                </a:lnTo>
                <a:lnTo>
                  <a:pt x="2189283" y="1133104"/>
                </a:lnTo>
                <a:lnTo>
                  <a:pt x="2189283" y="1132370"/>
                </a:lnTo>
                <a:lnTo>
                  <a:pt x="2189312" y="1129989"/>
                </a:lnTo>
                <a:lnTo>
                  <a:pt x="2189378" y="1125960"/>
                </a:lnTo>
                <a:lnTo>
                  <a:pt x="2189417" y="1123617"/>
                </a:lnTo>
                <a:lnTo>
                  <a:pt x="2189417" y="1122950"/>
                </a:lnTo>
                <a:lnTo>
                  <a:pt x="2189407" y="1120569"/>
                </a:lnTo>
                <a:lnTo>
                  <a:pt x="2189369" y="1116473"/>
                </a:lnTo>
                <a:lnTo>
                  <a:pt x="2189359" y="1114073"/>
                </a:lnTo>
                <a:lnTo>
                  <a:pt x="2189359" y="1113377"/>
                </a:lnTo>
                <a:lnTo>
                  <a:pt x="2189359" y="1110996"/>
                </a:lnTo>
                <a:lnTo>
                  <a:pt x="2189359" y="1106929"/>
                </a:lnTo>
                <a:lnTo>
                  <a:pt x="2189359" y="1104548"/>
                </a:lnTo>
                <a:lnTo>
                  <a:pt x="2189359" y="1103852"/>
                </a:lnTo>
                <a:lnTo>
                  <a:pt x="2189359" y="1101471"/>
                </a:lnTo>
                <a:lnTo>
                  <a:pt x="2189359" y="1097404"/>
                </a:lnTo>
                <a:lnTo>
                  <a:pt x="2189359" y="1095023"/>
                </a:lnTo>
                <a:lnTo>
                  <a:pt x="2189359" y="1094327"/>
                </a:lnTo>
                <a:lnTo>
                  <a:pt x="2189359" y="1091946"/>
                </a:lnTo>
                <a:lnTo>
                  <a:pt x="2189359" y="1087879"/>
                </a:lnTo>
                <a:lnTo>
                  <a:pt x="2189359" y="1085498"/>
                </a:lnTo>
                <a:lnTo>
                  <a:pt x="2189359" y="1084802"/>
                </a:lnTo>
                <a:lnTo>
                  <a:pt x="2189359" y="1082421"/>
                </a:lnTo>
                <a:lnTo>
                  <a:pt x="2189359" y="1078354"/>
                </a:lnTo>
                <a:lnTo>
                  <a:pt x="2189359" y="1075973"/>
                </a:lnTo>
                <a:lnTo>
                  <a:pt x="2189350" y="1075277"/>
                </a:lnTo>
                <a:lnTo>
                  <a:pt x="2189350" y="1072896"/>
                </a:lnTo>
                <a:lnTo>
                  <a:pt x="2189350" y="1068829"/>
                </a:lnTo>
                <a:lnTo>
                  <a:pt x="2189350" y="1066448"/>
                </a:lnTo>
                <a:lnTo>
                  <a:pt x="2189350" y="1065752"/>
                </a:lnTo>
                <a:lnTo>
                  <a:pt x="2189369" y="1063371"/>
                </a:lnTo>
                <a:lnTo>
                  <a:pt x="2189397" y="1059304"/>
                </a:lnTo>
                <a:lnTo>
                  <a:pt x="2189417" y="1056942"/>
                </a:lnTo>
                <a:lnTo>
                  <a:pt x="2189407" y="1056265"/>
                </a:lnTo>
                <a:lnTo>
                  <a:pt x="2189407" y="1053884"/>
                </a:lnTo>
                <a:lnTo>
                  <a:pt x="2189407" y="1049798"/>
                </a:lnTo>
                <a:lnTo>
                  <a:pt x="2189407" y="1047407"/>
                </a:lnTo>
                <a:lnTo>
                  <a:pt x="2189397" y="1046731"/>
                </a:lnTo>
                <a:lnTo>
                  <a:pt x="2189417" y="1044350"/>
                </a:lnTo>
                <a:lnTo>
                  <a:pt x="2189445" y="1040263"/>
                </a:lnTo>
                <a:lnTo>
                  <a:pt x="2189464" y="1037901"/>
                </a:lnTo>
                <a:lnTo>
                  <a:pt x="2189455" y="1037253"/>
                </a:lnTo>
                <a:lnTo>
                  <a:pt x="2189436" y="1034872"/>
                </a:lnTo>
                <a:lnTo>
                  <a:pt x="2189407" y="1030757"/>
                </a:lnTo>
                <a:lnTo>
                  <a:pt x="2189388" y="1028357"/>
                </a:lnTo>
                <a:lnTo>
                  <a:pt x="2189378" y="1027671"/>
                </a:lnTo>
                <a:lnTo>
                  <a:pt x="2189397" y="1025290"/>
                </a:lnTo>
                <a:lnTo>
                  <a:pt x="2189436" y="1021213"/>
                </a:lnTo>
                <a:lnTo>
                  <a:pt x="2189455" y="1018851"/>
                </a:lnTo>
                <a:lnTo>
                  <a:pt x="2189455" y="1018203"/>
                </a:lnTo>
                <a:lnTo>
                  <a:pt x="2189436" y="1015822"/>
                </a:lnTo>
                <a:lnTo>
                  <a:pt x="2189397" y="1011707"/>
                </a:lnTo>
                <a:lnTo>
                  <a:pt x="2189378" y="1009307"/>
                </a:lnTo>
                <a:lnTo>
                  <a:pt x="2189378" y="1008621"/>
                </a:lnTo>
                <a:lnTo>
                  <a:pt x="2189397" y="1006240"/>
                </a:lnTo>
                <a:lnTo>
                  <a:pt x="2189436" y="1002163"/>
                </a:lnTo>
                <a:lnTo>
                  <a:pt x="2189455" y="999801"/>
                </a:lnTo>
                <a:lnTo>
                  <a:pt x="2189455" y="999153"/>
                </a:lnTo>
                <a:lnTo>
                  <a:pt x="2189455" y="996772"/>
                </a:lnTo>
                <a:lnTo>
                  <a:pt x="2189455" y="992657"/>
                </a:lnTo>
                <a:lnTo>
                  <a:pt x="2189455" y="990276"/>
                </a:lnTo>
                <a:lnTo>
                  <a:pt x="2189455" y="989628"/>
                </a:lnTo>
                <a:lnTo>
                  <a:pt x="2189464" y="987247"/>
                </a:lnTo>
                <a:lnTo>
                  <a:pt x="2189502" y="983132"/>
                </a:lnTo>
                <a:lnTo>
                  <a:pt x="2189521" y="980770"/>
                </a:lnTo>
                <a:lnTo>
                  <a:pt x="2189531" y="980161"/>
                </a:lnTo>
                <a:lnTo>
                  <a:pt x="2189531" y="977779"/>
                </a:lnTo>
                <a:lnTo>
                  <a:pt x="2189531" y="973626"/>
                </a:lnTo>
                <a:lnTo>
                  <a:pt x="2189531" y="971245"/>
                </a:lnTo>
                <a:lnTo>
                  <a:pt x="2189540" y="970645"/>
                </a:lnTo>
                <a:lnTo>
                  <a:pt x="2189521" y="968264"/>
                </a:lnTo>
                <a:lnTo>
                  <a:pt x="2189483" y="964101"/>
                </a:lnTo>
                <a:lnTo>
                  <a:pt x="2189474" y="961701"/>
                </a:lnTo>
                <a:lnTo>
                  <a:pt x="2189474" y="961063"/>
                </a:lnTo>
                <a:lnTo>
                  <a:pt x="2189455" y="958682"/>
                </a:lnTo>
                <a:lnTo>
                  <a:pt x="2189426" y="954557"/>
                </a:lnTo>
                <a:lnTo>
                  <a:pt x="2189407" y="952167"/>
                </a:lnTo>
                <a:lnTo>
                  <a:pt x="2189407" y="951490"/>
                </a:lnTo>
                <a:lnTo>
                  <a:pt x="2189407" y="949109"/>
                </a:lnTo>
                <a:lnTo>
                  <a:pt x="2189407" y="945023"/>
                </a:lnTo>
                <a:lnTo>
                  <a:pt x="2189407" y="942642"/>
                </a:lnTo>
                <a:lnTo>
                  <a:pt x="2189407" y="941965"/>
                </a:lnTo>
                <a:lnTo>
                  <a:pt x="2189407" y="939584"/>
                </a:lnTo>
                <a:lnTo>
                  <a:pt x="2189407" y="935498"/>
                </a:lnTo>
                <a:lnTo>
                  <a:pt x="2189407" y="933117"/>
                </a:lnTo>
                <a:lnTo>
                  <a:pt x="2189407" y="932440"/>
                </a:lnTo>
                <a:lnTo>
                  <a:pt x="2189407" y="930059"/>
                </a:lnTo>
                <a:lnTo>
                  <a:pt x="2189407" y="925973"/>
                </a:lnTo>
                <a:lnTo>
                  <a:pt x="2189407" y="923592"/>
                </a:lnTo>
                <a:lnTo>
                  <a:pt x="2189407" y="922915"/>
                </a:lnTo>
                <a:lnTo>
                  <a:pt x="2189388" y="920534"/>
                </a:lnTo>
                <a:lnTo>
                  <a:pt x="2189350" y="916448"/>
                </a:lnTo>
                <a:lnTo>
                  <a:pt x="2189340" y="914048"/>
                </a:lnTo>
                <a:lnTo>
                  <a:pt x="2189331" y="913333"/>
                </a:lnTo>
                <a:lnTo>
                  <a:pt x="2189350" y="910952"/>
                </a:lnTo>
                <a:lnTo>
                  <a:pt x="2189388" y="906904"/>
                </a:lnTo>
                <a:lnTo>
                  <a:pt x="2189397" y="904532"/>
                </a:lnTo>
                <a:lnTo>
                  <a:pt x="2189388" y="903856"/>
                </a:lnTo>
                <a:lnTo>
                  <a:pt x="2189388" y="901475"/>
                </a:lnTo>
                <a:lnTo>
                  <a:pt x="2189388" y="897388"/>
                </a:lnTo>
                <a:lnTo>
                  <a:pt x="2189388" y="895007"/>
                </a:lnTo>
                <a:lnTo>
                  <a:pt x="2189388" y="894331"/>
                </a:lnTo>
                <a:lnTo>
                  <a:pt x="2189407" y="891950"/>
                </a:lnTo>
                <a:lnTo>
                  <a:pt x="2189436" y="887863"/>
                </a:lnTo>
                <a:lnTo>
                  <a:pt x="2189455" y="885501"/>
                </a:lnTo>
                <a:lnTo>
                  <a:pt x="2189455" y="884853"/>
                </a:lnTo>
                <a:lnTo>
                  <a:pt x="2189455" y="882472"/>
                </a:lnTo>
                <a:lnTo>
                  <a:pt x="2189455" y="878357"/>
                </a:lnTo>
                <a:lnTo>
                  <a:pt x="2189455" y="875976"/>
                </a:lnTo>
                <a:lnTo>
                  <a:pt x="2189455" y="875328"/>
                </a:lnTo>
                <a:lnTo>
                  <a:pt x="2189474" y="872947"/>
                </a:lnTo>
                <a:lnTo>
                  <a:pt x="2189512" y="868832"/>
                </a:lnTo>
                <a:lnTo>
                  <a:pt x="2189531" y="866470"/>
                </a:lnTo>
                <a:lnTo>
                  <a:pt x="2189521" y="865851"/>
                </a:lnTo>
                <a:lnTo>
                  <a:pt x="2189502" y="863470"/>
                </a:lnTo>
                <a:lnTo>
                  <a:pt x="2189464" y="859326"/>
                </a:lnTo>
                <a:lnTo>
                  <a:pt x="2189455" y="856926"/>
                </a:lnTo>
                <a:lnTo>
                  <a:pt x="2189455" y="856278"/>
                </a:lnTo>
                <a:lnTo>
                  <a:pt x="2189436" y="853897"/>
                </a:lnTo>
                <a:lnTo>
                  <a:pt x="2189407" y="849782"/>
                </a:lnTo>
                <a:lnTo>
                  <a:pt x="2189388" y="847382"/>
                </a:lnTo>
                <a:lnTo>
                  <a:pt x="2189388" y="846706"/>
                </a:lnTo>
                <a:lnTo>
                  <a:pt x="2189397" y="844325"/>
                </a:lnTo>
                <a:lnTo>
                  <a:pt x="2189397" y="840238"/>
                </a:lnTo>
                <a:lnTo>
                  <a:pt x="2189397" y="837867"/>
                </a:lnTo>
                <a:lnTo>
                  <a:pt x="2189397" y="837190"/>
                </a:lnTo>
                <a:lnTo>
                  <a:pt x="2189407" y="834809"/>
                </a:lnTo>
                <a:lnTo>
                  <a:pt x="2189407" y="830723"/>
                </a:lnTo>
                <a:lnTo>
                  <a:pt x="2189407" y="828342"/>
                </a:lnTo>
                <a:lnTo>
                  <a:pt x="2189397" y="827665"/>
                </a:lnTo>
                <a:lnTo>
                  <a:pt x="2189397" y="825284"/>
                </a:lnTo>
                <a:lnTo>
                  <a:pt x="2189397" y="821198"/>
                </a:lnTo>
                <a:lnTo>
                  <a:pt x="2189407" y="818817"/>
                </a:lnTo>
                <a:lnTo>
                  <a:pt x="2189407" y="818150"/>
                </a:lnTo>
                <a:lnTo>
                  <a:pt x="2189397" y="815769"/>
                </a:lnTo>
                <a:lnTo>
                  <a:pt x="2189359" y="811673"/>
                </a:lnTo>
                <a:lnTo>
                  <a:pt x="2189350" y="809273"/>
                </a:lnTo>
                <a:lnTo>
                  <a:pt x="2189350" y="808577"/>
                </a:lnTo>
                <a:lnTo>
                  <a:pt x="2189359" y="806196"/>
                </a:lnTo>
                <a:lnTo>
                  <a:pt x="2189359" y="802129"/>
                </a:lnTo>
                <a:lnTo>
                  <a:pt x="2189359" y="799748"/>
                </a:lnTo>
                <a:lnTo>
                  <a:pt x="2189359" y="799052"/>
                </a:lnTo>
                <a:lnTo>
                  <a:pt x="2189369" y="796671"/>
                </a:lnTo>
                <a:lnTo>
                  <a:pt x="2189407" y="792604"/>
                </a:lnTo>
                <a:lnTo>
                  <a:pt x="2189426" y="790242"/>
                </a:lnTo>
                <a:lnTo>
                  <a:pt x="2189426" y="789575"/>
                </a:lnTo>
                <a:lnTo>
                  <a:pt x="2189426" y="787194"/>
                </a:lnTo>
                <a:lnTo>
                  <a:pt x="2189426" y="783098"/>
                </a:lnTo>
                <a:lnTo>
                  <a:pt x="2189426" y="780717"/>
                </a:lnTo>
                <a:lnTo>
                  <a:pt x="2189426" y="780050"/>
                </a:lnTo>
                <a:lnTo>
                  <a:pt x="2189407" y="777669"/>
                </a:lnTo>
                <a:lnTo>
                  <a:pt x="2189369" y="773573"/>
                </a:lnTo>
                <a:lnTo>
                  <a:pt x="2189359" y="771173"/>
                </a:lnTo>
                <a:lnTo>
                  <a:pt x="2189359" y="770477"/>
                </a:lnTo>
                <a:lnTo>
                  <a:pt x="2189359" y="768096"/>
                </a:lnTo>
                <a:lnTo>
                  <a:pt x="2189359" y="764029"/>
                </a:lnTo>
                <a:lnTo>
                  <a:pt x="2189359" y="761648"/>
                </a:lnTo>
                <a:lnTo>
                  <a:pt x="2189350" y="760952"/>
                </a:lnTo>
                <a:lnTo>
                  <a:pt x="2189369" y="758571"/>
                </a:lnTo>
                <a:lnTo>
                  <a:pt x="2189407" y="754504"/>
                </a:lnTo>
                <a:lnTo>
                  <a:pt x="2189417" y="752142"/>
                </a:lnTo>
                <a:lnTo>
                  <a:pt x="2189407" y="751465"/>
                </a:lnTo>
                <a:lnTo>
                  <a:pt x="2189388" y="749084"/>
                </a:lnTo>
                <a:lnTo>
                  <a:pt x="2189359" y="744998"/>
                </a:lnTo>
                <a:lnTo>
                  <a:pt x="2189340" y="742598"/>
                </a:lnTo>
                <a:lnTo>
                  <a:pt x="2189331" y="741883"/>
                </a:lnTo>
                <a:lnTo>
                  <a:pt x="2189350" y="739502"/>
                </a:lnTo>
                <a:lnTo>
                  <a:pt x="2189378" y="735454"/>
                </a:lnTo>
                <a:lnTo>
                  <a:pt x="2189397" y="733082"/>
                </a:lnTo>
                <a:lnTo>
                  <a:pt x="2189388" y="732396"/>
                </a:lnTo>
                <a:lnTo>
                  <a:pt x="2189397" y="730015"/>
                </a:lnTo>
                <a:lnTo>
                  <a:pt x="2189436" y="725938"/>
                </a:lnTo>
                <a:lnTo>
                  <a:pt x="2189445" y="723576"/>
                </a:lnTo>
                <a:lnTo>
                  <a:pt x="2189436" y="722919"/>
                </a:lnTo>
                <a:lnTo>
                  <a:pt x="2189436" y="720538"/>
                </a:lnTo>
                <a:lnTo>
                  <a:pt x="2189436" y="716432"/>
                </a:lnTo>
                <a:lnTo>
                  <a:pt x="2189436" y="714051"/>
                </a:lnTo>
                <a:lnTo>
                  <a:pt x="2189436" y="713394"/>
                </a:lnTo>
                <a:lnTo>
                  <a:pt x="2189417" y="711013"/>
                </a:lnTo>
                <a:lnTo>
                  <a:pt x="2189388" y="706907"/>
                </a:lnTo>
                <a:lnTo>
                  <a:pt x="2189369" y="704507"/>
                </a:lnTo>
                <a:lnTo>
                  <a:pt x="2189369" y="703812"/>
                </a:lnTo>
                <a:lnTo>
                  <a:pt x="2189369" y="701431"/>
                </a:lnTo>
                <a:lnTo>
                  <a:pt x="2189369" y="697363"/>
                </a:lnTo>
                <a:lnTo>
                  <a:pt x="2189378" y="694982"/>
                </a:lnTo>
                <a:lnTo>
                  <a:pt x="2189378" y="694306"/>
                </a:lnTo>
                <a:lnTo>
                  <a:pt x="2189388" y="691925"/>
                </a:lnTo>
                <a:lnTo>
                  <a:pt x="2189388" y="687838"/>
                </a:lnTo>
                <a:lnTo>
                  <a:pt x="2189388" y="685467"/>
                </a:lnTo>
                <a:lnTo>
                  <a:pt x="2189397" y="684790"/>
                </a:lnTo>
                <a:lnTo>
                  <a:pt x="2189417" y="682409"/>
                </a:lnTo>
                <a:lnTo>
                  <a:pt x="2189455" y="678323"/>
                </a:lnTo>
                <a:lnTo>
                  <a:pt x="2189474" y="675961"/>
                </a:lnTo>
                <a:lnTo>
                  <a:pt x="2189483" y="675323"/>
                </a:lnTo>
                <a:lnTo>
                  <a:pt x="2189445" y="672941"/>
                </a:lnTo>
                <a:lnTo>
                  <a:pt x="2189378" y="668817"/>
                </a:lnTo>
                <a:lnTo>
                  <a:pt x="2189350" y="666398"/>
                </a:lnTo>
                <a:lnTo>
                  <a:pt x="2189350" y="665702"/>
                </a:lnTo>
                <a:lnTo>
                  <a:pt x="2189369" y="663321"/>
                </a:lnTo>
                <a:lnTo>
                  <a:pt x="2189397" y="659254"/>
                </a:lnTo>
                <a:lnTo>
                  <a:pt x="2189417" y="656892"/>
                </a:lnTo>
                <a:lnTo>
                  <a:pt x="2189417" y="656225"/>
                </a:lnTo>
                <a:lnTo>
                  <a:pt x="2189417" y="653844"/>
                </a:lnTo>
                <a:lnTo>
                  <a:pt x="2189417" y="649748"/>
                </a:lnTo>
                <a:lnTo>
                  <a:pt x="2189417" y="647367"/>
                </a:lnTo>
                <a:lnTo>
                  <a:pt x="2189407" y="646690"/>
                </a:lnTo>
                <a:lnTo>
                  <a:pt x="2189407" y="644309"/>
                </a:lnTo>
                <a:lnTo>
                  <a:pt x="2189407" y="640223"/>
                </a:lnTo>
                <a:lnTo>
                  <a:pt x="2189397" y="637832"/>
                </a:lnTo>
                <a:lnTo>
                  <a:pt x="2189388" y="637146"/>
                </a:lnTo>
                <a:lnTo>
                  <a:pt x="2189397" y="634765"/>
                </a:lnTo>
                <a:lnTo>
                  <a:pt x="2189436" y="630688"/>
                </a:lnTo>
                <a:lnTo>
                  <a:pt x="2189455" y="628326"/>
                </a:lnTo>
                <a:lnTo>
                  <a:pt x="2189445" y="627669"/>
                </a:lnTo>
                <a:lnTo>
                  <a:pt x="2189769" y="626707"/>
                </a:lnTo>
                <a:lnTo>
                  <a:pt x="2190426" y="625421"/>
                </a:lnTo>
                <a:lnTo>
                  <a:pt x="2192645" y="625259"/>
                </a:lnTo>
                <a:lnTo>
                  <a:pt x="2196436" y="626221"/>
                </a:lnTo>
                <a:lnTo>
                  <a:pt x="2197808" y="624811"/>
                </a:lnTo>
                <a:lnTo>
                  <a:pt x="2196779" y="621020"/>
                </a:lnTo>
                <a:lnTo>
                  <a:pt x="2196922" y="618782"/>
                </a:lnTo>
                <a:lnTo>
                  <a:pt x="2198246" y="618106"/>
                </a:lnTo>
                <a:close/>
                <a:moveTo>
                  <a:pt x="2418569" y="618087"/>
                </a:moveTo>
                <a:lnTo>
                  <a:pt x="2419093" y="618096"/>
                </a:lnTo>
                <a:lnTo>
                  <a:pt x="2421493" y="618115"/>
                </a:lnTo>
                <a:lnTo>
                  <a:pt x="2425779" y="618153"/>
                </a:lnTo>
                <a:lnTo>
                  <a:pt x="2428161" y="618173"/>
                </a:lnTo>
                <a:lnTo>
                  <a:pt x="2428637" y="618173"/>
                </a:lnTo>
                <a:lnTo>
                  <a:pt x="2430999" y="618153"/>
                </a:lnTo>
                <a:lnTo>
                  <a:pt x="2435247" y="618115"/>
                </a:lnTo>
                <a:lnTo>
                  <a:pt x="2437628" y="618096"/>
                </a:lnTo>
                <a:lnTo>
                  <a:pt x="2438143" y="618096"/>
                </a:lnTo>
                <a:lnTo>
                  <a:pt x="2440448" y="618020"/>
                </a:lnTo>
                <a:lnTo>
                  <a:pt x="2444553" y="617877"/>
                </a:lnTo>
                <a:lnTo>
                  <a:pt x="2446934" y="617801"/>
                </a:lnTo>
                <a:lnTo>
                  <a:pt x="2447592" y="617792"/>
                </a:lnTo>
                <a:lnTo>
                  <a:pt x="2449954" y="617772"/>
                </a:lnTo>
                <a:lnTo>
                  <a:pt x="2454011" y="617734"/>
                </a:lnTo>
                <a:lnTo>
                  <a:pt x="2456393" y="617725"/>
                </a:lnTo>
                <a:lnTo>
                  <a:pt x="2457098" y="617725"/>
                </a:lnTo>
                <a:lnTo>
                  <a:pt x="2459479" y="617725"/>
                </a:lnTo>
                <a:lnTo>
                  <a:pt x="2463536" y="617725"/>
                </a:lnTo>
                <a:lnTo>
                  <a:pt x="2465918" y="617725"/>
                </a:lnTo>
                <a:lnTo>
                  <a:pt x="2466623" y="617734"/>
                </a:lnTo>
                <a:lnTo>
                  <a:pt x="2469004" y="617734"/>
                </a:lnTo>
                <a:lnTo>
                  <a:pt x="2473071" y="617734"/>
                </a:lnTo>
                <a:lnTo>
                  <a:pt x="2475452" y="617734"/>
                </a:lnTo>
                <a:lnTo>
                  <a:pt x="2476148" y="617734"/>
                </a:lnTo>
                <a:lnTo>
                  <a:pt x="2478519" y="617715"/>
                </a:lnTo>
                <a:lnTo>
                  <a:pt x="2482548" y="617687"/>
                </a:lnTo>
                <a:lnTo>
                  <a:pt x="2484930" y="617677"/>
                </a:lnTo>
                <a:lnTo>
                  <a:pt x="2485663" y="617687"/>
                </a:lnTo>
                <a:lnTo>
                  <a:pt x="2488044" y="617696"/>
                </a:lnTo>
                <a:lnTo>
                  <a:pt x="2492092" y="617696"/>
                </a:lnTo>
                <a:lnTo>
                  <a:pt x="2494474" y="617696"/>
                </a:lnTo>
                <a:lnTo>
                  <a:pt x="2495188" y="617706"/>
                </a:lnTo>
                <a:lnTo>
                  <a:pt x="2497541" y="617668"/>
                </a:lnTo>
                <a:lnTo>
                  <a:pt x="2501532" y="617601"/>
                </a:lnTo>
                <a:lnTo>
                  <a:pt x="2503913" y="617572"/>
                </a:lnTo>
                <a:lnTo>
                  <a:pt x="2504684" y="617582"/>
                </a:lnTo>
                <a:lnTo>
                  <a:pt x="2505637" y="617972"/>
                </a:lnTo>
                <a:lnTo>
                  <a:pt x="2506761" y="618744"/>
                </a:lnTo>
                <a:lnTo>
                  <a:pt x="2509142" y="621278"/>
                </a:lnTo>
                <a:lnTo>
                  <a:pt x="2512781" y="625573"/>
                </a:lnTo>
                <a:lnTo>
                  <a:pt x="2515343" y="627955"/>
                </a:lnTo>
                <a:lnTo>
                  <a:pt x="2516838" y="628421"/>
                </a:lnTo>
                <a:lnTo>
                  <a:pt x="2519220" y="629898"/>
                </a:lnTo>
                <a:lnTo>
                  <a:pt x="2522487" y="632384"/>
                </a:lnTo>
                <a:lnTo>
                  <a:pt x="2524592" y="634765"/>
                </a:lnTo>
                <a:lnTo>
                  <a:pt x="2525525" y="637042"/>
                </a:lnTo>
                <a:lnTo>
                  <a:pt x="2527906" y="640032"/>
                </a:lnTo>
                <a:lnTo>
                  <a:pt x="2531735" y="643757"/>
                </a:lnTo>
                <a:lnTo>
                  <a:pt x="2533964" y="646138"/>
                </a:lnTo>
                <a:lnTo>
                  <a:pt x="2534593" y="647176"/>
                </a:lnTo>
                <a:lnTo>
                  <a:pt x="2535003" y="648110"/>
                </a:lnTo>
                <a:lnTo>
                  <a:pt x="2535203" y="648929"/>
                </a:lnTo>
                <a:lnTo>
                  <a:pt x="2535184" y="651310"/>
                </a:lnTo>
                <a:lnTo>
                  <a:pt x="2534955" y="655253"/>
                </a:lnTo>
                <a:lnTo>
                  <a:pt x="2536927" y="659454"/>
                </a:lnTo>
                <a:lnTo>
                  <a:pt x="2541089" y="663902"/>
                </a:lnTo>
                <a:lnTo>
                  <a:pt x="2543289" y="666283"/>
                </a:lnTo>
                <a:lnTo>
                  <a:pt x="2543518" y="666598"/>
                </a:lnTo>
                <a:lnTo>
                  <a:pt x="2543651" y="666883"/>
                </a:lnTo>
                <a:lnTo>
                  <a:pt x="2543689" y="667150"/>
                </a:lnTo>
                <a:lnTo>
                  <a:pt x="2543899" y="669531"/>
                </a:lnTo>
                <a:lnTo>
                  <a:pt x="2544270" y="674027"/>
                </a:lnTo>
                <a:lnTo>
                  <a:pt x="2545061" y="677199"/>
                </a:lnTo>
                <a:lnTo>
                  <a:pt x="2546271" y="679056"/>
                </a:lnTo>
                <a:lnTo>
                  <a:pt x="2546880" y="681438"/>
                </a:lnTo>
                <a:lnTo>
                  <a:pt x="2546880" y="684343"/>
                </a:lnTo>
                <a:lnTo>
                  <a:pt x="2548338" y="687076"/>
                </a:lnTo>
                <a:lnTo>
                  <a:pt x="2551243" y="689629"/>
                </a:lnTo>
                <a:lnTo>
                  <a:pt x="2553071" y="692010"/>
                </a:lnTo>
                <a:lnTo>
                  <a:pt x="2553814" y="694220"/>
                </a:lnTo>
                <a:lnTo>
                  <a:pt x="2554453" y="695954"/>
                </a:lnTo>
                <a:lnTo>
                  <a:pt x="2554967" y="697220"/>
                </a:lnTo>
                <a:lnTo>
                  <a:pt x="2555119" y="699602"/>
                </a:lnTo>
                <a:lnTo>
                  <a:pt x="2554919" y="703097"/>
                </a:lnTo>
                <a:lnTo>
                  <a:pt x="2556662" y="706526"/>
                </a:lnTo>
                <a:lnTo>
                  <a:pt x="2560368" y="709889"/>
                </a:lnTo>
                <a:lnTo>
                  <a:pt x="2562644" y="712270"/>
                </a:lnTo>
                <a:lnTo>
                  <a:pt x="2563492" y="713670"/>
                </a:lnTo>
                <a:lnTo>
                  <a:pt x="2564044" y="714918"/>
                </a:lnTo>
                <a:lnTo>
                  <a:pt x="2564292" y="716013"/>
                </a:lnTo>
                <a:lnTo>
                  <a:pt x="2564292" y="718395"/>
                </a:lnTo>
                <a:lnTo>
                  <a:pt x="2564044" y="722062"/>
                </a:lnTo>
                <a:lnTo>
                  <a:pt x="2565883" y="726119"/>
                </a:lnTo>
                <a:lnTo>
                  <a:pt x="2569797" y="730558"/>
                </a:lnTo>
                <a:lnTo>
                  <a:pt x="2571874" y="732939"/>
                </a:lnTo>
                <a:lnTo>
                  <a:pt x="2572112" y="733263"/>
                </a:lnTo>
                <a:lnTo>
                  <a:pt x="2572245" y="733558"/>
                </a:lnTo>
                <a:lnTo>
                  <a:pt x="2572274" y="733825"/>
                </a:lnTo>
                <a:lnTo>
                  <a:pt x="2572541" y="736206"/>
                </a:lnTo>
                <a:lnTo>
                  <a:pt x="2573074" y="740702"/>
                </a:lnTo>
                <a:lnTo>
                  <a:pt x="2573922" y="743931"/>
                </a:lnTo>
                <a:lnTo>
                  <a:pt x="2575093" y="745893"/>
                </a:lnTo>
                <a:lnTo>
                  <a:pt x="2575531" y="748274"/>
                </a:lnTo>
                <a:lnTo>
                  <a:pt x="2575255" y="751075"/>
                </a:lnTo>
                <a:lnTo>
                  <a:pt x="2576655" y="753942"/>
                </a:lnTo>
                <a:lnTo>
                  <a:pt x="2579732" y="756876"/>
                </a:lnTo>
                <a:lnTo>
                  <a:pt x="2581618" y="759257"/>
                </a:lnTo>
                <a:lnTo>
                  <a:pt x="2582313" y="761086"/>
                </a:lnTo>
                <a:lnTo>
                  <a:pt x="2582923" y="762610"/>
                </a:lnTo>
                <a:lnTo>
                  <a:pt x="2583447" y="763819"/>
                </a:lnTo>
                <a:lnTo>
                  <a:pt x="2583523" y="766201"/>
                </a:lnTo>
                <a:lnTo>
                  <a:pt x="2583142" y="769753"/>
                </a:lnTo>
                <a:lnTo>
                  <a:pt x="2584914" y="773240"/>
                </a:lnTo>
                <a:lnTo>
                  <a:pt x="2588838" y="776678"/>
                </a:lnTo>
                <a:lnTo>
                  <a:pt x="2591162" y="779059"/>
                </a:lnTo>
                <a:lnTo>
                  <a:pt x="2591886" y="780383"/>
                </a:lnTo>
                <a:lnTo>
                  <a:pt x="2592362" y="781526"/>
                </a:lnTo>
                <a:lnTo>
                  <a:pt x="2592591" y="782479"/>
                </a:lnTo>
                <a:lnTo>
                  <a:pt x="2592495" y="784860"/>
                </a:lnTo>
                <a:lnTo>
                  <a:pt x="2592067" y="788670"/>
                </a:lnTo>
                <a:lnTo>
                  <a:pt x="2593972" y="792671"/>
                </a:lnTo>
                <a:lnTo>
                  <a:pt x="2598210" y="796871"/>
                </a:lnTo>
                <a:lnTo>
                  <a:pt x="2600525" y="799252"/>
                </a:lnTo>
                <a:lnTo>
                  <a:pt x="2600925" y="799814"/>
                </a:lnTo>
                <a:lnTo>
                  <a:pt x="2601144" y="800319"/>
                </a:lnTo>
                <a:lnTo>
                  <a:pt x="2601182" y="800757"/>
                </a:lnTo>
                <a:lnTo>
                  <a:pt x="2601268" y="803138"/>
                </a:lnTo>
                <a:lnTo>
                  <a:pt x="2601401" y="807463"/>
                </a:lnTo>
                <a:lnTo>
                  <a:pt x="2601925" y="810358"/>
                </a:lnTo>
                <a:lnTo>
                  <a:pt x="2602821" y="811835"/>
                </a:lnTo>
                <a:lnTo>
                  <a:pt x="2603316" y="814216"/>
                </a:lnTo>
                <a:lnTo>
                  <a:pt x="2603392" y="817502"/>
                </a:lnTo>
                <a:lnTo>
                  <a:pt x="2605030" y="820722"/>
                </a:lnTo>
                <a:lnTo>
                  <a:pt x="2608240" y="823855"/>
                </a:lnTo>
                <a:lnTo>
                  <a:pt x="2610145" y="826237"/>
                </a:lnTo>
                <a:lnTo>
                  <a:pt x="2610745" y="827865"/>
                </a:lnTo>
                <a:lnTo>
                  <a:pt x="2611231" y="829161"/>
                </a:lnTo>
                <a:lnTo>
                  <a:pt x="2611603" y="830132"/>
                </a:lnTo>
                <a:lnTo>
                  <a:pt x="2611679" y="832514"/>
                </a:lnTo>
                <a:lnTo>
                  <a:pt x="2611460" y="836305"/>
                </a:lnTo>
                <a:lnTo>
                  <a:pt x="2613355" y="839972"/>
                </a:lnTo>
                <a:lnTo>
                  <a:pt x="2617365" y="843524"/>
                </a:lnTo>
                <a:lnTo>
                  <a:pt x="2619756" y="845906"/>
                </a:lnTo>
                <a:lnTo>
                  <a:pt x="2620518" y="847115"/>
                </a:lnTo>
                <a:lnTo>
                  <a:pt x="2621013" y="848220"/>
                </a:lnTo>
                <a:lnTo>
                  <a:pt x="2621232" y="849201"/>
                </a:lnTo>
                <a:lnTo>
                  <a:pt x="2621194" y="851583"/>
                </a:lnTo>
                <a:lnTo>
                  <a:pt x="2620899" y="855364"/>
                </a:lnTo>
                <a:lnTo>
                  <a:pt x="2622785" y="859355"/>
                </a:lnTo>
                <a:lnTo>
                  <a:pt x="2626862" y="863575"/>
                </a:lnTo>
                <a:lnTo>
                  <a:pt x="2629110" y="865956"/>
                </a:lnTo>
                <a:lnTo>
                  <a:pt x="2629519" y="866499"/>
                </a:lnTo>
                <a:lnTo>
                  <a:pt x="2629748" y="866994"/>
                </a:lnTo>
                <a:lnTo>
                  <a:pt x="2629776" y="867442"/>
                </a:lnTo>
                <a:lnTo>
                  <a:pt x="2629872" y="869823"/>
                </a:lnTo>
                <a:lnTo>
                  <a:pt x="2630024" y="874138"/>
                </a:lnTo>
                <a:lnTo>
                  <a:pt x="2630729" y="877224"/>
                </a:lnTo>
                <a:lnTo>
                  <a:pt x="2631977" y="879081"/>
                </a:lnTo>
                <a:lnTo>
                  <a:pt x="2632567" y="881463"/>
                </a:lnTo>
                <a:lnTo>
                  <a:pt x="2632481" y="884368"/>
                </a:lnTo>
                <a:lnTo>
                  <a:pt x="2633939" y="887139"/>
                </a:lnTo>
                <a:lnTo>
                  <a:pt x="2636930" y="889749"/>
                </a:lnTo>
                <a:lnTo>
                  <a:pt x="2638787" y="892131"/>
                </a:lnTo>
                <a:lnTo>
                  <a:pt x="2639501" y="894283"/>
                </a:lnTo>
                <a:lnTo>
                  <a:pt x="2640206" y="896045"/>
                </a:lnTo>
                <a:lnTo>
                  <a:pt x="2640882" y="897446"/>
                </a:lnTo>
                <a:lnTo>
                  <a:pt x="2641073" y="899827"/>
                </a:lnTo>
                <a:lnTo>
                  <a:pt x="2640768" y="903189"/>
                </a:lnTo>
                <a:lnTo>
                  <a:pt x="2642454" y="906504"/>
                </a:lnTo>
                <a:lnTo>
                  <a:pt x="2646121" y="909761"/>
                </a:lnTo>
                <a:lnTo>
                  <a:pt x="2648341" y="912143"/>
                </a:lnTo>
                <a:lnTo>
                  <a:pt x="2649131" y="913648"/>
                </a:lnTo>
                <a:lnTo>
                  <a:pt x="2649674" y="914933"/>
                </a:lnTo>
                <a:lnTo>
                  <a:pt x="2649960" y="916010"/>
                </a:lnTo>
                <a:lnTo>
                  <a:pt x="2649807" y="918391"/>
                </a:lnTo>
                <a:lnTo>
                  <a:pt x="2649236" y="922077"/>
                </a:lnTo>
                <a:lnTo>
                  <a:pt x="2651074" y="925897"/>
                </a:lnTo>
                <a:lnTo>
                  <a:pt x="2655341" y="929831"/>
                </a:lnTo>
                <a:lnTo>
                  <a:pt x="2657770" y="932212"/>
                </a:lnTo>
                <a:lnTo>
                  <a:pt x="2658370" y="933040"/>
                </a:lnTo>
                <a:lnTo>
                  <a:pt x="2658713" y="933793"/>
                </a:lnTo>
                <a:lnTo>
                  <a:pt x="2658799" y="934479"/>
                </a:lnTo>
                <a:lnTo>
                  <a:pt x="2658770" y="936860"/>
                </a:lnTo>
                <a:lnTo>
                  <a:pt x="2658637" y="940937"/>
                </a:lnTo>
                <a:lnTo>
                  <a:pt x="2659999" y="944680"/>
                </a:lnTo>
                <a:lnTo>
                  <a:pt x="2662876" y="948099"/>
                </a:lnTo>
                <a:lnTo>
                  <a:pt x="2664352" y="950481"/>
                </a:lnTo>
                <a:lnTo>
                  <a:pt x="2664428" y="951824"/>
                </a:lnTo>
                <a:lnTo>
                  <a:pt x="2665105" y="953100"/>
                </a:lnTo>
                <a:lnTo>
                  <a:pt x="2666371" y="954291"/>
                </a:lnTo>
                <a:lnTo>
                  <a:pt x="2667286" y="956672"/>
                </a:lnTo>
                <a:lnTo>
                  <a:pt x="2667867" y="960244"/>
                </a:lnTo>
                <a:lnTo>
                  <a:pt x="2668591" y="962749"/>
                </a:lnTo>
                <a:lnTo>
                  <a:pt x="2669467" y="964206"/>
                </a:lnTo>
                <a:lnTo>
                  <a:pt x="2669629" y="966587"/>
                </a:lnTo>
                <a:lnTo>
                  <a:pt x="2669086" y="969893"/>
                </a:lnTo>
                <a:lnTo>
                  <a:pt x="2670743" y="973207"/>
                </a:lnTo>
                <a:lnTo>
                  <a:pt x="2674601" y="976513"/>
                </a:lnTo>
                <a:lnTo>
                  <a:pt x="2676801" y="978894"/>
                </a:lnTo>
                <a:lnTo>
                  <a:pt x="2677354" y="980351"/>
                </a:lnTo>
                <a:lnTo>
                  <a:pt x="2677830" y="981551"/>
                </a:lnTo>
                <a:lnTo>
                  <a:pt x="2678240" y="982513"/>
                </a:lnTo>
                <a:lnTo>
                  <a:pt x="2678344" y="984895"/>
                </a:lnTo>
                <a:lnTo>
                  <a:pt x="2678163" y="988695"/>
                </a:lnTo>
                <a:lnTo>
                  <a:pt x="2680068" y="992315"/>
                </a:lnTo>
                <a:lnTo>
                  <a:pt x="2684059" y="995753"/>
                </a:lnTo>
                <a:lnTo>
                  <a:pt x="2686441" y="998134"/>
                </a:lnTo>
                <a:lnTo>
                  <a:pt x="2687231" y="999458"/>
                </a:lnTo>
                <a:lnTo>
                  <a:pt x="2687717" y="1000611"/>
                </a:lnTo>
                <a:lnTo>
                  <a:pt x="2687898" y="1001582"/>
                </a:lnTo>
                <a:lnTo>
                  <a:pt x="2687822" y="1003964"/>
                </a:lnTo>
                <a:lnTo>
                  <a:pt x="2687488" y="1007755"/>
                </a:lnTo>
                <a:lnTo>
                  <a:pt x="2689384" y="1011955"/>
                </a:lnTo>
                <a:lnTo>
                  <a:pt x="2693508" y="1016556"/>
                </a:lnTo>
                <a:lnTo>
                  <a:pt x="2695632" y="1018937"/>
                </a:lnTo>
                <a:lnTo>
                  <a:pt x="2696099" y="1021756"/>
                </a:lnTo>
                <a:lnTo>
                  <a:pt x="2696623" y="1026385"/>
                </a:lnTo>
                <a:lnTo>
                  <a:pt x="2697328" y="1029472"/>
                </a:lnTo>
                <a:lnTo>
                  <a:pt x="2698213" y="1031015"/>
                </a:lnTo>
                <a:lnTo>
                  <a:pt x="2698661" y="1033396"/>
                </a:lnTo>
                <a:lnTo>
                  <a:pt x="2698661" y="1036615"/>
                </a:lnTo>
                <a:lnTo>
                  <a:pt x="2700271" y="1039835"/>
                </a:lnTo>
                <a:lnTo>
                  <a:pt x="2703490" y="1043054"/>
                </a:lnTo>
                <a:lnTo>
                  <a:pt x="2705414" y="1045435"/>
                </a:lnTo>
                <a:lnTo>
                  <a:pt x="2706043" y="1046978"/>
                </a:lnTo>
                <a:lnTo>
                  <a:pt x="2706843" y="1048560"/>
                </a:lnTo>
                <a:lnTo>
                  <a:pt x="2707834" y="1050169"/>
                </a:lnTo>
                <a:lnTo>
                  <a:pt x="2708119" y="1052551"/>
                </a:lnTo>
                <a:lnTo>
                  <a:pt x="2707719" y="1055703"/>
                </a:lnTo>
                <a:lnTo>
                  <a:pt x="2709301" y="1059199"/>
                </a:lnTo>
                <a:lnTo>
                  <a:pt x="2712853" y="1063047"/>
                </a:lnTo>
                <a:lnTo>
                  <a:pt x="2716397" y="1064819"/>
                </a:lnTo>
                <a:lnTo>
                  <a:pt x="2719949" y="1064524"/>
                </a:lnTo>
                <a:lnTo>
                  <a:pt x="2721645" y="1062599"/>
                </a:lnTo>
                <a:lnTo>
                  <a:pt x="2721473" y="1059047"/>
                </a:lnTo>
                <a:lnTo>
                  <a:pt x="2721816" y="1057018"/>
                </a:lnTo>
                <a:lnTo>
                  <a:pt x="2722683" y="1056503"/>
                </a:lnTo>
                <a:lnTo>
                  <a:pt x="2722997" y="1054122"/>
                </a:lnTo>
                <a:lnTo>
                  <a:pt x="2722740" y="1049874"/>
                </a:lnTo>
                <a:lnTo>
                  <a:pt x="2722616" y="1047369"/>
                </a:lnTo>
                <a:lnTo>
                  <a:pt x="2722616" y="1046607"/>
                </a:lnTo>
                <a:lnTo>
                  <a:pt x="2723007" y="1045959"/>
                </a:lnTo>
                <a:lnTo>
                  <a:pt x="2723769" y="1045435"/>
                </a:lnTo>
                <a:lnTo>
                  <a:pt x="2726246" y="1045531"/>
                </a:lnTo>
                <a:lnTo>
                  <a:pt x="2730437" y="1046245"/>
                </a:lnTo>
                <a:lnTo>
                  <a:pt x="2732494" y="1044512"/>
                </a:lnTo>
                <a:lnTo>
                  <a:pt x="2732427" y="1040321"/>
                </a:lnTo>
                <a:lnTo>
                  <a:pt x="2732532" y="1038044"/>
                </a:lnTo>
                <a:lnTo>
                  <a:pt x="2732818" y="1037692"/>
                </a:lnTo>
                <a:lnTo>
                  <a:pt x="2732865" y="1035310"/>
                </a:lnTo>
                <a:lnTo>
                  <a:pt x="2732665" y="1030900"/>
                </a:lnTo>
                <a:lnTo>
                  <a:pt x="2732580" y="1028433"/>
                </a:lnTo>
                <a:lnTo>
                  <a:pt x="2732589" y="1027890"/>
                </a:lnTo>
                <a:lnTo>
                  <a:pt x="2732865" y="1026957"/>
                </a:lnTo>
                <a:lnTo>
                  <a:pt x="2733408" y="1025642"/>
                </a:lnTo>
                <a:lnTo>
                  <a:pt x="2735513" y="1025376"/>
                </a:lnTo>
                <a:lnTo>
                  <a:pt x="2739190" y="1026147"/>
                </a:lnTo>
                <a:lnTo>
                  <a:pt x="2741028" y="1024690"/>
                </a:lnTo>
                <a:lnTo>
                  <a:pt x="2741028" y="1021013"/>
                </a:lnTo>
                <a:lnTo>
                  <a:pt x="2741428" y="1019032"/>
                </a:lnTo>
                <a:lnTo>
                  <a:pt x="2742219" y="1018737"/>
                </a:lnTo>
                <a:lnTo>
                  <a:pt x="2742533" y="1016356"/>
                </a:lnTo>
                <a:lnTo>
                  <a:pt x="2742362" y="1011888"/>
                </a:lnTo>
                <a:lnTo>
                  <a:pt x="2742295" y="1009440"/>
                </a:lnTo>
                <a:lnTo>
                  <a:pt x="2742343" y="1009031"/>
                </a:lnTo>
                <a:lnTo>
                  <a:pt x="2742276" y="1006650"/>
                </a:lnTo>
                <a:lnTo>
                  <a:pt x="2742086" y="1002297"/>
                </a:lnTo>
                <a:lnTo>
                  <a:pt x="2741990" y="999820"/>
                </a:lnTo>
                <a:lnTo>
                  <a:pt x="2741990" y="999211"/>
                </a:lnTo>
                <a:lnTo>
                  <a:pt x="2742286" y="998772"/>
                </a:lnTo>
                <a:lnTo>
                  <a:pt x="2742895" y="998496"/>
                </a:lnTo>
                <a:lnTo>
                  <a:pt x="2745391" y="998601"/>
                </a:lnTo>
                <a:lnTo>
                  <a:pt x="2749763" y="999096"/>
                </a:lnTo>
                <a:lnTo>
                  <a:pt x="2751915" y="997163"/>
                </a:lnTo>
                <a:lnTo>
                  <a:pt x="2751858" y="992791"/>
                </a:lnTo>
                <a:lnTo>
                  <a:pt x="2751906" y="990448"/>
                </a:lnTo>
                <a:lnTo>
                  <a:pt x="2752058" y="990152"/>
                </a:lnTo>
                <a:lnTo>
                  <a:pt x="2752020" y="987771"/>
                </a:lnTo>
                <a:lnTo>
                  <a:pt x="2751792" y="983304"/>
                </a:lnTo>
                <a:lnTo>
                  <a:pt x="2751677" y="980808"/>
                </a:lnTo>
                <a:lnTo>
                  <a:pt x="2751677" y="980284"/>
                </a:lnTo>
                <a:lnTo>
                  <a:pt x="2751934" y="979627"/>
                </a:lnTo>
                <a:lnTo>
                  <a:pt x="2752458" y="978837"/>
                </a:lnTo>
                <a:lnTo>
                  <a:pt x="2754649" y="978646"/>
                </a:lnTo>
                <a:lnTo>
                  <a:pt x="2758507" y="979056"/>
                </a:lnTo>
                <a:lnTo>
                  <a:pt x="2760440" y="977332"/>
                </a:lnTo>
                <a:lnTo>
                  <a:pt x="2760440" y="973474"/>
                </a:lnTo>
                <a:lnTo>
                  <a:pt x="2760716" y="971369"/>
                </a:lnTo>
                <a:lnTo>
                  <a:pt x="2761269" y="971017"/>
                </a:lnTo>
                <a:lnTo>
                  <a:pt x="2761450" y="968635"/>
                </a:lnTo>
                <a:lnTo>
                  <a:pt x="2761250" y="964225"/>
                </a:lnTo>
                <a:lnTo>
                  <a:pt x="2761164" y="961758"/>
                </a:lnTo>
                <a:lnTo>
                  <a:pt x="2761193" y="961234"/>
                </a:lnTo>
                <a:lnTo>
                  <a:pt x="2761459" y="959215"/>
                </a:lnTo>
                <a:lnTo>
                  <a:pt x="2761983" y="955710"/>
                </a:lnTo>
                <a:lnTo>
                  <a:pt x="2762917" y="954253"/>
                </a:lnTo>
                <a:lnTo>
                  <a:pt x="2764250" y="954862"/>
                </a:lnTo>
                <a:lnTo>
                  <a:pt x="2764917" y="954500"/>
                </a:lnTo>
                <a:lnTo>
                  <a:pt x="2764917" y="953167"/>
                </a:lnTo>
                <a:lnTo>
                  <a:pt x="2766470" y="952338"/>
                </a:lnTo>
                <a:lnTo>
                  <a:pt x="2769575" y="952014"/>
                </a:lnTo>
                <a:lnTo>
                  <a:pt x="2771080" y="949633"/>
                </a:lnTo>
                <a:lnTo>
                  <a:pt x="2770984" y="945194"/>
                </a:lnTo>
                <a:lnTo>
                  <a:pt x="2770975" y="942804"/>
                </a:lnTo>
                <a:lnTo>
                  <a:pt x="2771061" y="942470"/>
                </a:lnTo>
                <a:lnTo>
                  <a:pt x="2770908" y="940089"/>
                </a:lnTo>
                <a:lnTo>
                  <a:pt x="2770508" y="935660"/>
                </a:lnTo>
                <a:lnTo>
                  <a:pt x="2770318" y="933088"/>
                </a:lnTo>
                <a:lnTo>
                  <a:pt x="2770318" y="932355"/>
                </a:lnTo>
                <a:lnTo>
                  <a:pt x="2770680" y="931716"/>
                </a:lnTo>
                <a:lnTo>
                  <a:pt x="2771413" y="931174"/>
                </a:lnTo>
                <a:lnTo>
                  <a:pt x="2774023" y="931412"/>
                </a:lnTo>
                <a:lnTo>
                  <a:pt x="2778528" y="932421"/>
                </a:lnTo>
                <a:lnTo>
                  <a:pt x="2780738" y="930678"/>
                </a:lnTo>
                <a:lnTo>
                  <a:pt x="2780662" y="926173"/>
                </a:lnTo>
                <a:lnTo>
                  <a:pt x="2780700" y="923839"/>
                </a:lnTo>
                <a:lnTo>
                  <a:pt x="2780862" y="923658"/>
                </a:lnTo>
                <a:lnTo>
                  <a:pt x="2780776" y="921277"/>
                </a:lnTo>
                <a:lnTo>
                  <a:pt x="2780462" y="916696"/>
                </a:lnTo>
                <a:lnTo>
                  <a:pt x="2780300" y="914152"/>
                </a:lnTo>
                <a:lnTo>
                  <a:pt x="2780309" y="913657"/>
                </a:lnTo>
                <a:lnTo>
                  <a:pt x="2780557" y="911752"/>
                </a:lnTo>
                <a:lnTo>
                  <a:pt x="2781052" y="908437"/>
                </a:lnTo>
                <a:lnTo>
                  <a:pt x="2782195" y="907199"/>
                </a:lnTo>
                <a:lnTo>
                  <a:pt x="2783977" y="908028"/>
                </a:lnTo>
                <a:lnTo>
                  <a:pt x="2785167" y="907552"/>
                </a:lnTo>
                <a:lnTo>
                  <a:pt x="2785767" y="905770"/>
                </a:lnTo>
                <a:lnTo>
                  <a:pt x="2787158" y="904780"/>
                </a:lnTo>
                <a:lnTo>
                  <a:pt x="2789358" y="904599"/>
                </a:lnTo>
                <a:lnTo>
                  <a:pt x="2790368" y="902218"/>
                </a:lnTo>
                <a:lnTo>
                  <a:pt x="2790196" y="897636"/>
                </a:lnTo>
                <a:lnTo>
                  <a:pt x="2790149" y="895217"/>
                </a:lnTo>
                <a:lnTo>
                  <a:pt x="2790244" y="894950"/>
                </a:lnTo>
                <a:lnTo>
                  <a:pt x="2790130" y="892569"/>
                </a:lnTo>
                <a:lnTo>
                  <a:pt x="2789815" y="888073"/>
                </a:lnTo>
                <a:lnTo>
                  <a:pt x="2789653" y="885530"/>
                </a:lnTo>
                <a:lnTo>
                  <a:pt x="2789653" y="884939"/>
                </a:lnTo>
                <a:lnTo>
                  <a:pt x="2789939" y="884349"/>
                </a:lnTo>
                <a:lnTo>
                  <a:pt x="2790530" y="883749"/>
                </a:lnTo>
                <a:lnTo>
                  <a:pt x="2792863" y="883701"/>
                </a:lnTo>
                <a:lnTo>
                  <a:pt x="2796950" y="884206"/>
                </a:lnTo>
                <a:lnTo>
                  <a:pt x="2798950" y="882425"/>
                </a:lnTo>
                <a:lnTo>
                  <a:pt x="2798864" y="878338"/>
                </a:lnTo>
                <a:lnTo>
                  <a:pt x="2799026" y="876119"/>
                </a:lnTo>
                <a:lnTo>
                  <a:pt x="2799417" y="875748"/>
                </a:lnTo>
                <a:lnTo>
                  <a:pt x="2799483" y="873366"/>
                </a:lnTo>
                <a:lnTo>
                  <a:pt x="2799197" y="868975"/>
                </a:lnTo>
                <a:lnTo>
                  <a:pt x="2799074" y="866461"/>
                </a:lnTo>
                <a:lnTo>
                  <a:pt x="2799083" y="865832"/>
                </a:lnTo>
                <a:lnTo>
                  <a:pt x="2799407" y="864746"/>
                </a:lnTo>
                <a:lnTo>
                  <a:pt x="2800036" y="863213"/>
                </a:lnTo>
                <a:lnTo>
                  <a:pt x="2802217" y="863013"/>
                </a:lnTo>
                <a:lnTo>
                  <a:pt x="2805941" y="864137"/>
                </a:lnTo>
                <a:lnTo>
                  <a:pt x="2807808" y="862841"/>
                </a:lnTo>
                <a:lnTo>
                  <a:pt x="2807808" y="859117"/>
                </a:lnTo>
                <a:lnTo>
                  <a:pt x="2808189" y="857117"/>
                </a:lnTo>
                <a:lnTo>
                  <a:pt x="2808961" y="856850"/>
                </a:lnTo>
                <a:lnTo>
                  <a:pt x="2809161" y="854469"/>
                </a:lnTo>
                <a:lnTo>
                  <a:pt x="2808799" y="849973"/>
                </a:lnTo>
                <a:lnTo>
                  <a:pt x="2808656" y="847449"/>
                </a:lnTo>
                <a:lnTo>
                  <a:pt x="2808732" y="846896"/>
                </a:lnTo>
                <a:lnTo>
                  <a:pt x="2808884" y="844515"/>
                </a:lnTo>
                <a:lnTo>
                  <a:pt x="2809123" y="840305"/>
                </a:lnTo>
                <a:lnTo>
                  <a:pt x="2809246" y="838038"/>
                </a:lnTo>
                <a:lnTo>
                  <a:pt x="2809237" y="837724"/>
                </a:lnTo>
                <a:lnTo>
                  <a:pt x="2809399" y="837514"/>
                </a:lnTo>
                <a:lnTo>
                  <a:pt x="2809713" y="837419"/>
                </a:lnTo>
                <a:lnTo>
                  <a:pt x="2812047" y="837381"/>
                </a:lnTo>
                <a:lnTo>
                  <a:pt x="2816400" y="837381"/>
                </a:lnTo>
                <a:lnTo>
                  <a:pt x="2818524" y="835200"/>
                </a:lnTo>
                <a:lnTo>
                  <a:pt x="2818419" y="830847"/>
                </a:lnTo>
                <a:lnTo>
                  <a:pt x="2818428" y="828475"/>
                </a:lnTo>
                <a:lnTo>
                  <a:pt x="2818552" y="828084"/>
                </a:lnTo>
                <a:lnTo>
                  <a:pt x="2818533" y="825703"/>
                </a:lnTo>
                <a:lnTo>
                  <a:pt x="2818381" y="821331"/>
                </a:lnTo>
                <a:lnTo>
                  <a:pt x="2818305" y="818874"/>
                </a:lnTo>
                <a:lnTo>
                  <a:pt x="2818305" y="818331"/>
                </a:lnTo>
                <a:lnTo>
                  <a:pt x="2818581" y="817836"/>
                </a:lnTo>
                <a:lnTo>
                  <a:pt x="2819124" y="817388"/>
                </a:lnTo>
                <a:lnTo>
                  <a:pt x="2821524" y="817397"/>
                </a:lnTo>
                <a:lnTo>
                  <a:pt x="2825772" y="817883"/>
                </a:lnTo>
                <a:lnTo>
                  <a:pt x="2827820" y="815997"/>
                </a:lnTo>
                <a:lnTo>
                  <a:pt x="2827668" y="811749"/>
                </a:lnTo>
                <a:lnTo>
                  <a:pt x="2827744" y="809444"/>
                </a:lnTo>
                <a:lnTo>
                  <a:pt x="2828049" y="809082"/>
                </a:lnTo>
                <a:lnTo>
                  <a:pt x="2828068" y="806701"/>
                </a:lnTo>
                <a:lnTo>
                  <a:pt x="2827792" y="802300"/>
                </a:lnTo>
                <a:lnTo>
                  <a:pt x="2827658" y="799795"/>
                </a:lnTo>
                <a:lnTo>
                  <a:pt x="2827677" y="799176"/>
                </a:lnTo>
                <a:lnTo>
                  <a:pt x="2828001" y="797709"/>
                </a:lnTo>
                <a:lnTo>
                  <a:pt x="2828620" y="795385"/>
                </a:lnTo>
                <a:lnTo>
                  <a:pt x="2830135" y="794528"/>
                </a:lnTo>
                <a:lnTo>
                  <a:pt x="2832564" y="795128"/>
                </a:lnTo>
                <a:lnTo>
                  <a:pt x="2833773" y="794214"/>
                </a:lnTo>
                <a:lnTo>
                  <a:pt x="2833773" y="791785"/>
                </a:lnTo>
                <a:lnTo>
                  <a:pt x="2834716" y="790346"/>
                </a:lnTo>
                <a:lnTo>
                  <a:pt x="2836602" y="789889"/>
                </a:lnTo>
                <a:lnTo>
                  <a:pt x="2837498" y="787508"/>
                </a:lnTo>
                <a:lnTo>
                  <a:pt x="2837412" y="783203"/>
                </a:lnTo>
                <a:lnTo>
                  <a:pt x="2837402" y="780812"/>
                </a:lnTo>
                <a:lnTo>
                  <a:pt x="2837469" y="780345"/>
                </a:lnTo>
                <a:lnTo>
                  <a:pt x="2837364" y="777964"/>
                </a:lnTo>
                <a:lnTo>
                  <a:pt x="2837069" y="773668"/>
                </a:lnTo>
                <a:lnTo>
                  <a:pt x="2836926" y="771144"/>
                </a:lnTo>
                <a:lnTo>
                  <a:pt x="2836926" y="770382"/>
                </a:lnTo>
                <a:lnTo>
                  <a:pt x="2837307" y="769791"/>
                </a:lnTo>
                <a:lnTo>
                  <a:pt x="2838069" y="769391"/>
                </a:lnTo>
                <a:lnTo>
                  <a:pt x="2840641" y="769582"/>
                </a:lnTo>
                <a:lnTo>
                  <a:pt x="2845032" y="770372"/>
                </a:lnTo>
                <a:lnTo>
                  <a:pt x="2847223" y="768582"/>
                </a:lnTo>
                <a:lnTo>
                  <a:pt x="2847223" y="764191"/>
                </a:lnTo>
                <a:lnTo>
                  <a:pt x="2847299" y="761886"/>
                </a:lnTo>
                <a:lnTo>
                  <a:pt x="2847442" y="761657"/>
                </a:lnTo>
                <a:lnTo>
                  <a:pt x="2847337" y="759276"/>
                </a:lnTo>
                <a:lnTo>
                  <a:pt x="2846984" y="754742"/>
                </a:lnTo>
                <a:lnTo>
                  <a:pt x="2846803" y="752189"/>
                </a:lnTo>
                <a:lnTo>
                  <a:pt x="2846822" y="751608"/>
                </a:lnTo>
                <a:lnTo>
                  <a:pt x="2847108" y="750846"/>
                </a:lnTo>
                <a:lnTo>
                  <a:pt x="2847689" y="749884"/>
                </a:lnTo>
                <a:lnTo>
                  <a:pt x="2850071" y="749884"/>
                </a:lnTo>
                <a:lnTo>
                  <a:pt x="2854262" y="750846"/>
                </a:lnTo>
                <a:lnTo>
                  <a:pt x="2856300" y="749237"/>
                </a:lnTo>
                <a:lnTo>
                  <a:pt x="2856176" y="745046"/>
                </a:lnTo>
                <a:lnTo>
                  <a:pt x="2856338" y="742826"/>
                </a:lnTo>
                <a:lnTo>
                  <a:pt x="2856786" y="742588"/>
                </a:lnTo>
                <a:lnTo>
                  <a:pt x="2856890" y="740207"/>
                </a:lnTo>
                <a:lnTo>
                  <a:pt x="2856624" y="735682"/>
                </a:lnTo>
                <a:lnTo>
                  <a:pt x="2856519" y="733196"/>
                </a:lnTo>
                <a:lnTo>
                  <a:pt x="2856576" y="732749"/>
                </a:lnTo>
                <a:lnTo>
                  <a:pt x="2856748" y="730367"/>
                </a:lnTo>
                <a:lnTo>
                  <a:pt x="2857052" y="726053"/>
                </a:lnTo>
                <a:lnTo>
                  <a:pt x="2857205" y="723824"/>
                </a:lnTo>
                <a:lnTo>
                  <a:pt x="2859815" y="723529"/>
                </a:lnTo>
                <a:lnTo>
                  <a:pt x="2864453" y="723605"/>
                </a:lnTo>
                <a:lnTo>
                  <a:pt x="2866711" y="721328"/>
                </a:lnTo>
                <a:lnTo>
                  <a:pt x="2866596" y="716690"/>
                </a:lnTo>
                <a:lnTo>
                  <a:pt x="2866568" y="714289"/>
                </a:lnTo>
                <a:lnTo>
                  <a:pt x="2866444" y="711727"/>
                </a:lnTo>
                <a:lnTo>
                  <a:pt x="2865996" y="707146"/>
                </a:lnTo>
                <a:lnTo>
                  <a:pt x="2865768" y="704536"/>
                </a:lnTo>
                <a:lnTo>
                  <a:pt x="2865768" y="703907"/>
                </a:lnTo>
                <a:lnTo>
                  <a:pt x="2866082" y="703278"/>
                </a:lnTo>
                <a:lnTo>
                  <a:pt x="2866711" y="702659"/>
                </a:lnTo>
                <a:lnTo>
                  <a:pt x="2869301" y="702878"/>
                </a:lnTo>
                <a:lnTo>
                  <a:pt x="2873864" y="703926"/>
                </a:lnTo>
                <a:lnTo>
                  <a:pt x="2875969" y="702164"/>
                </a:lnTo>
                <a:lnTo>
                  <a:pt x="2875607" y="697601"/>
                </a:lnTo>
                <a:lnTo>
                  <a:pt x="2875578" y="695192"/>
                </a:lnTo>
                <a:lnTo>
                  <a:pt x="2875883" y="694934"/>
                </a:lnTo>
                <a:lnTo>
                  <a:pt x="2875874" y="692553"/>
                </a:lnTo>
                <a:lnTo>
                  <a:pt x="2875569" y="688048"/>
                </a:lnTo>
                <a:lnTo>
                  <a:pt x="2875417" y="685524"/>
                </a:lnTo>
                <a:lnTo>
                  <a:pt x="2875426" y="684962"/>
                </a:lnTo>
                <a:lnTo>
                  <a:pt x="2875712" y="683743"/>
                </a:lnTo>
                <a:lnTo>
                  <a:pt x="2876274" y="681857"/>
                </a:lnTo>
                <a:lnTo>
                  <a:pt x="2878617" y="681828"/>
                </a:lnTo>
                <a:lnTo>
                  <a:pt x="2882760" y="683647"/>
                </a:lnTo>
                <a:lnTo>
                  <a:pt x="2884589" y="682485"/>
                </a:lnTo>
                <a:lnTo>
                  <a:pt x="2884113" y="678342"/>
                </a:lnTo>
                <a:lnTo>
                  <a:pt x="2884322" y="676170"/>
                </a:lnTo>
                <a:lnTo>
                  <a:pt x="2885208" y="675961"/>
                </a:lnTo>
                <a:lnTo>
                  <a:pt x="2885599" y="673579"/>
                </a:lnTo>
                <a:lnTo>
                  <a:pt x="2885504" y="669026"/>
                </a:lnTo>
                <a:lnTo>
                  <a:pt x="2885475" y="666617"/>
                </a:lnTo>
                <a:lnTo>
                  <a:pt x="2885532" y="666359"/>
                </a:lnTo>
                <a:lnTo>
                  <a:pt x="2885370" y="663978"/>
                </a:lnTo>
                <a:lnTo>
                  <a:pt x="2884999" y="659473"/>
                </a:lnTo>
                <a:lnTo>
                  <a:pt x="2884808" y="656911"/>
                </a:lnTo>
                <a:lnTo>
                  <a:pt x="2884808" y="656273"/>
                </a:lnTo>
                <a:lnTo>
                  <a:pt x="2885123" y="655711"/>
                </a:lnTo>
                <a:lnTo>
                  <a:pt x="2885761" y="655225"/>
                </a:lnTo>
                <a:lnTo>
                  <a:pt x="2888247" y="655339"/>
                </a:lnTo>
                <a:lnTo>
                  <a:pt x="2892590" y="656034"/>
                </a:lnTo>
                <a:lnTo>
                  <a:pt x="2894695" y="654215"/>
                </a:lnTo>
                <a:lnTo>
                  <a:pt x="2894543" y="649872"/>
                </a:lnTo>
                <a:lnTo>
                  <a:pt x="2894590" y="647538"/>
                </a:lnTo>
                <a:lnTo>
                  <a:pt x="2894838" y="647224"/>
                </a:lnTo>
                <a:lnTo>
                  <a:pt x="2894857" y="644843"/>
                </a:lnTo>
                <a:lnTo>
                  <a:pt x="2894657" y="640394"/>
                </a:lnTo>
                <a:lnTo>
                  <a:pt x="2894562" y="637918"/>
                </a:lnTo>
                <a:lnTo>
                  <a:pt x="2894571" y="637413"/>
                </a:lnTo>
                <a:lnTo>
                  <a:pt x="2894838" y="636880"/>
                </a:lnTo>
                <a:lnTo>
                  <a:pt x="2895343" y="636327"/>
                </a:lnTo>
                <a:lnTo>
                  <a:pt x="2897600" y="636194"/>
                </a:lnTo>
                <a:lnTo>
                  <a:pt x="2901591" y="636489"/>
                </a:lnTo>
                <a:lnTo>
                  <a:pt x="2903630" y="634641"/>
                </a:lnTo>
                <a:lnTo>
                  <a:pt x="2903715" y="630650"/>
                </a:lnTo>
                <a:lnTo>
                  <a:pt x="2903944" y="628488"/>
                </a:lnTo>
                <a:lnTo>
                  <a:pt x="2904306" y="628174"/>
                </a:lnTo>
                <a:lnTo>
                  <a:pt x="2904649" y="627917"/>
                </a:lnTo>
                <a:lnTo>
                  <a:pt x="2904963" y="627717"/>
                </a:lnTo>
                <a:lnTo>
                  <a:pt x="2907392" y="627755"/>
                </a:lnTo>
                <a:lnTo>
                  <a:pt x="2911916" y="628040"/>
                </a:lnTo>
                <a:lnTo>
                  <a:pt x="2913755" y="625916"/>
                </a:lnTo>
                <a:lnTo>
                  <a:pt x="2912897" y="621392"/>
                </a:lnTo>
                <a:lnTo>
                  <a:pt x="2912669" y="618773"/>
                </a:lnTo>
                <a:lnTo>
                  <a:pt x="2913059" y="618077"/>
                </a:lnTo>
                <a:lnTo>
                  <a:pt x="2913602" y="617725"/>
                </a:lnTo>
                <a:lnTo>
                  <a:pt x="2914298" y="617725"/>
                </a:lnTo>
                <a:lnTo>
                  <a:pt x="2916717" y="617753"/>
                </a:lnTo>
                <a:lnTo>
                  <a:pt x="2920851" y="617830"/>
                </a:lnTo>
                <a:lnTo>
                  <a:pt x="2923232" y="617858"/>
                </a:lnTo>
                <a:lnTo>
                  <a:pt x="2923861" y="617858"/>
                </a:lnTo>
                <a:lnTo>
                  <a:pt x="2926223" y="617839"/>
                </a:lnTo>
                <a:lnTo>
                  <a:pt x="2930309" y="617801"/>
                </a:lnTo>
                <a:lnTo>
                  <a:pt x="2932690" y="617782"/>
                </a:lnTo>
                <a:lnTo>
                  <a:pt x="2933367" y="617792"/>
                </a:lnTo>
                <a:lnTo>
                  <a:pt x="2935729" y="617772"/>
                </a:lnTo>
                <a:lnTo>
                  <a:pt x="2939786" y="617734"/>
                </a:lnTo>
                <a:lnTo>
                  <a:pt x="2942168" y="617715"/>
                </a:lnTo>
                <a:lnTo>
                  <a:pt x="2942873" y="617725"/>
                </a:lnTo>
                <a:lnTo>
                  <a:pt x="2945235" y="617706"/>
                </a:lnTo>
                <a:lnTo>
                  <a:pt x="2949264" y="617677"/>
                </a:lnTo>
                <a:lnTo>
                  <a:pt x="2951645" y="617658"/>
                </a:lnTo>
                <a:lnTo>
                  <a:pt x="2952379" y="617658"/>
                </a:lnTo>
                <a:lnTo>
                  <a:pt x="2954769" y="617668"/>
                </a:lnTo>
                <a:lnTo>
                  <a:pt x="2958798" y="617668"/>
                </a:lnTo>
                <a:lnTo>
                  <a:pt x="2961180" y="617668"/>
                </a:lnTo>
                <a:lnTo>
                  <a:pt x="2961913" y="617677"/>
                </a:lnTo>
                <a:lnTo>
                  <a:pt x="2964313" y="617696"/>
                </a:lnTo>
                <a:lnTo>
                  <a:pt x="2968381" y="617725"/>
                </a:lnTo>
                <a:lnTo>
                  <a:pt x="2970762" y="617744"/>
                </a:lnTo>
                <a:lnTo>
                  <a:pt x="2971457" y="617753"/>
                </a:lnTo>
                <a:lnTo>
                  <a:pt x="2973838" y="617753"/>
                </a:lnTo>
                <a:lnTo>
                  <a:pt x="2977915" y="617753"/>
                </a:lnTo>
                <a:lnTo>
                  <a:pt x="2980296" y="617763"/>
                </a:lnTo>
                <a:lnTo>
                  <a:pt x="2980982" y="617772"/>
                </a:lnTo>
                <a:lnTo>
                  <a:pt x="2983401" y="617811"/>
                </a:lnTo>
                <a:lnTo>
                  <a:pt x="2987564" y="617877"/>
                </a:lnTo>
                <a:lnTo>
                  <a:pt x="2989945" y="617915"/>
                </a:lnTo>
                <a:lnTo>
                  <a:pt x="2990545" y="617915"/>
                </a:lnTo>
                <a:lnTo>
                  <a:pt x="2992879" y="617868"/>
                </a:lnTo>
                <a:lnTo>
                  <a:pt x="2996936" y="617763"/>
                </a:lnTo>
                <a:lnTo>
                  <a:pt x="2999318" y="617715"/>
                </a:lnTo>
                <a:lnTo>
                  <a:pt x="3000023" y="617725"/>
                </a:lnTo>
                <a:lnTo>
                  <a:pt x="3000766" y="618077"/>
                </a:lnTo>
                <a:lnTo>
                  <a:pt x="3001547" y="618773"/>
                </a:lnTo>
                <a:lnTo>
                  <a:pt x="3003928" y="621449"/>
                </a:lnTo>
                <a:lnTo>
                  <a:pt x="3007909" y="626088"/>
                </a:lnTo>
                <a:lnTo>
                  <a:pt x="3009948" y="628469"/>
                </a:lnTo>
                <a:lnTo>
                  <a:pt x="3010062" y="629641"/>
                </a:lnTo>
                <a:lnTo>
                  <a:pt x="3009957" y="631203"/>
                </a:lnTo>
                <a:lnTo>
                  <a:pt x="3009462" y="633089"/>
                </a:lnTo>
                <a:lnTo>
                  <a:pt x="3008576" y="635298"/>
                </a:lnTo>
                <a:lnTo>
                  <a:pt x="3008043" y="636851"/>
                </a:lnTo>
                <a:lnTo>
                  <a:pt x="3007852" y="637737"/>
                </a:lnTo>
                <a:lnTo>
                  <a:pt x="3006300" y="638556"/>
                </a:lnTo>
                <a:lnTo>
                  <a:pt x="3003366" y="639318"/>
                </a:lnTo>
                <a:lnTo>
                  <a:pt x="3001947" y="641699"/>
                </a:lnTo>
                <a:lnTo>
                  <a:pt x="3002023" y="645700"/>
                </a:lnTo>
                <a:lnTo>
                  <a:pt x="3001994" y="648052"/>
                </a:lnTo>
                <a:lnTo>
                  <a:pt x="3001851" y="648748"/>
                </a:lnTo>
                <a:lnTo>
                  <a:pt x="3001823" y="651129"/>
                </a:lnTo>
                <a:lnTo>
                  <a:pt x="3001928" y="655196"/>
                </a:lnTo>
                <a:lnTo>
                  <a:pt x="3001985" y="657635"/>
                </a:lnTo>
                <a:lnTo>
                  <a:pt x="3001994" y="658444"/>
                </a:lnTo>
                <a:lnTo>
                  <a:pt x="3001594" y="659044"/>
                </a:lnTo>
                <a:lnTo>
                  <a:pt x="3000785" y="659435"/>
                </a:lnTo>
                <a:lnTo>
                  <a:pt x="2998337" y="659378"/>
                </a:lnTo>
                <a:lnTo>
                  <a:pt x="2994269" y="658863"/>
                </a:lnTo>
                <a:lnTo>
                  <a:pt x="2992345" y="660644"/>
                </a:lnTo>
                <a:lnTo>
                  <a:pt x="2992565" y="664712"/>
                </a:lnTo>
                <a:lnTo>
                  <a:pt x="2992517" y="667045"/>
                </a:lnTo>
                <a:lnTo>
                  <a:pt x="2992203" y="667645"/>
                </a:lnTo>
                <a:lnTo>
                  <a:pt x="2992098" y="670027"/>
                </a:lnTo>
                <a:lnTo>
                  <a:pt x="2992212" y="674189"/>
                </a:lnTo>
                <a:lnTo>
                  <a:pt x="2992260" y="676627"/>
                </a:lnTo>
                <a:lnTo>
                  <a:pt x="2992250" y="677323"/>
                </a:lnTo>
                <a:lnTo>
                  <a:pt x="2991898" y="678009"/>
                </a:lnTo>
                <a:lnTo>
                  <a:pt x="2991202" y="678685"/>
                </a:lnTo>
                <a:lnTo>
                  <a:pt x="2989002" y="678866"/>
                </a:lnTo>
                <a:lnTo>
                  <a:pt x="2985297" y="678551"/>
                </a:lnTo>
                <a:lnTo>
                  <a:pt x="2983630" y="680247"/>
                </a:lnTo>
                <a:lnTo>
                  <a:pt x="2984002" y="683952"/>
                </a:lnTo>
                <a:lnTo>
                  <a:pt x="2983840" y="686171"/>
                </a:lnTo>
                <a:lnTo>
                  <a:pt x="2983163" y="686924"/>
                </a:lnTo>
                <a:lnTo>
                  <a:pt x="2982820" y="689305"/>
                </a:lnTo>
                <a:lnTo>
                  <a:pt x="2982820" y="693315"/>
                </a:lnTo>
                <a:lnTo>
                  <a:pt x="2982801" y="695677"/>
                </a:lnTo>
                <a:lnTo>
                  <a:pt x="2982763" y="696382"/>
                </a:lnTo>
                <a:lnTo>
                  <a:pt x="2982382" y="697830"/>
                </a:lnTo>
                <a:lnTo>
                  <a:pt x="2981677" y="700011"/>
                </a:lnTo>
                <a:lnTo>
                  <a:pt x="2979982" y="700697"/>
                </a:lnTo>
                <a:lnTo>
                  <a:pt x="2977296" y="699878"/>
                </a:lnTo>
                <a:lnTo>
                  <a:pt x="2976162" y="700821"/>
                </a:lnTo>
                <a:lnTo>
                  <a:pt x="2976601" y="703507"/>
                </a:lnTo>
                <a:lnTo>
                  <a:pt x="2975877" y="705164"/>
                </a:lnTo>
                <a:lnTo>
                  <a:pt x="2973991" y="705783"/>
                </a:lnTo>
                <a:lnTo>
                  <a:pt x="2973105" y="708165"/>
                </a:lnTo>
                <a:lnTo>
                  <a:pt x="2973219" y="712308"/>
                </a:lnTo>
                <a:lnTo>
                  <a:pt x="2973229" y="714689"/>
                </a:lnTo>
                <a:lnTo>
                  <a:pt x="2973114" y="715318"/>
                </a:lnTo>
                <a:lnTo>
                  <a:pt x="2972914" y="717699"/>
                </a:lnTo>
                <a:lnTo>
                  <a:pt x="2972619" y="721833"/>
                </a:lnTo>
                <a:lnTo>
                  <a:pt x="2972476" y="724071"/>
                </a:lnTo>
                <a:lnTo>
                  <a:pt x="2972476" y="724405"/>
                </a:lnTo>
                <a:lnTo>
                  <a:pt x="2972305" y="724624"/>
                </a:lnTo>
                <a:lnTo>
                  <a:pt x="2971971" y="724729"/>
                </a:lnTo>
                <a:lnTo>
                  <a:pt x="2969714" y="724853"/>
                </a:lnTo>
                <a:lnTo>
                  <a:pt x="2965533" y="725005"/>
                </a:lnTo>
                <a:lnTo>
                  <a:pt x="2963513" y="727158"/>
                </a:lnTo>
                <a:lnTo>
                  <a:pt x="2963656" y="731339"/>
                </a:lnTo>
                <a:lnTo>
                  <a:pt x="2963637" y="733701"/>
                </a:lnTo>
                <a:lnTo>
                  <a:pt x="2963475" y="734263"/>
                </a:lnTo>
                <a:lnTo>
                  <a:pt x="2963485" y="736644"/>
                </a:lnTo>
                <a:lnTo>
                  <a:pt x="2963647" y="740845"/>
                </a:lnTo>
                <a:lnTo>
                  <a:pt x="2963732" y="743312"/>
                </a:lnTo>
                <a:lnTo>
                  <a:pt x="2963732" y="744045"/>
                </a:lnTo>
                <a:lnTo>
                  <a:pt x="2963370" y="744598"/>
                </a:lnTo>
                <a:lnTo>
                  <a:pt x="2962637" y="744960"/>
                </a:lnTo>
                <a:lnTo>
                  <a:pt x="2960189" y="744893"/>
                </a:lnTo>
                <a:lnTo>
                  <a:pt x="2956017" y="744388"/>
                </a:lnTo>
                <a:lnTo>
                  <a:pt x="2954045" y="746217"/>
                </a:lnTo>
                <a:lnTo>
                  <a:pt x="2954264" y="750389"/>
                </a:lnTo>
                <a:lnTo>
                  <a:pt x="2954226" y="752742"/>
                </a:lnTo>
                <a:lnTo>
                  <a:pt x="2953941" y="753266"/>
                </a:lnTo>
                <a:lnTo>
                  <a:pt x="2953883" y="755647"/>
                </a:lnTo>
                <a:lnTo>
                  <a:pt x="2954055" y="759885"/>
                </a:lnTo>
                <a:lnTo>
                  <a:pt x="2954141" y="762352"/>
                </a:lnTo>
                <a:lnTo>
                  <a:pt x="2954141" y="763048"/>
                </a:lnTo>
                <a:lnTo>
                  <a:pt x="2953798" y="763876"/>
                </a:lnTo>
                <a:lnTo>
                  <a:pt x="2953102" y="764858"/>
                </a:lnTo>
                <a:lnTo>
                  <a:pt x="2950959" y="765096"/>
                </a:lnTo>
                <a:lnTo>
                  <a:pt x="2947378" y="764610"/>
                </a:lnTo>
                <a:lnTo>
                  <a:pt x="2945663" y="766153"/>
                </a:lnTo>
                <a:lnTo>
                  <a:pt x="2945816" y="769734"/>
                </a:lnTo>
                <a:lnTo>
                  <a:pt x="2945521" y="771811"/>
                </a:lnTo>
                <a:lnTo>
                  <a:pt x="2944749" y="772382"/>
                </a:lnTo>
                <a:lnTo>
                  <a:pt x="2944444" y="774764"/>
                </a:lnTo>
                <a:lnTo>
                  <a:pt x="2944597" y="778955"/>
                </a:lnTo>
                <a:lnTo>
                  <a:pt x="2944644" y="781383"/>
                </a:lnTo>
                <a:lnTo>
                  <a:pt x="2944597" y="782060"/>
                </a:lnTo>
                <a:lnTo>
                  <a:pt x="2944301" y="784441"/>
                </a:lnTo>
                <a:lnTo>
                  <a:pt x="2943768" y="788527"/>
                </a:lnTo>
                <a:lnTo>
                  <a:pt x="2943501" y="790642"/>
                </a:lnTo>
                <a:lnTo>
                  <a:pt x="2941187" y="791175"/>
                </a:lnTo>
                <a:lnTo>
                  <a:pt x="2937100" y="791680"/>
                </a:lnTo>
                <a:lnTo>
                  <a:pt x="2935129" y="793975"/>
                </a:lnTo>
                <a:lnTo>
                  <a:pt x="2935253" y="798062"/>
                </a:lnTo>
                <a:lnTo>
                  <a:pt x="2935243" y="800424"/>
                </a:lnTo>
                <a:lnTo>
                  <a:pt x="2935081" y="801081"/>
                </a:lnTo>
                <a:lnTo>
                  <a:pt x="2935072" y="803462"/>
                </a:lnTo>
                <a:lnTo>
                  <a:pt x="2935214" y="807568"/>
                </a:lnTo>
                <a:lnTo>
                  <a:pt x="2935281" y="810016"/>
                </a:lnTo>
                <a:lnTo>
                  <a:pt x="2935281" y="810806"/>
                </a:lnTo>
                <a:lnTo>
                  <a:pt x="2934881" y="811435"/>
                </a:lnTo>
                <a:lnTo>
                  <a:pt x="2934091" y="811882"/>
                </a:lnTo>
                <a:lnTo>
                  <a:pt x="2931709" y="811873"/>
                </a:lnTo>
                <a:lnTo>
                  <a:pt x="2927718" y="811406"/>
                </a:lnTo>
                <a:lnTo>
                  <a:pt x="2925804" y="813168"/>
                </a:lnTo>
                <a:lnTo>
                  <a:pt x="2925975" y="817159"/>
                </a:lnTo>
                <a:lnTo>
                  <a:pt x="2925880" y="819445"/>
                </a:lnTo>
                <a:lnTo>
                  <a:pt x="2925528" y="820026"/>
                </a:lnTo>
                <a:lnTo>
                  <a:pt x="2925413" y="822408"/>
                </a:lnTo>
                <a:lnTo>
                  <a:pt x="2925556" y="826589"/>
                </a:lnTo>
                <a:lnTo>
                  <a:pt x="2925623" y="829027"/>
                </a:lnTo>
                <a:lnTo>
                  <a:pt x="2925604" y="829742"/>
                </a:lnTo>
                <a:lnTo>
                  <a:pt x="2925242" y="830561"/>
                </a:lnTo>
                <a:lnTo>
                  <a:pt x="2924527" y="831485"/>
                </a:lnTo>
                <a:lnTo>
                  <a:pt x="2922327" y="831666"/>
                </a:lnTo>
                <a:lnTo>
                  <a:pt x="2918641" y="831104"/>
                </a:lnTo>
                <a:lnTo>
                  <a:pt x="2917022" y="832666"/>
                </a:lnTo>
                <a:lnTo>
                  <a:pt x="2917460" y="836352"/>
                </a:lnTo>
                <a:lnTo>
                  <a:pt x="2917260" y="838533"/>
                </a:lnTo>
                <a:lnTo>
                  <a:pt x="2916412" y="839210"/>
                </a:lnTo>
                <a:lnTo>
                  <a:pt x="2916012" y="841591"/>
                </a:lnTo>
                <a:lnTo>
                  <a:pt x="2916041" y="845677"/>
                </a:lnTo>
                <a:lnTo>
                  <a:pt x="2916050" y="848058"/>
                </a:lnTo>
                <a:lnTo>
                  <a:pt x="2916012" y="848735"/>
                </a:lnTo>
                <a:lnTo>
                  <a:pt x="2915660" y="850087"/>
                </a:lnTo>
                <a:lnTo>
                  <a:pt x="2914983" y="852106"/>
                </a:lnTo>
                <a:lnTo>
                  <a:pt x="2913174" y="852678"/>
                </a:lnTo>
                <a:lnTo>
                  <a:pt x="2910230" y="851792"/>
                </a:lnTo>
                <a:lnTo>
                  <a:pt x="2909040" y="852830"/>
                </a:lnTo>
                <a:lnTo>
                  <a:pt x="2909602" y="855774"/>
                </a:lnTo>
                <a:lnTo>
                  <a:pt x="2909021" y="857574"/>
                </a:lnTo>
                <a:lnTo>
                  <a:pt x="2907278" y="858212"/>
                </a:lnTo>
                <a:lnTo>
                  <a:pt x="2906439" y="860593"/>
                </a:lnTo>
                <a:lnTo>
                  <a:pt x="2906525" y="864718"/>
                </a:lnTo>
                <a:lnTo>
                  <a:pt x="2906516" y="867080"/>
                </a:lnTo>
                <a:lnTo>
                  <a:pt x="2906411" y="867699"/>
                </a:lnTo>
                <a:lnTo>
                  <a:pt x="2906420" y="870080"/>
                </a:lnTo>
                <a:lnTo>
                  <a:pt x="2906544" y="874224"/>
                </a:lnTo>
                <a:lnTo>
                  <a:pt x="2906620" y="876681"/>
                </a:lnTo>
                <a:lnTo>
                  <a:pt x="2906630" y="877433"/>
                </a:lnTo>
                <a:lnTo>
                  <a:pt x="2906258" y="877957"/>
                </a:lnTo>
                <a:lnTo>
                  <a:pt x="2905506" y="878243"/>
                </a:lnTo>
                <a:lnTo>
                  <a:pt x="2903087" y="878205"/>
                </a:lnTo>
                <a:lnTo>
                  <a:pt x="2899000" y="877843"/>
                </a:lnTo>
                <a:lnTo>
                  <a:pt x="2897057" y="879700"/>
                </a:lnTo>
                <a:lnTo>
                  <a:pt x="2897257" y="883787"/>
                </a:lnTo>
                <a:lnTo>
                  <a:pt x="2897238" y="886139"/>
                </a:lnTo>
                <a:lnTo>
                  <a:pt x="2896991" y="886778"/>
                </a:lnTo>
                <a:lnTo>
                  <a:pt x="2896886" y="889159"/>
                </a:lnTo>
                <a:lnTo>
                  <a:pt x="2896914" y="893283"/>
                </a:lnTo>
                <a:lnTo>
                  <a:pt x="2896943" y="895683"/>
                </a:lnTo>
                <a:lnTo>
                  <a:pt x="2896943" y="896360"/>
                </a:lnTo>
                <a:lnTo>
                  <a:pt x="2896610" y="897007"/>
                </a:lnTo>
                <a:lnTo>
                  <a:pt x="2895933" y="897626"/>
                </a:lnTo>
                <a:lnTo>
                  <a:pt x="2893628" y="897703"/>
                </a:lnTo>
                <a:lnTo>
                  <a:pt x="2889695" y="897236"/>
                </a:lnTo>
                <a:lnTo>
                  <a:pt x="2887799" y="898970"/>
                </a:lnTo>
                <a:lnTo>
                  <a:pt x="2887942" y="902903"/>
                </a:lnTo>
                <a:lnTo>
                  <a:pt x="2887780" y="905123"/>
                </a:lnTo>
                <a:lnTo>
                  <a:pt x="2887313" y="905627"/>
                </a:lnTo>
                <a:lnTo>
                  <a:pt x="2887189" y="908009"/>
                </a:lnTo>
                <a:lnTo>
                  <a:pt x="2887418" y="912266"/>
                </a:lnTo>
                <a:lnTo>
                  <a:pt x="2887523" y="914752"/>
                </a:lnTo>
                <a:lnTo>
                  <a:pt x="2887494" y="915457"/>
                </a:lnTo>
                <a:lnTo>
                  <a:pt x="2887132" y="916610"/>
                </a:lnTo>
                <a:lnTo>
                  <a:pt x="2886427" y="918220"/>
                </a:lnTo>
                <a:lnTo>
                  <a:pt x="2884541" y="918724"/>
                </a:lnTo>
                <a:lnTo>
                  <a:pt x="2881484" y="918105"/>
                </a:lnTo>
                <a:lnTo>
                  <a:pt x="2880141" y="919334"/>
                </a:lnTo>
                <a:lnTo>
                  <a:pt x="2880522" y="922391"/>
                </a:lnTo>
                <a:lnTo>
                  <a:pt x="2880008" y="924258"/>
                </a:lnTo>
                <a:lnTo>
                  <a:pt x="2878579" y="924916"/>
                </a:lnTo>
                <a:lnTo>
                  <a:pt x="2877922" y="927297"/>
                </a:lnTo>
                <a:lnTo>
                  <a:pt x="2878045" y="931402"/>
                </a:lnTo>
                <a:lnTo>
                  <a:pt x="2878055" y="933793"/>
                </a:lnTo>
                <a:lnTo>
                  <a:pt x="2877969" y="934488"/>
                </a:lnTo>
                <a:lnTo>
                  <a:pt x="2877807" y="936869"/>
                </a:lnTo>
                <a:lnTo>
                  <a:pt x="2877560" y="940937"/>
                </a:lnTo>
                <a:lnTo>
                  <a:pt x="2877436" y="943194"/>
                </a:lnTo>
                <a:lnTo>
                  <a:pt x="2877445" y="943642"/>
                </a:lnTo>
                <a:lnTo>
                  <a:pt x="2877217" y="943937"/>
                </a:lnTo>
                <a:lnTo>
                  <a:pt x="2876769" y="944061"/>
                </a:lnTo>
                <a:lnTo>
                  <a:pt x="2874445" y="944118"/>
                </a:lnTo>
                <a:lnTo>
                  <a:pt x="2870244" y="944108"/>
                </a:lnTo>
                <a:lnTo>
                  <a:pt x="2868244" y="946194"/>
                </a:lnTo>
                <a:lnTo>
                  <a:pt x="2868425" y="950395"/>
                </a:lnTo>
                <a:lnTo>
                  <a:pt x="2868435" y="952786"/>
                </a:lnTo>
                <a:lnTo>
                  <a:pt x="2868244" y="953348"/>
                </a:lnTo>
                <a:lnTo>
                  <a:pt x="2868244" y="955729"/>
                </a:lnTo>
                <a:lnTo>
                  <a:pt x="2868416" y="959930"/>
                </a:lnTo>
                <a:lnTo>
                  <a:pt x="2868492" y="962387"/>
                </a:lnTo>
                <a:lnTo>
                  <a:pt x="2868492" y="963120"/>
                </a:lnTo>
                <a:lnTo>
                  <a:pt x="2868120" y="963663"/>
                </a:lnTo>
                <a:lnTo>
                  <a:pt x="2867387" y="964035"/>
                </a:lnTo>
                <a:lnTo>
                  <a:pt x="2864939" y="963959"/>
                </a:lnTo>
                <a:lnTo>
                  <a:pt x="2860767" y="963454"/>
                </a:lnTo>
                <a:lnTo>
                  <a:pt x="2858786" y="965292"/>
                </a:lnTo>
                <a:lnTo>
                  <a:pt x="2859005" y="969464"/>
                </a:lnTo>
                <a:lnTo>
                  <a:pt x="2858976" y="971817"/>
                </a:lnTo>
                <a:lnTo>
                  <a:pt x="2858691" y="972341"/>
                </a:lnTo>
                <a:lnTo>
                  <a:pt x="2858633" y="974722"/>
                </a:lnTo>
                <a:lnTo>
                  <a:pt x="2858805" y="978960"/>
                </a:lnTo>
                <a:lnTo>
                  <a:pt x="2858891" y="981427"/>
                </a:lnTo>
                <a:lnTo>
                  <a:pt x="2858891" y="982123"/>
                </a:lnTo>
                <a:lnTo>
                  <a:pt x="2858548" y="982809"/>
                </a:lnTo>
                <a:lnTo>
                  <a:pt x="2857852" y="983494"/>
                </a:lnTo>
                <a:lnTo>
                  <a:pt x="2855481" y="983513"/>
                </a:lnTo>
                <a:lnTo>
                  <a:pt x="2851452" y="982866"/>
                </a:lnTo>
                <a:lnTo>
                  <a:pt x="2849613" y="984552"/>
                </a:lnTo>
                <a:lnTo>
                  <a:pt x="2849975" y="988581"/>
                </a:lnTo>
                <a:lnTo>
                  <a:pt x="2849870" y="990867"/>
                </a:lnTo>
                <a:lnTo>
                  <a:pt x="2849318" y="991400"/>
                </a:lnTo>
                <a:lnTo>
                  <a:pt x="2849128" y="993781"/>
                </a:lnTo>
                <a:lnTo>
                  <a:pt x="2849309" y="998010"/>
                </a:lnTo>
                <a:lnTo>
                  <a:pt x="2849385" y="1000477"/>
                </a:lnTo>
                <a:lnTo>
                  <a:pt x="2849375" y="1001173"/>
                </a:lnTo>
                <a:lnTo>
                  <a:pt x="2849023" y="1002144"/>
                </a:lnTo>
                <a:lnTo>
                  <a:pt x="2848327" y="1003392"/>
                </a:lnTo>
                <a:lnTo>
                  <a:pt x="2846099" y="1003554"/>
                </a:lnTo>
                <a:lnTo>
                  <a:pt x="2842346" y="1002611"/>
                </a:lnTo>
                <a:lnTo>
                  <a:pt x="2840755" y="1004021"/>
                </a:lnTo>
                <a:lnTo>
                  <a:pt x="2841336" y="1007774"/>
                </a:lnTo>
                <a:lnTo>
                  <a:pt x="2841117" y="1009936"/>
                </a:lnTo>
                <a:lnTo>
                  <a:pt x="2840088" y="1010498"/>
                </a:lnTo>
                <a:lnTo>
                  <a:pt x="2839650" y="1012879"/>
                </a:lnTo>
                <a:lnTo>
                  <a:pt x="2839793" y="1017080"/>
                </a:lnTo>
                <a:lnTo>
                  <a:pt x="2839850" y="1019508"/>
                </a:lnTo>
                <a:lnTo>
                  <a:pt x="2839803" y="1020175"/>
                </a:lnTo>
                <a:lnTo>
                  <a:pt x="2839450" y="1022233"/>
                </a:lnTo>
                <a:lnTo>
                  <a:pt x="2838783" y="1025681"/>
                </a:lnTo>
                <a:lnTo>
                  <a:pt x="2837859" y="1027138"/>
                </a:lnTo>
                <a:lnTo>
                  <a:pt x="2836669" y="1026595"/>
                </a:lnTo>
                <a:lnTo>
                  <a:pt x="2836164" y="1026919"/>
                </a:lnTo>
                <a:lnTo>
                  <a:pt x="2836354" y="1028109"/>
                </a:lnTo>
                <a:lnTo>
                  <a:pt x="2834811" y="1028948"/>
                </a:lnTo>
                <a:lnTo>
                  <a:pt x="2831554" y="1029452"/>
                </a:lnTo>
                <a:lnTo>
                  <a:pt x="2829992" y="1031834"/>
                </a:lnTo>
                <a:lnTo>
                  <a:pt x="2830116" y="1036091"/>
                </a:lnTo>
                <a:lnTo>
                  <a:pt x="2830135" y="1038492"/>
                </a:lnTo>
                <a:lnTo>
                  <a:pt x="2830030" y="1039016"/>
                </a:lnTo>
                <a:lnTo>
                  <a:pt x="2830058" y="1041397"/>
                </a:lnTo>
                <a:lnTo>
                  <a:pt x="2830230" y="1045635"/>
                </a:lnTo>
                <a:lnTo>
                  <a:pt x="2830316" y="1048102"/>
                </a:lnTo>
                <a:lnTo>
                  <a:pt x="2830316" y="1048798"/>
                </a:lnTo>
                <a:lnTo>
                  <a:pt x="2829973" y="1049312"/>
                </a:lnTo>
                <a:lnTo>
                  <a:pt x="2829277" y="1049636"/>
                </a:lnTo>
                <a:lnTo>
                  <a:pt x="2826801" y="1049550"/>
                </a:lnTo>
                <a:lnTo>
                  <a:pt x="2822553" y="1049036"/>
                </a:lnTo>
                <a:lnTo>
                  <a:pt x="2820591" y="1050903"/>
                </a:lnTo>
                <a:lnTo>
                  <a:pt x="2820914" y="1055151"/>
                </a:lnTo>
                <a:lnTo>
                  <a:pt x="2820934" y="1057561"/>
                </a:lnTo>
                <a:lnTo>
                  <a:pt x="2820667" y="1058123"/>
                </a:lnTo>
                <a:lnTo>
                  <a:pt x="2820562" y="1060504"/>
                </a:lnTo>
                <a:lnTo>
                  <a:pt x="2820638" y="1064705"/>
                </a:lnTo>
                <a:lnTo>
                  <a:pt x="2820676" y="1067124"/>
                </a:lnTo>
                <a:lnTo>
                  <a:pt x="2820676" y="1067762"/>
                </a:lnTo>
                <a:lnTo>
                  <a:pt x="2820362" y="1068505"/>
                </a:lnTo>
                <a:lnTo>
                  <a:pt x="2819724" y="1069362"/>
                </a:lnTo>
                <a:lnTo>
                  <a:pt x="2817505" y="1069524"/>
                </a:lnTo>
                <a:lnTo>
                  <a:pt x="2813714" y="1069010"/>
                </a:lnTo>
                <a:lnTo>
                  <a:pt x="2811904" y="1070639"/>
                </a:lnTo>
                <a:lnTo>
                  <a:pt x="2812066" y="1074430"/>
                </a:lnTo>
                <a:lnTo>
                  <a:pt x="2811837" y="1076573"/>
                </a:lnTo>
                <a:lnTo>
                  <a:pt x="2811199" y="1077077"/>
                </a:lnTo>
                <a:lnTo>
                  <a:pt x="2810961" y="1079459"/>
                </a:lnTo>
                <a:lnTo>
                  <a:pt x="2811113" y="1083716"/>
                </a:lnTo>
                <a:lnTo>
                  <a:pt x="2811170" y="1086164"/>
                </a:lnTo>
                <a:lnTo>
                  <a:pt x="2811132" y="1086783"/>
                </a:lnTo>
                <a:lnTo>
                  <a:pt x="2810808" y="1089108"/>
                </a:lnTo>
                <a:lnTo>
                  <a:pt x="2810189" y="1093146"/>
                </a:lnTo>
                <a:lnTo>
                  <a:pt x="2809799" y="1095146"/>
                </a:lnTo>
                <a:lnTo>
                  <a:pt x="2807570" y="1095661"/>
                </a:lnTo>
                <a:lnTo>
                  <a:pt x="2803522" y="1096232"/>
                </a:lnTo>
                <a:lnTo>
                  <a:pt x="2801598" y="1098614"/>
                </a:lnTo>
                <a:lnTo>
                  <a:pt x="2801817" y="1102805"/>
                </a:lnTo>
                <a:lnTo>
                  <a:pt x="2801864" y="1105233"/>
                </a:lnTo>
                <a:lnTo>
                  <a:pt x="2801741" y="1105891"/>
                </a:lnTo>
                <a:lnTo>
                  <a:pt x="2801741" y="1108272"/>
                </a:lnTo>
                <a:lnTo>
                  <a:pt x="2801884" y="1112377"/>
                </a:lnTo>
                <a:lnTo>
                  <a:pt x="2801950" y="1114825"/>
                </a:lnTo>
                <a:lnTo>
                  <a:pt x="2801950" y="1115625"/>
                </a:lnTo>
                <a:lnTo>
                  <a:pt x="2801550" y="1116187"/>
                </a:lnTo>
                <a:lnTo>
                  <a:pt x="2800750" y="1116501"/>
                </a:lnTo>
                <a:lnTo>
                  <a:pt x="2798254" y="1116397"/>
                </a:lnTo>
                <a:lnTo>
                  <a:pt x="2794073" y="1115854"/>
                </a:lnTo>
                <a:lnTo>
                  <a:pt x="2792035" y="1117673"/>
                </a:lnTo>
                <a:lnTo>
                  <a:pt x="2792149" y="1121855"/>
                </a:lnTo>
                <a:lnTo>
                  <a:pt x="2792092" y="1124179"/>
                </a:lnTo>
                <a:lnTo>
                  <a:pt x="2791863" y="1124645"/>
                </a:lnTo>
                <a:lnTo>
                  <a:pt x="2791882" y="1127027"/>
                </a:lnTo>
                <a:lnTo>
                  <a:pt x="2792130" y="1131322"/>
                </a:lnTo>
                <a:lnTo>
                  <a:pt x="2792254" y="1133827"/>
                </a:lnTo>
                <a:lnTo>
                  <a:pt x="2792244" y="1134532"/>
                </a:lnTo>
                <a:lnTo>
                  <a:pt x="2791882" y="1135151"/>
                </a:lnTo>
                <a:lnTo>
                  <a:pt x="2791177" y="1135675"/>
                </a:lnTo>
                <a:lnTo>
                  <a:pt x="2788796" y="1135675"/>
                </a:lnTo>
                <a:lnTo>
                  <a:pt x="2784739" y="1135151"/>
                </a:lnTo>
                <a:lnTo>
                  <a:pt x="2782872" y="1136914"/>
                </a:lnTo>
                <a:lnTo>
                  <a:pt x="2783176" y="1140971"/>
                </a:lnTo>
                <a:lnTo>
                  <a:pt x="2783110" y="1143286"/>
                </a:lnTo>
                <a:lnTo>
                  <a:pt x="2782662" y="1143857"/>
                </a:lnTo>
                <a:lnTo>
                  <a:pt x="2782510" y="1146239"/>
                </a:lnTo>
                <a:lnTo>
                  <a:pt x="2782653" y="1150430"/>
                </a:lnTo>
                <a:lnTo>
                  <a:pt x="2782710" y="1152877"/>
                </a:lnTo>
                <a:lnTo>
                  <a:pt x="2782700" y="1153573"/>
                </a:lnTo>
                <a:lnTo>
                  <a:pt x="2782348" y="1154735"/>
                </a:lnTo>
                <a:lnTo>
                  <a:pt x="2781652" y="1156383"/>
                </a:lnTo>
                <a:lnTo>
                  <a:pt x="2779566" y="1156678"/>
                </a:lnTo>
                <a:lnTo>
                  <a:pt x="2776109" y="1155640"/>
                </a:lnTo>
                <a:lnTo>
                  <a:pt x="2774499" y="1156859"/>
                </a:lnTo>
                <a:lnTo>
                  <a:pt x="2774747" y="1160316"/>
                </a:lnTo>
                <a:lnTo>
                  <a:pt x="2774318" y="1162269"/>
                </a:lnTo>
                <a:lnTo>
                  <a:pt x="2773204" y="1162698"/>
                </a:lnTo>
                <a:lnTo>
                  <a:pt x="2772708" y="1165079"/>
                </a:lnTo>
                <a:lnTo>
                  <a:pt x="2772832" y="1169413"/>
                </a:lnTo>
                <a:lnTo>
                  <a:pt x="2772861" y="1171823"/>
                </a:lnTo>
                <a:lnTo>
                  <a:pt x="2772785" y="1172308"/>
                </a:lnTo>
                <a:lnTo>
                  <a:pt x="2772508" y="1173623"/>
                </a:lnTo>
                <a:lnTo>
                  <a:pt x="2772023" y="1175776"/>
                </a:lnTo>
                <a:lnTo>
                  <a:pt x="2770308" y="1176442"/>
                </a:lnTo>
                <a:lnTo>
                  <a:pt x="2767365" y="1175633"/>
                </a:lnTo>
                <a:lnTo>
                  <a:pt x="2766308" y="1176690"/>
                </a:lnTo>
                <a:lnTo>
                  <a:pt x="2767117" y="1179633"/>
                </a:lnTo>
                <a:lnTo>
                  <a:pt x="2766460" y="1181348"/>
                </a:lnTo>
                <a:lnTo>
                  <a:pt x="2764317" y="1181843"/>
                </a:lnTo>
                <a:lnTo>
                  <a:pt x="2762993" y="1182881"/>
                </a:lnTo>
                <a:lnTo>
                  <a:pt x="2762498" y="1184443"/>
                </a:lnTo>
                <a:lnTo>
                  <a:pt x="2760678" y="1185005"/>
                </a:lnTo>
                <a:lnTo>
                  <a:pt x="2757526" y="1184548"/>
                </a:lnTo>
                <a:lnTo>
                  <a:pt x="2756449" y="1185901"/>
                </a:lnTo>
                <a:lnTo>
                  <a:pt x="2757449" y="1189053"/>
                </a:lnTo>
                <a:lnTo>
                  <a:pt x="2757002" y="1190987"/>
                </a:lnTo>
                <a:lnTo>
                  <a:pt x="2755125" y="1191720"/>
                </a:lnTo>
                <a:lnTo>
                  <a:pt x="2753820" y="1192082"/>
                </a:lnTo>
                <a:lnTo>
                  <a:pt x="2753087" y="1192082"/>
                </a:lnTo>
                <a:lnTo>
                  <a:pt x="2750610" y="1191978"/>
                </a:lnTo>
                <a:lnTo>
                  <a:pt x="2746372" y="1191778"/>
                </a:lnTo>
                <a:lnTo>
                  <a:pt x="2743991" y="1191673"/>
                </a:lnTo>
                <a:lnTo>
                  <a:pt x="2743467" y="1191673"/>
                </a:lnTo>
                <a:lnTo>
                  <a:pt x="2741114" y="1191711"/>
                </a:lnTo>
                <a:lnTo>
                  <a:pt x="2736952" y="1191778"/>
                </a:lnTo>
                <a:lnTo>
                  <a:pt x="2734570" y="1191816"/>
                </a:lnTo>
                <a:lnTo>
                  <a:pt x="2733970" y="1191816"/>
                </a:lnTo>
                <a:lnTo>
                  <a:pt x="2731589" y="1191816"/>
                </a:lnTo>
                <a:lnTo>
                  <a:pt x="2727427" y="1191816"/>
                </a:lnTo>
                <a:lnTo>
                  <a:pt x="2725045" y="1191816"/>
                </a:lnTo>
                <a:lnTo>
                  <a:pt x="2724445" y="1191816"/>
                </a:lnTo>
                <a:lnTo>
                  <a:pt x="2722064" y="1191816"/>
                </a:lnTo>
                <a:lnTo>
                  <a:pt x="2717902" y="1191816"/>
                </a:lnTo>
                <a:lnTo>
                  <a:pt x="2715520" y="1191816"/>
                </a:lnTo>
                <a:lnTo>
                  <a:pt x="2714920" y="1191816"/>
                </a:lnTo>
                <a:lnTo>
                  <a:pt x="2712539" y="1191816"/>
                </a:lnTo>
                <a:lnTo>
                  <a:pt x="2708377" y="1191816"/>
                </a:lnTo>
                <a:lnTo>
                  <a:pt x="2705995" y="1191816"/>
                </a:lnTo>
                <a:lnTo>
                  <a:pt x="2705395" y="1191816"/>
                </a:lnTo>
                <a:lnTo>
                  <a:pt x="2703014" y="1191816"/>
                </a:lnTo>
                <a:lnTo>
                  <a:pt x="2698852" y="1191816"/>
                </a:lnTo>
                <a:lnTo>
                  <a:pt x="2696470" y="1191816"/>
                </a:lnTo>
                <a:lnTo>
                  <a:pt x="2695870" y="1191816"/>
                </a:lnTo>
                <a:lnTo>
                  <a:pt x="2693508" y="1191835"/>
                </a:lnTo>
                <a:lnTo>
                  <a:pt x="2689374" y="1191863"/>
                </a:lnTo>
                <a:lnTo>
                  <a:pt x="2686993" y="1191882"/>
                </a:lnTo>
                <a:lnTo>
                  <a:pt x="2686364" y="1191882"/>
                </a:lnTo>
                <a:lnTo>
                  <a:pt x="2683916" y="1191816"/>
                </a:lnTo>
                <a:lnTo>
                  <a:pt x="2679640" y="1191673"/>
                </a:lnTo>
                <a:lnTo>
                  <a:pt x="2677258" y="1191606"/>
                </a:lnTo>
                <a:lnTo>
                  <a:pt x="2676773" y="1191606"/>
                </a:lnTo>
                <a:lnTo>
                  <a:pt x="2674496" y="1191711"/>
                </a:lnTo>
                <a:lnTo>
                  <a:pt x="2670429" y="1191911"/>
                </a:lnTo>
                <a:lnTo>
                  <a:pt x="2668048" y="1192016"/>
                </a:lnTo>
                <a:lnTo>
                  <a:pt x="2667352" y="1192016"/>
                </a:lnTo>
                <a:lnTo>
                  <a:pt x="2666476" y="1191673"/>
                </a:lnTo>
                <a:lnTo>
                  <a:pt x="2665428" y="1190977"/>
                </a:lnTo>
                <a:lnTo>
                  <a:pt x="2663047" y="1188672"/>
                </a:lnTo>
                <a:lnTo>
                  <a:pt x="2659332" y="1184767"/>
                </a:lnTo>
                <a:lnTo>
                  <a:pt x="2657132" y="1182386"/>
                </a:lnTo>
                <a:lnTo>
                  <a:pt x="2656456" y="1181529"/>
                </a:lnTo>
                <a:lnTo>
                  <a:pt x="2654075" y="1179014"/>
                </a:lnTo>
                <a:lnTo>
                  <a:pt x="2649988" y="1174842"/>
                </a:lnTo>
                <a:lnTo>
                  <a:pt x="2647702" y="1172461"/>
                </a:lnTo>
                <a:lnTo>
                  <a:pt x="2647217" y="1171870"/>
                </a:lnTo>
                <a:lnTo>
                  <a:pt x="2646940" y="1171299"/>
                </a:lnTo>
                <a:lnTo>
                  <a:pt x="2646874" y="1170737"/>
                </a:lnTo>
                <a:lnTo>
                  <a:pt x="2646759" y="1168356"/>
                </a:lnTo>
                <a:lnTo>
                  <a:pt x="2646597" y="1164155"/>
                </a:lnTo>
                <a:lnTo>
                  <a:pt x="2645635" y="1160812"/>
                </a:lnTo>
                <a:lnTo>
                  <a:pt x="2643864" y="1158326"/>
                </a:lnTo>
                <a:lnTo>
                  <a:pt x="2643207" y="1155944"/>
                </a:lnTo>
                <a:lnTo>
                  <a:pt x="2643645" y="1153668"/>
                </a:lnTo>
                <a:lnTo>
                  <a:pt x="2642511" y="1151344"/>
                </a:lnTo>
                <a:lnTo>
                  <a:pt x="2639787" y="1148991"/>
                </a:lnTo>
                <a:lnTo>
                  <a:pt x="2638111" y="1146610"/>
                </a:lnTo>
                <a:lnTo>
                  <a:pt x="2637473" y="1144200"/>
                </a:lnTo>
                <a:lnTo>
                  <a:pt x="2636891" y="1142429"/>
                </a:lnTo>
                <a:lnTo>
                  <a:pt x="2636377" y="1141276"/>
                </a:lnTo>
                <a:lnTo>
                  <a:pt x="2636282" y="1138895"/>
                </a:lnTo>
                <a:lnTo>
                  <a:pt x="2636596" y="1135285"/>
                </a:lnTo>
                <a:lnTo>
                  <a:pt x="2634786" y="1131694"/>
                </a:lnTo>
                <a:lnTo>
                  <a:pt x="2630862" y="1128141"/>
                </a:lnTo>
                <a:lnTo>
                  <a:pt x="2628576" y="1125760"/>
                </a:lnTo>
                <a:lnTo>
                  <a:pt x="2627919" y="1124550"/>
                </a:lnTo>
                <a:lnTo>
                  <a:pt x="2627481" y="1123512"/>
                </a:lnTo>
                <a:lnTo>
                  <a:pt x="2627271" y="1122645"/>
                </a:lnTo>
                <a:lnTo>
                  <a:pt x="2627309" y="1120264"/>
                </a:lnTo>
                <a:lnTo>
                  <a:pt x="2627595" y="1116368"/>
                </a:lnTo>
                <a:lnTo>
                  <a:pt x="2625642" y="1112510"/>
                </a:lnTo>
                <a:lnTo>
                  <a:pt x="2621461" y="1108672"/>
                </a:lnTo>
                <a:lnTo>
                  <a:pt x="2619032" y="1106291"/>
                </a:lnTo>
                <a:lnTo>
                  <a:pt x="2618356" y="1105367"/>
                </a:lnTo>
                <a:lnTo>
                  <a:pt x="2617975" y="1104519"/>
                </a:lnTo>
                <a:lnTo>
                  <a:pt x="2617899" y="1103767"/>
                </a:lnTo>
                <a:lnTo>
                  <a:pt x="2617927" y="1101385"/>
                </a:lnTo>
                <a:lnTo>
                  <a:pt x="2618051" y="1097375"/>
                </a:lnTo>
                <a:lnTo>
                  <a:pt x="2617394" y="1094346"/>
                </a:lnTo>
                <a:lnTo>
                  <a:pt x="2615965" y="1092279"/>
                </a:lnTo>
                <a:lnTo>
                  <a:pt x="2615336" y="1089898"/>
                </a:lnTo>
                <a:lnTo>
                  <a:pt x="2615517" y="1087203"/>
                </a:lnTo>
                <a:lnTo>
                  <a:pt x="2614165" y="1084678"/>
                </a:lnTo>
                <a:lnTo>
                  <a:pt x="2611288" y="1082345"/>
                </a:lnTo>
                <a:lnTo>
                  <a:pt x="2609479" y="1079964"/>
                </a:lnTo>
                <a:lnTo>
                  <a:pt x="2608745" y="1077535"/>
                </a:lnTo>
                <a:lnTo>
                  <a:pt x="2608088" y="1075658"/>
                </a:lnTo>
                <a:lnTo>
                  <a:pt x="2607497" y="1074334"/>
                </a:lnTo>
                <a:lnTo>
                  <a:pt x="2607402" y="1071953"/>
                </a:lnTo>
                <a:lnTo>
                  <a:pt x="2607793" y="1068515"/>
                </a:lnTo>
                <a:lnTo>
                  <a:pt x="2606069" y="1065057"/>
                </a:lnTo>
                <a:lnTo>
                  <a:pt x="2602240" y="1061561"/>
                </a:lnTo>
                <a:lnTo>
                  <a:pt x="2599973" y="1059180"/>
                </a:lnTo>
                <a:lnTo>
                  <a:pt x="2599277" y="1057913"/>
                </a:lnTo>
                <a:lnTo>
                  <a:pt x="2598811" y="1056808"/>
                </a:lnTo>
                <a:lnTo>
                  <a:pt x="2598572" y="1055875"/>
                </a:lnTo>
                <a:lnTo>
                  <a:pt x="2598563" y="1053494"/>
                </a:lnTo>
                <a:lnTo>
                  <a:pt x="2598782" y="1049665"/>
                </a:lnTo>
                <a:lnTo>
                  <a:pt x="2596877" y="1045816"/>
                </a:lnTo>
                <a:lnTo>
                  <a:pt x="2592819" y="1041949"/>
                </a:lnTo>
                <a:lnTo>
                  <a:pt x="2590467" y="1039568"/>
                </a:lnTo>
                <a:lnTo>
                  <a:pt x="2589800" y="1038673"/>
                </a:lnTo>
                <a:lnTo>
                  <a:pt x="2589419" y="1037844"/>
                </a:lnTo>
                <a:lnTo>
                  <a:pt x="2589314" y="1037072"/>
                </a:lnTo>
                <a:lnTo>
                  <a:pt x="2589333" y="1034691"/>
                </a:lnTo>
                <a:lnTo>
                  <a:pt x="2589495" y="1030700"/>
                </a:lnTo>
                <a:lnTo>
                  <a:pt x="2588476" y="1027290"/>
                </a:lnTo>
                <a:lnTo>
                  <a:pt x="2586276" y="1024480"/>
                </a:lnTo>
                <a:lnTo>
                  <a:pt x="2585323" y="1022099"/>
                </a:lnTo>
                <a:lnTo>
                  <a:pt x="2585637" y="1020147"/>
                </a:lnTo>
                <a:lnTo>
                  <a:pt x="2584656" y="1018346"/>
                </a:lnTo>
                <a:lnTo>
                  <a:pt x="2582399" y="1016699"/>
                </a:lnTo>
                <a:lnTo>
                  <a:pt x="2580913" y="1014317"/>
                </a:lnTo>
                <a:lnTo>
                  <a:pt x="2580199" y="1011203"/>
                </a:lnTo>
                <a:lnTo>
                  <a:pt x="2579351" y="1008802"/>
                </a:lnTo>
                <a:lnTo>
                  <a:pt x="2578370" y="1007107"/>
                </a:lnTo>
                <a:lnTo>
                  <a:pt x="2578017" y="1004726"/>
                </a:lnTo>
                <a:lnTo>
                  <a:pt x="2578303" y="1001659"/>
                </a:lnTo>
                <a:lnTo>
                  <a:pt x="2576770" y="998591"/>
                </a:lnTo>
                <a:lnTo>
                  <a:pt x="2573426" y="995524"/>
                </a:lnTo>
                <a:lnTo>
                  <a:pt x="2571398" y="993143"/>
                </a:lnTo>
                <a:lnTo>
                  <a:pt x="2570693" y="991448"/>
                </a:lnTo>
                <a:lnTo>
                  <a:pt x="2570083" y="989990"/>
                </a:lnTo>
                <a:lnTo>
                  <a:pt x="2569578" y="988781"/>
                </a:lnTo>
                <a:lnTo>
                  <a:pt x="2569435" y="986399"/>
                </a:lnTo>
                <a:lnTo>
                  <a:pt x="2569664" y="982847"/>
                </a:lnTo>
                <a:lnTo>
                  <a:pt x="2567883" y="979246"/>
                </a:lnTo>
                <a:lnTo>
                  <a:pt x="2564111" y="975589"/>
                </a:lnTo>
                <a:lnTo>
                  <a:pt x="2561911" y="973207"/>
                </a:lnTo>
                <a:lnTo>
                  <a:pt x="2561282" y="972102"/>
                </a:lnTo>
                <a:lnTo>
                  <a:pt x="2560872" y="971140"/>
                </a:lnTo>
                <a:lnTo>
                  <a:pt x="2560672" y="970312"/>
                </a:lnTo>
                <a:lnTo>
                  <a:pt x="2560749" y="967931"/>
                </a:lnTo>
                <a:lnTo>
                  <a:pt x="2561092" y="963997"/>
                </a:lnTo>
                <a:lnTo>
                  <a:pt x="2559129" y="960044"/>
                </a:lnTo>
                <a:lnTo>
                  <a:pt x="2554843" y="956072"/>
                </a:lnTo>
                <a:lnTo>
                  <a:pt x="2552405" y="953691"/>
                </a:lnTo>
                <a:lnTo>
                  <a:pt x="2551805" y="952900"/>
                </a:lnTo>
                <a:lnTo>
                  <a:pt x="2551471" y="952167"/>
                </a:lnTo>
                <a:lnTo>
                  <a:pt x="2551395" y="951490"/>
                </a:lnTo>
                <a:lnTo>
                  <a:pt x="2551386" y="949109"/>
                </a:lnTo>
                <a:lnTo>
                  <a:pt x="2551443" y="945023"/>
                </a:lnTo>
                <a:lnTo>
                  <a:pt x="2550538" y="941737"/>
                </a:lnTo>
                <a:lnTo>
                  <a:pt x="2548680" y="939260"/>
                </a:lnTo>
                <a:lnTo>
                  <a:pt x="2547899" y="936879"/>
                </a:lnTo>
                <a:lnTo>
                  <a:pt x="2548214" y="934593"/>
                </a:lnTo>
                <a:lnTo>
                  <a:pt x="2547071" y="932431"/>
                </a:lnTo>
                <a:lnTo>
                  <a:pt x="2544470" y="930392"/>
                </a:lnTo>
                <a:lnTo>
                  <a:pt x="2542832" y="928011"/>
                </a:lnTo>
                <a:lnTo>
                  <a:pt x="2542156" y="925287"/>
                </a:lnTo>
                <a:lnTo>
                  <a:pt x="2541394" y="923163"/>
                </a:lnTo>
                <a:lnTo>
                  <a:pt x="2540546" y="921639"/>
                </a:lnTo>
                <a:lnTo>
                  <a:pt x="2540394" y="919258"/>
                </a:lnTo>
                <a:lnTo>
                  <a:pt x="2540918" y="916019"/>
                </a:lnTo>
                <a:lnTo>
                  <a:pt x="2539298" y="912809"/>
                </a:lnTo>
                <a:lnTo>
                  <a:pt x="2535536" y="909638"/>
                </a:lnTo>
                <a:lnTo>
                  <a:pt x="2533307" y="907256"/>
                </a:lnTo>
                <a:lnTo>
                  <a:pt x="2532612" y="905666"/>
                </a:lnTo>
                <a:lnTo>
                  <a:pt x="2532069" y="904332"/>
                </a:lnTo>
                <a:lnTo>
                  <a:pt x="2531669" y="903237"/>
                </a:lnTo>
                <a:lnTo>
                  <a:pt x="2531697" y="900855"/>
                </a:lnTo>
                <a:lnTo>
                  <a:pt x="2532136" y="897188"/>
                </a:lnTo>
                <a:lnTo>
                  <a:pt x="2530297" y="893588"/>
                </a:lnTo>
                <a:lnTo>
                  <a:pt x="2526182" y="890054"/>
                </a:lnTo>
                <a:lnTo>
                  <a:pt x="2523744" y="887673"/>
                </a:lnTo>
                <a:lnTo>
                  <a:pt x="2522982" y="886444"/>
                </a:lnTo>
                <a:lnTo>
                  <a:pt x="2522496" y="885339"/>
                </a:lnTo>
                <a:lnTo>
                  <a:pt x="2522287" y="884368"/>
                </a:lnTo>
                <a:lnTo>
                  <a:pt x="2522353" y="881986"/>
                </a:lnTo>
                <a:lnTo>
                  <a:pt x="2522687" y="878195"/>
                </a:lnTo>
                <a:lnTo>
                  <a:pt x="2520791" y="874062"/>
                </a:lnTo>
                <a:lnTo>
                  <a:pt x="2516667" y="869585"/>
                </a:lnTo>
                <a:lnTo>
                  <a:pt x="2514495" y="867204"/>
                </a:lnTo>
                <a:lnTo>
                  <a:pt x="2514276" y="866918"/>
                </a:lnTo>
                <a:lnTo>
                  <a:pt x="2514152" y="866651"/>
                </a:lnTo>
                <a:lnTo>
                  <a:pt x="2514133" y="866413"/>
                </a:lnTo>
                <a:lnTo>
                  <a:pt x="2513952" y="864032"/>
                </a:lnTo>
                <a:lnTo>
                  <a:pt x="2513619" y="859507"/>
                </a:lnTo>
                <a:lnTo>
                  <a:pt x="2512619" y="856136"/>
                </a:lnTo>
                <a:lnTo>
                  <a:pt x="2510952" y="853897"/>
                </a:lnTo>
                <a:lnTo>
                  <a:pt x="2510219" y="851516"/>
                </a:lnTo>
                <a:lnTo>
                  <a:pt x="2510419" y="848992"/>
                </a:lnTo>
                <a:lnTo>
                  <a:pt x="2509161" y="846582"/>
                </a:lnTo>
                <a:lnTo>
                  <a:pt x="2506437" y="844306"/>
                </a:lnTo>
                <a:lnTo>
                  <a:pt x="2504742" y="841924"/>
                </a:lnTo>
                <a:lnTo>
                  <a:pt x="2504065" y="839438"/>
                </a:lnTo>
                <a:lnTo>
                  <a:pt x="2503199" y="837324"/>
                </a:lnTo>
                <a:lnTo>
                  <a:pt x="2502122" y="835581"/>
                </a:lnTo>
                <a:lnTo>
                  <a:pt x="2501741" y="833199"/>
                </a:lnTo>
                <a:lnTo>
                  <a:pt x="2502046" y="830180"/>
                </a:lnTo>
                <a:lnTo>
                  <a:pt x="2500532" y="827237"/>
                </a:lnTo>
                <a:lnTo>
                  <a:pt x="2497207" y="824351"/>
                </a:lnTo>
                <a:lnTo>
                  <a:pt x="2495179" y="821969"/>
                </a:lnTo>
                <a:lnTo>
                  <a:pt x="2494445" y="820093"/>
                </a:lnTo>
                <a:lnTo>
                  <a:pt x="2493788" y="818493"/>
                </a:lnTo>
                <a:lnTo>
                  <a:pt x="2493216" y="817178"/>
                </a:lnTo>
                <a:lnTo>
                  <a:pt x="2493064" y="814797"/>
                </a:lnTo>
                <a:lnTo>
                  <a:pt x="2493359" y="811349"/>
                </a:lnTo>
                <a:lnTo>
                  <a:pt x="2491626" y="807872"/>
                </a:lnTo>
                <a:lnTo>
                  <a:pt x="2487892" y="804367"/>
                </a:lnTo>
                <a:lnTo>
                  <a:pt x="2485673" y="801986"/>
                </a:lnTo>
                <a:lnTo>
                  <a:pt x="2484968" y="800729"/>
                </a:lnTo>
                <a:lnTo>
                  <a:pt x="2484491" y="799624"/>
                </a:lnTo>
                <a:lnTo>
                  <a:pt x="2484244" y="798671"/>
                </a:lnTo>
                <a:lnTo>
                  <a:pt x="2484215" y="796290"/>
                </a:lnTo>
                <a:lnTo>
                  <a:pt x="2484406" y="792480"/>
                </a:lnTo>
                <a:lnTo>
                  <a:pt x="2482501" y="788670"/>
                </a:lnTo>
                <a:lnTo>
                  <a:pt x="2478500" y="784860"/>
                </a:lnTo>
                <a:lnTo>
                  <a:pt x="2476148" y="782479"/>
                </a:lnTo>
                <a:lnTo>
                  <a:pt x="2475452" y="781526"/>
                </a:lnTo>
                <a:lnTo>
                  <a:pt x="2475052" y="780650"/>
                </a:lnTo>
                <a:lnTo>
                  <a:pt x="2474957" y="779850"/>
                </a:lnTo>
                <a:lnTo>
                  <a:pt x="2474986" y="777469"/>
                </a:lnTo>
                <a:lnTo>
                  <a:pt x="2475147" y="773506"/>
                </a:lnTo>
                <a:lnTo>
                  <a:pt x="2473166" y="769172"/>
                </a:lnTo>
                <a:lnTo>
                  <a:pt x="2469042" y="764467"/>
                </a:lnTo>
                <a:lnTo>
                  <a:pt x="2466956" y="762086"/>
                </a:lnTo>
                <a:lnTo>
                  <a:pt x="2466584" y="759543"/>
                </a:lnTo>
                <a:lnTo>
                  <a:pt x="2466013" y="754828"/>
                </a:lnTo>
                <a:lnTo>
                  <a:pt x="2464994" y="751437"/>
                </a:lnTo>
                <a:lnTo>
                  <a:pt x="2463536" y="749351"/>
                </a:lnTo>
                <a:lnTo>
                  <a:pt x="2462851" y="746970"/>
                </a:lnTo>
                <a:lnTo>
                  <a:pt x="2462936" y="744293"/>
                </a:lnTo>
                <a:lnTo>
                  <a:pt x="2461593" y="741693"/>
                </a:lnTo>
                <a:lnTo>
                  <a:pt x="2458831" y="739169"/>
                </a:lnTo>
                <a:lnTo>
                  <a:pt x="2457126" y="736787"/>
                </a:lnTo>
                <a:lnTo>
                  <a:pt x="2456478" y="734549"/>
                </a:lnTo>
                <a:lnTo>
                  <a:pt x="2455802" y="732749"/>
                </a:lnTo>
                <a:lnTo>
                  <a:pt x="2455107" y="731406"/>
                </a:lnTo>
                <a:lnTo>
                  <a:pt x="2454888" y="729024"/>
                </a:lnTo>
                <a:lnTo>
                  <a:pt x="2455154" y="725605"/>
                </a:lnTo>
                <a:lnTo>
                  <a:pt x="2453440" y="722224"/>
                </a:lnTo>
                <a:lnTo>
                  <a:pt x="2449763" y="718861"/>
                </a:lnTo>
                <a:lnTo>
                  <a:pt x="2447592" y="716480"/>
                </a:lnTo>
                <a:lnTo>
                  <a:pt x="2446925" y="715080"/>
                </a:lnTo>
                <a:lnTo>
                  <a:pt x="2446401" y="713842"/>
                </a:lnTo>
                <a:lnTo>
                  <a:pt x="2445991" y="712775"/>
                </a:lnTo>
                <a:lnTo>
                  <a:pt x="2445953" y="710394"/>
                </a:lnTo>
                <a:lnTo>
                  <a:pt x="2446268" y="706698"/>
                </a:lnTo>
                <a:lnTo>
                  <a:pt x="2444420" y="702955"/>
                </a:lnTo>
                <a:lnTo>
                  <a:pt x="2440410" y="699154"/>
                </a:lnTo>
                <a:lnTo>
                  <a:pt x="2438105" y="696773"/>
                </a:lnTo>
                <a:lnTo>
                  <a:pt x="2437505" y="695811"/>
                </a:lnTo>
                <a:lnTo>
                  <a:pt x="2437105" y="694915"/>
                </a:lnTo>
                <a:lnTo>
                  <a:pt x="2436886" y="694106"/>
                </a:lnTo>
                <a:lnTo>
                  <a:pt x="2436819" y="691725"/>
                </a:lnTo>
                <a:lnTo>
                  <a:pt x="2436914" y="687772"/>
                </a:lnTo>
                <a:lnTo>
                  <a:pt x="2434942" y="683866"/>
                </a:lnTo>
                <a:lnTo>
                  <a:pt x="2430894" y="680009"/>
                </a:lnTo>
                <a:lnTo>
                  <a:pt x="2428542" y="677628"/>
                </a:lnTo>
                <a:lnTo>
                  <a:pt x="2427875" y="676723"/>
                </a:lnTo>
                <a:lnTo>
                  <a:pt x="2427465" y="675856"/>
                </a:lnTo>
                <a:lnTo>
                  <a:pt x="2427284" y="675018"/>
                </a:lnTo>
                <a:lnTo>
                  <a:pt x="2427284" y="672636"/>
                </a:lnTo>
                <a:lnTo>
                  <a:pt x="2427456" y="668712"/>
                </a:lnTo>
                <a:lnTo>
                  <a:pt x="2425494" y="664588"/>
                </a:lnTo>
                <a:lnTo>
                  <a:pt x="2421398" y="660254"/>
                </a:lnTo>
                <a:lnTo>
                  <a:pt x="2419179" y="657873"/>
                </a:lnTo>
                <a:lnTo>
                  <a:pt x="2418826" y="657444"/>
                </a:lnTo>
                <a:lnTo>
                  <a:pt x="2418626" y="657025"/>
                </a:lnTo>
                <a:lnTo>
                  <a:pt x="2418569" y="656625"/>
                </a:lnTo>
                <a:lnTo>
                  <a:pt x="2418436" y="654244"/>
                </a:lnTo>
                <a:lnTo>
                  <a:pt x="2418217" y="649881"/>
                </a:lnTo>
                <a:lnTo>
                  <a:pt x="2416359" y="645633"/>
                </a:lnTo>
                <a:lnTo>
                  <a:pt x="2412844" y="641509"/>
                </a:lnTo>
                <a:lnTo>
                  <a:pt x="2411454" y="639128"/>
                </a:lnTo>
                <a:lnTo>
                  <a:pt x="2412187" y="638489"/>
                </a:lnTo>
                <a:lnTo>
                  <a:pt x="2411863" y="637937"/>
                </a:lnTo>
                <a:lnTo>
                  <a:pt x="2410501" y="637461"/>
                </a:lnTo>
                <a:lnTo>
                  <a:pt x="2409463" y="635079"/>
                </a:lnTo>
                <a:lnTo>
                  <a:pt x="2408730" y="630793"/>
                </a:lnTo>
                <a:lnTo>
                  <a:pt x="2408358" y="628279"/>
                </a:lnTo>
                <a:lnTo>
                  <a:pt x="2408339" y="627536"/>
                </a:lnTo>
                <a:lnTo>
                  <a:pt x="2408711" y="627088"/>
                </a:lnTo>
                <a:lnTo>
                  <a:pt x="2409454" y="626945"/>
                </a:lnTo>
                <a:lnTo>
                  <a:pt x="2411959" y="627069"/>
                </a:lnTo>
                <a:lnTo>
                  <a:pt x="2416235" y="627469"/>
                </a:lnTo>
                <a:lnTo>
                  <a:pt x="2418293" y="625535"/>
                </a:lnTo>
                <a:lnTo>
                  <a:pt x="2418159" y="621259"/>
                </a:lnTo>
                <a:lnTo>
                  <a:pt x="2418140" y="618868"/>
                </a:lnTo>
                <a:lnTo>
                  <a:pt x="2418255" y="618344"/>
                </a:lnTo>
                <a:close/>
                <a:moveTo>
                  <a:pt x="3322806" y="918229"/>
                </a:moveTo>
                <a:lnTo>
                  <a:pt x="3319958" y="918229"/>
                </a:lnTo>
                <a:lnTo>
                  <a:pt x="3317672" y="919658"/>
                </a:lnTo>
                <a:lnTo>
                  <a:pt x="3315938" y="922506"/>
                </a:lnTo>
                <a:lnTo>
                  <a:pt x="3314995" y="923944"/>
                </a:lnTo>
                <a:lnTo>
                  <a:pt x="3312614" y="924268"/>
                </a:lnTo>
                <a:lnTo>
                  <a:pt x="3308452" y="924830"/>
                </a:lnTo>
                <a:lnTo>
                  <a:pt x="3306070" y="925116"/>
                </a:lnTo>
                <a:lnTo>
                  <a:pt x="3305470" y="925125"/>
                </a:lnTo>
                <a:lnTo>
                  <a:pt x="3303108" y="925144"/>
                </a:lnTo>
                <a:lnTo>
                  <a:pt x="3298984" y="925182"/>
                </a:lnTo>
                <a:lnTo>
                  <a:pt x="3296603" y="925201"/>
                </a:lnTo>
                <a:lnTo>
                  <a:pt x="3295964" y="925201"/>
                </a:lnTo>
                <a:lnTo>
                  <a:pt x="3293554" y="925173"/>
                </a:lnTo>
                <a:lnTo>
                  <a:pt x="3289363" y="925097"/>
                </a:lnTo>
                <a:lnTo>
                  <a:pt x="3286982" y="925068"/>
                </a:lnTo>
                <a:lnTo>
                  <a:pt x="3286411" y="925078"/>
                </a:lnTo>
                <a:lnTo>
                  <a:pt x="3284029" y="925078"/>
                </a:lnTo>
                <a:lnTo>
                  <a:pt x="3279848" y="925078"/>
                </a:lnTo>
                <a:lnTo>
                  <a:pt x="3277467" y="925125"/>
                </a:lnTo>
                <a:lnTo>
                  <a:pt x="3276886" y="925220"/>
                </a:lnTo>
                <a:lnTo>
                  <a:pt x="3274514" y="925230"/>
                </a:lnTo>
                <a:lnTo>
                  <a:pt x="3270333" y="925144"/>
                </a:lnTo>
                <a:lnTo>
                  <a:pt x="3267951" y="925239"/>
                </a:lnTo>
                <a:lnTo>
                  <a:pt x="3267370" y="925535"/>
                </a:lnTo>
                <a:lnTo>
                  <a:pt x="3265103" y="925649"/>
                </a:lnTo>
                <a:lnTo>
                  <a:pt x="3261150" y="925582"/>
                </a:lnTo>
                <a:lnTo>
                  <a:pt x="3258769" y="927325"/>
                </a:lnTo>
                <a:lnTo>
                  <a:pt x="3257960" y="930878"/>
                </a:lnTo>
                <a:lnTo>
                  <a:pt x="3257350" y="932659"/>
                </a:lnTo>
                <a:lnTo>
                  <a:pt x="3256959" y="932659"/>
                </a:lnTo>
                <a:lnTo>
                  <a:pt x="3256817" y="932859"/>
                </a:lnTo>
                <a:lnTo>
                  <a:pt x="3256931" y="933250"/>
                </a:lnTo>
                <a:lnTo>
                  <a:pt x="3255074" y="933774"/>
                </a:lnTo>
                <a:lnTo>
                  <a:pt x="3251254" y="934431"/>
                </a:lnTo>
                <a:lnTo>
                  <a:pt x="3249006" y="934774"/>
                </a:lnTo>
                <a:lnTo>
                  <a:pt x="3248349" y="934784"/>
                </a:lnTo>
                <a:lnTo>
                  <a:pt x="3245920" y="934736"/>
                </a:lnTo>
                <a:lnTo>
                  <a:pt x="3241719" y="934622"/>
                </a:lnTo>
                <a:lnTo>
                  <a:pt x="3239338" y="934736"/>
                </a:lnTo>
                <a:lnTo>
                  <a:pt x="3238776" y="935079"/>
                </a:lnTo>
                <a:lnTo>
                  <a:pt x="3236481" y="935155"/>
                </a:lnTo>
                <a:lnTo>
                  <a:pt x="3232442" y="934984"/>
                </a:lnTo>
                <a:lnTo>
                  <a:pt x="3230613" y="936917"/>
                </a:lnTo>
                <a:lnTo>
                  <a:pt x="3231004" y="940956"/>
                </a:lnTo>
                <a:lnTo>
                  <a:pt x="3230985" y="943327"/>
                </a:lnTo>
                <a:lnTo>
                  <a:pt x="3230575" y="944023"/>
                </a:lnTo>
                <a:lnTo>
                  <a:pt x="3230023" y="944366"/>
                </a:lnTo>
                <a:lnTo>
                  <a:pt x="3229327" y="944356"/>
                </a:lnTo>
                <a:lnTo>
                  <a:pt x="3226832" y="944242"/>
                </a:lnTo>
                <a:lnTo>
                  <a:pt x="3222536" y="944023"/>
                </a:lnTo>
                <a:lnTo>
                  <a:pt x="3220155" y="944080"/>
                </a:lnTo>
                <a:lnTo>
                  <a:pt x="3219688" y="944404"/>
                </a:lnTo>
                <a:lnTo>
                  <a:pt x="3217374" y="944480"/>
                </a:lnTo>
                <a:lnTo>
                  <a:pt x="3213221" y="944289"/>
                </a:lnTo>
                <a:lnTo>
                  <a:pt x="3211373" y="946271"/>
                </a:lnTo>
                <a:lnTo>
                  <a:pt x="3211849" y="950424"/>
                </a:lnTo>
                <a:lnTo>
                  <a:pt x="3211868" y="952824"/>
                </a:lnTo>
                <a:lnTo>
                  <a:pt x="3211430" y="953462"/>
                </a:lnTo>
                <a:lnTo>
                  <a:pt x="3210887" y="953795"/>
                </a:lnTo>
                <a:lnTo>
                  <a:pt x="3210249" y="953824"/>
                </a:lnTo>
                <a:lnTo>
                  <a:pt x="3207763" y="953729"/>
                </a:lnTo>
                <a:lnTo>
                  <a:pt x="3203448" y="953500"/>
                </a:lnTo>
                <a:lnTo>
                  <a:pt x="3201438" y="955548"/>
                </a:lnTo>
                <a:lnTo>
                  <a:pt x="3201734" y="959863"/>
                </a:lnTo>
                <a:lnTo>
                  <a:pt x="3201867" y="962377"/>
                </a:lnTo>
                <a:lnTo>
                  <a:pt x="3201838" y="963101"/>
                </a:lnTo>
                <a:lnTo>
                  <a:pt x="3201467" y="963473"/>
                </a:lnTo>
                <a:lnTo>
                  <a:pt x="3200762" y="963501"/>
                </a:lnTo>
                <a:lnTo>
                  <a:pt x="3198200" y="963320"/>
                </a:lnTo>
                <a:lnTo>
                  <a:pt x="3193799" y="962939"/>
                </a:lnTo>
                <a:lnTo>
                  <a:pt x="3191761" y="964949"/>
                </a:lnTo>
                <a:lnTo>
                  <a:pt x="3192066" y="969350"/>
                </a:lnTo>
                <a:lnTo>
                  <a:pt x="3192209" y="971864"/>
                </a:lnTo>
                <a:lnTo>
                  <a:pt x="3192170" y="972503"/>
                </a:lnTo>
                <a:lnTo>
                  <a:pt x="3191828" y="972969"/>
                </a:lnTo>
                <a:lnTo>
                  <a:pt x="3191189" y="973274"/>
                </a:lnTo>
                <a:lnTo>
                  <a:pt x="3188751" y="973217"/>
                </a:lnTo>
                <a:lnTo>
                  <a:pt x="3184512" y="972798"/>
                </a:lnTo>
                <a:lnTo>
                  <a:pt x="3182550" y="974712"/>
                </a:lnTo>
                <a:lnTo>
                  <a:pt x="3182874" y="978951"/>
                </a:lnTo>
                <a:lnTo>
                  <a:pt x="3182893" y="981351"/>
                </a:lnTo>
                <a:lnTo>
                  <a:pt x="3182607" y="981913"/>
                </a:lnTo>
                <a:lnTo>
                  <a:pt x="3182560" y="984294"/>
                </a:lnTo>
                <a:lnTo>
                  <a:pt x="3182722" y="988495"/>
                </a:lnTo>
                <a:lnTo>
                  <a:pt x="3182807" y="990962"/>
                </a:lnTo>
                <a:lnTo>
                  <a:pt x="3182807" y="991695"/>
                </a:lnTo>
                <a:lnTo>
                  <a:pt x="3182445" y="992457"/>
                </a:lnTo>
                <a:lnTo>
                  <a:pt x="3181712" y="993248"/>
                </a:lnTo>
                <a:lnTo>
                  <a:pt x="3179445" y="993362"/>
                </a:lnTo>
                <a:lnTo>
                  <a:pt x="3175625" y="992781"/>
                </a:lnTo>
                <a:lnTo>
                  <a:pt x="3173854" y="994400"/>
                </a:lnTo>
                <a:lnTo>
                  <a:pt x="3174140" y="998220"/>
                </a:lnTo>
                <a:lnTo>
                  <a:pt x="3174006" y="1000468"/>
                </a:lnTo>
                <a:lnTo>
                  <a:pt x="3173454" y="1001144"/>
                </a:lnTo>
                <a:lnTo>
                  <a:pt x="3173225" y="1003525"/>
                </a:lnTo>
                <a:lnTo>
                  <a:pt x="3173301" y="1007612"/>
                </a:lnTo>
                <a:lnTo>
                  <a:pt x="3173301" y="1009983"/>
                </a:lnTo>
                <a:lnTo>
                  <a:pt x="3173216" y="1010660"/>
                </a:lnTo>
                <a:lnTo>
                  <a:pt x="3173206" y="1013041"/>
                </a:lnTo>
                <a:lnTo>
                  <a:pt x="3173282" y="1017127"/>
                </a:lnTo>
                <a:lnTo>
                  <a:pt x="3173320" y="1019546"/>
                </a:lnTo>
                <a:lnTo>
                  <a:pt x="3173330" y="1020299"/>
                </a:lnTo>
                <a:lnTo>
                  <a:pt x="3173330" y="1022680"/>
                </a:lnTo>
                <a:lnTo>
                  <a:pt x="3173330" y="1026690"/>
                </a:lnTo>
                <a:lnTo>
                  <a:pt x="3173368" y="1029119"/>
                </a:lnTo>
                <a:lnTo>
                  <a:pt x="3173454" y="1029957"/>
                </a:lnTo>
                <a:lnTo>
                  <a:pt x="3173425" y="1032339"/>
                </a:lnTo>
                <a:lnTo>
                  <a:pt x="3173263" y="1036263"/>
                </a:lnTo>
                <a:lnTo>
                  <a:pt x="3173320" y="1038701"/>
                </a:lnTo>
                <a:lnTo>
                  <a:pt x="3173606" y="1039663"/>
                </a:lnTo>
                <a:lnTo>
                  <a:pt x="3173663" y="1042045"/>
                </a:lnTo>
                <a:lnTo>
                  <a:pt x="3173492" y="1045845"/>
                </a:lnTo>
                <a:lnTo>
                  <a:pt x="3175387" y="1049655"/>
                </a:lnTo>
                <a:lnTo>
                  <a:pt x="3179359" y="1053455"/>
                </a:lnTo>
                <a:lnTo>
                  <a:pt x="3181636" y="1055837"/>
                </a:lnTo>
                <a:lnTo>
                  <a:pt x="3182207" y="1056799"/>
                </a:lnTo>
                <a:lnTo>
                  <a:pt x="3182531" y="1057599"/>
                </a:lnTo>
                <a:lnTo>
                  <a:pt x="3182617" y="1058256"/>
                </a:lnTo>
                <a:lnTo>
                  <a:pt x="3182522" y="1060637"/>
                </a:lnTo>
                <a:lnTo>
                  <a:pt x="3182264" y="1064743"/>
                </a:lnTo>
                <a:lnTo>
                  <a:pt x="3184322" y="1068819"/>
                </a:lnTo>
                <a:lnTo>
                  <a:pt x="3188694" y="1072848"/>
                </a:lnTo>
                <a:lnTo>
                  <a:pt x="3191199" y="1075230"/>
                </a:lnTo>
                <a:lnTo>
                  <a:pt x="3191837" y="1075963"/>
                </a:lnTo>
                <a:lnTo>
                  <a:pt x="3194218" y="1078316"/>
                </a:lnTo>
                <a:lnTo>
                  <a:pt x="3198343" y="1082307"/>
                </a:lnTo>
                <a:lnTo>
                  <a:pt x="3200781" y="1084688"/>
                </a:lnTo>
                <a:lnTo>
                  <a:pt x="3201543" y="1085459"/>
                </a:lnTo>
                <a:lnTo>
                  <a:pt x="3203924" y="1087879"/>
                </a:lnTo>
                <a:lnTo>
                  <a:pt x="3207925" y="1091946"/>
                </a:lnTo>
                <a:lnTo>
                  <a:pt x="3210430" y="1094327"/>
                </a:lnTo>
                <a:lnTo>
                  <a:pt x="3211449" y="1095023"/>
                </a:lnTo>
                <a:lnTo>
                  <a:pt x="3213830" y="1097366"/>
                </a:lnTo>
                <a:lnTo>
                  <a:pt x="3217574" y="1101347"/>
                </a:lnTo>
                <a:lnTo>
                  <a:pt x="3221279" y="1103176"/>
                </a:lnTo>
                <a:lnTo>
                  <a:pt x="3224936" y="1102852"/>
                </a:lnTo>
                <a:lnTo>
                  <a:pt x="3227318" y="1102862"/>
                </a:lnTo>
                <a:lnTo>
                  <a:pt x="3228423" y="1103205"/>
                </a:lnTo>
                <a:lnTo>
                  <a:pt x="3229547" y="1103757"/>
                </a:lnTo>
                <a:lnTo>
                  <a:pt x="3230680" y="1104519"/>
                </a:lnTo>
                <a:lnTo>
                  <a:pt x="3233061" y="1106929"/>
                </a:lnTo>
                <a:lnTo>
                  <a:pt x="3236690" y="1110996"/>
                </a:lnTo>
                <a:lnTo>
                  <a:pt x="3240405" y="1112901"/>
                </a:lnTo>
                <a:lnTo>
                  <a:pt x="3244215" y="1112644"/>
                </a:lnTo>
                <a:lnTo>
                  <a:pt x="3246596" y="1112682"/>
                </a:lnTo>
                <a:lnTo>
                  <a:pt x="3247549" y="1113006"/>
                </a:lnTo>
                <a:lnTo>
                  <a:pt x="3250073" y="1113149"/>
                </a:lnTo>
                <a:lnTo>
                  <a:pt x="3254169" y="1113111"/>
                </a:lnTo>
                <a:lnTo>
                  <a:pt x="3256550" y="1113101"/>
                </a:lnTo>
                <a:lnTo>
                  <a:pt x="3257217" y="1113101"/>
                </a:lnTo>
                <a:lnTo>
                  <a:pt x="3258474" y="1113425"/>
                </a:lnTo>
                <a:lnTo>
                  <a:pt x="3260331" y="1114092"/>
                </a:lnTo>
                <a:lnTo>
                  <a:pt x="3262713" y="1116254"/>
                </a:lnTo>
                <a:lnTo>
                  <a:pt x="3265618" y="1119921"/>
                </a:lnTo>
                <a:lnTo>
                  <a:pt x="3268904" y="1121750"/>
                </a:lnTo>
                <a:lnTo>
                  <a:pt x="3272571" y="1121750"/>
                </a:lnTo>
                <a:lnTo>
                  <a:pt x="3274952" y="1122026"/>
                </a:lnTo>
                <a:lnTo>
                  <a:pt x="3276048" y="1122559"/>
                </a:lnTo>
                <a:lnTo>
                  <a:pt x="3278667" y="1122797"/>
                </a:lnTo>
                <a:lnTo>
                  <a:pt x="3282810" y="1122740"/>
                </a:lnTo>
                <a:lnTo>
                  <a:pt x="3285192" y="1122788"/>
                </a:lnTo>
                <a:lnTo>
                  <a:pt x="3285811" y="1122959"/>
                </a:lnTo>
                <a:lnTo>
                  <a:pt x="3288278" y="1123036"/>
                </a:lnTo>
                <a:lnTo>
                  <a:pt x="3292583" y="1123036"/>
                </a:lnTo>
                <a:lnTo>
                  <a:pt x="3294964" y="1123055"/>
                </a:lnTo>
                <a:lnTo>
                  <a:pt x="3295421" y="1123083"/>
                </a:lnTo>
                <a:lnTo>
                  <a:pt x="3297793" y="1123083"/>
                </a:lnTo>
                <a:lnTo>
                  <a:pt x="3302089" y="1123036"/>
                </a:lnTo>
                <a:lnTo>
                  <a:pt x="3304470" y="1123026"/>
                </a:lnTo>
                <a:lnTo>
                  <a:pt x="3304937" y="1123055"/>
                </a:lnTo>
                <a:lnTo>
                  <a:pt x="3307375" y="1123102"/>
                </a:lnTo>
                <a:lnTo>
                  <a:pt x="3311776" y="1123188"/>
                </a:lnTo>
                <a:lnTo>
                  <a:pt x="3314157" y="1123226"/>
                </a:lnTo>
                <a:lnTo>
                  <a:pt x="3314519" y="1123217"/>
                </a:lnTo>
                <a:lnTo>
                  <a:pt x="3316938" y="1123255"/>
                </a:lnTo>
                <a:lnTo>
                  <a:pt x="3321415" y="1123340"/>
                </a:lnTo>
                <a:lnTo>
                  <a:pt x="3323796" y="1123369"/>
                </a:lnTo>
                <a:lnTo>
                  <a:pt x="3324082" y="1123340"/>
                </a:lnTo>
                <a:lnTo>
                  <a:pt x="3326473" y="1123350"/>
                </a:lnTo>
                <a:lnTo>
                  <a:pt x="3330978" y="1123398"/>
                </a:lnTo>
                <a:lnTo>
                  <a:pt x="3333359" y="1123359"/>
                </a:lnTo>
                <a:lnTo>
                  <a:pt x="3333617" y="1123236"/>
                </a:lnTo>
                <a:lnTo>
                  <a:pt x="3335941" y="1123169"/>
                </a:lnTo>
                <a:lnTo>
                  <a:pt x="3340313" y="1123169"/>
                </a:lnTo>
                <a:lnTo>
                  <a:pt x="3342694" y="1122940"/>
                </a:lnTo>
                <a:lnTo>
                  <a:pt x="3343085" y="1122483"/>
                </a:lnTo>
                <a:lnTo>
                  <a:pt x="3345161" y="1122178"/>
                </a:lnTo>
                <a:lnTo>
                  <a:pt x="3348942" y="1122045"/>
                </a:lnTo>
                <a:lnTo>
                  <a:pt x="3350704" y="1120092"/>
                </a:lnTo>
                <a:lnTo>
                  <a:pt x="3350466" y="1116311"/>
                </a:lnTo>
                <a:lnTo>
                  <a:pt x="3350790" y="1114254"/>
                </a:lnTo>
                <a:lnTo>
                  <a:pt x="3351676" y="1113920"/>
                </a:lnTo>
                <a:lnTo>
                  <a:pt x="3352295" y="1113749"/>
                </a:lnTo>
                <a:lnTo>
                  <a:pt x="3352629" y="1113749"/>
                </a:lnTo>
                <a:lnTo>
                  <a:pt x="3354934" y="1113673"/>
                </a:lnTo>
                <a:lnTo>
                  <a:pt x="3359210" y="1113520"/>
                </a:lnTo>
                <a:lnTo>
                  <a:pt x="3361592" y="1113444"/>
                </a:lnTo>
                <a:lnTo>
                  <a:pt x="3362077" y="1113444"/>
                </a:lnTo>
                <a:lnTo>
                  <a:pt x="3364621" y="1113606"/>
                </a:lnTo>
                <a:lnTo>
                  <a:pt x="3369202" y="1113920"/>
                </a:lnTo>
                <a:lnTo>
                  <a:pt x="3371583" y="1114044"/>
                </a:lnTo>
                <a:lnTo>
                  <a:pt x="3374088" y="1113939"/>
                </a:lnTo>
                <a:lnTo>
                  <a:pt x="3378565" y="1113882"/>
                </a:lnTo>
                <a:lnTo>
                  <a:pt x="3380946" y="1113168"/>
                </a:lnTo>
                <a:lnTo>
                  <a:pt x="3381232" y="1111787"/>
                </a:lnTo>
                <a:lnTo>
                  <a:pt x="3382737" y="1110910"/>
                </a:lnTo>
                <a:lnTo>
                  <a:pt x="3385461" y="1110529"/>
                </a:lnTo>
                <a:lnTo>
                  <a:pt x="3386499" y="1108986"/>
                </a:lnTo>
                <a:lnTo>
                  <a:pt x="3385861" y="1106262"/>
                </a:lnTo>
                <a:lnTo>
                  <a:pt x="3386633" y="1104652"/>
                </a:lnTo>
                <a:lnTo>
                  <a:pt x="3388814" y="1104148"/>
                </a:lnTo>
                <a:lnTo>
                  <a:pt x="3390148" y="1103890"/>
                </a:lnTo>
                <a:lnTo>
                  <a:pt x="3390652" y="1103871"/>
                </a:lnTo>
                <a:lnTo>
                  <a:pt x="3393148" y="1103976"/>
                </a:lnTo>
                <a:lnTo>
                  <a:pt x="3397634" y="1104224"/>
                </a:lnTo>
                <a:lnTo>
                  <a:pt x="3400015" y="1104148"/>
                </a:lnTo>
                <a:lnTo>
                  <a:pt x="3400292" y="1103747"/>
                </a:lnTo>
                <a:lnTo>
                  <a:pt x="3402330" y="1103414"/>
                </a:lnTo>
                <a:lnTo>
                  <a:pt x="3406150" y="1103147"/>
                </a:lnTo>
                <a:lnTo>
                  <a:pt x="3407835" y="1101100"/>
                </a:lnTo>
                <a:lnTo>
                  <a:pt x="3407388" y="1097280"/>
                </a:lnTo>
                <a:lnTo>
                  <a:pt x="3407550" y="1095061"/>
                </a:lnTo>
                <a:lnTo>
                  <a:pt x="3408321" y="1094442"/>
                </a:lnTo>
                <a:lnTo>
                  <a:pt x="3409017" y="1094118"/>
                </a:lnTo>
                <a:lnTo>
                  <a:pt x="3409636" y="1094099"/>
                </a:lnTo>
                <a:lnTo>
                  <a:pt x="3412112" y="1094194"/>
                </a:lnTo>
                <a:lnTo>
                  <a:pt x="3416427" y="1094384"/>
                </a:lnTo>
                <a:lnTo>
                  <a:pt x="3418808" y="1093718"/>
                </a:lnTo>
                <a:lnTo>
                  <a:pt x="3419256" y="1092175"/>
                </a:lnTo>
                <a:lnTo>
                  <a:pt x="3420866" y="1091403"/>
                </a:lnTo>
                <a:lnTo>
                  <a:pt x="3423647" y="1091403"/>
                </a:lnTo>
                <a:lnTo>
                  <a:pt x="3424971" y="1090022"/>
                </a:lnTo>
                <a:lnTo>
                  <a:pt x="3424866" y="1087241"/>
                </a:lnTo>
                <a:lnTo>
                  <a:pt x="3425619" y="1085612"/>
                </a:lnTo>
                <a:lnTo>
                  <a:pt x="3427238" y="1085136"/>
                </a:lnTo>
                <a:lnTo>
                  <a:pt x="3428286" y="1084802"/>
                </a:lnTo>
                <a:lnTo>
                  <a:pt x="3428762" y="1084631"/>
                </a:lnTo>
                <a:lnTo>
                  <a:pt x="3431076" y="1084564"/>
                </a:lnTo>
                <a:lnTo>
                  <a:pt x="3435239" y="1084621"/>
                </a:lnTo>
                <a:lnTo>
                  <a:pt x="3437220" y="1082564"/>
                </a:lnTo>
                <a:lnTo>
                  <a:pt x="3437020" y="1078401"/>
                </a:lnTo>
                <a:lnTo>
                  <a:pt x="3437020" y="1076030"/>
                </a:lnTo>
                <a:lnTo>
                  <a:pt x="3437230" y="1075430"/>
                </a:lnTo>
                <a:lnTo>
                  <a:pt x="3437630" y="1075087"/>
                </a:lnTo>
                <a:lnTo>
                  <a:pt x="3438230" y="1075001"/>
                </a:lnTo>
                <a:lnTo>
                  <a:pt x="3440678" y="1075058"/>
                </a:lnTo>
                <a:lnTo>
                  <a:pt x="3444973" y="1075287"/>
                </a:lnTo>
                <a:lnTo>
                  <a:pt x="3447069" y="1073248"/>
                </a:lnTo>
                <a:lnTo>
                  <a:pt x="3446983" y="1068953"/>
                </a:lnTo>
                <a:lnTo>
                  <a:pt x="3446974" y="1066562"/>
                </a:lnTo>
                <a:lnTo>
                  <a:pt x="3447059" y="1066095"/>
                </a:lnTo>
                <a:lnTo>
                  <a:pt x="3447345" y="1065762"/>
                </a:lnTo>
                <a:lnTo>
                  <a:pt x="3447812" y="1065571"/>
                </a:lnTo>
                <a:lnTo>
                  <a:pt x="3450212" y="1065590"/>
                </a:lnTo>
                <a:lnTo>
                  <a:pt x="3454527" y="1065809"/>
                </a:lnTo>
                <a:lnTo>
                  <a:pt x="3456689" y="1063752"/>
                </a:lnTo>
                <a:lnTo>
                  <a:pt x="3456689" y="1059437"/>
                </a:lnTo>
                <a:lnTo>
                  <a:pt x="3456756" y="1057123"/>
                </a:lnTo>
                <a:lnTo>
                  <a:pt x="3456899" y="1056818"/>
                </a:lnTo>
                <a:lnTo>
                  <a:pt x="3457118" y="1056256"/>
                </a:lnTo>
                <a:lnTo>
                  <a:pt x="3457423" y="1055437"/>
                </a:lnTo>
                <a:lnTo>
                  <a:pt x="3459528" y="1055160"/>
                </a:lnTo>
                <a:lnTo>
                  <a:pt x="3463423" y="1055418"/>
                </a:lnTo>
                <a:lnTo>
                  <a:pt x="3465309" y="1053598"/>
                </a:lnTo>
                <a:lnTo>
                  <a:pt x="3465176" y="1049703"/>
                </a:lnTo>
                <a:lnTo>
                  <a:pt x="3465471" y="1047617"/>
                </a:lnTo>
                <a:lnTo>
                  <a:pt x="3466205" y="1047359"/>
                </a:lnTo>
                <a:lnTo>
                  <a:pt x="3466490" y="1044978"/>
                </a:lnTo>
                <a:lnTo>
                  <a:pt x="3466338" y="1040473"/>
                </a:lnTo>
                <a:lnTo>
                  <a:pt x="3466262" y="1038015"/>
                </a:lnTo>
                <a:lnTo>
                  <a:pt x="3466271" y="1037606"/>
                </a:lnTo>
                <a:lnTo>
                  <a:pt x="3466481" y="1037072"/>
                </a:lnTo>
                <a:lnTo>
                  <a:pt x="3466890" y="1036415"/>
                </a:lnTo>
                <a:lnTo>
                  <a:pt x="3469348" y="1036491"/>
                </a:lnTo>
                <a:lnTo>
                  <a:pt x="3473853" y="1037301"/>
                </a:lnTo>
                <a:lnTo>
                  <a:pt x="3475987" y="1035453"/>
                </a:lnTo>
                <a:lnTo>
                  <a:pt x="3475758" y="1030948"/>
                </a:lnTo>
                <a:lnTo>
                  <a:pt x="3475787" y="1028605"/>
                </a:lnTo>
                <a:lnTo>
                  <a:pt x="3476092" y="1028414"/>
                </a:lnTo>
                <a:lnTo>
                  <a:pt x="3476130" y="1026033"/>
                </a:lnTo>
                <a:lnTo>
                  <a:pt x="3475911" y="1021461"/>
                </a:lnTo>
                <a:lnTo>
                  <a:pt x="3475815" y="1018985"/>
                </a:lnTo>
                <a:lnTo>
                  <a:pt x="3475853" y="1018613"/>
                </a:lnTo>
                <a:lnTo>
                  <a:pt x="3475796" y="1016232"/>
                </a:lnTo>
                <a:lnTo>
                  <a:pt x="3475653" y="1011841"/>
                </a:lnTo>
                <a:lnTo>
                  <a:pt x="3475577" y="1009383"/>
                </a:lnTo>
                <a:lnTo>
                  <a:pt x="3475577" y="1008859"/>
                </a:lnTo>
                <a:lnTo>
                  <a:pt x="3475596" y="1006478"/>
                </a:lnTo>
                <a:lnTo>
                  <a:pt x="3475634" y="1002240"/>
                </a:lnTo>
                <a:lnTo>
                  <a:pt x="3475644" y="999877"/>
                </a:lnTo>
                <a:lnTo>
                  <a:pt x="3475644" y="999392"/>
                </a:lnTo>
                <a:lnTo>
                  <a:pt x="3475644" y="997010"/>
                </a:lnTo>
                <a:lnTo>
                  <a:pt x="3475644" y="992734"/>
                </a:lnTo>
                <a:lnTo>
                  <a:pt x="3475644" y="990352"/>
                </a:lnTo>
                <a:lnTo>
                  <a:pt x="3475634" y="989857"/>
                </a:lnTo>
                <a:lnTo>
                  <a:pt x="3475673" y="987476"/>
                </a:lnTo>
                <a:lnTo>
                  <a:pt x="3475749" y="983209"/>
                </a:lnTo>
                <a:lnTo>
                  <a:pt x="3475777" y="980856"/>
                </a:lnTo>
                <a:lnTo>
                  <a:pt x="3475768" y="980427"/>
                </a:lnTo>
                <a:lnTo>
                  <a:pt x="3475787" y="978046"/>
                </a:lnTo>
                <a:lnTo>
                  <a:pt x="3475825" y="973712"/>
                </a:lnTo>
                <a:lnTo>
                  <a:pt x="3475834" y="971350"/>
                </a:lnTo>
                <a:lnTo>
                  <a:pt x="3475834" y="970950"/>
                </a:lnTo>
                <a:lnTo>
                  <a:pt x="3475825" y="968569"/>
                </a:lnTo>
                <a:lnTo>
                  <a:pt x="3475825" y="964206"/>
                </a:lnTo>
                <a:lnTo>
                  <a:pt x="3475825" y="961825"/>
                </a:lnTo>
                <a:lnTo>
                  <a:pt x="3475834" y="961434"/>
                </a:lnTo>
                <a:lnTo>
                  <a:pt x="3475853" y="959053"/>
                </a:lnTo>
                <a:lnTo>
                  <a:pt x="3475892" y="954681"/>
                </a:lnTo>
                <a:lnTo>
                  <a:pt x="3475853" y="952262"/>
                </a:lnTo>
                <a:lnTo>
                  <a:pt x="3475739" y="951795"/>
                </a:lnTo>
                <a:lnTo>
                  <a:pt x="3475682" y="949414"/>
                </a:lnTo>
                <a:lnTo>
                  <a:pt x="3475682" y="945118"/>
                </a:lnTo>
                <a:lnTo>
                  <a:pt x="3473539" y="940880"/>
                </a:lnTo>
                <a:lnTo>
                  <a:pt x="3469243" y="936689"/>
                </a:lnTo>
                <a:lnTo>
                  <a:pt x="3465147" y="934736"/>
                </a:lnTo>
                <a:lnTo>
                  <a:pt x="3461242" y="935022"/>
                </a:lnTo>
                <a:lnTo>
                  <a:pt x="3458861" y="935060"/>
                </a:lnTo>
                <a:lnTo>
                  <a:pt x="3458004" y="934860"/>
                </a:lnTo>
                <a:lnTo>
                  <a:pt x="3455575" y="934803"/>
                </a:lnTo>
                <a:lnTo>
                  <a:pt x="3451565" y="934907"/>
                </a:lnTo>
                <a:lnTo>
                  <a:pt x="3449183" y="934945"/>
                </a:lnTo>
                <a:lnTo>
                  <a:pt x="3448431" y="934926"/>
                </a:lnTo>
                <a:lnTo>
                  <a:pt x="3447098" y="934555"/>
                </a:lnTo>
                <a:lnTo>
                  <a:pt x="3445183" y="933821"/>
                </a:lnTo>
                <a:lnTo>
                  <a:pt x="3442802" y="931640"/>
                </a:lnTo>
                <a:lnTo>
                  <a:pt x="3439954" y="928030"/>
                </a:lnTo>
                <a:lnTo>
                  <a:pt x="3436811" y="926316"/>
                </a:lnTo>
                <a:lnTo>
                  <a:pt x="3433382" y="926497"/>
                </a:lnTo>
                <a:lnTo>
                  <a:pt x="3431000" y="926259"/>
                </a:lnTo>
                <a:lnTo>
                  <a:pt x="3429667" y="925592"/>
                </a:lnTo>
                <a:lnTo>
                  <a:pt x="3427000" y="925316"/>
                </a:lnTo>
                <a:lnTo>
                  <a:pt x="3423009" y="925411"/>
                </a:lnTo>
                <a:lnTo>
                  <a:pt x="3420628" y="925363"/>
                </a:lnTo>
                <a:lnTo>
                  <a:pt x="3419856" y="925163"/>
                </a:lnTo>
                <a:lnTo>
                  <a:pt x="3417437" y="925125"/>
                </a:lnTo>
                <a:lnTo>
                  <a:pt x="3413360" y="925239"/>
                </a:lnTo>
                <a:lnTo>
                  <a:pt x="3410979" y="925268"/>
                </a:lnTo>
                <a:lnTo>
                  <a:pt x="3410293" y="925230"/>
                </a:lnTo>
                <a:lnTo>
                  <a:pt x="3407959" y="925268"/>
                </a:lnTo>
                <a:lnTo>
                  <a:pt x="3403968" y="925411"/>
                </a:lnTo>
                <a:lnTo>
                  <a:pt x="3401587" y="925468"/>
                </a:lnTo>
                <a:lnTo>
                  <a:pt x="3400816" y="925459"/>
                </a:lnTo>
                <a:lnTo>
                  <a:pt x="3398406" y="925430"/>
                </a:lnTo>
                <a:lnTo>
                  <a:pt x="3394358" y="925382"/>
                </a:lnTo>
                <a:lnTo>
                  <a:pt x="3391976" y="925363"/>
                </a:lnTo>
                <a:lnTo>
                  <a:pt x="3391262" y="925363"/>
                </a:lnTo>
                <a:lnTo>
                  <a:pt x="3388547" y="925030"/>
                </a:lnTo>
                <a:lnTo>
                  <a:pt x="3383842" y="924373"/>
                </a:lnTo>
                <a:lnTo>
                  <a:pt x="3381461" y="924049"/>
                </a:lnTo>
                <a:lnTo>
                  <a:pt x="3381061" y="924011"/>
                </a:lnTo>
                <a:lnTo>
                  <a:pt x="3380423" y="923954"/>
                </a:lnTo>
                <a:lnTo>
                  <a:pt x="3378041" y="922611"/>
                </a:lnTo>
                <a:lnTo>
                  <a:pt x="3373917" y="919972"/>
                </a:lnTo>
                <a:lnTo>
                  <a:pt x="3370536" y="918658"/>
                </a:lnTo>
                <a:lnTo>
                  <a:pt x="3367897" y="918658"/>
                </a:lnTo>
                <a:lnTo>
                  <a:pt x="3365516" y="918248"/>
                </a:lnTo>
                <a:lnTo>
                  <a:pt x="3363392" y="917438"/>
                </a:lnTo>
                <a:lnTo>
                  <a:pt x="3360668" y="917096"/>
                </a:lnTo>
                <a:lnTo>
                  <a:pt x="3357353" y="917229"/>
                </a:lnTo>
                <a:lnTo>
                  <a:pt x="3354972" y="917172"/>
                </a:lnTo>
                <a:lnTo>
                  <a:pt x="3353524" y="916924"/>
                </a:lnTo>
                <a:lnTo>
                  <a:pt x="3351019" y="916810"/>
                </a:lnTo>
                <a:lnTo>
                  <a:pt x="3347456" y="916810"/>
                </a:lnTo>
                <a:lnTo>
                  <a:pt x="3345075" y="916753"/>
                </a:lnTo>
                <a:lnTo>
                  <a:pt x="3343875" y="916638"/>
                </a:lnTo>
                <a:lnTo>
                  <a:pt x="3341541" y="916676"/>
                </a:lnTo>
                <a:lnTo>
                  <a:pt x="3338065" y="916877"/>
                </a:lnTo>
                <a:lnTo>
                  <a:pt x="3335684" y="917048"/>
                </a:lnTo>
                <a:lnTo>
                  <a:pt x="3334398" y="917210"/>
                </a:lnTo>
                <a:lnTo>
                  <a:pt x="3332140" y="917334"/>
                </a:lnTo>
                <a:lnTo>
                  <a:pt x="3328921" y="917429"/>
                </a:lnTo>
                <a:lnTo>
                  <a:pt x="3326540" y="917667"/>
                </a:lnTo>
                <a:lnTo>
                  <a:pt x="3324997" y="918048"/>
                </a:ln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9620687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2026-09-14T06:07:25.9360000Z</dcterms:created>
  <dcterms:modified xsi:type="dcterms:W3CDTF">2026-09-14T06:07:25.9370000Z</dcterms:modified>
</coreProperties>
</file>