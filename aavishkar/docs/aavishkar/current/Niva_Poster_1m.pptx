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e750b835ea40af" /><Relationship Type="http://schemas.openxmlformats.org/officeDocument/2006/relationships/extended-properties" Target="/docProps/app.xml" Id="Rc54806e9679a47ea" /><Relationship Type="http://schemas.openxmlformats.org/officeDocument/2006/relationships/officeDocument" Target="/ppt/presentation.xml" Id="R1c6df161c7ae45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5c3c6c7e87476d"/>
  </p:sldMasterIdLst>
  <p:notesMasterIdLst>
    <p:notesMasterId xmlns:r="http://schemas.openxmlformats.org/officeDocument/2006/relationships" r:id="R16cbe89c9d774a79"/>
  </p:notesMasterIdLst>
  <p:sldIdLst>
    <p:sldId xmlns:r="http://schemas.openxmlformats.org/officeDocument/2006/relationships" id="256" r:id="Red7756471a17433f"/>
  </p:sldIdLst>
  <p:sldSz cx="36000000" cy="360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64d078faeb49fb" /><Relationship Type="http://schemas.openxmlformats.org/officeDocument/2006/relationships/slideMaster" Target="/ppt/slideMasters/slideMaster1.xml" Id="R215c3c6c7e87476d" /><Relationship Type="http://schemas.openxmlformats.org/officeDocument/2006/relationships/notesMaster" Target="/ppt/notesMasters/notesMaster1.xml" Id="R16cbe89c9d774a79" /><Relationship Type="http://schemas.openxmlformats.org/officeDocument/2006/relationships/presProps" Target="/ppt/presProps.xml" Id="Reea00f1ded4642ff" /><Relationship Type="http://schemas.openxmlformats.org/officeDocument/2006/relationships/tableStyles" Target="/ppt/tableStyles.xml" Id="Ra6b4126cedac4e6c" /><Relationship Type="http://schemas.openxmlformats.org/officeDocument/2006/relationships/slide" Target="/ppt/slides/slide1.xml" Id="Red7756471a1743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caba5856ad4b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925cbbe79140e6" /><Relationship Type="http://schemas.openxmlformats.org/officeDocument/2006/relationships/notesMaster" Target="/ppt/notesMasters/notesMaster1.xml" Id="Rd8dbaa45c09e48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 subset: run_20260912T161228Z, predeclared protocol 799f322. StepUP-P150: doi:10.20383/103.01285.</a:t>
            </a:r>
          </a:p>
          <a:p xmlns:a="http://schemas.openxmlformats.org/drawingml/2006/main">
            <a:r>
              <a:t>Visual-first revision. All three footprint panels use the same individual BF example and physical scale. Third panel subtracts exact circular discs from the mean pressure display as a geometric illustration, not an extra outcome. R1 and R3 drawings are proposed test schematics without result data. Full research title retained beneath the display question; confirm registration wording/code before print.</a:t>
            </a:r>
          </a:p>
          <a:p xmlns:a="http://schemas.openxmlformats.org/drawingml/2006/main">
            <a:r>
              <a:t>Transparent Niva compact vector logo adapted from user-provided brand artwork, with increased prominence.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2c7c6f47e4b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aa57fac17e43e5" /><Relationship Type="http://schemas.openxmlformats.org/officeDocument/2006/relationships/slideLayout" Target="/ppt/slideLayouts/slideLayout1.xml" Id="Ra51648c894d240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1648c894d240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d455557624276" /><Relationship Type="http://schemas.openxmlformats.org/officeDocument/2006/relationships/chart" Target="/ppt/slides/charts/chart1.xml" Id="R6f960ce3decd4b4c" /><Relationship Type="http://schemas.openxmlformats.org/officeDocument/2006/relationships/notesSlide" Target="/ppt/notesSlides/notesSlide1.xml" Id="R94bbfbb668344cf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Barefoot (BF)</c:v>
          </c:tx>
          <c:spPr>
            <a:solidFill xmlns:a="http://schemas.openxmlformats.org/drawingml/2006/main">
              <a:srgbClr val="0B6F79"/>
            </a:solidFill>
          </c:spPr>
          <c:cat>
            <c:numRef>
              <c:f>'Chart Data'!$A$2:$A$6</c:f>
              <c:numCache>
                <c:formatCode>General</c:formatCode>
                <c:ptCount val="5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13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3.549348</c:v>
                </c:pt>
                <c:pt idx="1">
                  <c:v>5.031711</c:v>
                </c:pt>
                <c:pt idx="2">
                  <c:v>6.05728</c:v>
                </c:pt>
                <c:pt idx="3">
                  <c:v>8.99035</c:v>
                </c:pt>
                <c:pt idx="4">
                  <c:v>11.617035</c:v>
                </c:pt>
              </c:numCache>
            </c:numRef>
          </c:val>
        </c:ser>
        <c:ser>
          <c:idx val="1"/>
          <c:order val="1"/>
          <c:tx>
            <c:v>Sneaker (ST)</c:v>
          </c:tx>
          <c:spPr>
            <a:solidFill xmlns:a="http://schemas.openxmlformats.org/drawingml/2006/main">
              <a:srgbClr val="14314B"/>
            </a:solidFill>
          </c:spPr>
          <c:cat>
            <c:numRef>
              <c:f>'Chart Data'!$C$2:$C$6</c:f>
              <c:numCache>
                <c:formatCode>General</c:formatCode>
                <c:ptCount val="5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13</c:v>
                </c:pt>
                <c:pt idx="4">
                  <c:v>16</c:v>
                </c:pt>
              </c:numCache>
            </c:num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2.181057</c:v>
                </c:pt>
                <c:pt idx="1">
                  <c:v>3.299185</c:v>
                </c:pt>
                <c:pt idx="2">
                  <c:v>3.834122</c:v>
                </c:pt>
                <c:pt idx="3">
                  <c:v>6.11363</c:v>
                </c:pt>
                <c:pt idx="4">
                  <c:v>8.201764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22500">
            <a:solidFill>
              <a:srgbClr val="CBD8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336">
                <a:solidFill>
                  <a:srgbClr val="0F1B1E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xmlns:a="http://schemas.openxmlformats.org/drawingml/2006/main" w="22500">
              <a:solidFill>
                <a:srgbClr val="CBD8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336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36">
              <a:solidFill>
                <a:srgbClr val="0F1B1E"/>
              </a:solidFill>
              <a:latin typeface="IBM Plex Sans"/>
              <a:ea typeface="IBM Plex Sans"/>
              <a:cs typeface="IBM Plex Sans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9" name="rect-1-0">
            <a:extLst xmlns:a="http://schemas.openxmlformats.org/drawingml/2006/main">
              <a:ext uri="{FF2B5EF4-FFF2-40B4-BE49-F238E27FC236}">
                <a16:creationId xmlns:a16="http://schemas.microsoft.com/office/drawing/2014/main" id="{32939F07-5935-4F0C-92D9-AB6D0185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824" y="0"/>
            <a:ext cx="31648352" cy="178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0">
            <a:noFill/>
          </a:ln>
        </p:spPr>
      </p:sp>
      <p:sp>
        <p:nvSpPr>
          <p:cNvPr id="2" name="text-1-1">
            <a:extLst xmlns:a="http://schemas.openxmlformats.org/drawingml/2006/main">
              <a:ext uri="{FF2B5EF4-FFF2-40B4-BE49-F238E27FC236}">
                <a16:creationId xmlns:a16="http://schemas.microsoft.com/office/drawing/2014/main" id="{292A4C5A-CCC6-48BE-9B5E-64B52CF1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652747"/>
            <a:ext cx="21758242" cy="741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94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894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AAVISHKAR 2026–27</a:t>
            </a:r>
          </a:p>
        </p:txBody>
      </p:sp>
      <p:sp>
        <p:nvSpPr>
          <p:cNvPr id="3" name="text-1-2">
            <a:extLst xmlns:a="http://schemas.openxmlformats.org/drawingml/2006/main">
              <a:ext uri="{FF2B5EF4-FFF2-40B4-BE49-F238E27FC236}">
                <a16:creationId xmlns:a16="http://schemas.microsoft.com/office/drawing/2014/main" id="{1C8330AA-1A93-4FC4-9056-504463EF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1364835"/>
            <a:ext cx="26703297" cy="5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3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803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Maharashtra State Inter University Research Convention</a:t>
            </a:r>
          </a:p>
        </p:txBody>
      </p:sp>
      <p:sp>
        <p:nvSpPr>
          <p:cNvPr id="4" name="text-1-3">
            <a:extLst xmlns:a="http://schemas.openxmlformats.org/drawingml/2006/main">
              <a:ext uri="{FF2B5EF4-FFF2-40B4-BE49-F238E27FC236}">
                <a16:creationId xmlns:a16="http://schemas.microsoft.com/office/drawing/2014/main" id="{322AED83-0358-4F06-A37A-E31424A6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2057143"/>
            <a:ext cx="29116484" cy="20769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902" b="0">
                <a:solidFill>
                  <a:srgbClr val="14314B"/>
                </a:solidFill>
                <a:latin typeface="IBM Plex Serif"/>
                <a:ea typeface="IBM Plex Serif"/>
                <a:cs typeface="IBM Plex Serif"/>
              </a:defRPr>
            </a:pPr>
            <a:r>
              <a:rPr sz="10902" b="0">
                <a:solidFill>
                  <a:srgbClr val="14314B"/>
                </a:solidFill>
                <a:latin typeface="IBM Plex Serif"/>
                <a:ea typeface="IBM Plex Serif"/>
                <a:cs typeface="IBM Plex Serif"/>
              </a:rPr>
              <a:t>What do four sensors miss?</a:t>
            </a:r>
          </a:p>
        </p:txBody>
      </p:sp>
      <p:sp>
        <p:nvSpPr>
          <p:cNvPr id="5" name="text-1-4">
            <a:extLst xmlns:a="http://schemas.openxmlformats.org/drawingml/2006/main">
              <a:ext uri="{FF2B5EF4-FFF2-40B4-BE49-F238E27FC236}">
                <a16:creationId xmlns:a16="http://schemas.microsoft.com/office/drawing/2014/main" id="{F5F0398F-6417-4F2B-B8EC-915E9E45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3876923"/>
            <a:ext cx="29116484" cy="682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8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358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Establishing the observability and reliability limits of low-cost plantar sensor arrays for wearable gait characterisation</a:t>
            </a:r>
          </a:p>
        </p:txBody>
      </p:sp>
      <p:sp>
        <p:nvSpPr>
          <p:cNvPr id="6" name="line-1-5">
            <a:extLst xmlns:a="http://schemas.openxmlformats.org/drawingml/2006/main">
              <a:ext uri="{FF2B5EF4-FFF2-40B4-BE49-F238E27FC236}">
                <a16:creationId xmlns:a16="http://schemas.microsoft.com/office/drawing/2014/main" id="{573767D5-E6B6-45EC-9AE7-27636119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4925275"/>
            <a:ext cx="29116484" cy="95"/>
          </a:xfrm>
          <a:custGeom xmlns:a="http://schemas.openxmlformats.org/drawingml/2006/main">
            <a:pathLst>
              <a:path w="29116484" h="95">
                <a:moveTo>
                  <a:pt x="0" y="0"/>
                </a:moveTo>
                <a:lnTo>
                  <a:pt x="29116484" y="95"/>
                </a:lnTo>
              </a:path>
            </a:pathLst>
          </a:cu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7" name="text-1-6">
            <a:extLst xmlns:a="http://schemas.openxmlformats.org/drawingml/2006/main">
              <a:ext uri="{FF2B5EF4-FFF2-40B4-BE49-F238E27FC236}">
                <a16:creationId xmlns:a16="http://schemas.microsoft.com/office/drawing/2014/main" id="{C7465FE3-3D6A-4C8E-9031-5FC0B368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5241758"/>
            <a:ext cx="15428571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rPr>
              <a:t>CATEGORY  Engineering &amp; Technology</a:t>
            </a:r>
          </a:p>
        </p:txBody>
      </p:sp>
      <p:sp>
        <p:nvSpPr>
          <p:cNvPr id="8" name="text-1-7">
            <a:extLst xmlns:a="http://schemas.openxmlformats.org/drawingml/2006/main">
              <a:ext uri="{FF2B5EF4-FFF2-40B4-BE49-F238E27FC236}">
                <a16:creationId xmlns:a16="http://schemas.microsoft.com/office/drawing/2014/main" id="{3A389449-FD55-42EA-AE51-EE0EC5A0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5055" y="5241758"/>
            <a:ext cx="4153846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rPr>
              <a:t>LEVEL  UG</a:t>
            </a:r>
          </a:p>
        </p:txBody>
      </p:sp>
      <p:sp>
        <p:nvSpPr>
          <p:cNvPr id="9" name="text-1-8">
            <a:extLst xmlns:a="http://schemas.openxmlformats.org/drawingml/2006/main">
              <a:ext uri="{FF2B5EF4-FFF2-40B4-BE49-F238E27FC236}">
                <a16:creationId xmlns:a16="http://schemas.microsoft.com/office/drawing/2014/main" id="{F9DFB766-C95F-47C2-89E6-41393F25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7363" y="5241758"/>
            <a:ext cx="3560440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rPr>
              <a:t>CODE NO.</a:t>
            </a:r>
          </a:p>
        </p:txBody>
      </p:sp>
      <p:sp>
        <p:nvSpPr>
          <p:cNvPr id="10" name="line-1-9">
            <a:extLst xmlns:a="http://schemas.openxmlformats.org/drawingml/2006/main">
              <a:ext uri="{FF2B5EF4-FFF2-40B4-BE49-F238E27FC236}">
                <a16:creationId xmlns:a16="http://schemas.microsoft.com/office/drawing/2014/main" id="{4AB4EB66-C674-4619-8313-1E6268A5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7692" y="5696703"/>
            <a:ext cx="4450549" cy="95"/>
          </a:xfrm>
          <a:custGeom xmlns:a="http://schemas.openxmlformats.org/drawingml/2006/main">
            <a:pathLst>
              <a:path w="4450549" h="95">
                <a:moveTo>
                  <a:pt x="0" y="0"/>
                </a:moveTo>
                <a:lnTo>
                  <a:pt x="4450549" y="95"/>
                </a:lnTo>
              </a:path>
            </a:pathLst>
          </a:cu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1" name="text-1-10">
            <a:extLst xmlns:a="http://schemas.openxmlformats.org/drawingml/2006/main">
              <a:ext uri="{FF2B5EF4-FFF2-40B4-BE49-F238E27FC236}">
                <a16:creationId xmlns:a16="http://schemas.microsoft.com/office/drawing/2014/main" id="{530F7011-3BB9-47D8-BA46-F31E42E7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6290110"/>
            <a:ext cx="19186813" cy="5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3" b="1">
                <a:solidFill>
                  <a:srgbClr val="0B6F79"/>
                </a:solidFill>
                <a:latin typeface="IBM Plex Sans"/>
                <a:ea typeface="IBM Plex Sans"/>
                <a:cs typeface="IBM Plex Sans"/>
              </a:defRPr>
            </a:pPr>
            <a:r>
              <a:rPr sz="2803" b="1">
                <a:solidFill>
                  <a:srgbClr val="0B6F79"/>
                </a:solidFill>
                <a:latin typeface="IBM Plex Sans"/>
                <a:ea typeface="IBM Plex Sans"/>
                <a:cs typeface="IBM Plex Sans"/>
              </a:rPr>
              <a:t>01 / THE PROBLEM</a:t>
            </a:r>
          </a:p>
        </p:txBody>
      </p:sp>
      <p:sp>
        <p:nvSpPr>
          <p:cNvPr id="12" name="text-1-11">
            <a:extLst xmlns:a="http://schemas.openxmlformats.org/drawingml/2006/main">
              <a:ext uri="{FF2B5EF4-FFF2-40B4-BE49-F238E27FC236}">
                <a16:creationId xmlns:a16="http://schemas.microsoft.com/office/drawing/2014/main" id="{EDF84FF6-55EF-4991-8F0E-0FAECC63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6962637"/>
            <a:ext cx="19780220" cy="89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72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4672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A whole pressure field. Four small sampling areas.</a:t>
            </a:r>
          </a:p>
        </p:txBody>
      </p:sp>
      <p:sp>
        <p:nvSpPr>
          <p:cNvPr id="13" name="text-1-12">
            <a:extLst xmlns:a="http://schemas.openxmlformats.org/drawingml/2006/main">
              <a:ext uri="{FF2B5EF4-FFF2-40B4-BE49-F238E27FC236}">
                <a16:creationId xmlns:a16="http://schemas.microsoft.com/office/drawing/2014/main" id="{CAF66D50-44E3-4406-B016-7ACA0B52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7892308"/>
            <a:ext cx="5736264" cy="682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82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582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Pressure map</a:t>
            </a:r>
          </a:p>
        </p:txBody>
      </p:sp>
      <p:sp>
        <p:nvSpPr>
          <p:cNvPr id="14" name="text-1-13">
            <a:extLst xmlns:a="http://schemas.openxmlformats.org/drawingml/2006/main">
              <a:ext uri="{FF2B5EF4-FFF2-40B4-BE49-F238E27FC236}">
                <a16:creationId xmlns:a16="http://schemas.microsoft.com/office/drawing/2014/main" id="{382B17DA-5EA0-4F05-AD01-E1D2EC76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374" y="7892308"/>
            <a:ext cx="5736264" cy="682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82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582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Sparse sensors</a:t>
            </a:r>
          </a:p>
        </p:txBody>
      </p:sp>
      <p:sp>
        <p:nvSpPr>
          <p:cNvPr id="15" name="text-1-14">
            <a:extLst xmlns:a="http://schemas.openxmlformats.org/drawingml/2006/main">
              <a:ext uri="{FF2B5EF4-FFF2-40B4-BE49-F238E27FC236}">
                <a16:creationId xmlns:a16="http://schemas.microsoft.com/office/drawing/2014/main" id="{44FB9F4C-0F3B-4E32-B857-D0D01648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0989" y="7892308"/>
            <a:ext cx="6032967" cy="682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82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582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Unobserved area</a:t>
            </a:r>
          </a:p>
        </p:txBody>
      </p:sp>
      <p:sp>
        <p:nvSpPr>
          <p:cNvPr id="16" name="rect-1-15">
            <a:extLst xmlns:a="http://schemas.openxmlformats.org/drawingml/2006/main">
              <a:ext uri="{FF2B5EF4-FFF2-40B4-BE49-F238E27FC236}">
                <a16:creationId xmlns:a16="http://schemas.microsoft.com/office/drawing/2014/main" id="{7B3F663A-32E9-49DF-A3E6-DCF979D3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919780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B"/>
          </a:solidFill>
          <a:ln xmlns:a="http://schemas.openxmlformats.org/drawingml/2006/main" w="0">
            <a:noFill/>
          </a:ln>
        </p:spPr>
      </p:sp>
      <p:sp>
        <p:nvSpPr>
          <p:cNvPr id="17" name="rect-1-16">
            <a:extLst xmlns:a="http://schemas.openxmlformats.org/drawingml/2006/main">
              <a:ext uri="{FF2B5EF4-FFF2-40B4-BE49-F238E27FC236}">
                <a16:creationId xmlns:a16="http://schemas.microsoft.com/office/drawing/2014/main" id="{0666B636-80E6-43E4-AF27-2281297D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919780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B"/>
          </a:solidFill>
          <a:ln xmlns:a="http://schemas.openxmlformats.org/drawingml/2006/main" w="0">
            <a:noFill/>
          </a:ln>
        </p:spPr>
      </p:sp>
      <p:sp>
        <p:nvSpPr>
          <p:cNvPr id="18" name="rect-1-17">
            <a:extLst xmlns:a="http://schemas.openxmlformats.org/drawingml/2006/main">
              <a:ext uri="{FF2B5EF4-FFF2-40B4-BE49-F238E27FC236}">
                <a16:creationId xmlns:a16="http://schemas.microsoft.com/office/drawing/2014/main" id="{6B910424-EB48-47F2-9071-436D8E54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919780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9" name="rect-1-18">
            <a:extLst xmlns:a="http://schemas.openxmlformats.org/drawingml/2006/main">
              <a:ext uri="{FF2B5EF4-FFF2-40B4-BE49-F238E27FC236}">
                <a16:creationId xmlns:a16="http://schemas.microsoft.com/office/drawing/2014/main" id="{A5002595-E80F-43B4-A1A0-386F71F8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919780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20" name="rect-1-19">
            <a:extLst xmlns:a="http://schemas.openxmlformats.org/drawingml/2006/main">
              <a:ext uri="{FF2B5EF4-FFF2-40B4-BE49-F238E27FC236}">
                <a16:creationId xmlns:a16="http://schemas.microsoft.com/office/drawing/2014/main" id="{5F37B239-D89B-4D6E-BA80-EAB52FFF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919780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21" name="rect-1-20">
            <a:extLst xmlns:a="http://schemas.openxmlformats.org/drawingml/2006/main">
              <a:ext uri="{FF2B5EF4-FFF2-40B4-BE49-F238E27FC236}">
                <a16:creationId xmlns:a16="http://schemas.microsoft.com/office/drawing/2014/main" id="{1418BF37-6D60-4116-B72F-AD7008B9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EA5"/>
          </a:solidFill>
          <a:ln xmlns:a="http://schemas.openxmlformats.org/drawingml/2006/main" w="0">
            <a:noFill/>
          </a:ln>
        </p:spPr>
      </p:sp>
      <p:sp>
        <p:nvSpPr>
          <p:cNvPr id="22" name="rect-1-21">
            <a:extLst xmlns:a="http://schemas.openxmlformats.org/drawingml/2006/main">
              <a:ext uri="{FF2B5EF4-FFF2-40B4-BE49-F238E27FC236}">
                <a16:creationId xmlns:a16="http://schemas.microsoft.com/office/drawing/2014/main" id="{2EA97181-D2BA-4A04-A2D7-B1E93952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ACB2"/>
          </a:solidFill>
          <a:ln xmlns:a="http://schemas.openxmlformats.org/drawingml/2006/main" w="0">
            <a:noFill/>
          </a:ln>
        </p:spPr>
      </p:sp>
      <p:sp>
        <p:nvSpPr>
          <p:cNvPr id="23" name="rect-1-22">
            <a:extLst xmlns:a="http://schemas.openxmlformats.org/drawingml/2006/main">
              <a:ext uri="{FF2B5EF4-FFF2-40B4-BE49-F238E27FC236}">
                <a16:creationId xmlns:a16="http://schemas.microsoft.com/office/drawing/2014/main" id="{8674D536-704C-4BDD-A49C-F53F9B01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B0B6"/>
          </a:solidFill>
          <a:ln xmlns:a="http://schemas.openxmlformats.org/drawingml/2006/main" w="0">
            <a:noFill/>
          </a:ln>
        </p:spPr>
      </p:sp>
      <p:sp>
        <p:nvSpPr>
          <p:cNvPr id="24" name="rect-1-23">
            <a:extLst xmlns:a="http://schemas.openxmlformats.org/drawingml/2006/main">
              <a:ext uri="{FF2B5EF4-FFF2-40B4-BE49-F238E27FC236}">
                <a16:creationId xmlns:a16="http://schemas.microsoft.com/office/drawing/2014/main" id="{049FAFD3-E492-4872-887D-93C9B710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FE2"/>
          </a:solidFill>
          <a:ln xmlns:a="http://schemas.openxmlformats.org/drawingml/2006/main" w="0">
            <a:noFill/>
          </a:ln>
        </p:spPr>
      </p:sp>
      <p:sp>
        <p:nvSpPr>
          <p:cNvPr id="25" name="rect-1-24">
            <a:extLst xmlns:a="http://schemas.openxmlformats.org/drawingml/2006/main">
              <a:ext uri="{FF2B5EF4-FFF2-40B4-BE49-F238E27FC236}">
                <a16:creationId xmlns:a16="http://schemas.microsoft.com/office/drawing/2014/main" id="{92E86583-C2BE-4E18-9025-57F9D296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EE"/>
          </a:solidFill>
          <a:ln xmlns:a="http://schemas.openxmlformats.org/drawingml/2006/main" w="0">
            <a:noFill/>
          </a:ln>
        </p:spPr>
      </p:sp>
      <p:sp>
        <p:nvSpPr>
          <p:cNvPr id="26" name="rect-1-25">
            <a:extLst xmlns:a="http://schemas.openxmlformats.org/drawingml/2006/main">
              <a:ext uri="{FF2B5EF4-FFF2-40B4-BE49-F238E27FC236}">
                <a16:creationId xmlns:a16="http://schemas.microsoft.com/office/drawing/2014/main" id="{87F71B1B-CB20-4CE2-8A27-D3EA7871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27" name="rect-1-26">
            <a:extLst xmlns:a="http://schemas.openxmlformats.org/drawingml/2006/main">
              <a:ext uri="{FF2B5EF4-FFF2-40B4-BE49-F238E27FC236}">
                <a16:creationId xmlns:a16="http://schemas.microsoft.com/office/drawing/2014/main" id="{B2CBC8F6-E26B-4AD4-B835-293E0245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28" name="rect-1-27">
            <a:extLst xmlns:a="http://schemas.openxmlformats.org/drawingml/2006/main">
              <a:ext uri="{FF2B5EF4-FFF2-40B4-BE49-F238E27FC236}">
                <a16:creationId xmlns:a16="http://schemas.microsoft.com/office/drawing/2014/main" id="{3D016343-50A1-4BD3-B441-B80563B1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7"/>
          </a:solidFill>
          <a:ln xmlns:a="http://schemas.openxmlformats.org/drawingml/2006/main" w="0">
            <a:noFill/>
          </a:ln>
        </p:spPr>
      </p:sp>
      <p:sp>
        <p:nvSpPr>
          <p:cNvPr id="29" name="rect-1-28">
            <a:extLst xmlns:a="http://schemas.openxmlformats.org/drawingml/2006/main">
              <a:ext uri="{FF2B5EF4-FFF2-40B4-BE49-F238E27FC236}">
                <a16:creationId xmlns:a16="http://schemas.microsoft.com/office/drawing/2014/main" id="{720C48B4-B178-45F8-B064-7B1A16EE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9"/>
          </a:solidFill>
          <a:ln xmlns:a="http://schemas.openxmlformats.org/drawingml/2006/main" w="0">
            <a:noFill/>
          </a:ln>
        </p:spPr>
      </p:sp>
      <p:sp>
        <p:nvSpPr>
          <p:cNvPr id="30" name="rect-1-29">
            <a:extLst xmlns:a="http://schemas.openxmlformats.org/drawingml/2006/main">
              <a:ext uri="{FF2B5EF4-FFF2-40B4-BE49-F238E27FC236}">
                <a16:creationId xmlns:a16="http://schemas.microsoft.com/office/drawing/2014/main" id="{9451F851-1185-4E10-AF94-381BA855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858D"/>
          </a:solidFill>
          <a:ln xmlns:a="http://schemas.openxmlformats.org/drawingml/2006/main" w="0">
            <a:noFill/>
          </a:ln>
        </p:spPr>
      </p:sp>
      <p:sp>
        <p:nvSpPr>
          <p:cNvPr id="31" name="rect-1-30">
            <a:extLst xmlns:a="http://schemas.openxmlformats.org/drawingml/2006/main">
              <a:ext uri="{FF2B5EF4-FFF2-40B4-BE49-F238E27FC236}">
                <a16:creationId xmlns:a16="http://schemas.microsoft.com/office/drawing/2014/main" id="{D390C509-4FC0-49BA-8419-E32DC0DA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2A9"/>
          </a:solidFill>
          <a:ln xmlns:a="http://schemas.openxmlformats.org/drawingml/2006/main" w="0">
            <a:noFill/>
          </a:ln>
        </p:spPr>
      </p:sp>
      <p:sp>
        <p:nvSpPr>
          <p:cNvPr id="32" name="rect-1-31">
            <a:extLst xmlns:a="http://schemas.openxmlformats.org/drawingml/2006/main">
              <a:ext uri="{FF2B5EF4-FFF2-40B4-BE49-F238E27FC236}">
                <a16:creationId xmlns:a16="http://schemas.microsoft.com/office/drawing/2014/main" id="{C70C3506-5C0B-4991-8885-86869094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BB2"/>
          </a:solidFill>
          <a:ln xmlns:a="http://schemas.openxmlformats.org/drawingml/2006/main" w="0">
            <a:noFill/>
          </a:ln>
        </p:spPr>
      </p:sp>
      <p:sp>
        <p:nvSpPr>
          <p:cNvPr id="33" name="rect-1-32">
            <a:extLst xmlns:a="http://schemas.openxmlformats.org/drawingml/2006/main">
              <a:ext uri="{FF2B5EF4-FFF2-40B4-BE49-F238E27FC236}">
                <a16:creationId xmlns:a16="http://schemas.microsoft.com/office/drawing/2014/main" id="{95E04913-9DDD-4DC6-9968-F8BA95A3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BEC3"/>
          </a:solidFill>
          <a:ln xmlns:a="http://schemas.openxmlformats.org/drawingml/2006/main" w="0">
            <a:noFill/>
          </a:ln>
        </p:spPr>
      </p:sp>
      <p:sp>
        <p:nvSpPr>
          <p:cNvPr id="34" name="rect-1-33">
            <a:extLst xmlns:a="http://schemas.openxmlformats.org/drawingml/2006/main">
              <a:ext uri="{FF2B5EF4-FFF2-40B4-BE49-F238E27FC236}">
                <a16:creationId xmlns:a16="http://schemas.microsoft.com/office/drawing/2014/main" id="{0C9C0D08-6D47-4A34-9436-38D03E02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EE"/>
          </a:solidFill>
          <a:ln xmlns:a="http://schemas.openxmlformats.org/drawingml/2006/main" w="0">
            <a:noFill/>
          </a:ln>
        </p:spPr>
      </p:sp>
      <p:sp>
        <p:nvSpPr>
          <p:cNvPr id="35" name="rect-1-34">
            <a:extLst xmlns:a="http://schemas.openxmlformats.org/drawingml/2006/main">
              <a:ext uri="{FF2B5EF4-FFF2-40B4-BE49-F238E27FC236}">
                <a16:creationId xmlns:a16="http://schemas.microsoft.com/office/drawing/2014/main" id="{20D85CCF-3880-494B-ADCC-C645F6C5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36" name="rect-1-35">
            <a:extLst xmlns:a="http://schemas.openxmlformats.org/drawingml/2006/main">
              <a:ext uri="{FF2B5EF4-FFF2-40B4-BE49-F238E27FC236}">
                <a16:creationId xmlns:a16="http://schemas.microsoft.com/office/drawing/2014/main" id="{2273D2C7-67FF-44C7-B53E-A6F27565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8DB"/>
          </a:solidFill>
          <a:ln xmlns:a="http://schemas.openxmlformats.org/drawingml/2006/main" w="0">
            <a:noFill/>
          </a:ln>
        </p:spPr>
      </p:sp>
      <p:sp>
        <p:nvSpPr>
          <p:cNvPr id="37" name="rect-1-36">
            <a:extLst xmlns:a="http://schemas.openxmlformats.org/drawingml/2006/main">
              <a:ext uri="{FF2B5EF4-FFF2-40B4-BE49-F238E27FC236}">
                <a16:creationId xmlns:a16="http://schemas.microsoft.com/office/drawing/2014/main" id="{8D9FB056-7CF6-41EA-8D42-8A58BA66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E0E3"/>
          </a:solidFill>
          <a:ln xmlns:a="http://schemas.openxmlformats.org/drawingml/2006/main" w="0">
            <a:noFill/>
          </a:ln>
        </p:spPr>
      </p:sp>
      <p:sp>
        <p:nvSpPr>
          <p:cNvPr id="38" name="rect-1-37">
            <a:extLst xmlns:a="http://schemas.openxmlformats.org/drawingml/2006/main">
              <a:ext uri="{FF2B5EF4-FFF2-40B4-BE49-F238E27FC236}">
                <a16:creationId xmlns:a16="http://schemas.microsoft.com/office/drawing/2014/main" id="{E3228084-5D98-4114-B5E9-C3DE15D8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</a:ln>
        </p:spPr>
      </p:sp>
      <p:sp>
        <p:nvSpPr>
          <p:cNvPr id="39" name="rect-1-38">
            <a:extLst xmlns:a="http://schemas.openxmlformats.org/drawingml/2006/main">
              <a:ext uri="{FF2B5EF4-FFF2-40B4-BE49-F238E27FC236}">
                <a16:creationId xmlns:a16="http://schemas.microsoft.com/office/drawing/2014/main" id="{6E8BB28D-91AC-4459-B57C-57E41AD0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736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40" name="rect-1-39">
            <a:extLst xmlns:a="http://schemas.openxmlformats.org/drawingml/2006/main">
              <a:ext uri="{FF2B5EF4-FFF2-40B4-BE49-F238E27FC236}">
                <a16:creationId xmlns:a16="http://schemas.microsoft.com/office/drawing/2014/main" id="{7B7AE7AC-71C6-4E0E-9B00-00356302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AA1"/>
          </a:solidFill>
          <a:ln xmlns:a="http://schemas.openxmlformats.org/drawingml/2006/main" w="0">
            <a:noFill/>
          </a:ln>
        </p:spPr>
      </p:sp>
      <p:sp>
        <p:nvSpPr>
          <p:cNvPr id="41" name="rect-1-40">
            <a:extLst xmlns:a="http://schemas.openxmlformats.org/drawingml/2006/main">
              <a:ext uri="{FF2B5EF4-FFF2-40B4-BE49-F238E27FC236}">
                <a16:creationId xmlns:a16="http://schemas.microsoft.com/office/drawing/2014/main" id="{D1B3EFF2-2C94-41D4-8A0F-44030A76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370"/>
          </a:solidFill>
          <a:ln xmlns:a="http://schemas.openxmlformats.org/drawingml/2006/main" w="0">
            <a:noFill/>
          </a:ln>
        </p:spPr>
      </p:sp>
      <p:sp>
        <p:nvSpPr>
          <p:cNvPr id="42" name="rect-1-41">
            <a:extLst xmlns:a="http://schemas.openxmlformats.org/drawingml/2006/main">
              <a:ext uri="{FF2B5EF4-FFF2-40B4-BE49-F238E27FC236}">
                <a16:creationId xmlns:a16="http://schemas.microsoft.com/office/drawing/2014/main" id="{9FC957D4-1785-4270-B366-E095A3EA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3A9"/>
          </a:solidFill>
          <a:ln xmlns:a="http://schemas.openxmlformats.org/drawingml/2006/main" w="0">
            <a:noFill/>
          </a:ln>
        </p:spPr>
      </p:sp>
      <p:sp>
        <p:nvSpPr>
          <p:cNvPr id="43" name="rect-1-42">
            <a:extLst xmlns:a="http://schemas.openxmlformats.org/drawingml/2006/main">
              <a:ext uri="{FF2B5EF4-FFF2-40B4-BE49-F238E27FC236}">
                <a16:creationId xmlns:a16="http://schemas.microsoft.com/office/drawing/2014/main" id="{28EF7EDF-AF2D-487C-ADBF-4026587A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58E"/>
          </a:solidFill>
          <a:ln xmlns:a="http://schemas.openxmlformats.org/drawingml/2006/main" w="0">
            <a:noFill/>
          </a:ln>
        </p:spPr>
      </p:sp>
      <p:sp>
        <p:nvSpPr>
          <p:cNvPr id="44" name="rect-1-43">
            <a:extLst xmlns:a="http://schemas.openxmlformats.org/drawingml/2006/main">
              <a:ext uri="{FF2B5EF4-FFF2-40B4-BE49-F238E27FC236}">
                <a16:creationId xmlns:a16="http://schemas.microsoft.com/office/drawing/2014/main" id="{D46ED643-98C5-4068-8363-D7F597FF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6BC"/>
          </a:solidFill>
          <a:ln xmlns:a="http://schemas.openxmlformats.org/drawingml/2006/main" w="0">
            <a:noFill/>
          </a:ln>
        </p:spPr>
      </p:sp>
      <p:sp>
        <p:nvSpPr>
          <p:cNvPr id="45" name="rect-1-44">
            <a:extLst xmlns:a="http://schemas.openxmlformats.org/drawingml/2006/main">
              <a:ext uri="{FF2B5EF4-FFF2-40B4-BE49-F238E27FC236}">
                <a16:creationId xmlns:a16="http://schemas.microsoft.com/office/drawing/2014/main" id="{9318DBAD-C52A-4987-A257-9C85E4AA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9"/>
          </a:solidFill>
          <a:ln xmlns:a="http://schemas.openxmlformats.org/drawingml/2006/main" w="0">
            <a:noFill/>
          </a:ln>
        </p:spPr>
      </p:sp>
      <p:sp>
        <p:nvSpPr>
          <p:cNvPr id="46" name="rect-1-45">
            <a:extLst xmlns:a="http://schemas.openxmlformats.org/drawingml/2006/main">
              <a:ext uri="{FF2B5EF4-FFF2-40B4-BE49-F238E27FC236}">
                <a16:creationId xmlns:a16="http://schemas.microsoft.com/office/drawing/2014/main" id="{D23778C7-1428-4226-AB20-1DDFF7B8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C"/>
          </a:solidFill>
          <a:ln xmlns:a="http://schemas.openxmlformats.org/drawingml/2006/main" w="0">
            <a:noFill/>
          </a:ln>
        </p:spPr>
      </p:sp>
      <p:sp>
        <p:nvSpPr>
          <p:cNvPr id="47" name="rect-1-46">
            <a:extLst xmlns:a="http://schemas.openxmlformats.org/drawingml/2006/main">
              <a:ext uri="{FF2B5EF4-FFF2-40B4-BE49-F238E27FC236}">
                <a16:creationId xmlns:a16="http://schemas.microsoft.com/office/drawing/2014/main" id="{2F7E008F-71F2-4D81-A5AE-6A878E1D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7"/>
          </a:solidFill>
          <a:ln xmlns:a="http://schemas.openxmlformats.org/drawingml/2006/main" w="0">
            <a:noFill/>
          </a:ln>
        </p:spPr>
      </p:sp>
      <p:sp>
        <p:nvSpPr>
          <p:cNvPr id="48" name="rect-1-47">
            <a:extLst xmlns:a="http://schemas.openxmlformats.org/drawingml/2006/main">
              <a:ext uri="{FF2B5EF4-FFF2-40B4-BE49-F238E27FC236}">
                <a16:creationId xmlns:a16="http://schemas.microsoft.com/office/drawing/2014/main" id="{809A269C-8777-4BDE-9B8B-406CFE9E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7"/>
          </a:solidFill>
          <a:ln xmlns:a="http://schemas.openxmlformats.org/drawingml/2006/main" w="0">
            <a:noFill/>
          </a:ln>
        </p:spPr>
      </p:sp>
      <p:sp>
        <p:nvSpPr>
          <p:cNvPr id="49" name="rect-1-48">
            <a:extLst xmlns:a="http://schemas.openxmlformats.org/drawingml/2006/main">
              <a:ext uri="{FF2B5EF4-FFF2-40B4-BE49-F238E27FC236}">
                <a16:creationId xmlns:a16="http://schemas.microsoft.com/office/drawing/2014/main" id="{8A9B8090-4C00-460F-837B-A09AD6D9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50" name="rect-1-49">
            <a:extLst xmlns:a="http://schemas.openxmlformats.org/drawingml/2006/main">
              <a:ext uri="{FF2B5EF4-FFF2-40B4-BE49-F238E27FC236}">
                <a16:creationId xmlns:a16="http://schemas.microsoft.com/office/drawing/2014/main" id="{369730AC-CE4C-4553-B79B-7B18CF69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A"/>
          </a:solidFill>
          <a:ln xmlns:a="http://schemas.openxmlformats.org/drawingml/2006/main" w="0">
            <a:noFill/>
          </a:ln>
        </p:spPr>
      </p:sp>
      <p:sp>
        <p:nvSpPr>
          <p:cNvPr id="51" name="rect-1-50">
            <a:extLst xmlns:a="http://schemas.openxmlformats.org/drawingml/2006/main">
              <a:ext uri="{FF2B5EF4-FFF2-40B4-BE49-F238E27FC236}">
                <a16:creationId xmlns:a16="http://schemas.microsoft.com/office/drawing/2014/main" id="{9FB8222F-6360-44E3-BE89-C54E4C21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52" name="rect-1-51">
            <a:extLst xmlns:a="http://schemas.openxmlformats.org/drawingml/2006/main">
              <a:ext uri="{FF2B5EF4-FFF2-40B4-BE49-F238E27FC236}">
                <a16:creationId xmlns:a16="http://schemas.microsoft.com/office/drawing/2014/main" id="{6FDF8114-851B-48A4-92B7-AD1D5B47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736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ADD"/>
          </a:solidFill>
          <a:ln xmlns:a="http://schemas.openxmlformats.org/drawingml/2006/main" w="0">
            <a:noFill/>
          </a:ln>
        </p:spPr>
      </p:sp>
      <p:sp>
        <p:nvSpPr>
          <p:cNvPr id="53" name="rect-1-52">
            <a:extLst xmlns:a="http://schemas.openxmlformats.org/drawingml/2006/main">
              <a:ext uri="{FF2B5EF4-FFF2-40B4-BE49-F238E27FC236}">
                <a16:creationId xmlns:a16="http://schemas.microsoft.com/office/drawing/2014/main" id="{7CF91BFC-CF24-42C1-9A92-5556192F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57F"/>
          </a:solidFill>
          <a:ln xmlns:a="http://schemas.openxmlformats.org/drawingml/2006/main" w="0">
            <a:noFill/>
          </a:ln>
        </p:spPr>
      </p:sp>
      <p:sp>
        <p:nvSpPr>
          <p:cNvPr id="54" name="rect-1-53">
            <a:extLst xmlns:a="http://schemas.openxmlformats.org/drawingml/2006/main">
              <a:ext uri="{FF2B5EF4-FFF2-40B4-BE49-F238E27FC236}">
                <a16:creationId xmlns:a16="http://schemas.microsoft.com/office/drawing/2014/main" id="{3B7853F1-4CED-40CF-988E-6F908502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370"/>
          </a:solidFill>
          <a:ln xmlns:a="http://schemas.openxmlformats.org/drawingml/2006/main" w="0">
            <a:noFill/>
          </a:ln>
        </p:spPr>
      </p:sp>
      <p:sp>
        <p:nvSpPr>
          <p:cNvPr id="55" name="rect-1-54">
            <a:extLst xmlns:a="http://schemas.openxmlformats.org/drawingml/2006/main">
              <a:ext uri="{FF2B5EF4-FFF2-40B4-BE49-F238E27FC236}">
                <a16:creationId xmlns:a16="http://schemas.microsoft.com/office/drawing/2014/main" id="{16CAC7EF-128F-4F2A-BF88-34F6EC48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471"/>
          </a:solidFill>
          <a:ln xmlns:a="http://schemas.openxmlformats.org/drawingml/2006/main" w="0">
            <a:noFill/>
          </a:ln>
        </p:spPr>
      </p:sp>
      <p:sp>
        <p:nvSpPr>
          <p:cNvPr id="56" name="rect-1-55">
            <a:extLst xmlns:a="http://schemas.openxmlformats.org/drawingml/2006/main">
              <a:ext uri="{FF2B5EF4-FFF2-40B4-BE49-F238E27FC236}">
                <a16:creationId xmlns:a16="http://schemas.microsoft.com/office/drawing/2014/main" id="{E653B48F-39A7-44B4-A031-57D74984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891"/>
          </a:solidFill>
          <a:ln xmlns:a="http://schemas.openxmlformats.org/drawingml/2006/main" w="0">
            <a:noFill/>
          </a:ln>
        </p:spPr>
      </p:sp>
      <p:sp>
        <p:nvSpPr>
          <p:cNvPr id="57" name="rect-1-56">
            <a:extLst xmlns:a="http://schemas.openxmlformats.org/drawingml/2006/main">
              <a:ext uri="{FF2B5EF4-FFF2-40B4-BE49-F238E27FC236}">
                <a16:creationId xmlns:a16="http://schemas.microsoft.com/office/drawing/2014/main" id="{214802A9-B01F-4498-BB16-21615F51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9AF"/>
          </a:solidFill>
          <a:ln xmlns:a="http://schemas.openxmlformats.org/drawingml/2006/main" w="0">
            <a:noFill/>
          </a:ln>
        </p:spPr>
      </p:sp>
      <p:sp>
        <p:nvSpPr>
          <p:cNvPr id="58" name="rect-1-57">
            <a:extLst xmlns:a="http://schemas.openxmlformats.org/drawingml/2006/main">
              <a:ext uri="{FF2B5EF4-FFF2-40B4-BE49-F238E27FC236}">
                <a16:creationId xmlns:a16="http://schemas.microsoft.com/office/drawing/2014/main" id="{23962B5D-E65F-4E64-BF7A-2981B36B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E0E3"/>
          </a:solidFill>
          <a:ln xmlns:a="http://schemas.openxmlformats.org/drawingml/2006/main" w="0">
            <a:noFill/>
          </a:ln>
        </p:spPr>
      </p:sp>
      <p:sp>
        <p:nvSpPr>
          <p:cNvPr id="59" name="rect-1-58">
            <a:extLst xmlns:a="http://schemas.openxmlformats.org/drawingml/2006/main">
              <a:ext uri="{FF2B5EF4-FFF2-40B4-BE49-F238E27FC236}">
                <a16:creationId xmlns:a16="http://schemas.microsoft.com/office/drawing/2014/main" id="{442C285E-A25C-4F35-9A43-258120E4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EF"/>
          </a:solidFill>
          <a:ln xmlns:a="http://schemas.openxmlformats.org/drawingml/2006/main" w="0">
            <a:noFill/>
          </a:ln>
        </p:spPr>
      </p:sp>
      <p:sp>
        <p:nvSpPr>
          <p:cNvPr id="60" name="rect-1-59">
            <a:extLst xmlns:a="http://schemas.openxmlformats.org/drawingml/2006/main">
              <a:ext uri="{FF2B5EF4-FFF2-40B4-BE49-F238E27FC236}">
                <a16:creationId xmlns:a16="http://schemas.microsoft.com/office/drawing/2014/main" id="{4BA5BB3E-8390-404E-B5C4-B147B14E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2E5"/>
          </a:solidFill>
          <a:ln xmlns:a="http://schemas.openxmlformats.org/drawingml/2006/main" w="0">
            <a:noFill/>
          </a:ln>
        </p:spPr>
      </p:sp>
      <p:sp>
        <p:nvSpPr>
          <p:cNvPr id="61" name="rect-1-60">
            <a:extLst xmlns:a="http://schemas.openxmlformats.org/drawingml/2006/main">
              <a:ext uri="{FF2B5EF4-FFF2-40B4-BE49-F238E27FC236}">
                <a16:creationId xmlns:a16="http://schemas.microsoft.com/office/drawing/2014/main" id="{399F8836-891D-44CF-B420-E18EDF7F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B"/>
          </a:solidFill>
          <a:ln xmlns:a="http://schemas.openxmlformats.org/drawingml/2006/main" w="0">
            <a:noFill/>
          </a:ln>
        </p:spPr>
      </p:sp>
      <p:sp>
        <p:nvSpPr>
          <p:cNvPr id="62" name="rect-1-61">
            <a:extLst xmlns:a="http://schemas.openxmlformats.org/drawingml/2006/main">
              <a:ext uri="{FF2B5EF4-FFF2-40B4-BE49-F238E27FC236}">
                <a16:creationId xmlns:a16="http://schemas.microsoft.com/office/drawing/2014/main" id="{6E10C3A0-7DBF-44F8-B70C-3DA6AFB1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63" name="rect-1-62">
            <a:extLst xmlns:a="http://schemas.openxmlformats.org/drawingml/2006/main">
              <a:ext uri="{FF2B5EF4-FFF2-40B4-BE49-F238E27FC236}">
                <a16:creationId xmlns:a16="http://schemas.microsoft.com/office/drawing/2014/main" id="{4DB9969E-F56B-405D-A0D6-BA9A983A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011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64" name="rect-1-63">
            <a:extLst xmlns:a="http://schemas.openxmlformats.org/drawingml/2006/main">
              <a:ext uri="{FF2B5EF4-FFF2-40B4-BE49-F238E27FC236}">
                <a16:creationId xmlns:a16="http://schemas.microsoft.com/office/drawing/2014/main" id="{821BD7C5-9797-430C-B839-F5E66BB3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736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DA4"/>
          </a:solidFill>
          <a:ln xmlns:a="http://schemas.openxmlformats.org/drawingml/2006/main" w="0">
            <a:noFill/>
          </a:ln>
        </p:spPr>
      </p:sp>
      <p:sp>
        <p:nvSpPr>
          <p:cNvPr id="65" name="rect-1-64">
            <a:extLst xmlns:a="http://schemas.openxmlformats.org/drawingml/2006/main">
              <a:ext uri="{FF2B5EF4-FFF2-40B4-BE49-F238E27FC236}">
                <a16:creationId xmlns:a16="http://schemas.microsoft.com/office/drawing/2014/main" id="{5EC68E7D-B5D8-4E5A-A797-96C53AD2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DA4"/>
          </a:solidFill>
          <a:ln xmlns:a="http://schemas.openxmlformats.org/drawingml/2006/main" w="0">
            <a:noFill/>
          </a:ln>
        </p:spPr>
      </p:sp>
      <p:sp>
        <p:nvSpPr>
          <p:cNvPr id="66" name="rect-1-65">
            <a:extLst xmlns:a="http://schemas.openxmlformats.org/drawingml/2006/main">
              <a:ext uri="{FF2B5EF4-FFF2-40B4-BE49-F238E27FC236}">
                <a16:creationId xmlns:a16="http://schemas.microsoft.com/office/drawing/2014/main" id="{5EB9A52E-9563-49DE-8243-209C6110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878F"/>
          </a:solidFill>
          <a:ln xmlns:a="http://schemas.openxmlformats.org/drawingml/2006/main" w="0">
            <a:noFill/>
          </a:ln>
        </p:spPr>
      </p:sp>
      <p:sp>
        <p:nvSpPr>
          <p:cNvPr id="67" name="rect-1-66">
            <a:extLst xmlns:a="http://schemas.openxmlformats.org/drawingml/2006/main">
              <a:ext uri="{FF2B5EF4-FFF2-40B4-BE49-F238E27FC236}">
                <a16:creationId xmlns:a16="http://schemas.microsoft.com/office/drawing/2014/main" id="{EC262DD5-7380-456B-AE02-8ED24377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818A"/>
          </a:solidFill>
          <a:ln xmlns:a="http://schemas.openxmlformats.org/drawingml/2006/main" w="0">
            <a:noFill/>
          </a:ln>
        </p:spPr>
      </p:sp>
      <p:sp>
        <p:nvSpPr>
          <p:cNvPr id="68" name="rect-1-67">
            <a:extLst xmlns:a="http://schemas.openxmlformats.org/drawingml/2006/main">
              <a:ext uri="{FF2B5EF4-FFF2-40B4-BE49-F238E27FC236}">
                <a16:creationId xmlns:a16="http://schemas.microsoft.com/office/drawing/2014/main" id="{85668493-4F8A-4DDA-9E96-2C606217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0A7"/>
          </a:solidFill>
          <a:ln xmlns:a="http://schemas.openxmlformats.org/drawingml/2006/main" w="0">
            <a:noFill/>
          </a:ln>
        </p:spPr>
      </p:sp>
      <p:sp>
        <p:nvSpPr>
          <p:cNvPr id="69" name="rect-1-68">
            <a:extLst xmlns:a="http://schemas.openxmlformats.org/drawingml/2006/main">
              <a:ext uri="{FF2B5EF4-FFF2-40B4-BE49-F238E27FC236}">
                <a16:creationId xmlns:a16="http://schemas.microsoft.com/office/drawing/2014/main" id="{742382E3-E67B-430F-B3C6-6218D849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CB2"/>
          </a:solidFill>
          <a:ln xmlns:a="http://schemas.openxmlformats.org/drawingml/2006/main" w="0">
            <a:noFill/>
          </a:ln>
        </p:spPr>
      </p:sp>
      <p:sp>
        <p:nvSpPr>
          <p:cNvPr id="70" name="rect-1-69">
            <a:extLst xmlns:a="http://schemas.openxmlformats.org/drawingml/2006/main">
              <a:ext uri="{FF2B5EF4-FFF2-40B4-BE49-F238E27FC236}">
                <a16:creationId xmlns:a16="http://schemas.microsoft.com/office/drawing/2014/main" id="{5AA2CB10-E525-4161-A5ED-24DE650A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8"/>
          </a:solidFill>
          <a:ln xmlns:a="http://schemas.openxmlformats.org/drawingml/2006/main" w="0">
            <a:noFill/>
          </a:ln>
        </p:spPr>
      </p:sp>
      <p:sp>
        <p:nvSpPr>
          <p:cNvPr id="71" name="rect-1-70">
            <a:extLst xmlns:a="http://schemas.openxmlformats.org/drawingml/2006/main">
              <a:ext uri="{FF2B5EF4-FFF2-40B4-BE49-F238E27FC236}">
                <a16:creationId xmlns:a16="http://schemas.microsoft.com/office/drawing/2014/main" id="{21831FAB-658C-42AA-A730-109639D6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72" name="rect-1-71">
            <a:extLst xmlns:a="http://schemas.openxmlformats.org/drawingml/2006/main">
              <a:ext uri="{FF2B5EF4-FFF2-40B4-BE49-F238E27FC236}">
                <a16:creationId xmlns:a16="http://schemas.microsoft.com/office/drawing/2014/main" id="{B83DEC27-FD65-43B6-8694-030844BE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73" name="rect-1-72">
            <a:extLst xmlns:a="http://schemas.openxmlformats.org/drawingml/2006/main">
              <a:ext uri="{FF2B5EF4-FFF2-40B4-BE49-F238E27FC236}">
                <a16:creationId xmlns:a16="http://schemas.microsoft.com/office/drawing/2014/main" id="{F7A32109-FAAC-4DCC-B723-1C217495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0"/>
          </a:solidFill>
          <a:ln xmlns:a="http://schemas.openxmlformats.org/drawingml/2006/main" w="0">
            <a:noFill/>
          </a:ln>
        </p:spPr>
      </p:sp>
      <p:sp>
        <p:nvSpPr>
          <p:cNvPr id="74" name="rect-1-73">
            <a:extLst xmlns:a="http://schemas.openxmlformats.org/drawingml/2006/main">
              <a:ext uri="{FF2B5EF4-FFF2-40B4-BE49-F238E27FC236}">
                <a16:creationId xmlns:a16="http://schemas.microsoft.com/office/drawing/2014/main" id="{06141EF2-2B0A-43F6-8296-5F35056C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75" name="rect-1-74">
            <a:extLst xmlns:a="http://schemas.openxmlformats.org/drawingml/2006/main">
              <a:ext uri="{FF2B5EF4-FFF2-40B4-BE49-F238E27FC236}">
                <a16:creationId xmlns:a16="http://schemas.microsoft.com/office/drawing/2014/main" id="{0288D65F-5111-4B07-8B06-8D1F6295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7"/>
          </a:solidFill>
          <a:ln xmlns:a="http://schemas.openxmlformats.org/drawingml/2006/main" w="0">
            <a:noFill/>
          </a:ln>
        </p:spPr>
      </p:sp>
      <p:sp>
        <p:nvSpPr>
          <p:cNvPr id="76" name="rect-1-75">
            <a:extLst xmlns:a="http://schemas.openxmlformats.org/drawingml/2006/main">
              <a:ext uri="{FF2B5EF4-FFF2-40B4-BE49-F238E27FC236}">
                <a16:creationId xmlns:a16="http://schemas.microsoft.com/office/drawing/2014/main" id="{09BDA78D-8BFC-456D-839D-F2A6DDAA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77" name="rect-1-76">
            <a:extLst xmlns:a="http://schemas.openxmlformats.org/drawingml/2006/main">
              <a:ext uri="{FF2B5EF4-FFF2-40B4-BE49-F238E27FC236}">
                <a16:creationId xmlns:a16="http://schemas.microsoft.com/office/drawing/2014/main" id="{3AE8FE7A-D0FC-4BD4-8567-868FF455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78" name="rect-1-77">
            <a:extLst xmlns:a="http://schemas.openxmlformats.org/drawingml/2006/main">
              <a:ext uri="{FF2B5EF4-FFF2-40B4-BE49-F238E27FC236}">
                <a16:creationId xmlns:a16="http://schemas.microsoft.com/office/drawing/2014/main" id="{C615BEE7-B150-4F21-8025-0D3AECE7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736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79" name="rect-1-78">
            <a:extLst xmlns:a="http://schemas.openxmlformats.org/drawingml/2006/main">
              <a:ext uri="{FF2B5EF4-FFF2-40B4-BE49-F238E27FC236}">
                <a16:creationId xmlns:a16="http://schemas.microsoft.com/office/drawing/2014/main" id="{76030881-273A-4E2D-AEF6-D40CA7EA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69D"/>
          </a:solidFill>
          <a:ln xmlns:a="http://schemas.openxmlformats.org/drawingml/2006/main" w="0">
            <a:noFill/>
          </a:ln>
        </p:spPr>
      </p:sp>
      <p:sp>
        <p:nvSpPr>
          <p:cNvPr id="80" name="rect-1-79">
            <a:extLst xmlns:a="http://schemas.openxmlformats.org/drawingml/2006/main">
              <a:ext uri="{FF2B5EF4-FFF2-40B4-BE49-F238E27FC236}">
                <a16:creationId xmlns:a16="http://schemas.microsoft.com/office/drawing/2014/main" id="{EEA91C13-5FE6-4DD7-81D0-5CF1AE72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78"/>
          </a:solidFill>
          <a:ln xmlns:a="http://schemas.openxmlformats.org/drawingml/2006/main" w="0">
            <a:noFill/>
          </a:ln>
        </p:spPr>
      </p:sp>
      <p:sp>
        <p:nvSpPr>
          <p:cNvPr id="81" name="rect-1-80">
            <a:extLst xmlns:a="http://schemas.openxmlformats.org/drawingml/2006/main">
              <a:ext uri="{FF2B5EF4-FFF2-40B4-BE49-F238E27FC236}">
                <a16:creationId xmlns:a16="http://schemas.microsoft.com/office/drawing/2014/main" id="{E6886588-C74C-43C3-87F9-517A336D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1C6"/>
          </a:solidFill>
          <a:ln xmlns:a="http://schemas.openxmlformats.org/drawingml/2006/main" w="0">
            <a:noFill/>
          </a:ln>
        </p:spPr>
      </p:sp>
      <p:sp>
        <p:nvSpPr>
          <p:cNvPr id="82" name="rect-1-81">
            <a:extLst xmlns:a="http://schemas.openxmlformats.org/drawingml/2006/main">
              <a:ext uri="{FF2B5EF4-FFF2-40B4-BE49-F238E27FC236}">
                <a16:creationId xmlns:a16="http://schemas.microsoft.com/office/drawing/2014/main" id="{2F5E5500-53CB-4F05-978B-C21A9640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7CC"/>
          </a:solidFill>
          <a:ln xmlns:a="http://schemas.openxmlformats.org/drawingml/2006/main" w="0">
            <a:noFill/>
          </a:ln>
        </p:spPr>
      </p:sp>
      <p:sp>
        <p:nvSpPr>
          <p:cNvPr id="83" name="rect-1-82">
            <a:extLst xmlns:a="http://schemas.openxmlformats.org/drawingml/2006/main">
              <a:ext uri="{FF2B5EF4-FFF2-40B4-BE49-F238E27FC236}">
                <a16:creationId xmlns:a16="http://schemas.microsoft.com/office/drawing/2014/main" id="{DBB56B4A-BABE-48B7-96A2-04B4B167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DF"/>
          </a:solidFill>
          <a:ln xmlns:a="http://schemas.openxmlformats.org/drawingml/2006/main" w="0">
            <a:noFill/>
          </a:ln>
        </p:spPr>
      </p:sp>
      <p:sp>
        <p:nvSpPr>
          <p:cNvPr id="84" name="rect-1-83">
            <a:extLst xmlns:a="http://schemas.openxmlformats.org/drawingml/2006/main">
              <a:ext uri="{FF2B5EF4-FFF2-40B4-BE49-F238E27FC236}">
                <a16:creationId xmlns:a16="http://schemas.microsoft.com/office/drawing/2014/main" id="{5ED77749-268F-4775-95DA-6394310C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C"/>
          </a:solidFill>
          <a:ln xmlns:a="http://schemas.openxmlformats.org/drawingml/2006/main" w="0">
            <a:noFill/>
          </a:ln>
        </p:spPr>
      </p:sp>
      <p:sp>
        <p:nvSpPr>
          <p:cNvPr id="85" name="rect-1-84">
            <a:extLst xmlns:a="http://schemas.openxmlformats.org/drawingml/2006/main">
              <a:ext uri="{FF2B5EF4-FFF2-40B4-BE49-F238E27FC236}">
                <a16:creationId xmlns:a16="http://schemas.microsoft.com/office/drawing/2014/main" id="{13AA5C09-A0D9-4592-ACC9-3187D52C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86" name="rect-1-85">
            <a:extLst xmlns:a="http://schemas.openxmlformats.org/drawingml/2006/main">
              <a:ext uri="{FF2B5EF4-FFF2-40B4-BE49-F238E27FC236}">
                <a16:creationId xmlns:a16="http://schemas.microsoft.com/office/drawing/2014/main" id="{C2ADB415-FE25-47D8-A90F-C61F7960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87" name="rect-1-86">
            <a:extLst xmlns:a="http://schemas.openxmlformats.org/drawingml/2006/main">
              <a:ext uri="{FF2B5EF4-FFF2-40B4-BE49-F238E27FC236}">
                <a16:creationId xmlns:a16="http://schemas.microsoft.com/office/drawing/2014/main" id="{C926BAB4-D970-4BFE-A5B6-DF1E64F9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88" name="rect-1-87">
            <a:extLst xmlns:a="http://schemas.openxmlformats.org/drawingml/2006/main">
              <a:ext uri="{FF2B5EF4-FFF2-40B4-BE49-F238E27FC236}">
                <a16:creationId xmlns:a16="http://schemas.microsoft.com/office/drawing/2014/main" id="{B46C2BA6-048C-40A9-9166-E1B719CF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736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C"/>
          </a:solidFill>
          <a:ln xmlns:a="http://schemas.openxmlformats.org/drawingml/2006/main" w="0">
            <a:noFill/>
          </a:ln>
        </p:spPr>
      </p:sp>
      <p:sp>
        <p:nvSpPr>
          <p:cNvPr id="89" name="rect-1-88">
            <a:extLst xmlns:a="http://schemas.openxmlformats.org/drawingml/2006/main">
              <a:ext uri="{FF2B5EF4-FFF2-40B4-BE49-F238E27FC236}">
                <a16:creationId xmlns:a16="http://schemas.microsoft.com/office/drawing/2014/main" id="{62540ADD-9670-4589-BFFB-C5F2E474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6DA"/>
          </a:solidFill>
          <a:ln xmlns:a="http://schemas.openxmlformats.org/drawingml/2006/main" w="0">
            <a:noFill/>
          </a:ln>
        </p:spPr>
      </p:sp>
      <p:sp>
        <p:nvSpPr>
          <p:cNvPr id="90" name="rect-1-89">
            <a:extLst xmlns:a="http://schemas.openxmlformats.org/drawingml/2006/main">
              <a:ext uri="{FF2B5EF4-FFF2-40B4-BE49-F238E27FC236}">
                <a16:creationId xmlns:a16="http://schemas.microsoft.com/office/drawing/2014/main" id="{BF0CFA04-B9AA-4820-AD30-AE34A5DC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CD0"/>
          </a:solidFill>
          <a:ln xmlns:a="http://schemas.openxmlformats.org/drawingml/2006/main" w="0">
            <a:noFill/>
          </a:ln>
        </p:spPr>
      </p:sp>
      <p:sp>
        <p:nvSpPr>
          <p:cNvPr id="91" name="rect-1-90">
            <a:extLst xmlns:a="http://schemas.openxmlformats.org/drawingml/2006/main">
              <a:ext uri="{FF2B5EF4-FFF2-40B4-BE49-F238E27FC236}">
                <a16:creationId xmlns:a16="http://schemas.microsoft.com/office/drawing/2014/main" id="{42FA3A0B-E9B7-4EF2-862E-0F1C6D4E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7"/>
          </a:solidFill>
          <a:ln xmlns:a="http://schemas.openxmlformats.org/drawingml/2006/main" w="0">
            <a:noFill/>
          </a:ln>
        </p:spPr>
      </p:sp>
      <p:sp>
        <p:nvSpPr>
          <p:cNvPr id="92" name="rect-1-91">
            <a:extLst xmlns:a="http://schemas.openxmlformats.org/drawingml/2006/main">
              <a:ext uri="{FF2B5EF4-FFF2-40B4-BE49-F238E27FC236}">
                <a16:creationId xmlns:a16="http://schemas.microsoft.com/office/drawing/2014/main" id="{69F2EED5-9774-4A54-BF0B-7552A5B4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2E5"/>
          </a:solidFill>
          <a:ln xmlns:a="http://schemas.openxmlformats.org/drawingml/2006/main" w="0">
            <a:noFill/>
          </a:ln>
        </p:spPr>
      </p:sp>
      <p:sp>
        <p:nvSpPr>
          <p:cNvPr id="93" name="rect-1-92">
            <a:extLst xmlns:a="http://schemas.openxmlformats.org/drawingml/2006/main">
              <a:ext uri="{FF2B5EF4-FFF2-40B4-BE49-F238E27FC236}">
                <a16:creationId xmlns:a16="http://schemas.microsoft.com/office/drawing/2014/main" id="{504031DA-AD11-439C-BADC-E989E398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EE"/>
          </a:solidFill>
          <a:ln xmlns:a="http://schemas.openxmlformats.org/drawingml/2006/main" w="0">
            <a:noFill/>
          </a:ln>
        </p:spPr>
      </p:sp>
      <p:sp>
        <p:nvSpPr>
          <p:cNvPr id="94" name="rect-1-93">
            <a:extLst xmlns:a="http://schemas.openxmlformats.org/drawingml/2006/main">
              <a:ext uri="{FF2B5EF4-FFF2-40B4-BE49-F238E27FC236}">
                <a16:creationId xmlns:a16="http://schemas.microsoft.com/office/drawing/2014/main" id="{B8A99564-F60A-40C1-AC5A-7F07F2A0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95" name="rect-1-94">
            <a:extLst xmlns:a="http://schemas.openxmlformats.org/drawingml/2006/main">
              <a:ext uri="{FF2B5EF4-FFF2-40B4-BE49-F238E27FC236}">
                <a16:creationId xmlns:a16="http://schemas.microsoft.com/office/drawing/2014/main" id="{FDC91746-303D-41D9-B67A-807A1F83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1011560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6" name="rect-1-95">
            <a:extLst xmlns:a="http://schemas.openxmlformats.org/drawingml/2006/main">
              <a:ext uri="{FF2B5EF4-FFF2-40B4-BE49-F238E27FC236}">
                <a16:creationId xmlns:a16="http://schemas.microsoft.com/office/drawing/2014/main" id="{7A621BCF-4B9B-499F-8714-E7C9C819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011560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9"/>
          </a:solidFill>
          <a:ln xmlns:a="http://schemas.openxmlformats.org/drawingml/2006/main" w="0">
            <a:noFill/>
          </a:ln>
        </p:spPr>
      </p:sp>
      <p:sp>
        <p:nvSpPr>
          <p:cNvPr id="97" name="rect-1-96">
            <a:extLst xmlns:a="http://schemas.openxmlformats.org/drawingml/2006/main">
              <a:ext uri="{FF2B5EF4-FFF2-40B4-BE49-F238E27FC236}">
                <a16:creationId xmlns:a16="http://schemas.microsoft.com/office/drawing/2014/main" id="{02168AB9-F501-4663-B9EE-5DDD8010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011560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C"/>
          </a:solidFill>
          <a:ln xmlns:a="http://schemas.openxmlformats.org/drawingml/2006/main" w="0">
            <a:noFill/>
          </a:ln>
        </p:spPr>
      </p:sp>
      <p:sp>
        <p:nvSpPr>
          <p:cNvPr id="98" name="rect-1-97">
            <a:extLst xmlns:a="http://schemas.openxmlformats.org/drawingml/2006/main">
              <a:ext uri="{FF2B5EF4-FFF2-40B4-BE49-F238E27FC236}">
                <a16:creationId xmlns:a16="http://schemas.microsoft.com/office/drawing/2014/main" id="{6B26482A-A2F9-47A3-A5ED-AFF6A953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011560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99" name="rect-1-98">
            <a:extLst xmlns:a="http://schemas.openxmlformats.org/drawingml/2006/main">
              <a:ext uri="{FF2B5EF4-FFF2-40B4-BE49-F238E27FC236}">
                <a16:creationId xmlns:a16="http://schemas.microsoft.com/office/drawing/2014/main" id="{400DAE28-745D-43D6-ADAA-61B1557C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011560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0" name="rect-1-99">
            <a:extLst xmlns:a="http://schemas.openxmlformats.org/drawingml/2006/main">
              <a:ext uri="{FF2B5EF4-FFF2-40B4-BE49-F238E27FC236}">
                <a16:creationId xmlns:a16="http://schemas.microsoft.com/office/drawing/2014/main" id="{EE09EBDC-21D2-4E66-A927-F1A19DCC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B"/>
          </a:solidFill>
          <a:ln xmlns:a="http://schemas.openxmlformats.org/drawingml/2006/main" w="0">
            <a:noFill/>
          </a:ln>
        </p:spPr>
      </p:sp>
      <p:sp>
        <p:nvSpPr>
          <p:cNvPr id="101" name="rect-1-100">
            <a:extLst xmlns:a="http://schemas.openxmlformats.org/drawingml/2006/main">
              <a:ext uri="{FF2B5EF4-FFF2-40B4-BE49-F238E27FC236}">
                <a16:creationId xmlns:a16="http://schemas.microsoft.com/office/drawing/2014/main" id="{97E4A7FE-78EC-4BD0-9C9B-81142E8D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102" name="rect-1-101">
            <a:extLst xmlns:a="http://schemas.openxmlformats.org/drawingml/2006/main">
              <a:ext uri="{FF2B5EF4-FFF2-40B4-BE49-F238E27FC236}">
                <a16:creationId xmlns:a16="http://schemas.microsoft.com/office/drawing/2014/main" id="{51524436-AA71-44A8-9C04-B6381E3A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103" name="rect-1-102">
            <a:extLst xmlns:a="http://schemas.openxmlformats.org/drawingml/2006/main">
              <a:ext uri="{FF2B5EF4-FFF2-40B4-BE49-F238E27FC236}">
                <a16:creationId xmlns:a16="http://schemas.microsoft.com/office/drawing/2014/main" id="{61C43E9A-4F6A-41AC-9734-0323B778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04" name="rect-1-103">
            <a:extLst xmlns:a="http://schemas.openxmlformats.org/drawingml/2006/main">
              <a:ext uri="{FF2B5EF4-FFF2-40B4-BE49-F238E27FC236}">
                <a16:creationId xmlns:a16="http://schemas.microsoft.com/office/drawing/2014/main" id="{3540D05F-DC90-4CD4-A8CA-E745B429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105" name="rect-1-104">
            <a:extLst xmlns:a="http://schemas.openxmlformats.org/drawingml/2006/main">
              <a:ext uri="{FF2B5EF4-FFF2-40B4-BE49-F238E27FC236}">
                <a16:creationId xmlns:a16="http://schemas.microsoft.com/office/drawing/2014/main" id="{576FD77A-3359-4F06-923F-76DC9881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D8"/>
          </a:solidFill>
          <a:ln xmlns:a="http://schemas.openxmlformats.org/drawingml/2006/main" w="0">
            <a:noFill/>
          </a:ln>
        </p:spPr>
      </p:sp>
      <p:sp>
        <p:nvSpPr>
          <p:cNvPr id="106" name="rect-1-105">
            <a:extLst xmlns:a="http://schemas.openxmlformats.org/drawingml/2006/main">
              <a:ext uri="{FF2B5EF4-FFF2-40B4-BE49-F238E27FC236}">
                <a16:creationId xmlns:a16="http://schemas.microsoft.com/office/drawing/2014/main" id="{79607D16-922E-4CED-92D6-2FCD2036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6DA"/>
          </a:solidFill>
          <a:ln xmlns:a="http://schemas.openxmlformats.org/drawingml/2006/main" w="0">
            <a:noFill/>
          </a:ln>
        </p:spPr>
      </p:sp>
      <p:sp>
        <p:nvSpPr>
          <p:cNvPr id="107" name="rect-1-106">
            <a:extLst xmlns:a="http://schemas.openxmlformats.org/drawingml/2006/main">
              <a:ext uri="{FF2B5EF4-FFF2-40B4-BE49-F238E27FC236}">
                <a16:creationId xmlns:a16="http://schemas.microsoft.com/office/drawing/2014/main" id="{D959B93E-17DC-4D3A-9F94-48E0ABFD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0"/>
          </a:solidFill>
          <a:ln xmlns:a="http://schemas.openxmlformats.org/drawingml/2006/main" w="0">
            <a:noFill/>
          </a:ln>
        </p:spPr>
      </p:sp>
      <p:sp>
        <p:nvSpPr>
          <p:cNvPr id="108" name="rect-1-107">
            <a:extLst xmlns:a="http://schemas.openxmlformats.org/drawingml/2006/main">
              <a:ext uri="{FF2B5EF4-FFF2-40B4-BE49-F238E27FC236}">
                <a16:creationId xmlns:a16="http://schemas.microsoft.com/office/drawing/2014/main" id="{5942242A-4573-43BF-87A7-0BF24411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C"/>
          </a:solidFill>
          <a:ln xmlns:a="http://schemas.openxmlformats.org/drawingml/2006/main" w="0">
            <a:noFill/>
          </a:ln>
        </p:spPr>
      </p:sp>
      <p:sp>
        <p:nvSpPr>
          <p:cNvPr id="109" name="rect-1-108">
            <a:extLst xmlns:a="http://schemas.openxmlformats.org/drawingml/2006/main">
              <a:ext uri="{FF2B5EF4-FFF2-40B4-BE49-F238E27FC236}">
                <a16:creationId xmlns:a16="http://schemas.microsoft.com/office/drawing/2014/main" id="{89DCDC75-6B1B-4627-A100-8E1185AF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0"/>
          </a:solidFill>
          <a:ln xmlns:a="http://schemas.openxmlformats.org/drawingml/2006/main" w="0">
            <a:noFill/>
          </a:ln>
        </p:spPr>
      </p:sp>
      <p:sp>
        <p:nvSpPr>
          <p:cNvPr id="110" name="rect-1-109">
            <a:extLst xmlns:a="http://schemas.openxmlformats.org/drawingml/2006/main">
              <a:ext uri="{FF2B5EF4-FFF2-40B4-BE49-F238E27FC236}">
                <a16:creationId xmlns:a16="http://schemas.microsoft.com/office/drawing/2014/main" id="{58886795-5E4B-40FE-B739-3870DA46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111" name="rect-1-110">
            <a:extLst xmlns:a="http://schemas.openxmlformats.org/drawingml/2006/main">
              <a:ext uri="{FF2B5EF4-FFF2-40B4-BE49-F238E27FC236}">
                <a16:creationId xmlns:a16="http://schemas.microsoft.com/office/drawing/2014/main" id="{7C93F051-97F4-4F73-B3DC-32F27F07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112" name="rect-1-111">
            <a:extLst xmlns:a="http://schemas.openxmlformats.org/drawingml/2006/main">
              <a:ext uri="{FF2B5EF4-FFF2-40B4-BE49-F238E27FC236}">
                <a16:creationId xmlns:a16="http://schemas.microsoft.com/office/drawing/2014/main" id="{86F5A72A-773A-44B2-8AF8-C78DB450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2D6"/>
          </a:solidFill>
          <a:ln xmlns:a="http://schemas.openxmlformats.org/drawingml/2006/main" w="0">
            <a:noFill/>
          </a:ln>
        </p:spPr>
      </p:sp>
      <p:sp>
        <p:nvSpPr>
          <p:cNvPr id="113" name="rect-1-112">
            <a:extLst xmlns:a="http://schemas.openxmlformats.org/drawingml/2006/main">
              <a:ext uri="{FF2B5EF4-FFF2-40B4-BE49-F238E27FC236}">
                <a16:creationId xmlns:a16="http://schemas.microsoft.com/office/drawing/2014/main" id="{28D5C105-4EDB-4773-9743-6B684C29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DC2"/>
          </a:solidFill>
          <a:ln xmlns:a="http://schemas.openxmlformats.org/drawingml/2006/main" w="0">
            <a:noFill/>
          </a:ln>
        </p:spPr>
      </p:sp>
      <p:sp>
        <p:nvSpPr>
          <p:cNvPr id="114" name="rect-1-113">
            <a:extLst xmlns:a="http://schemas.openxmlformats.org/drawingml/2006/main">
              <a:ext uri="{FF2B5EF4-FFF2-40B4-BE49-F238E27FC236}">
                <a16:creationId xmlns:a16="http://schemas.microsoft.com/office/drawing/2014/main" id="{08BAE4B8-CABA-4D8E-80D3-74CAA44E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9DD"/>
          </a:solidFill>
          <a:ln xmlns:a="http://schemas.openxmlformats.org/drawingml/2006/main" w="0">
            <a:noFill/>
          </a:ln>
        </p:spPr>
      </p:sp>
      <p:sp>
        <p:nvSpPr>
          <p:cNvPr id="115" name="rect-1-114">
            <a:extLst xmlns:a="http://schemas.openxmlformats.org/drawingml/2006/main">
              <a:ext uri="{FF2B5EF4-FFF2-40B4-BE49-F238E27FC236}">
                <a16:creationId xmlns:a16="http://schemas.microsoft.com/office/drawing/2014/main" id="{2CF14787-59C2-4276-8A46-E4982521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FE2"/>
          </a:solidFill>
          <a:ln xmlns:a="http://schemas.openxmlformats.org/drawingml/2006/main" w="0">
            <a:noFill/>
          </a:ln>
        </p:spPr>
      </p:sp>
      <p:sp>
        <p:nvSpPr>
          <p:cNvPr id="116" name="rect-1-115">
            <a:extLst xmlns:a="http://schemas.openxmlformats.org/drawingml/2006/main">
              <a:ext uri="{FF2B5EF4-FFF2-40B4-BE49-F238E27FC236}">
                <a16:creationId xmlns:a16="http://schemas.microsoft.com/office/drawing/2014/main" id="{336101A4-3516-4AA6-900C-5F6D4996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A93"/>
          </a:solidFill>
          <a:ln xmlns:a="http://schemas.openxmlformats.org/drawingml/2006/main" w="0">
            <a:noFill/>
          </a:ln>
        </p:spPr>
      </p:sp>
      <p:sp>
        <p:nvSpPr>
          <p:cNvPr id="117" name="rect-1-116">
            <a:extLst xmlns:a="http://schemas.openxmlformats.org/drawingml/2006/main">
              <a:ext uri="{FF2B5EF4-FFF2-40B4-BE49-F238E27FC236}">
                <a16:creationId xmlns:a16="http://schemas.microsoft.com/office/drawing/2014/main" id="{D6C85DC3-75BA-46FD-8379-A5A007C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79"/>
          </a:solidFill>
          <a:ln xmlns:a="http://schemas.openxmlformats.org/drawingml/2006/main" w="0">
            <a:noFill/>
          </a:ln>
        </p:spPr>
      </p:sp>
      <p:sp>
        <p:nvSpPr>
          <p:cNvPr id="118" name="rect-1-117">
            <a:extLst xmlns:a="http://schemas.openxmlformats.org/drawingml/2006/main">
              <a:ext uri="{FF2B5EF4-FFF2-40B4-BE49-F238E27FC236}">
                <a16:creationId xmlns:a16="http://schemas.microsoft.com/office/drawing/2014/main" id="{622E3CEE-E510-4943-9499-3E322123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E87"/>
          </a:solidFill>
          <a:ln xmlns:a="http://schemas.openxmlformats.org/drawingml/2006/main" w="0">
            <a:noFill/>
          </a:ln>
        </p:spPr>
      </p:sp>
      <p:sp>
        <p:nvSpPr>
          <p:cNvPr id="119" name="rect-1-118">
            <a:extLst xmlns:a="http://schemas.openxmlformats.org/drawingml/2006/main">
              <a:ext uri="{FF2B5EF4-FFF2-40B4-BE49-F238E27FC236}">
                <a16:creationId xmlns:a16="http://schemas.microsoft.com/office/drawing/2014/main" id="{BE47C8B3-8670-4ADA-AE2E-6079F293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6AC"/>
          </a:solidFill>
          <a:ln xmlns:a="http://schemas.openxmlformats.org/drawingml/2006/main" w="0">
            <a:noFill/>
          </a:ln>
        </p:spPr>
      </p:sp>
      <p:sp>
        <p:nvSpPr>
          <p:cNvPr id="120" name="rect-1-119">
            <a:extLst xmlns:a="http://schemas.openxmlformats.org/drawingml/2006/main">
              <a:ext uri="{FF2B5EF4-FFF2-40B4-BE49-F238E27FC236}">
                <a16:creationId xmlns:a16="http://schemas.microsoft.com/office/drawing/2014/main" id="{DC6DFB0E-5F4C-4BF4-B075-65C55FFE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3D7"/>
          </a:solidFill>
          <a:ln xmlns:a="http://schemas.openxmlformats.org/drawingml/2006/main" w="0">
            <a:noFill/>
          </a:ln>
        </p:spPr>
      </p:sp>
      <p:sp>
        <p:nvSpPr>
          <p:cNvPr id="121" name="rect-1-120">
            <a:extLst xmlns:a="http://schemas.openxmlformats.org/drawingml/2006/main">
              <a:ext uri="{FF2B5EF4-FFF2-40B4-BE49-F238E27FC236}">
                <a16:creationId xmlns:a16="http://schemas.microsoft.com/office/drawing/2014/main" id="{1F9135D0-B137-474F-92EF-5172DB45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3D7"/>
          </a:solidFill>
          <a:ln xmlns:a="http://schemas.openxmlformats.org/drawingml/2006/main" w="0">
            <a:noFill/>
          </a:ln>
        </p:spPr>
      </p:sp>
      <p:sp>
        <p:nvSpPr>
          <p:cNvPr id="122" name="rect-1-121">
            <a:extLst xmlns:a="http://schemas.openxmlformats.org/drawingml/2006/main">
              <a:ext uri="{FF2B5EF4-FFF2-40B4-BE49-F238E27FC236}">
                <a16:creationId xmlns:a16="http://schemas.microsoft.com/office/drawing/2014/main" id="{AD3A9211-2A10-4478-BC79-DA299AFD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7"/>
          </a:solidFill>
          <a:ln xmlns:a="http://schemas.openxmlformats.org/drawingml/2006/main" w="0">
            <a:noFill/>
          </a:ln>
        </p:spPr>
      </p:sp>
      <p:sp>
        <p:nvSpPr>
          <p:cNvPr id="123" name="rect-1-122">
            <a:extLst xmlns:a="http://schemas.openxmlformats.org/drawingml/2006/main">
              <a:ext uri="{FF2B5EF4-FFF2-40B4-BE49-F238E27FC236}">
                <a16:creationId xmlns:a16="http://schemas.microsoft.com/office/drawing/2014/main" id="{E3CB34F5-E1D0-4305-B7E7-2787F780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2"/>
          </a:solidFill>
          <a:ln xmlns:a="http://schemas.openxmlformats.org/drawingml/2006/main" w="0">
            <a:noFill/>
          </a:ln>
        </p:spPr>
      </p:sp>
      <p:sp>
        <p:nvSpPr>
          <p:cNvPr id="124" name="rect-1-123">
            <a:extLst xmlns:a="http://schemas.openxmlformats.org/drawingml/2006/main">
              <a:ext uri="{FF2B5EF4-FFF2-40B4-BE49-F238E27FC236}">
                <a16:creationId xmlns:a16="http://schemas.microsoft.com/office/drawing/2014/main" id="{382C32DA-13AC-4E74-8F20-184EEA96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125" name="rect-1-124">
            <a:extLst xmlns:a="http://schemas.openxmlformats.org/drawingml/2006/main">
              <a:ext uri="{FF2B5EF4-FFF2-40B4-BE49-F238E27FC236}">
                <a16:creationId xmlns:a16="http://schemas.microsoft.com/office/drawing/2014/main" id="{7BF3B071-D172-4139-A061-B59734E2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noFill/>
          </a:ln>
        </p:spPr>
      </p:sp>
      <p:sp>
        <p:nvSpPr>
          <p:cNvPr id="126" name="rect-1-125">
            <a:extLst xmlns:a="http://schemas.openxmlformats.org/drawingml/2006/main">
              <a:ext uri="{FF2B5EF4-FFF2-40B4-BE49-F238E27FC236}">
                <a16:creationId xmlns:a16="http://schemas.microsoft.com/office/drawing/2014/main" id="{B4047FC8-BF75-456E-81F7-B1607F39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7AD"/>
          </a:solidFill>
          <a:ln xmlns:a="http://schemas.openxmlformats.org/drawingml/2006/main" w="0">
            <a:noFill/>
          </a:ln>
        </p:spPr>
      </p:sp>
      <p:sp>
        <p:nvSpPr>
          <p:cNvPr id="127" name="rect-1-126">
            <a:extLst xmlns:a="http://schemas.openxmlformats.org/drawingml/2006/main">
              <a:ext uri="{FF2B5EF4-FFF2-40B4-BE49-F238E27FC236}">
                <a16:creationId xmlns:a16="http://schemas.microsoft.com/office/drawing/2014/main" id="{2733E363-6344-4AF9-A1C5-25415A73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2A9"/>
          </a:solidFill>
          <a:ln xmlns:a="http://schemas.openxmlformats.org/drawingml/2006/main" w="0">
            <a:noFill/>
          </a:ln>
        </p:spPr>
      </p:sp>
      <p:sp>
        <p:nvSpPr>
          <p:cNvPr id="128" name="rect-1-127">
            <a:extLst xmlns:a="http://schemas.openxmlformats.org/drawingml/2006/main">
              <a:ext uri="{FF2B5EF4-FFF2-40B4-BE49-F238E27FC236}">
                <a16:creationId xmlns:a16="http://schemas.microsoft.com/office/drawing/2014/main" id="{3AA9CB6E-2A98-47BA-B4C3-D1FE23F4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3A9"/>
          </a:solidFill>
          <a:ln xmlns:a="http://schemas.openxmlformats.org/drawingml/2006/main" w="0">
            <a:noFill/>
          </a:ln>
        </p:spPr>
      </p:sp>
      <p:sp>
        <p:nvSpPr>
          <p:cNvPr id="129" name="rect-1-128">
            <a:extLst xmlns:a="http://schemas.openxmlformats.org/drawingml/2006/main">
              <a:ext uri="{FF2B5EF4-FFF2-40B4-BE49-F238E27FC236}">
                <a16:creationId xmlns:a16="http://schemas.microsoft.com/office/drawing/2014/main" id="{3DBF4E0D-6D42-4A2B-8090-53ACA7CC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DA4"/>
          </a:solidFill>
          <a:ln xmlns:a="http://schemas.openxmlformats.org/drawingml/2006/main" w="0">
            <a:noFill/>
          </a:ln>
        </p:spPr>
      </p:sp>
      <p:sp>
        <p:nvSpPr>
          <p:cNvPr id="130" name="rect-1-129">
            <a:extLst xmlns:a="http://schemas.openxmlformats.org/drawingml/2006/main">
              <a:ext uri="{FF2B5EF4-FFF2-40B4-BE49-F238E27FC236}">
                <a16:creationId xmlns:a16="http://schemas.microsoft.com/office/drawing/2014/main" id="{43E25F3D-F322-48EC-A52A-69226FEF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A93"/>
          </a:solidFill>
          <a:ln xmlns:a="http://schemas.openxmlformats.org/drawingml/2006/main" w="0">
            <a:noFill/>
          </a:ln>
        </p:spPr>
      </p:sp>
      <p:sp>
        <p:nvSpPr>
          <p:cNvPr id="131" name="rect-1-130">
            <a:extLst xmlns:a="http://schemas.openxmlformats.org/drawingml/2006/main">
              <a:ext uri="{FF2B5EF4-FFF2-40B4-BE49-F238E27FC236}">
                <a16:creationId xmlns:a16="http://schemas.microsoft.com/office/drawing/2014/main" id="{42B4AD3B-6500-4756-84A7-35186BA0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A75"/>
          </a:solidFill>
          <a:ln xmlns:a="http://schemas.openxmlformats.org/drawingml/2006/main" w="0">
            <a:noFill/>
          </a:ln>
        </p:spPr>
      </p:sp>
      <p:sp>
        <p:nvSpPr>
          <p:cNvPr id="132" name="rect-1-131">
            <a:extLst xmlns:a="http://schemas.openxmlformats.org/drawingml/2006/main">
              <a:ext uri="{FF2B5EF4-FFF2-40B4-BE49-F238E27FC236}">
                <a16:creationId xmlns:a16="http://schemas.microsoft.com/office/drawing/2014/main" id="{35AFD470-1B61-41EF-9BA9-BBCE9CF1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16E"/>
          </a:solidFill>
          <a:ln xmlns:a="http://schemas.openxmlformats.org/drawingml/2006/main" w="0">
            <a:noFill/>
          </a:ln>
        </p:spPr>
      </p:sp>
      <p:sp>
        <p:nvSpPr>
          <p:cNvPr id="133" name="rect-1-132">
            <a:extLst xmlns:a="http://schemas.openxmlformats.org/drawingml/2006/main">
              <a:ext uri="{FF2B5EF4-FFF2-40B4-BE49-F238E27FC236}">
                <a16:creationId xmlns:a16="http://schemas.microsoft.com/office/drawing/2014/main" id="{FFC99598-A837-4EB1-AE4E-2AE8C72F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868F"/>
          </a:solidFill>
          <a:ln xmlns:a="http://schemas.openxmlformats.org/drawingml/2006/main" w="0">
            <a:noFill/>
          </a:ln>
        </p:spPr>
      </p:sp>
      <p:sp>
        <p:nvSpPr>
          <p:cNvPr id="134" name="rect-1-133">
            <a:extLst xmlns:a="http://schemas.openxmlformats.org/drawingml/2006/main">
              <a:ext uri="{FF2B5EF4-FFF2-40B4-BE49-F238E27FC236}">
                <a16:creationId xmlns:a16="http://schemas.microsoft.com/office/drawing/2014/main" id="{623603EF-5E02-47D8-B489-6B0828E2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6BC"/>
          </a:solidFill>
          <a:ln xmlns:a="http://schemas.openxmlformats.org/drawingml/2006/main" w="0">
            <a:noFill/>
          </a:ln>
        </p:spPr>
      </p:sp>
      <p:sp>
        <p:nvSpPr>
          <p:cNvPr id="135" name="rect-1-134">
            <a:extLst xmlns:a="http://schemas.openxmlformats.org/drawingml/2006/main">
              <a:ext uri="{FF2B5EF4-FFF2-40B4-BE49-F238E27FC236}">
                <a16:creationId xmlns:a16="http://schemas.microsoft.com/office/drawing/2014/main" id="{962A7FB2-0F7E-419D-B70A-E00C47CC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B0B6"/>
          </a:solidFill>
          <a:ln xmlns:a="http://schemas.openxmlformats.org/drawingml/2006/main" w="0">
            <a:noFill/>
          </a:ln>
        </p:spPr>
      </p:sp>
      <p:sp>
        <p:nvSpPr>
          <p:cNvPr id="136" name="rect-1-135">
            <a:extLst xmlns:a="http://schemas.openxmlformats.org/drawingml/2006/main">
              <a:ext uri="{FF2B5EF4-FFF2-40B4-BE49-F238E27FC236}">
                <a16:creationId xmlns:a16="http://schemas.microsoft.com/office/drawing/2014/main" id="{6D4085B3-4F6D-498F-A46C-2D8620A6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DF"/>
          </a:solidFill>
          <a:ln xmlns:a="http://schemas.openxmlformats.org/drawingml/2006/main" w="0">
            <a:noFill/>
          </a:ln>
        </p:spPr>
      </p:sp>
      <p:sp>
        <p:nvSpPr>
          <p:cNvPr id="137" name="rect-1-136">
            <a:extLst xmlns:a="http://schemas.openxmlformats.org/drawingml/2006/main">
              <a:ext uri="{FF2B5EF4-FFF2-40B4-BE49-F238E27FC236}">
                <a16:creationId xmlns:a16="http://schemas.microsoft.com/office/drawing/2014/main" id="{6E38613D-A349-4885-9745-F8C5523F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138" name="rect-1-137">
            <a:extLst xmlns:a="http://schemas.openxmlformats.org/drawingml/2006/main">
              <a:ext uri="{FF2B5EF4-FFF2-40B4-BE49-F238E27FC236}">
                <a16:creationId xmlns:a16="http://schemas.microsoft.com/office/drawing/2014/main" id="{63A26096-7087-4996-96DE-B5EF116E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2E5"/>
          </a:solidFill>
          <a:ln xmlns:a="http://schemas.openxmlformats.org/drawingml/2006/main" w="0">
            <a:noFill/>
          </a:ln>
        </p:spPr>
      </p:sp>
      <p:sp>
        <p:nvSpPr>
          <p:cNvPr id="139" name="rect-1-138">
            <a:extLst xmlns:a="http://schemas.openxmlformats.org/drawingml/2006/main">
              <a:ext uri="{FF2B5EF4-FFF2-40B4-BE49-F238E27FC236}">
                <a16:creationId xmlns:a16="http://schemas.microsoft.com/office/drawing/2014/main" id="{6B71FF04-E747-4D61-80D9-2E8882B3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0C5"/>
          </a:solidFill>
          <a:ln xmlns:a="http://schemas.openxmlformats.org/drawingml/2006/main" w="0">
            <a:noFill/>
          </a:ln>
        </p:spPr>
      </p:sp>
      <p:sp>
        <p:nvSpPr>
          <p:cNvPr id="140" name="rect-1-139">
            <a:extLst xmlns:a="http://schemas.openxmlformats.org/drawingml/2006/main">
              <a:ext uri="{FF2B5EF4-FFF2-40B4-BE49-F238E27FC236}">
                <a16:creationId xmlns:a16="http://schemas.microsoft.com/office/drawing/2014/main" id="{FA66FC35-6792-457F-8149-29B8E460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7AD"/>
          </a:solidFill>
          <a:ln xmlns:a="http://schemas.openxmlformats.org/drawingml/2006/main" w="0">
            <a:noFill/>
          </a:ln>
        </p:spPr>
      </p:sp>
      <p:sp>
        <p:nvSpPr>
          <p:cNvPr id="141" name="rect-1-140">
            <a:extLst xmlns:a="http://schemas.openxmlformats.org/drawingml/2006/main">
              <a:ext uri="{FF2B5EF4-FFF2-40B4-BE49-F238E27FC236}">
                <a16:creationId xmlns:a16="http://schemas.microsoft.com/office/drawing/2014/main" id="{59524950-A473-47CF-903A-2C2C8870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9199"/>
          </a:solidFill>
          <a:ln xmlns:a="http://schemas.openxmlformats.org/drawingml/2006/main" w="0">
            <a:noFill/>
          </a:ln>
        </p:spPr>
      </p:sp>
      <p:sp>
        <p:nvSpPr>
          <p:cNvPr id="142" name="rect-1-141">
            <a:extLst xmlns:a="http://schemas.openxmlformats.org/drawingml/2006/main">
              <a:ext uri="{FF2B5EF4-FFF2-40B4-BE49-F238E27FC236}">
                <a16:creationId xmlns:a16="http://schemas.microsoft.com/office/drawing/2014/main" id="{453898D7-7CDD-4164-9F69-FF4C406F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95"/>
          </a:solidFill>
          <a:ln xmlns:a="http://schemas.openxmlformats.org/drawingml/2006/main" w="0">
            <a:noFill/>
          </a:ln>
        </p:spPr>
      </p:sp>
      <p:sp>
        <p:nvSpPr>
          <p:cNvPr id="143" name="rect-1-142">
            <a:extLst xmlns:a="http://schemas.openxmlformats.org/drawingml/2006/main">
              <a:ext uri="{FF2B5EF4-FFF2-40B4-BE49-F238E27FC236}">
                <a16:creationId xmlns:a16="http://schemas.microsoft.com/office/drawing/2014/main" id="{5AEB9E14-1C1B-4D93-9CC5-292154B1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B76"/>
          </a:solidFill>
          <a:ln xmlns:a="http://schemas.openxmlformats.org/drawingml/2006/main" w="0">
            <a:noFill/>
          </a:ln>
        </p:spPr>
      </p:sp>
      <p:sp>
        <p:nvSpPr>
          <p:cNvPr id="144" name="rect-1-143">
            <a:extLst xmlns:a="http://schemas.openxmlformats.org/drawingml/2006/main">
              <a:ext uri="{FF2B5EF4-FFF2-40B4-BE49-F238E27FC236}">
                <a16:creationId xmlns:a16="http://schemas.microsoft.com/office/drawing/2014/main" id="{026DCB3D-1600-4FCC-8D48-AFF832C4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666"/>
          </a:solidFill>
          <a:ln xmlns:a="http://schemas.openxmlformats.org/drawingml/2006/main" w="0">
            <a:noFill/>
          </a:ln>
        </p:spPr>
      </p:sp>
      <p:sp>
        <p:nvSpPr>
          <p:cNvPr id="145" name="rect-1-144">
            <a:extLst xmlns:a="http://schemas.openxmlformats.org/drawingml/2006/main">
              <a:ext uri="{FF2B5EF4-FFF2-40B4-BE49-F238E27FC236}">
                <a16:creationId xmlns:a16="http://schemas.microsoft.com/office/drawing/2014/main" id="{742F2540-015E-4446-B783-76BF793C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062"/>
          </a:solidFill>
          <a:ln xmlns:a="http://schemas.openxmlformats.org/drawingml/2006/main" w="0">
            <a:noFill/>
          </a:ln>
        </p:spPr>
      </p:sp>
      <p:sp>
        <p:nvSpPr>
          <p:cNvPr id="146" name="rect-1-145">
            <a:extLst xmlns:a="http://schemas.openxmlformats.org/drawingml/2006/main">
              <a:ext uri="{FF2B5EF4-FFF2-40B4-BE49-F238E27FC236}">
                <a16:creationId xmlns:a16="http://schemas.microsoft.com/office/drawing/2014/main" id="{1A55D6A2-BFEF-4F91-B72F-1893537D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773"/>
          </a:solidFill>
          <a:ln xmlns:a="http://schemas.openxmlformats.org/drawingml/2006/main" w="0">
            <a:noFill/>
          </a:ln>
        </p:spPr>
      </p:sp>
      <p:sp>
        <p:nvSpPr>
          <p:cNvPr id="147" name="rect-1-146">
            <a:extLst xmlns:a="http://schemas.openxmlformats.org/drawingml/2006/main">
              <a:ext uri="{FF2B5EF4-FFF2-40B4-BE49-F238E27FC236}">
                <a16:creationId xmlns:a16="http://schemas.microsoft.com/office/drawing/2014/main" id="{4E7A2F9F-8DA3-4CBC-BE04-1240E0FF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B76"/>
          </a:solidFill>
          <a:ln xmlns:a="http://schemas.openxmlformats.org/drawingml/2006/main" w="0">
            <a:noFill/>
          </a:ln>
        </p:spPr>
      </p:sp>
      <p:sp>
        <p:nvSpPr>
          <p:cNvPr id="148" name="rect-1-147">
            <a:extLst xmlns:a="http://schemas.openxmlformats.org/drawingml/2006/main">
              <a:ext uri="{FF2B5EF4-FFF2-40B4-BE49-F238E27FC236}">
                <a16:creationId xmlns:a16="http://schemas.microsoft.com/office/drawing/2014/main" id="{D7D8315C-0086-4341-A98D-470A4990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B76"/>
          </a:solidFill>
          <a:ln xmlns:a="http://schemas.openxmlformats.org/drawingml/2006/main" w="0">
            <a:noFill/>
          </a:ln>
        </p:spPr>
      </p:sp>
      <p:sp>
        <p:nvSpPr>
          <p:cNvPr id="149" name="rect-1-148">
            <a:extLst xmlns:a="http://schemas.openxmlformats.org/drawingml/2006/main">
              <a:ext uri="{FF2B5EF4-FFF2-40B4-BE49-F238E27FC236}">
                <a16:creationId xmlns:a16="http://schemas.microsoft.com/office/drawing/2014/main" id="{69D35F83-CA64-405F-A946-08A9329B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67F"/>
          </a:solidFill>
          <a:ln xmlns:a="http://schemas.openxmlformats.org/drawingml/2006/main" w="0">
            <a:noFill/>
          </a:ln>
        </p:spPr>
      </p:sp>
      <p:sp>
        <p:nvSpPr>
          <p:cNvPr id="150" name="rect-1-149">
            <a:extLst xmlns:a="http://schemas.openxmlformats.org/drawingml/2006/main">
              <a:ext uri="{FF2B5EF4-FFF2-40B4-BE49-F238E27FC236}">
                <a16:creationId xmlns:a16="http://schemas.microsoft.com/office/drawing/2014/main" id="{1366C3ED-AC6C-4C33-BDF5-2A5762F6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95"/>
          </a:solidFill>
          <a:ln xmlns:a="http://schemas.openxmlformats.org/drawingml/2006/main" w="0">
            <a:noFill/>
          </a:ln>
        </p:spPr>
      </p:sp>
      <p:sp>
        <p:nvSpPr>
          <p:cNvPr id="151" name="rect-1-150">
            <a:extLst xmlns:a="http://schemas.openxmlformats.org/drawingml/2006/main">
              <a:ext uri="{FF2B5EF4-FFF2-40B4-BE49-F238E27FC236}">
                <a16:creationId xmlns:a16="http://schemas.microsoft.com/office/drawing/2014/main" id="{8AEB9A2E-98AE-4698-A795-6E2558B9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D8DB"/>
          </a:solidFill>
          <a:ln xmlns:a="http://schemas.openxmlformats.org/drawingml/2006/main" w="0">
            <a:noFill/>
          </a:ln>
        </p:spPr>
      </p:sp>
      <p:sp>
        <p:nvSpPr>
          <p:cNvPr id="152" name="rect-1-151">
            <a:extLst xmlns:a="http://schemas.openxmlformats.org/drawingml/2006/main">
              <a:ext uri="{FF2B5EF4-FFF2-40B4-BE49-F238E27FC236}">
                <a16:creationId xmlns:a16="http://schemas.microsoft.com/office/drawing/2014/main" id="{AA567A62-D854-4507-8CDB-E1ADFF58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153" name="rect-1-152">
            <a:extLst xmlns:a="http://schemas.openxmlformats.org/drawingml/2006/main">
              <a:ext uri="{FF2B5EF4-FFF2-40B4-BE49-F238E27FC236}">
                <a16:creationId xmlns:a16="http://schemas.microsoft.com/office/drawing/2014/main" id="{4F8988E8-CD05-48F8-9C37-7CFC2639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736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B"/>
          </a:solidFill>
          <a:ln xmlns:a="http://schemas.openxmlformats.org/drawingml/2006/main" w="0">
            <a:noFill/>
          </a:ln>
        </p:spPr>
      </p:sp>
      <p:sp>
        <p:nvSpPr>
          <p:cNvPr id="154" name="rect-1-153">
            <a:extLst xmlns:a="http://schemas.openxmlformats.org/drawingml/2006/main">
              <a:ext uri="{FF2B5EF4-FFF2-40B4-BE49-F238E27FC236}">
                <a16:creationId xmlns:a16="http://schemas.microsoft.com/office/drawing/2014/main" id="{E4586AC8-9C2F-4155-9BF2-2FF0F070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BCF"/>
          </a:solidFill>
          <a:ln xmlns:a="http://schemas.openxmlformats.org/drawingml/2006/main" w="0">
            <a:noFill/>
          </a:ln>
        </p:spPr>
      </p:sp>
      <p:sp>
        <p:nvSpPr>
          <p:cNvPr id="155" name="rect-1-154">
            <a:extLst xmlns:a="http://schemas.openxmlformats.org/drawingml/2006/main">
              <a:ext uri="{FF2B5EF4-FFF2-40B4-BE49-F238E27FC236}">
                <a16:creationId xmlns:a16="http://schemas.microsoft.com/office/drawing/2014/main" id="{0FE5F4F5-1C7A-430A-A385-49AAE455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ACB3"/>
          </a:solidFill>
          <a:ln xmlns:a="http://schemas.openxmlformats.org/drawingml/2006/main" w="0">
            <a:noFill/>
          </a:ln>
        </p:spPr>
      </p:sp>
      <p:sp>
        <p:nvSpPr>
          <p:cNvPr id="156" name="rect-1-155">
            <a:extLst xmlns:a="http://schemas.openxmlformats.org/drawingml/2006/main">
              <a:ext uri="{FF2B5EF4-FFF2-40B4-BE49-F238E27FC236}">
                <a16:creationId xmlns:a16="http://schemas.microsoft.com/office/drawing/2014/main" id="{601DDB4D-F472-4429-8169-7C6289FE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ACB3"/>
          </a:solidFill>
          <a:ln xmlns:a="http://schemas.openxmlformats.org/drawingml/2006/main" w="0">
            <a:noFill/>
          </a:ln>
        </p:spPr>
      </p:sp>
      <p:sp>
        <p:nvSpPr>
          <p:cNvPr id="157" name="rect-1-156">
            <a:extLst xmlns:a="http://schemas.openxmlformats.org/drawingml/2006/main">
              <a:ext uri="{FF2B5EF4-FFF2-40B4-BE49-F238E27FC236}">
                <a16:creationId xmlns:a16="http://schemas.microsoft.com/office/drawing/2014/main" id="{59791BFB-03B6-4FCA-BFBC-5E3CDBA5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87"/>
          </a:solidFill>
          <a:ln xmlns:a="http://schemas.openxmlformats.org/drawingml/2006/main" w="0">
            <a:noFill/>
          </a:ln>
        </p:spPr>
      </p:sp>
      <p:sp>
        <p:nvSpPr>
          <p:cNvPr id="158" name="rect-1-157">
            <a:extLst xmlns:a="http://schemas.openxmlformats.org/drawingml/2006/main">
              <a:ext uri="{FF2B5EF4-FFF2-40B4-BE49-F238E27FC236}">
                <a16:creationId xmlns:a16="http://schemas.microsoft.com/office/drawing/2014/main" id="{CE26D476-0D83-4E7C-A517-C42DAB59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F97"/>
          </a:solidFill>
          <a:ln xmlns:a="http://schemas.openxmlformats.org/drawingml/2006/main" w="0">
            <a:noFill/>
          </a:ln>
        </p:spPr>
      </p:sp>
      <p:sp>
        <p:nvSpPr>
          <p:cNvPr id="159" name="rect-1-158">
            <a:extLst xmlns:a="http://schemas.openxmlformats.org/drawingml/2006/main">
              <a:ext uri="{FF2B5EF4-FFF2-40B4-BE49-F238E27FC236}">
                <a16:creationId xmlns:a16="http://schemas.microsoft.com/office/drawing/2014/main" id="{00AA114D-9846-475E-BC99-21720DD5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B84"/>
          </a:solidFill>
          <a:ln xmlns:a="http://schemas.openxmlformats.org/drawingml/2006/main" w="0">
            <a:noFill/>
          </a:ln>
        </p:spPr>
      </p:sp>
      <p:sp>
        <p:nvSpPr>
          <p:cNvPr id="160" name="rect-1-159">
            <a:extLst xmlns:a="http://schemas.openxmlformats.org/drawingml/2006/main">
              <a:ext uri="{FF2B5EF4-FFF2-40B4-BE49-F238E27FC236}">
                <a16:creationId xmlns:a16="http://schemas.microsoft.com/office/drawing/2014/main" id="{198F150A-9FBA-4A4C-A499-70B185D8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E87"/>
          </a:solidFill>
          <a:ln xmlns:a="http://schemas.openxmlformats.org/drawingml/2006/main" w="0">
            <a:noFill/>
          </a:ln>
        </p:spPr>
      </p:sp>
      <p:sp>
        <p:nvSpPr>
          <p:cNvPr id="161" name="rect-1-160">
            <a:extLst xmlns:a="http://schemas.openxmlformats.org/drawingml/2006/main">
              <a:ext uri="{FF2B5EF4-FFF2-40B4-BE49-F238E27FC236}">
                <a16:creationId xmlns:a16="http://schemas.microsoft.com/office/drawing/2014/main" id="{16D86358-85A9-4398-9EC9-3C36D2E0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95C"/>
          </a:solidFill>
          <a:ln xmlns:a="http://schemas.openxmlformats.org/drawingml/2006/main" w="0">
            <a:noFill/>
          </a:ln>
        </p:spPr>
      </p:sp>
      <p:sp>
        <p:nvSpPr>
          <p:cNvPr id="162" name="rect-1-161">
            <a:extLst xmlns:a="http://schemas.openxmlformats.org/drawingml/2006/main">
              <a:ext uri="{FF2B5EF4-FFF2-40B4-BE49-F238E27FC236}">
                <a16:creationId xmlns:a16="http://schemas.microsoft.com/office/drawing/2014/main" id="{0A840E5D-30A8-4EBD-A5AE-57EDA698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465"/>
          </a:solidFill>
          <a:ln xmlns:a="http://schemas.openxmlformats.org/drawingml/2006/main" w="0">
            <a:noFill/>
          </a:ln>
        </p:spPr>
      </p:sp>
      <p:sp>
        <p:nvSpPr>
          <p:cNvPr id="163" name="rect-1-162">
            <a:extLst xmlns:a="http://schemas.openxmlformats.org/drawingml/2006/main">
              <a:ext uri="{FF2B5EF4-FFF2-40B4-BE49-F238E27FC236}">
                <a16:creationId xmlns:a16="http://schemas.microsoft.com/office/drawing/2014/main" id="{4AB0CFCC-CDC5-49CF-A909-0DA15718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5062"/>
          </a:solidFill>
          <a:ln xmlns:a="http://schemas.openxmlformats.org/drawingml/2006/main" w="0">
            <a:noFill/>
          </a:ln>
        </p:spPr>
      </p:sp>
      <p:sp>
        <p:nvSpPr>
          <p:cNvPr id="164" name="rect-1-163">
            <a:extLst xmlns:a="http://schemas.openxmlformats.org/drawingml/2006/main">
              <a:ext uri="{FF2B5EF4-FFF2-40B4-BE49-F238E27FC236}">
                <a16:creationId xmlns:a16="http://schemas.microsoft.com/office/drawing/2014/main" id="{7D2B46EF-BDDF-4967-83C5-F78CE6ED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263"/>
          </a:solidFill>
          <a:ln xmlns:a="http://schemas.openxmlformats.org/drawingml/2006/main" w="0">
            <a:noFill/>
          </a:ln>
        </p:spPr>
      </p:sp>
      <p:sp>
        <p:nvSpPr>
          <p:cNvPr id="165" name="rect-1-164">
            <a:extLst xmlns:a="http://schemas.openxmlformats.org/drawingml/2006/main">
              <a:ext uri="{FF2B5EF4-FFF2-40B4-BE49-F238E27FC236}">
                <a16:creationId xmlns:a16="http://schemas.microsoft.com/office/drawing/2014/main" id="{01B01445-6C5F-4ACD-A924-F32E5FCE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969"/>
          </a:solidFill>
          <a:ln xmlns:a="http://schemas.openxmlformats.org/drawingml/2006/main" w="0">
            <a:noFill/>
          </a:ln>
        </p:spPr>
      </p:sp>
      <p:sp>
        <p:nvSpPr>
          <p:cNvPr id="166" name="rect-1-165">
            <a:extLst xmlns:a="http://schemas.openxmlformats.org/drawingml/2006/main">
              <a:ext uri="{FF2B5EF4-FFF2-40B4-BE49-F238E27FC236}">
                <a16:creationId xmlns:a16="http://schemas.microsoft.com/office/drawing/2014/main" id="{3E54DBD6-395E-4F9F-8504-F347950B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848D"/>
          </a:solidFill>
          <a:ln xmlns:a="http://schemas.openxmlformats.org/drawingml/2006/main" w="0">
            <a:noFill/>
          </a:ln>
        </p:spPr>
      </p:sp>
      <p:sp>
        <p:nvSpPr>
          <p:cNvPr id="167" name="rect-1-166">
            <a:extLst xmlns:a="http://schemas.openxmlformats.org/drawingml/2006/main">
              <a:ext uri="{FF2B5EF4-FFF2-40B4-BE49-F238E27FC236}">
                <a16:creationId xmlns:a16="http://schemas.microsoft.com/office/drawing/2014/main" id="{2C167226-E47C-4CE8-B12E-88CF9743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1D5"/>
          </a:solidFill>
          <a:ln xmlns:a="http://schemas.openxmlformats.org/drawingml/2006/main" w="0">
            <a:noFill/>
          </a:ln>
        </p:spPr>
      </p:sp>
      <p:sp>
        <p:nvSpPr>
          <p:cNvPr id="168" name="rect-1-167">
            <a:extLst xmlns:a="http://schemas.openxmlformats.org/drawingml/2006/main">
              <a:ext uri="{FF2B5EF4-FFF2-40B4-BE49-F238E27FC236}">
                <a16:creationId xmlns:a16="http://schemas.microsoft.com/office/drawing/2014/main" id="{4ABB762F-2BA1-400A-B808-FB3D17D3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169" name="rect-1-168">
            <a:extLst xmlns:a="http://schemas.openxmlformats.org/drawingml/2006/main">
              <a:ext uri="{FF2B5EF4-FFF2-40B4-BE49-F238E27FC236}">
                <a16:creationId xmlns:a16="http://schemas.microsoft.com/office/drawing/2014/main" id="{AF4631EF-F4F0-47FC-B58B-279E9FD7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41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170" name="rect-1-169">
            <a:extLst xmlns:a="http://schemas.openxmlformats.org/drawingml/2006/main">
              <a:ext uri="{FF2B5EF4-FFF2-40B4-BE49-F238E27FC236}">
                <a16:creationId xmlns:a16="http://schemas.microsoft.com/office/drawing/2014/main" id="{B2697ECA-EC70-482F-B960-3AB29476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DF"/>
          </a:solidFill>
          <a:ln xmlns:a="http://schemas.openxmlformats.org/drawingml/2006/main" w="0">
            <a:noFill/>
          </a:ln>
        </p:spPr>
      </p:sp>
      <p:sp>
        <p:nvSpPr>
          <p:cNvPr id="171" name="rect-1-170">
            <a:extLst xmlns:a="http://schemas.openxmlformats.org/drawingml/2006/main">
              <a:ext uri="{FF2B5EF4-FFF2-40B4-BE49-F238E27FC236}">
                <a16:creationId xmlns:a16="http://schemas.microsoft.com/office/drawing/2014/main" id="{407FEFDC-7C1E-4EE8-A158-63A4A7F4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8CC"/>
          </a:solidFill>
          <a:ln xmlns:a="http://schemas.openxmlformats.org/drawingml/2006/main" w="0">
            <a:noFill/>
          </a:ln>
        </p:spPr>
      </p:sp>
      <p:sp>
        <p:nvSpPr>
          <p:cNvPr id="172" name="rect-1-171">
            <a:extLst xmlns:a="http://schemas.openxmlformats.org/drawingml/2006/main">
              <a:ext uri="{FF2B5EF4-FFF2-40B4-BE49-F238E27FC236}">
                <a16:creationId xmlns:a16="http://schemas.microsoft.com/office/drawing/2014/main" id="{591EA0AD-2342-4D24-B499-D8932030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F88"/>
          </a:solidFill>
          <a:ln xmlns:a="http://schemas.openxmlformats.org/drawingml/2006/main" w="0">
            <a:noFill/>
          </a:ln>
        </p:spPr>
      </p:sp>
      <p:sp>
        <p:nvSpPr>
          <p:cNvPr id="173" name="rect-1-172">
            <a:extLst xmlns:a="http://schemas.openxmlformats.org/drawingml/2006/main">
              <a:ext uri="{FF2B5EF4-FFF2-40B4-BE49-F238E27FC236}">
                <a16:creationId xmlns:a16="http://schemas.microsoft.com/office/drawing/2014/main" id="{BD35550D-832C-4A42-A9AD-91B0DA01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58E"/>
          </a:solidFill>
          <a:ln xmlns:a="http://schemas.openxmlformats.org/drawingml/2006/main" w="0">
            <a:noFill/>
          </a:ln>
        </p:spPr>
      </p:sp>
      <p:sp>
        <p:nvSpPr>
          <p:cNvPr id="174" name="rect-1-173">
            <a:extLst xmlns:a="http://schemas.openxmlformats.org/drawingml/2006/main">
              <a:ext uri="{FF2B5EF4-FFF2-40B4-BE49-F238E27FC236}">
                <a16:creationId xmlns:a16="http://schemas.microsoft.com/office/drawing/2014/main" id="{4C92712D-99CA-40C6-95DB-CFCC84D8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0A7"/>
          </a:solidFill>
          <a:ln xmlns:a="http://schemas.openxmlformats.org/drawingml/2006/main" w="0">
            <a:noFill/>
          </a:ln>
        </p:spPr>
      </p:sp>
      <p:sp>
        <p:nvSpPr>
          <p:cNvPr id="175" name="rect-1-174">
            <a:extLst xmlns:a="http://schemas.openxmlformats.org/drawingml/2006/main">
              <a:ext uri="{FF2B5EF4-FFF2-40B4-BE49-F238E27FC236}">
                <a16:creationId xmlns:a16="http://schemas.microsoft.com/office/drawing/2014/main" id="{B924AF09-F8D6-4A55-AF44-25DA0A52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95"/>
          </a:solidFill>
          <a:ln xmlns:a="http://schemas.openxmlformats.org/drawingml/2006/main" w="0">
            <a:noFill/>
          </a:ln>
        </p:spPr>
      </p:sp>
      <p:sp>
        <p:nvSpPr>
          <p:cNvPr id="176" name="rect-1-175">
            <a:extLst xmlns:a="http://schemas.openxmlformats.org/drawingml/2006/main">
              <a:ext uri="{FF2B5EF4-FFF2-40B4-BE49-F238E27FC236}">
                <a16:creationId xmlns:a16="http://schemas.microsoft.com/office/drawing/2014/main" id="{2AED6076-E5CC-4D88-BE52-3A394A03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969"/>
          </a:solidFill>
          <a:ln xmlns:a="http://schemas.openxmlformats.org/drawingml/2006/main" w="0">
            <a:noFill/>
          </a:ln>
        </p:spPr>
      </p:sp>
      <p:sp>
        <p:nvSpPr>
          <p:cNvPr id="177" name="rect-1-176">
            <a:extLst xmlns:a="http://schemas.openxmlformats.org/drawingml/2006/main">
              <a:ext uri="{FF2B5EF4-FFF2-40B4-BE49-F238E27FC236}">
                <a16:creationId xmlns:a16="http://schemas.microsoft.com/office/drawing/2014/main" id="{749F4D10-5259-4388-93AC-99222FB8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B5E"/>
          </a:solidFill>
          <a:ln xmlns:a="http://schemas.openxmlformats.org/drawingml/2006/main" w="0">
            <a:noFill/>
          </a:ln>
        </p:spPr>
      </p:sp>
      <p:sp>
        <p:nvSpPr>
          <p:cNvPr id="178" name="rect-1-177">
            <a:extLst xmlns:a="http://schemas.openxmlformats.org/drawingml/2006/main">
              <a:ext uri="{FF2B5EF4-FFF2-40B4-BE49-F238E27FC236}">
                <a16:creationId xmlns:a16="http://schemas.microsoft.com/office/drawing/2014/main" id="{4E79DAEF-B586-4E98-8992-C58AAC8D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E60"/>
          </a:solidFill>
          <a:ln xmlns:a="http://schemas.openxmlformats.org/drawingml/2006/main" w="0">
            <a:noFill/>
          </a:ln>
        </p:spPr>
      </p:sp>
      <p:sp>
        <p:nvSpPr>
          <p:cNvPr id="179" name="rect-1-178">
            <a:extLst xmlns:a="http://schemas.openxmlformats.org/drawingml/2006/main">
              <a:ext uri="{FF2B5EF4-FFF2-40B4-BE49-F238E27FC236}">
                <a16:creationId xmlns:a16="http://schemas.microsoft.com/office/drawing/2014/main" id="{EF640AA8-3004-4CF6-942F-6A9AEA39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B5E"/>
          </a:solidFill>
          <a:ln xmlns:a="http://schemas.openxmlformats.org/drawingml/2006/main" w="0">
            <a:noFill/>
          </a:ln>
        </p:spPr>
      </p:sp>
      <p:sp>
        <p:nvSpPr>
          <p:cNvPr id="180" name="rect-1-179">
            <a:extLst xmlns:a="http://schemas.openxmlformats.org/drawingml/2006/main">
              <a:ext uri="{FF2B5EF4-FFF2-40B4-BE49-F238E27FC236}">
                <a16:creationId xmlns:a16="http://schemas.microsoft.com/office/drawing/2014/main" id="{393E6E39-F662-4F0B-90F0-4F1AE383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270"/>
          </a:solidFill>
          <a:ln xmlns:a="http://schemas.openxmlformats.org/drawingml/2006/main" w="0">
            <a:noFill/>
          </a:ln>
        </p:spPr>
      </p:sp>
      <p:sp>
        <p:nvSpPr>
          <p:cNvPr id="181" name="rect-1-180">
            <a:extLst xmlns:a="http://schemas.openxmlformats.org/drawingml/2006/main">
              <a:ext uri="{FF2B5EF4-FFF2-40B4-BE49-F238E27FC236}">
                <a16:creationId xmlns:a16="http://schemas.microsoft.com/office/drawing/2014/main" id="{C4BB23D8-BBC5-4B9B-BEA2-4E6918EF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06E"/>
          </a:solidFill>
          <a:ln xmlns:a="http://schemas.openxmlformats.org/drawingml/2006/main" w="0">
            <a:noFill/>
          </a:ln>
        </p:spPr>
      </p:sp>
      <p:sp>
        <p:nvSpPr>
          <p:cNvPr id="182" name="rect-1-181">
            <a:extLst xmlns:a="http://schemas.openxmlformats.org/drawingml/2006/main">
              <a:ext uri="{FF2B5EF4-FFF2-40B4-BE49-F238E27FC236}">
                <a16:creationId xmlns:a16="http://schemas.microsoft.com/office/drawing/2014/main" id="{0F439D74-EDC7-4786-A13B-E17FC0A7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0">
            <a:noFill/>
          </a:ln>
        </p:spPr>
      </p:sp>
      <p:sp>
        <p:nvSpPr>
          <p:cNvPr id="183" name="rect-1-182">
            <a:extLst xmlns:a="http://schemas.openxmlformats.org/drawingml/2006/main">
              <a:ext uri="{FF2B5EF4-FFF2-40B4-BE49-F238E27FC236}">
                <a16:creationId xmlns:a16="http://schemas.microsoft.com/office/drawing/2014/main" id="{A3443A2B-FC44-43EC-9FBD-614D70BD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B0B6"/>
          </a:solidFill>
          <a:ln xmlns:a="http://schemas.openxmlformats.org/drawingml/2006/main" w="0">
            <a:noFill/>
          </a:ln>
        </p:spPr>
      </p:sp>
      <p:sp>
        <p:nvSpPr>
          <p:cNvPr id="184" name="rect-1-183">
            <a:extLst xmlns:a="http://schemas.openxmlformats.org/drawingml/2006/main">
              <a:ext uri="{FF2B5EF4-FFF2-40B4-BE49-F238E27FC236}">
                <a16:creationId xmlns:a16="http://schemas.microsoft.com/office/drawing/2014/main" id="{9C5CA0C0-D03F-42A5-AC3D-C7F0A0E5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0"/>
          </a:solidFill>
          <a:ln xmlns:a="http://schemas.openxmlformats.org/drawingml/2006/main" w="0">
            <a:noFill/>
          </a:ln>
        </p:spPr>
      </p:sp>
      <p:sp>
        <p:nvSpPr>
          <p:cNvPr id="185" name="rect-1-184">
            <a:extLst xmlns:a="http://schemas.openxmlformats.org/drawingml/2006/main">
              <a:ext uri="{FF2B5EF4-FFF2-40B4-BE49-F238E27FC236}">
                <a16:creationId xmlns:a16="http://schemas.microsoft.com/office/drawing/2014/main" id="{8528BB21-76EB-4CFA-8981-F40C5FF4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41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A"/>
          </a:solidFill>
          <a:ln xmlns:a="http://schemas.openxmlformats.org/drawingml/2006/main" w="0">
            <a:noFill/>
          </a:ln>
        </p:spPr>
      </p:sp>
      <p:sp>
        <p:nvSpPr>
          <p:cNvPr id="186" name="rect-1-185">
            <a:extLst xmlns:a="http://schemas.openxmlformats.org/drawingml/2006/main">
              <a:ext uri="{FF2B5EF4-FFF2-40B4-BE49-F238E27FC236}">
                <a16:creationId xmlns:a16="http://schemas.microsoft.com/office/drawing/2014/main" id="{D503CD1D-7593-403F-AD70-E70FDEFD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736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187" name="rect-1-186">
            <a:extLst xmlns:a="http://schemas.openxmlformats.org/drawingml/2006/main">
              <a:ext uri="{FF2B5EF4-FFF2-40B4-BE49-F238E27FC236}">
                <a16:creationId xmlns:a16="http://schemas.microsoft.com/office/drawing/2014/main" id="{1D563C54-B43B-44B7-9B7B-4492AEA5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BDE"/>
          </a:solidFill>
          <a:ln xmlns:a="http://schemas.openxmlformats.org/drawingml/2006/main" w="0">
            <a:noFill/>
          </a:ln>
        </p:spPr>
      </p:sp>
      <p:sp>
        <p:nvSpPr>
          <p:cNvPr id="188" name="rect-1-187">
            <a:extLst xmlns:a="http://schemas.openxmlformats.org/drawingml/2006/main">
              <a:ext uri="{FF2B5EF4-FFF2-40B4-BE49-F238E27FC236}">
                <a16:creationId xmlns:a16="http://schemas.microsoft.com/office/drawing/2014/main" id="{EE0247D1-537A-4237-8F08-5B81EDB0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8BE"/>
          </a:solidFill>
          <a:ln xmlns:a="http://schemas.openxmlformats.org/drawingml/2006/main" w="0">
            <a:noFill/>
          </a:ln>
        </p:spPr>
      </p:sp>
      <p:sp>
        <p:nvSpPr>
          <p:cNvPr id="189" name="rect-1-188">
            <a:extLst xmlns:a="http://schemas.openxmlformats.org/drawingml/2006/main">
              <a:ext uri="{FF2B5EF4-FFF2-40B4-BE49-F238E27FC236}">
                <a16:creationId xmlns:a16="http://schemas.microsoft.com/office/drawing/2014/main" id="{B20DFFFD-8E53-4385-9BCF-18A23420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EA5"/>
          </a:solidFill>
          <a:ln xmlns:a="http://schemas.openxmlformats.org/drawingml/2006/main" w="0">
            <a:noFill/>
          </a:ln>
        </p:spPr>
      </p:sp>
      <p:sp>
        <p:nvSpPr>
          <p:cNvPr id="190" name="rect-1-189">
            <a:extLst xmlns:a="http://schemas.openxmlformats.org/drawingml/2006/main">
              <a:ext uri="{FF2B5EF4-FFF2-40B4-BE49-F238E27FC236}">
                <a16:creationId xmlns:a16="http://schemas.microsoft.com/office/drawing/2014/main" id="{D046EC97-21DD-4C7D-89FF-D4AFD071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1A8"/>
          </a:solidFill>
          <a:ln xmlns:a="http://schemas.openxmlformats.org/drawingml/2006/main" w="0">
            <a:noFill/>
          </a:ln>
        </p:spPr>
      </p:sp>
      <p:sp>
        <p:nvSpPr>
          <p:cNvPr id="191" name="rect-1-190">
            <a:extLst xmlns:a="http://schemas.openxmlformats.org/drawingml/2006/main">
              <a:ext uri="{FF2B5EF4-FFF2-40B4-BE49-F238E27FC236}">
                <a16:creationId xmlns:a16="http://schemas.microsoft.com/office/drawing/2014/main" id="{58A381B4-D32A-4AE9-B1B9-477BAFCC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80"/>
          </a:solidFill>
          <a:ln xmlns:a="http://schemas.openxmlformats.org/drawingml/2006/main" w="0">
            <a:noFill/>
          </a:ln>
        </p:spPr>
      </p:sp>
      <p:sp>
        <p:nvSpPr>
          <p:cNvPr id="192" name="rect-1-191">
            <a:extLst xmlns:a="http://schemas.openxmlformats.org/drawingml/2006/main">
              <a:ext uri="{FF2B5EF4-FFF2-40B4-BE49-F238E27FC236}">
                <a16:creationId xmlns:a16="http://schemas.microsoft.com/office/drawing/2014/main" id="{362E046C-486F-40AD-9C1F-E6E4547A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17B"/>
          </a:solidFill>
          <a:ln xmlns:a="http://schemas.openxmlformats.org/drawingml/2006/main" w="0">
            <a:noFill/>
          </a:ln>
        </p:spPr>
      </p:sp>
      <p:sp>
        <p:nvSpPr>
          <p:cNvPr id="193" name="rect-1-192">
            <a:extLst xmlns:a="http://schemas.openxmlformats.org/drawingml/2006/main">
              <a:ext uri="{FF2B5EF4-FFF2-40B4-BE49-F238E27FC236}">
                <a16:creationId xmlns:a16="http://schemas.microsoft.com/office/drawing/2014/main" id="{EC8B8944-D962-41CB-8A76-0EEF7B5C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B6A"/>
          </a:solidFill>
          <a:ln xmlns:a="http://schemas.openxmlformats.org/drawingml/2006/main" w="0">
            <a:noFill/>
          </a:ln>
        </p:spPr>
      </p:sp>
      <p:sp>
        <p:nvSpPr>
          <p:cNvPr id="194" name="rect-1-193">
            <a:extLst xmlns:a="http://schemas.openxmlformats.org/drawingml/2006/main">
              <a:ext uri="{FF2B5EF4-FFF2-40B4-BE49-F238E27FC236}">
                <a16:creationId xmlns:a16="http://schemas.microsoft.com/office/drawing/2014/main" id="{85FED768-7784-475E-85D1-7469CE71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465"/>
          </a:solidFill>
          <a:ln xmlns:a="http://schemas.openxmlformats.org/drawingml/2006/main" w="0">
            <a:noFill/>
          </a:ln>
        </p:spPr>
      </p:sp>
      <p:sp>
        <p:nvSpPr>
          <p:cNvPr id="195" name="rect-1-194">
            <a:extLst xmlns:a="http://schemas.openxmlformats.org/drawingml/2006/main">
              <a:ext uri="{FF2B5EF4-FFF2-40B4-BE49-F238E27FC236}">
                <a16:creationId xmlns:a16="http://schemas.microsoft.com/office/drawing/2014/main" id="{6A8DA489-AB02-4917-9361-150F3A1D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54E"/>
          </a:solidFill>
          <a:ln xmlns:a="http://schemas.openxmlformats.org/drawingml/2006/main" w="0">
            <a:noFill/>
          </a:ln>
        </p:spPr>
      </p:sp>
      <p:sp>
        <p:nvSpPr>
          <p:cNvPr id="196" name="rect-1-195">
            <a:extLst xmlns:a="http://schemas.openxmlformats.org/drawingml/2006/main">
              <a:ext uri="{FF2B5EF4-FFF2-40B4-BE49-F238E27FC236}">
                <a16:creationId xmlns:a16="http://schemas.microsoft.com/office/drawing/2014/main" id="{B4DA9A65-06FF-4D34-89F9-475E95B6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D60"/>
          </a:solidFill>
          <a:ln xmlns:a="http://schemas.openxmlformats.org/drawingml/2006/main" w="0">
            <a:noFill/>
          </a:ln>
        </p:spPr>
      </p:sp>
      <p:sp>
        <p:nvSpPr>
          <p:cNvPr id="197" name="rect-1-196">
            <a:extLst xmlns:a="http://schemas.openxmlformats.org/drawingml/2006/main">
              <a:ext uri="{FF2B5EF4-FFF2-40B4-BE49-F238E27FC236}">
                <a16:creationId xmlns:a16="http://schemas.microsoft.com/office/drawing/2014/main" id="{CF51ADD2-F8E7-431B-8323-9EA3B549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364"/>
          </a:solidFill>
          <a:ln xmlns:a="http://schemas.openxmlformats.org/drawingml/2006/main" w="0">
            <a:noFill/>
          </a:ln>
        </p:spPr>
      </p:sp>
      <p:sp>
        <p:nvSpPr>
          <p:cNvPr id="198" name="rect-1-197">
            <a:extLst xmlns:a="http://schemas.openxmlformats.org/drawingml/2006/main">
              <a:ext uri="{FF2B5EF4-FFF2-40B4-BE49-F238E27FC236}">
                <a16:creationId xmlns:a16="http://schemas.microsoft.com/office/drawing/2014/main" id="{BB73DAB7-8B82-4463-B698-79D12012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471"/>
          </a:solidFill>
          <a:ln xmlns:a="http://schemas.openxmlformats.org/drawingml/2006/main" w="0">
            <a:noFill/>
          </a:ln>
        </p:spPr>
      </p:sp>
      <p:sp>
        <p:nvSpPr>
          <p:cNvPr id="199" name="rect-1-198">
            <a:extLst xmlns:a="http://schemas.openxmlformats.org/drawingml/2006/main">
              <a:ext uri="{FF2B5EF4-FFF2-40B4-BE49-F238E27FC236}">
                <a16:creationId xmlns:a16="http://schemas.microsoft.com/office/drawing/2014/main" id="{BE0C552F-66D0-4EBF-96BE-6C30D7A8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37C"/>
          </a:solidFill>
          <a:ln xmlns:a="http://schemas.openxmlformats.org/drawingml/2006/main" w="0">
            <a:noFill/>
          </a:ln>
        </p:spPr>
      </p:sp>
      <p:sp>
        <p:nvSpPr>
          <p:cNvPr id="200" name="rect-1-199">
            <a:extLst xmlns:a="http://schemas.openxmlformats.org/drawingml/2006/main">
              <a:ext uri="{FF2B5EF4-FFF2-40B4-BE49-F238E27FC236}">
                <a16:creationId xmlns:a16="http://schemas.microsoft.com/office/drawing/2014/main" id="{A777340B-588B-4DAE-9653-6794D60A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98A0"/>
          </a:solidFill>
          <a:ln xmlns:a="http://schemas.openxmlformats.org/drawingml/2006/main" w="0">
            <a:noFill/>
          </a:ln>
        </p:spPr>
      </p:sp>
      <p:sp>
        <p:nvSpPr>
          <p:cNvPr id="201" name="rect-1-200">
            <a:extLst xmlns:a="http://schemas.openxmlformats.org/drawingml/2006/main">
              <a:ext uri="{FF2B5EF4-FFF2-40B4-BE49-F238E27FC236}">
                <a16:creationId xmlns:a16="http://schemas.microsoft.com/office/drawing/2014/main" id="{3ED0A4CB-51C9-48ED-AC9E-7B6E38D1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4D7"/>
          </a:solidFill>
          <a:ln xmlns:a="http://schemas.openxmlformats.org/drawingml/2006/main" w="0">
            <a:noFill/>
          </a:ln>
        </p:spPr>
      </p:sp>
      <p:sp>
        <p:nvSpPr>
          <p:cNvPr id="202" name="rect-1-201">
            <a:extLst xmlns:a="http://schemas.openxmlformats.org/drawingml/2006/main">
              <a:ext uri="{FF2B5EF4-FFF2-40B4-BE49-F238E27FC236}">
                <a16:creationId xmlns:a16="http://schemas.microsoft.com/office/drawing/2014/main" id="{217ED4E8-3AD0-4C9E-86AD-AD079FCB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41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203" name="rect-1-202">
            <a:extLst xmlns:a="http://schemas.openxmlformats.org/drawingml/2006/main">
              <a:ext uri="{FF2B5EF4-FFF2-40B4-BE49-F238E27FC236}">
                <a16:creationId xmlns:a16="http://schemas.microsoft.com/office/drawing/2014/main" id="{A053BD33-454C-4C8E-B2DE-96CED8C1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736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204" name="rect-1-203">
            <a:extLst xmlns:a="http://schemas.openxmlformats.org/drawingml/2006/main">
              <a:ext uri="{FF2B5EF4-FFF2-40B4-BE49-F238E27FC236}">
                <a16:creationId xmlns:a16="http://schemas.microsoft.com/office/drawing/2014/main" id="{84BC9574-6F97-4200-9BAA-99E25808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EA"/>
          </a:solidFill>
          <a:ln xmlns:a="http://schemas.openxmlformats.org/drawingml/2006/main" w="0">
            <a:noFill/>
          </a:ln>
        </p:spPr>
      </p:sp>
      <p:sp>
        <p:nvSpPr>
          <p:cNvPr id="205" name="rect-1-204">
            <a:extLst xmlns:a="http://schemas.openxmlformats.org/drawingml/2006/main">
              <a:ext uri="{FF2B5EF4-FFF2-40B4-BE49-F238E27FC236}">
                <a16:creationId xmlns:a16="http://schemas.microsoft.com/office/drawing/2014/main" id="{F9C40107-5FC6-4BB4-B947-D3F442F5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DC2"/>
          </a:solidFill>
          <a:ln xmlns:a="http://schemas.openxmlformats.org/drawingml/2006/main" w="0">
            <a:noFill/>
          </a:ln>
        </p:spPr>
      </p:sp>
      <p:sp>
        <p:nvSpPr>
          <p:cNvPr id="206" name="rect-1-205">
            <a:extLst xmlns:a="http://schemas.openxmlformats.org/drawingml/2006/main">
              <a:ext uri="{FF2B5EF4-FFF2-40B4-BE49-F238E27FC236}">
                <a16:creationId xmlns:a16="http://schemas.microsoft.com/office/drawing/2014/main" id="{0404A3C4-9F90-4081-9295-514CE077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9A1"/>
          </a:solidFill>
          <a:ln xmlns:a="http://schemas.openxmlformats.org/drawingml/2006/main" w="0">
            <a:noFill/>
          </a:ln>
        </p:spPr>
      </p:sp>
      <p:sp>
        <p:nvSpPr>
          <p:cNvPr id="207" name="rect-1-206">
            <a:extLst xmlns:a="http://schemas.openxmlformats.org/drawingml/2006/main">
              <a:ext uri="{FF2B5EF4-FFF2-40B4-BE49-F238E27FC236}">
                <a16:creationId xmlns:a16="http://schemas.microsoft.com/office/drawing/2014/main" id="{36FE8E69-B444-43C7-9013-9AA3FAD4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18A"/>
          </a:solidFill>
          <a:ln xmlns:a="http://schemas.openxmlformats.org/drawingml/2006/main" w="0">
            <a:noFill/>
          </a:ln>
        </p:spPr>
      </p:sp>
      <p:sp>
        <p:nvSpPr>
          <p:cNvPr id="208" name="rect-1-207">
            <a:extLst xmlns:a="http://schemas.openxmlformats.org/drawingml/2006/main">
              <a:ext uri="{FF2B5EF4-FFF2-40B4-BE49-F238E27FC236}">
                <a16:creationId xmlns:a16="http://schemas.microsoft.com/office/drawing/2014/main" id="{A61B1764-0F1C-41E5-B715-5125D65E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CA3"/>
          </a:solidFill>
          <a:ln xmlns:a="http://schemas.openxmlformats.org/drawingml/2006/main" w="0">
            <a:noFill/>
          </a:ln>
        </p:spPr>
      </p:sp>
      <p:sp>
        <p:nvSpPr>
          <p:cNvPr id="209" name="rect-1-208">
            <a:extLst xmlns:a="http://schemas.openxmlformats.org/drawingml/2006/main">
              <a:ext uri="{FF2B5EF4-FFF2-40B4-BE49-F238E27FC236}">
                <a16:creationId xmlns:a16="http://schemas.microsoft.com/office/drawing/2014/main" id="{C3C572FF-06DB-4501-A5D4-36B11A3F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17B"/>
          </a:solidFill>
          <a:ln xmlns:a="http://schemas.openxmlformats.org/drawingml/2006/main" w="0">
            <a:noFill/>
          </a:ln>
        </p:spPr>
      </p:sp>
      <p:sp>
        <p:nvSpPr>
          <p:cNvPr id="210" name="rect-1-209">
            <a:extLst xmlns:a="http://schemas.openxmlformats.org/drawingml/2006/main">
              <a:ext uri="{FF2B5EF4-FFF2-40B4-BE49-F238E27FC236}">
                <a16:creationId xmlns:a16="http://schemas.microsoft.com/office/drawing/2014/main" id="{A68ABFBE-6D34-4860-AB9C-1844DF24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471"/>
          </a:solidFill>
          <a:ln xmlns:a="http://schemas.openxmlformats.org/drawingml/2006/main" w="0">
            <a:noFill/>
          </a:ln>
        </p:spPr>
      </p:sp>
      <p:sp>
        <p:nvSpPr>
          <p:cNvPr id="211" name="rect-1-210">
            <a:extLst xmlns:a="http://schemas.openxmlformats.org/drawingml/2006/main">
              <a:ext uri="{FF2B5EF4-FFF2-40B4-BE49-F238E27FC236}">
                <a16:creationId xmlns:a16="http://schemas.microsoft.com/office/drawing/2014/main" id="{D7841D02-4BA7-4D5D-8DD3-EDF2BCA1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16E"/>
          </a:solidFill>
          <a:ln xmlns:a="http://schemas.openxmlformats.org/drawingml/2006/main" w="0">
            <a:noFill/>
          </a:ln>
        </p:spPr>
      </p:sp>
      <p:sp>
        <p:nvSpPr>
          <p:cNvPr id="212" name="rect-1-211">
            <a:extLst xmlns:a="http://schemas.openxmlformats.org/drawingml/2006/main">
              <a:ext uri="{FF2B5EF4-FFF2-40B4-BE49-F238E27FC236}">
                <a16:creationId xmlns:a16="http://schemas.microsoft.com/office/drawing/2014/main" id="{86394170-2169-40A6-87D4-503B1FA0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666"/>
          </a:solidFill>
          <a:ln xmlns:a="http://schemas.openxmlformats.org/drawingml/2006/main" w="0">
            <a:noFill/>
          </a:ln>
        </p:spPr>
      </p:sp>
      <p:sp>
        <p:nvSpPr>
          <p:cNvPr id="213" name="rect-1-212">
            <a:extLst xmlns:a="http://schemas.openxmlformats.org/drawingml/2006/main">
              <a:ext uri="{FF2B5EF4-FFF2-40B4-BE49-F238E27FC236}">
                <a16:creationId xmlns:a16="http://schemas.microsoft.com/office/drawing/2014/main" id="{B40A11AC-1614-4E58-A220-681D6F80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4B"/>
          </a:solidFill>
          <a:ln xmlns:a="http://schemas.openxmlformats.org/drawingml/2006/main" w="0">
            <a:noFill/>
          </a:ln>
        </p:spPr>
      </p:sp>
      <p:sp>
        <p:nvSpPr>
          <p:cNvPr id="214" name="rect-1-213">
            <a:extLst xmlns:a="http://schemas.openxmlformats.org/drawingml/2006/main">
              <a:ext uri="{FF2B5EF4-FFF2-40B4-BE49-F238E27FC236}">
                <a16:creationId xmlns:a16="http://schemas.microsoft.com/office/drawing/2014/main" id="{E9FC7046-5622-43FD-85AE-C08A7ECC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969"/>
          </a:solidFill>
          <a:ln xmlns:a="http://schemas.openxmlformats.org/drawingml/2006/main" w="0">
            <a:noFill/>
          </a:ln>
        </p:spPr>
      </p:sp>
      <p:sp>
        <p:nvSpPr>
          <p:cNvPr id="215" name="rect-1-214">
            <a:extLst xmlns:a="http://schemas.openxmlformats.org/drawingml/2006/main">
              <a:ext uri="{FF2B5EF4-FFF2-40B4-BE49-F238E27FC236}">
                <a16:creationId xmlns:a16="http://schemas.microsoft.com/office/drawing/2014/main" id="{4B6392D3-3C13-469A-8677-204BE0E1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773"/>
          </a:solidFill>
          <a:ln xmlns:a="http://schemas.openxmlformats.org/drawingml/2006/main" w="0">
            <a:noFill/>
          </a:ln>
        </p:spPr>
      </p:sp>
      <p:sp>
        <p:nvSpPr>
          <p:cNvPr id="216" name="rect-1-215">
            <a:extLst xmlns:a="http://schemas.openxmlformats.org/drawingml/2006/main">
              <a:ext uri="{FF2B5EF4-FFF2-40B4-BE49-F238E27FC236}">
                <a16:creationId xmlns:a16="http://schemas.microsoft.com/office/drawing/2014/main" id="{64C96934-3D0A-4B16-89F9-A6D79398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773"/>
          </a:solidFill>
          <a:ln xmlns:a="http://schemas.openxmlformats.org/drawingml/2006/main" w="0">
            <a:noFill/>
          </a:ln>
        </p:spPr>
      </p:sp>
      <p:sp>
        <p:nvSpPr>
          <p:cNvPr id="217" name="rect-1-216">
            <a:extLst xmlns:a="http://schemas.openxmlformats.org/drawingml/2006/main">
              <a:ext uri="{FF2B5EF4-FFF2-40B4-BE49-F238E27FC236}">
                <a16:creationId xmlns:a16="http://schemas.microsoft.com/office/drawing/2014/main" id="{8908F0F4-BB84-455D-A56D-F8B7AF76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D95"/>
          </a:solidFill>
          <a:ln xmlns:a="http://schemas.openxmlformats.org/drawingml/2006/main" w="0">
            <a:noFill/>
          </a:ln>
        </p:spPr>
      </p:sp>
      <p:sp>
        <p:nvSpPr>
          <p:cNvPr id="218" name="rect-1-217">
            <a:extLst xmlns:a="http://schemas.openxmlformats.org/drawingml/2006/main">
              <a:ext uri="{FF2B5EF4-FFF2-40B4-BE49-F238E27FC236}">
                <a16:creationId xmlns:a16="http://schemas.microsoft.com/office/drawing/2014/main" id="{8D095732-D75A-47C1-9CC5-C39DAF02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DA4"/>
          </a:solidFill>
          <a:ln xmlns:a="http://schemas.openxmlformats.org/drawingml/2006/main" w="0">
            <a:noFill/>
          </a:ln>
        </p:spPr>
      </p:sp>
      <p:sp>
        <p:nvSpPr>
          <p:cNvPr id="219" name="rect-1-218">
            <a:extLst xmlns:a="http://schemas.openxmlformats.org/drawingml/2006/main">
              <a:ext uri="{FF2B5EF4-FFF2-40B4-BE49-F238E27FC236}">
                <a16:creationId xmlns:a16="http://schemas.microsoft.com/office/drawing/2014/main" id="{C1F74BF9-C6CF-4FA4-9352-E65640A6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41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C0C5"/>
          </a:solidFill>
          <a:ln xmlns:a="http://schemas.openxmlformats.org/drawingml/2006/main" w="0">
            <a:noFill/>
          </a:ln>
        </p:spPr>
      </p:sp>
      <p:sp>
        <p:nvSpPr>
          <p:cNvPr id="220" name="rect-1-219">
            <a:extLst xmlns:a="http://schemas.openxmlformats.org/drawingml/2006/main">
              <a:ext uri="{FF2B5EF4-FFF2-40B4-BE49-F238E27FC236}">
                <a16:creationId xmlns:a16="http://schemas.microsoft.com/office/drawing/2014/main" id="{270092C0-FAB9-4785-80D2-07EEBF1C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066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ED2"/>
          </a:solidFill>
          <a:ln xmlns:a="http://schemas.openxmlformats.org/drawingml/2006/main" w="0">
            <a:noFill/>
          </a:ln>
        </p:spPr>
      </p:sp>
      <p:sp>
        <p:nvSpPr>
          <p:cNvPr id="221" name="rect-1-220">
            <a:extLst xmlns:a="http://schemas.openxmlformats.org/drawingml/2006/main">
              <a:ext uri="{FF2B5EF4-FFF2-40B4-BE49-F238E27FC236}">
                <a16:creationId xmlns:a16="http://schemas.microsoft.com/office/drawing/2014/main" id="{2A472D07-102D-43FC-9EDA-CD928F06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791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222" name="rect-1-221">
            <a:extLst xmlns:a="http://schemas.openxmlformats.org/drawingml/2006/main">
              <a:ext uri="{FF2B5EF4-FFF2-40B4-BE49-F238E27FC236}">
                <a16:creationId xmlns:a16="http://schemas.microsoft.com/office/drawing/2014/main" id="{F4155465-88FA-437A-A99F-5DE352FF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223" name="rect-1-222">
            <a:extLst xmlns:a="http://schemas.openxmlformats.org/drawingml/2006/main">
              <a:ext uri="{FF2B5EF4-FFF2-40B4-BE49-F238E27FC236}">
                <a16:creationId xmlns:a16="http://schemas.microsoft.com/office/drawing/2014/main" id="{5AD0B69D-6B3C-490E-8846-D49D2EF1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8DB"/>
          </a:solidFill>
          <a:ln xmlns:a="http://schemas.openxmlformats.org/drawingml/2006/main" w="0">
            <a:noFill/>
          </a:ln>
        </p:spPr>
      </p:sp>
      <p:sp>
        <p:nvSpPr>
          <p:cNvPr id="224" name="rect-1-223">
            <a:extLst xmlns:a="http://schemas.openxmlformats.org/drawingml/2006/main">
              <a:ext uri="{FF2B5EF4-FFF2-40B4-BE49-F238E27FC236}">
                <a16:creationId xmlns:a16="http://schemas.microsoft.com/office/drawing/2014/main" id="{5385B381-3C82-44B1-9221-E927819A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EB4"/>
          </a:solidFill>
          <a:ln xmlns:a="http://schemas.openxmlformats.org/drawingml/2006/main" w="0">
            <a:noFill/>
          </a:ln>
        </p:spPr>
      </p:sp>
      <p:sp>
        <p:nvSpPr>
          <p:cNvPr id="225" name="rect-1-224">
            <a:extLst xmlns:a="http://schemas.openxmlformats.org/drawingml/2006/main">
              <a:ext uri="{FF2B5EF4-FFF2-40B4-BE49-F238E27FC236}">
                <a16:creationId xmlns:a16="http://schemas.microsoft.com/office/drawing/2014/main" id="{7FE4E7B3-311E-4E10-8E05-6E5B813E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FC4"/>
          </a:solidFill>
          <a:ln xmlns:a="http://schemas.openxmlformats.org/drawingml/2006/main" w="0">
            <a:noFill/>
          </a:ln>
        </p:spPr>
      </p:sp>
      <p:sp>
        <p:nvSpPr>
          <p:cNvPr id="226" name="rect-1-225">
            <a:extLst xmlns:a="http://schemas.openxmlformats.org/drawingml/2006/main">
              <a:ext uri="{FF2B5EF4-FFF2-40B4-BE49-F238E27FC236}">
                <a16:creationId xmlns:a16="http://schemas.microsoft.com/office/drawing/2014/main" id="{C2ED6FCC-B0D7-41EA-B5DD-AAA36A4F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AF"/>
          </a:solidFill>
          <a:ln xmlns:a="http://schemas.openxmlformats.org/drawingml/2006/main" w="0">
            <a:noFill/>
          </a:ln>
        </p:spPr>
      </p:sp>
      <p:sp>
        <p:nvSpPr>
          <p:cNvPr id="227" name="rect-1-226">
            <a:extLst xmlns:a="http://schemas.openxmlformats.org/drawingml/2006/main">
              <a:ext uri="{FF2B5EF4-FFF2-40B4-BE49-F238E27FC236}">
                <a16:creationId xmlns:a16="http://schemas.microsoft.com/office/drawing/2014/main" id="{0B6019A5-AE5C-4A0A-8030-59BDA14A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6AD"/>
          </a:solidFill>
          <a:ln xmlns:a="http://schemas.openxmlformats.org/drawingml/2006/main" w="0">
            <a:noFill/>
          </a:ln>
        </p:spPr>
      </p:sp>
      <p:sp>
        <p:nvSpPr>
          <p:cNvPr id="228" name="rect-1-227">
            <a:extLst xmlns:a="http://schemas.openxmlformats.org/drawingml/2006/main">
              <a:ext uri="{FF2B5EF4-FFF2-40B4-BE49-F238E27FC236}">
                <a16:creationId xmlns:a16="http://schemas.microsoft.com/office/drawing/2014/main" id="{B02D9BC3-7065-4A46-985C-EC494269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69D"/>
          </a:solidFill>
          <a:ln xmlns:a="http://schemas.openxmlformats.org/drawingml/2006/main" w="0">
            <a:noFill/>
          </a:ln>
        </p:spPr>
      </p:sp>
      <p:sp>
        <p:nvSpPr>
          <p:cNvPr id="229" name="rect-1-228">
            <a:extLst xmlns:a="http://schemas.openxmlformats.org/drawingml/2006/main">
              <a:ext uri="{FF2B5EF4-FFF2-40B4-BE49-F238E27FC236}">
                <a16:creationId xmlns:a16="http://schemas.microsoft.com/office/drawing/2014/main" id="{07415B64-1FE5-4443-91B3-D0E4A377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59D"/>
          </a:solidFill>
          <a:ln xmlns:a="http://schemas.openxmlformats.org/drawingml/2006/main" w="0">
            <a:noFill/>
          </a:ln>
        </p:spPr>
      </p:sp>
      <p:sp>
        <p:nvSpPr>
          <p:cNvPr id="230" name="rect-1-229">
            <a:extLst xmlns:a="http://schemas.openxmlformats.org/drawingml/2006/main">
              <a:ext uri="{FF2B5EF4-FFF2-40B4-BE49-F238E27FC236}">
                <a16:creationId xmlns:a16="http://schemas.microsoft.com/office/drawing/2014/main" id="{1BCDC8F6-8A66-4BBF-9A91-00D77627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848D"/>
          </a:solidFill>
          <a:ln xmlns:a="http://schemas.openxmlformats.org/drawingml/2006/main" w="0">
            <a:noFill/>
          </a:ln>
        </p:spPr>
      </p:sp>
      <p:sp>
        <p:nvSpPr>
          <p:cNvPr id="231" name="rect-1-230">
            <a:extLst xmlns:a="http://schemas.openxmlformats.org/drawingml/2006/main">
              <a:ext uri="{FF2B5EF4-FFF2-40B4-BE49-F238E27FC236}">
                <a16:creationId xmlns:a16="http://schemas.microsoft.com/office/drawing/2014/main" id="{01A76794-923E-46D1-8078-F8CB1E2A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06E"/>
          </a:solidFill>
          <a:ln xmlns:a="http://schemas.openxmlformats.org/drawingml/2006/main" w="0">
            <a:noFill/>
          </a:ln>
        </p:spPr>
      </p:sp>
      <p:sp>
        <p:nvSpPr>
          <p:cNvPr id="232" name="rect-1-231">
            <a:extLst xmlns:a="http://schemas.openxmlformats.org/drawingml/2006/main">
              <a:ext uri="{FF2B5EF4-FFF2-40B4-BE49-F238E27FC236}">
                <a16:creationId xmlns:a16="http://schemas.microsoft.com/office/drawing/2014/main" id="{75A351E4-250C-4D23-AAC6-026E9CE2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E61"/>
          </a:solidFill>
          <a:ln xmlns:a="http://schemas.openxmlformats.org/drawingml/2006/main" w="0">
            <a:noFill/>
          </a:ln>
        </p:spPr>
      </p:sp>
      <p:sp>
        <p:nvSpPr>
          <p:cNvPr id="233" name="rect-1-232">
            <a:extLst xmlns:a="http://schemas.openxmlformats.org/drawingml/2006/main">
              <a:ext uri="{FF2B5EF4-FFF2-40B4-BE49-F238E27FC236}">
                <a16:creationId xmlns:a16="http://schemas.microsoft.com/office/drawing/2014/main" id="{E6BE0151-20E2-4D8A-9645-C1D95443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6C"/>
          </a:solidFill>
          <a:ln xmlns:a="http://schemas.openxmlformats.org/drawingml/2006/main" w="0">
            <a:noFill/>
          </a:ln>
        </p:spPr>
      </p:sp>
      <p:sp>
        <p:nvSpPr>
          <p:cNvPr id="234" name="rect-1-233">
            <a:extLst xmlns:a="http://schemas.openxmlformats.org/drawingml/2006/main">
              <a:ext uri="{FF2B5EF4-FFF2-40B4-BE49-F238E27FC236}">
                <a16:creationId xmlns:a16="http://schemas.microsoft.com/office/drawing/2014/main" id="{4E96FC45-D5C8-43F5-83D9-7E1A28D6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571"/>
          </a:solidFill>
          <a:ln xmlns:a="http://schemas.openxmlformats.org/drawingml/2006/main" w="0">
            <a:noFill/>
          </a:ln>
        </p:spPr>
      </p:sp>
      <p:sp>
        <p:nvSpPr>
          <p:cNvPr id="235" name="rect-1-234">
            <a:extLst xmlns:a="http://schemas.openxmlformats.org/drawingml/2006/main">
              <a:ext uri="{FF2B5EF4-FFF2-40B4-BE49-F238E27FC236}">
                <a16:creationId xmlns:a16="http://schemas.microsoft.com/office/drawing/2014/main" id="{6DBF7E70-0E76-4B43-9220-0151B308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F88"/>
          </a:solidFill>
          <a:ln xmlns:a="http://schemas.openxmlformats.org/drawingml/2006/main" w="0">
            <a:noFill/>
          </a:ln>
        </p:spPr>
      </p:sp>
      <p:sp>
        <p:nvSpPr>
          <p:cNvPr id="236" name="rect-1-235">
            <a:extLst xmlns:a="http://schemas.openxmlformats.org/drawingml/2006/main">
              <a:ext uri="{FF2B5EF4-FFF2-40B4-BE49-F238E27FC236}">
                <a16:creationId xmlns:a16="http://schemas.microsoft.com/office/drawing/2014/main" id="{828D4956-F45B-4AEA-94B9-D241D6D6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95"/>
          </a:solidFill>
          <a:ln xmlns:a="http://schemas.openxmlformats.org/drawingml/2006/main" w="0">
            <a:noFill/>
          </a:ln>
        </p:spPr>
      </p:sp>
      <p:sp>
        <p:nvSpPr>
          <p:cNvPr id="237" name="rect-1-236">
            <a:extLst xmlns:a="http://schemas.openxmlformats.org/drawingml/2006/main">
              <a:ext uri="{FF2B5EF4-FFF2-40B4-BE49-F238E27FC236}">
                <a16:creationId xmlns:a16="http://schemas.microsoft.com/office/drawing/2014/main" id="{E2176826-47B9-45A2-BA62-E8D88976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41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BB1"/>
          </a:solidFill>
          <a:ln xmlns:a="http://schemas.openxmlformats.org/drawingml/2006/main" w="0">
            <a:noFill/>
          </a:ln>
        </p:spPr>
      </p:sp>
      <p:sp>
        <p:nvSpPr>
          <p:cNvPr id="238" name="rect-1-237">
            <a:extLst xmlns:a="http://schemas.openxmlformats.org/drawingml/2006/main">
              <a:ext uri="{FF2B5EF4-FFF2-40B4-BE49-F238E27FC236}">
                <a16:creationId xmlns:a16="http://schemas.microsoft.com/office/drawing/2014/main" id="{5DEC4FF0-2D47-460A-A103-7E1F16B0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066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7DB"/>
          </a:solidFill>
          <a:ln xmlns:a="http://schemas.openxmlformats.org/drawingml/2006/main" w="0">
            <a:noFill/>
          </a:ln>
        </p:spPr>
      </p:sp>
      <p:sp>
        <p:nvSpPr>
          <p:cNvPr id="239" name="rect-1-238">
            <a:extLst xmlns:a="http://schemas.openxmlformats.org/drawingml/2006/main">
              <a:ext uri="{FF2B5EF4-FFF2-40B4-BE49-F238E27FC236}">
                <a16:creationId xmlns:a16="http://schemas.microsoft.com/office/drawing/2014/main" id="{A6E22949-8FC6-438E-B3F0-5C36FB76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791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240" name="rect-1-239">
            <a:extLst xmlns:a="http://schemas.openxmlformats.org/drawingml/2006/main">
              <a:ext uri="{FF2B5EF4-FFF2-40B4-BE49-F238E27FC236}">
                <a16:creationId xmlns:a16="http://schemas.microsoft.com/office/drawing/2014/main" id="{62B70B12-7021-45F1-86C0-3F6AE3A4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241" name="rect-1-240">
            <a:extLst xmlns:a="http://schemas.openxmlformats.org/drawingml/2006/main">
              <a:ext uri="{FF2B5EF4-FFF2-40B4-BE49-F238E27FC236}">
                <a16:creationId xmlns:a16="http://schemas.microsoft.com/office/drawing/2014/main" id="{A60139C5-2C66-49C0-8910-D9BAE3B0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3E6"/>
          </a:solidFill>
          <a:ln xmlns:a="http://schemas.openxmlformats.org/drawingml/2006/main" w="0">
            <a:noFill/>
          </a:ln>
        </p:spPr>
      </p:sp>
      <p:sp>
        <p:nvSpPr>
          <p:cNvPr id="242" name="rect-1-241">
            <a:extLst xmlns:a="http://schemas.openxmlformats.org/drawingml/2006/main">
              <a:ext uri="{FF2B5EF4-FFF2-40B4-BE49-F238E27FC236}">
                <a16:creationId xmlns:a16="http://schemas.microsoft.com/office/drawing/2014/main" id="{E661D4FC-1B70-4A28-9B4C-CFC0E128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3D6"/>
          </a:solidFill>
          <a:ln xmlns:a="http://schemas.openxmlformats.org/drawingml/2006/main" w="0">
            <a:noFill/>
          </a:ln>
        </p:spPr>
      </p:sp>
      <p:sp>
        <p:nvSpPr>
          <p:cNvPr id="243" name="rect-1-242">
            <a:extLst xmlns:a="http://schemas.openxmlformats.org/drawingml/2006/main">
              <a:ext uri="{FF2B5EF4-FFF2-40B4-BE49-F238E27FC236}">
                <a16:creationId xmlns:a16="http://schemas.microsoft.com/office/drawing/2014/main" id="{26C4B78B-7ADC-4EC9-A13B-0A2115B0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3C8"/>
          </a:solidFill>
          <a:ln xmlns:a="http://schemas.openxmlformats.org/drawingml/2006/main" w="0">
            <a:noFill/>
          </a:ln>
        </p:spPr>
      </p:sp>
      <p:sp>
        <p:nvSpPr>
          <p:cNvPr id="244" name="rect-1-243">
            <a:extLst xmlns:a="http://schemas.openxmlformats.org/drawingml/2006/main">
              <a:ext uri="{FF2B5EF4-FFF2-40B4-BE49-F238E27FC236}">
                <a16:creationId xmlns:a16="http://schemas.microsoft.com/office/drawing/2014/main" id="{435CDD19-7161-4B48-B844-6FC20345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0C5"/>
          </a:solidFill>
          <a:ln xmlns:a="http://schemas.openxmlformats.org/drawingml/2006/main" w="0">
            <a:noFill/>
          </a:ln>
        </p:spPr>
      </p:sp>
      <p:sp>
        <p:nvSpPr>
          <p:cNvPr id="245" name="rect-1-244">
            <a:extLst xmlns:a="http://schemas.openxmlformats.org/drawingml/2006/main">
              <a:ext uri="{FF2B5EF4-FFF2-40B4-BE49-F238E27FC236}">
                <a16:creationId xmlns:a16="http://schemas.microsoft.com/office/drawing/2014/main" id="{7BCBC1EC-CF5D-4992-B5DC-E2D4962E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B6BB"/>
          </a:solidFill>
          <a:ln xmlns:a="http://schemas.openxmlformats.org/drawingml/2006/main" w="0">
            <a:noFill/>
          </a:ln>
        </p:spPr>
      </p:sp>
      <p:sp>
        <p:nvSpPr>
          <p:cNvPr id="246" name="rect-1-245">
            <a:extLst xmlns:a="http://schemas.openxmlformats.org/drawingml/2006/main">
              <a:ext uri="{FF2B5EF4-FFF2-40B4-BE49-F238E27FC236}">
                <a16:creationId xmlns:a16="http://schemas.microsoft.com/office/drawing/2014/main" id="{6277D998-D0FA-4481-8067-DB78EEFE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1C6"/>
          </a:solidFill>
          <a:ln xmlns:a="http://schemas.openxmlformats.org/drawingml/2006/main" w="0">
            <a:noFill/>
          </a:ln>
        </p:spPr>
      </p:sp>
      <p:sp>
        <p:nvSpPr>
          <p:cNvPr id="247" name="rect-1-246">
            <a:extLst xmlns:a="http://schemas.openxmlformats.org/drawingml/2006/main">
              <a:ext uri="{FF2B5EF4-FFF2-40B4-BE49-F238E27FC236}">
                <a16:creationId xmlns:a16="http://schemas.microsoft.com/office/drawing/2014/main" id="{A1208FC3-DD39-4EC2-9567-BF7B7F2D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49C"/>
          </a:solidFill>
          <a:ln xmlns:a="http://schemas.openxmlformats.org/drawingml/2006/main" w="0">
            <a:noFill/>
          </a:ln>
        </p:spPr>
      </p:sp>
      <p:sp>
        <p:nvSpPr>
          <p:cNvPr id="248" name="rect-1-247">
            <a:extLst xmlns:a="http://schemas.openxmlformats.org/drawingml/2006/main">
              <a:ext uri="{FF2B5EF4-FFF2-40B4-BE49-F238E27FC236}">
                <a16:creationId xmlns:a16="http://schemas.microsoft.com/office/drawing/2014/main" id="{5E0DCF6C-7FB5-4DFC-A020-D34AEDEB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86"/>
          </a:solidFill>
          <a:ln xmlns:a="http://schemas.openxmlformats.org/drawingml/2006/main" w="0">
            <a:noFill/>
          </a:ln>
        </p:spPr>
      </p:sp>
      <p:sp>
        <p:nvSpPr>
          <p:cNvPr id="249" name="rect-1-248">
            <a:extLst xmlns:a="http://schemas.openxmlformats.org/drawingml/2006/main">
              <a:ext uri="{FF2B5EF4-FFF2-40B4-BE49-F238E27FC236}">
                <a16:creationId xmlns:a16="http://schemas.microsoft.com/office/drawing/2014/main" id="{765A89B9-6D98-4710-8A66-19285A2E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8089"/>
          </a:solidFill>
          <a:ln xmlns:a="http://schemas.openxmlformats.org/drawingml/2006/main" w="0">
            <a:noFill/>
          </a:ln>
        </p:spPr>
      </p:sp>
      <p:sp>
        <p:nvSpPr>
          <p:cNvPr id="250" name="rect-1-249">
            <a:extLst xmlns:a="http://schemas.openxmlformats.org/drawingml/2006/main">
              <a:ext uri="{FF2B5EF4-FFF2-40B4-BE49-F238E27FC236}">
                <a16:creationId xmlns:a16="http://schemas.microsoft.com/office/drawing/2014/main" id="{8B7252B7-15A5-43AC-8C18-6BB95B99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17B"/>
          </a:solidFill>
          <a:ln xmlns:a="http://schemas.openxmlformats.org/drawingml/2006/main" w="0">
            <a:noFill/>
          </a:ln>
        </p:spPr>
      </p:sp>
      <p:sp>
        <p:nvSpPr>
          <p:cNvPr id="251" name="rect-1-250">
            <a:extLst xmlns:a="http://schemas.openxmlformats.org/drawingml/2006/main">
              <a:ext uri="{FF2B5EF4-FFF2-40B4-BE49-F238E27FC236}">
                <a16:creationId xmlns:a16="http://schemas.microsoft.com/office/drawing/2014/main" id="{356E4D16-9BA3-470E-8BCD-5E67A1F0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67F"/>
          </a:solidFill>
          <a:ln xmlns:a="http://schemas.openxmlformats.org/drawingml/2006/main" w="0">
            <a:noFill/>
          </a:ln>
        </p:spPr>
      </p:sp>
      <p:sp>
        <p:nvSpPr>
          <p:cNvPr id="252" name="rect-1-251">
            <a:extLst xmlns:a="http://schemas.openxmlformats.org/drawingml/2006/main">
              <a:ext uri="{FF2B5EF4-FFF2-40B4-BE49-F238E27FC236}">
                <a16:creationId xmlns:a16="http://schemas.microsoft.com/office/drawing/2014/main" id="{1FA9C38A-390D-434C-B70E-D1C67EFF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7AD"/>
          </a:solidFill>
          <a:ln xmlns:a="http://schemas.openxmlformats.org/drawingml/2006/main" w="0">
            <a:noFill/>
          </a:ln>
        </p:spPr>
      </p:sp>
      <p:sp>
        <p:nvSpPr>
          <p:cNvPr id="253" name="rect-1-252">
            <a:extLst xmlns:a="http://schemas.openxmlformats.org/drawingml/2006/main">
              <a:ext uri="{FF2B5EF4-FFF2-40B4-BE49-F238E27FC236}">
                <a16:creationId xmlns:a16="http://schemas.microsoft.com/office/drawing/2014/main" id="{16225E55-C95A-45A0-B95A-8CAC1C06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9BA2"/>
          </a:solidFill>
          <a:ln xmlns:a="http://schemas.openxmlformats.org/drawingml/2006/main" w="0">
            <a:noFill/>
          </a:ln>
        </p:spPr>
      </p:sp>
      <p:sp>
        <p:nvSpPr>
          <p:cNvPr id="254" name="rect-1-253">
            <a:extLst xmlns:a="http://schemas.openxmlformats.org/drawingml/2006/main">
              <a:ext uri="{FF2B5EF4-FFF2-40B4-BE49-F238E27FC236}">
                <a16:creationId xmlns:a16="http://schemas.microsoft.com/office/drawing/2014/main" id="{8B6BC653-38DA-4166-BC1B-C3158485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41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69E"/>
          </a:solidFill>
          <a:ln xmlns:a="http://schemas.openxmlformats.org/drawingml/2006/main" w="0">
            <a:noFill/>
          </a:ln>
        </p:spPr>
      </p:sp>
      <p:sp>
        <p:nvSpPr>
          <p:cNvPr id="255" name="rect-1-254">
            <a:extLst xmlns:a="http://schemas.openxmlformats.org/drawingml/2006/main">
              <a:ext uri="{FF2B5EF4-FFF2-40B4-BE49-F238E27FC236}">
                <a16:creationId xmlns:a16="http://schemas.microsoft.com/office/drawing/2014/main" id="{20627533-6F91-406E-BE25-A483D48D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066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BC0"/>
          </a:solidFill>
          <a:ln xmlns:a="http://schemas.openxmlformats.org/drawingml/2006/main" w="0">
            <a:noFill/>
          </a:ln>
        </p:spPr>
      </p:sp>
      <p:sp>
        <p:nvSpPr>
          <p:cNvPr id="256" name="rect-1-255">
            <a:extLst xmlns:a="http://schemas.openxmlformats.org/drawingml/2006/main">
              <a:ext uri="{FF2B5EF4-FFF2-40B4-BE49-F238E27FC236}">
                <a16:creationId xmlns:a16="http://schemas.microsoft.com/office/drawing/2014/main" id="{E036DD83-F3DE-4F4A-B3A5-DFCC57BA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791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EE"/>
          </a:solidFill>
          <a:ln xmlns:a="http://schemas.openxmlformats.org/drawingml/2006/main" w="0">
            <a:noFill/>
          </a:ln>
        </p:spPr>
      </p:sp>
      <p:sp>
        <p:nvSpPr>
          <p:cNvPr id="257" name="rect-1-256">
            <a:extLst xmlns:a="http://schemas.openxmlformats.org/drawingml/2006/main">
              <a:ext uri="{FF2B5EF4-FFF2-40B4-BE49-F238E27FC236}">
                <a16:creationId xmlns:a16="http://schemas.microsoft.com/office/drawing/2014/main" id="{E2992C01-D03C-4112-A01B-3619CCFE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258" name="rect-1-257">
            <a:extLst xmlns:a="http://schemas.openxmlformats.org/drawingml/2006/main">
              <a:ext uri="{FF2B5EF4-FFF2-40B4-BE49-F238E27FC236}">
                <a16:creationId xmlns:a16="http://schemas.microsoft.com/office/drawing/2014/main" id="{4E303022-359B-4CA4-A038-3AACDA57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E7"/>
          </a:solidFill>
          <a:ln xmlns:a="http://schemas.openxmlformats.org/drawingml/2006/main" w="0">
            <a:noFill/>
          </a:ln>
        </p:spPr>
      </p:sp>
      <p:sp>
        <p:nvSpPr>
          <p:cNvPr id="259" name="rect-1-258">
            <a:extLst xmlns:a="http://schemas.openxmlformats.org/drawingml/2006/main">
              <a:ext uri="{FF2B5EF4-FFF2-40B4-BE49-F238E27FC236}">
                <a16:creationId xmlns:a16="http://schemas.microsoft.com/office/drawing/2014/main" id="{70C116B9-2DF2-4BF7-ABFA-3B8FA143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BDE"/>
          </a:solidFill>
          <a:ln xmlns:a="http://schemas.openxmlformats.org/drawingml/2006/main" w="0">
            <a:noFill/>
          </a:ln>
        </p:spPr>
      </p:sp>
      <p:sp>
        <p:nvSpPr>
          <p:cNvPr id="260" name="rect-1-259">
            <a:extLst xmlns:a="http://schemas.openxmlformats.org/drawingml/2006/main">
              <a:ext uri="{FF2B5EF4-FFF2-40B4-BE49-F238E27FC236}">
                <a16:creationId xmlns:a16="http://schemas.microsoft.com/office/drawing/2014/main" id="{F4C78399-BCE4-4B39-8C19-404A908C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8CC"/>
          </a:solidFill>
          <a:ln xmlns:a="http://schemas.openxmlformats.org/drawingml/2006/main" w="0">
            <a:noFill/>
          </a:ln>
        </p:spPr>
      </p:sp>
      <p:sp>
        <p:nvSpPr>
          <p:cNvPr id="261" name="rect-1-260">
            <a:extLst xmlns:a="http://schemas.openxmlformats.org/drawingml/2006/main">
              <a:ext uri="{FF2B5EF4-FFF2-40B4-BE49-F238E27FC236}">
                <a16:creationId xmlns:a16="http://schemas.microsoft.com/office/drawing/2014/main" id="{F41F186D-C6AA-4D06-B3CB-F8D6B4EB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ED2"/>
          </a:solidFill>
          <a:ln xmlns:a="http://schemas.openxmlformats.org/drawingml/2006/main" w="0">
            <a:noFill/>
          </a:ln>
        </p:spPr>
      </p:sp>
      <p:sp>
        <p:nvSpPr>
          <p:cNvPr id="262" name="rect-1-261">
            <a:extLst xmlns:a="http://schemas.openxmlformats.org/drawingml/2006/main">
              <a:ext uri="{FF2B5EF4-FFF2-40B4-BE49-F238E27FC236}">
                <a16:creationId xmlns:a16="http://schemas.microsoft.com/office/drawing/2014/main" id="{716CF3B1-F58C-4A64-8CD0-EA003C1E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0D4"/>
          </a:solidFill>
          <a:ln xmlns:a="http://schemas.openxmlformats.org/drawingml/2006/main" w="0">
            <a:noFill/>
          </a:ln>
        </p:spPr>
      </p:sp>
      <p:sp>
        <p:nvSpPr>
          <p:cNvPr id="263" name="rect-1-262">
            <a:extLst xmlns:a="http://schemas.openxmlformats.org/drawingml/2006/main">
              <a:ext uri="{FF2B5EF4-FFF2-40B4-BE49-F238E27FC236}">
                <a16:creationId xmlns:a16="http://schemas.microsoft.com/office/drawing/2014/main" id="{794BC83D-1A18-432E-B470-61D260E0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1C6"/>
          </a:solidFill>
          <a:ln xmlns:a="http://schemas.openxmlformats.org/drawingml/2006/main" w="0">
            <a:noFill/>
          </a:ln>
        </p:spPr>
      </p:sp>
      <p:sp>
        <p:nvSpPr>
          <p:cNvPr id="264" name="rect-1-263">
            <a:extLst xmlns:a="http://schemas.openxmlformats.org/drawingml/2006/main">
              <a:ext uri="{FF2B5EF4-FFF2-40B4-BE49-F238E27FC236}">
                <a16:creationId xmlns:a16="http://schemas.microsoft.com/office/drawing/2014/main" id="{A1C28A6D-B13E-4946-A487-A0CE077F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6CB"/>
          </a:solidFill>
          <a:ln xmlns:a="http://schemas.openxmlformats.org/drawingml/2006/main" w="0">
            <a:noFill/>
          </a:ln>
        </p:spPr>
      </p:sp>
      <p:sp>
        <p:nvSpPr>
          <p:cNvPr id="265" name="rect-1-264">
            <a:extLst xmlns:a="http://schemas.openxmlformats.org/drawingml/2006/main">
              <a:ext uri="{FF2B5EF4-FFF2-40B4-BE49-F238E27FC236}">
                <a16:creationId xmlns:a16="http://schemas.microsoft.com/office/drawing/2014/main" id="{9966C1B1-46DD-4171-9904-6A096ED7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7AD"/>
          </a:solidFill>
          <a:ln xmlns:a="http://schemas.openxmlformats.org/drawingml/2006/main" w="0">
            <a:noFill/>
          </a:ln>
        </p:spPr>
      </p:sp>
      <p:sp>
        <p:nvSpPr>
          <p:cNvPr id="266" name="rect-1-265">
            <a:extLst xmlns:a="http://schemas.openxmlformats.org/drawingml/2006/main">
              <a:ext uri="{FF2B5EF4-FFF2-40B4-BE49-F238E27FC236}">
                <a16:creationId xmlns:a16="http://schemas.microsoft.com/office/drawing/2014/main" id="{6B56B7C1-5B7C-4915-B4C0-97714BC6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939A"/>
          </a:solidFill>
          <a:ln xmlns:a="http://schemas.openxmlformats.org/drawingml/2006/main" w="0">
            <a:noFill/>
          </a:ln>
        </p:spPr>
      </p:sp>
      <p:sp>
        <p:nvSpPr>
          <p:cNvPr id="267" name="rect-1-266">
            <a:extLst xmlns:a="http://schemas.openxmlformats.org/drawingml/2006/main">
              <a:ext uri="{FF2B5EF4-FFF2-40B4-BE49-F238E27FC236}">
                <a16:creationId xmlns:a16="http://schemas.microsoft.com/office/drawing/2014/main" id="{0A7408D1-8F58-4B89-BBDF-B6891947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1B7"/>
          </a:solidFill>
          <a:ln xmlns:a="http://schemas.openxmlformats.org/drawingml/2006/main" w="0">
            <a:noFill/>
          </a:ln>
        </p:spPr>
      </p:sp>
      <p:sp>
        <p:nvSpPr>
          <p:cNvPr id="268" name="rect-1-267">
            <a:extLst xmlns:a="http://schemas.openxmlformats.org/drawingml/2006/main">
              <a:ext uri="{FF2B5EF4-FFF2-40B4-BE49-F238E27FC236}">
                <a16:creationId xmlns:a16="http://schemas.microsoft.com/office/drawing/2014/main" id="{DCE08E23-FF39-4545-987A-7093DED1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8E96"/>
          </a:solidFill>
          <a:ln xmlns:a="http://schemas.openxmlformats.org/drawingml/2006/main" w="0">
            <a:noFill/>
          </a:ln>
        </p:spPr>
      </p:sp>
      <p:sp>
        <p:nvSpPr>
          <p:cNvPr id="269" name="rect-1-268">
            <a:extLst xmlns:a="http://schemas.openxmlformats.org/drawingml/2006/main">
              <a:ext uri="{FF2B5EF4-FFF2-40B4-BE49-F238E27FC236}">
                <a16:creationId xmlns:a16="http://schemas.microsoft.com/office/drawing/2014/main" id="{54D92E85-4161-4CF1-8DB4-CBADEBAA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8991"/>
          </a:solidFill>
          <a:ln xmlns:a="http://schemas.openxmlformats.org/drawingml/2006/main" w="0">
            <a:noFill/>
          </a:ln>
        </p:spPr>
      </p:sp>
      <p:sp>
        <p:nvSpPr>
          <p:cNvPr id="270" name="rect-1-269">
            <a:extLst xmlns:a="http://schemas.openxmlformats.org/drawingml/2006/main">
              <a:ext uri="{FF2B5EF4-FFF2-40B4-BE49-F238E27FC236}">
                <a16:creationId xmlns:a16="http://schemas.microsoft.com/office/drawing/2014/main" id="{E4704965-6A0A-4357-9C0B-BCB7A0B3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D78"/>
          </a:solidFill>
          <a:ln xmlns:a="http://schemas.openxmlformats.org/drawingml/2006/main" w="0">
            <a:noFill/>
          </a:ln>
        </p:spPr>
      </p:sp>
      <p:sp>
        <p:nvSpPr>
          <p:cNvPr id="271" name="rect-1-270">
            <a:extLst xmlns:a="http://schemas.openxmlformats.org/drawingml/2006/main">
              <a:ext uri="{FF2B5EF4-FFF2-40B4-BE49-F238E27FC236}">
                <a16:creationId xmlns:a16="http://schemas.microsoft.com/office/drawing/2014/main" id="{EC86D53B-3CEB-4566-BBA4-F2F6CC1E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41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38C"/>
          </a:solidFill>
          <a:ln xmlns:a="http://schemas.openxmlformats.org/drawingml/2006/main" w="0">
            <a:noFill/>
          </a:ln>
        </p:spPr>
      </p:sp>
      <p:sp>
        <p:nvSpPr>
          <p:cNvPr id="272" name="rect-1-271">
            <a:extLst xmlns:a="http://schemas.openxmlformats.org/drawingml/2006/main">
              <a:ext uri="{FF2B5EF4-FFF2-40B4-BE49-F238E27FC236}">
                <a16:creationId xmlns:a16="http://schemas.microsoft.com/office/drawing/2014/main" id="{C3E4B54B-822C-4EB8-AAC3-4815B2B1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066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6AC"/>
          </a:solidFill>
          <a:ln xmlns:a="http://schemas.openxmlformats.org/drawingml/2006/main" w="0">
            <a:noFill/>
          </a:ln>
        </p:spPr>
      </p:sp>
      <p:sp>
        <p:nvSpPr>
          <p:cNvPr id="273" name="rect-1-272">
            <a:extLst xmlns:a="http://schemas.openxmlformats.org/drawingml/2006/main">
              <a:ext uri="{FF2B5EF4-FFF2-40B4-BE49-F238E27FC236}">
                <a16:creationId xmlns:a16="http://schemas.microsoft.com/office/drawing/2014/main" id="{370FCC61-97B6-448B-A395-D7AD0DA5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791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B"/>
          </a:solidFill>
          <a:ln xmlns:a="http://schemas.openxmlformats.org/drawingml/2006/main" w="0">
            <a:noFill/>
          </a:ln>
        </p:spPr>
      </p:sp>
      <p:sp>
        <p:nvSpPr>
          <p:cNvPr id="274" name="rect-1-273">
            <a:extLst xmlns:a="http://schemas.openxmlformats.org/drawingml/2006/main">
              <a:ext uri="{FF2B5EF4-FFF2-40B4-BE49-F238E27FC236}">
                <a16:creationId xmlns:a16="http://schemas.microsoft.com/office/drawing/2014/main" id="{ED674A5F-C532-4846-AFAD-8B1AB66E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275" name="rect-1-274">
            <a:extLst xmlns:a="http://schemas.openxmlformats.org/drawingml/2006/main">
              <a:ext uri="{FF2B5EF4-FFF2-40B4-BE49-F238E27FC236}">
                <a16:creationId xmlns:a16="http://schemas.microsoft.com/office/drawing/2014/main" id="{348EE329-F250-4E2D-B044-B50DCD77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EF"/>
          </a:solidFill>
          <a:ln xmlns:a="http://schemas.openxmlformats.org/drawingml/2006/main" w="0">
            <a:noFill/>
          </a:ln>
        </p:spPr>
      </p:sp>
      <p:sp>
        <p:nvSpPr>
          <p:cNvPr id="276" name="rect-1-275">
            <a:extLst xmlns:a="http://schemas.openxmlformats.org/drawingml/2006/main">
              <a:ext uri="{FF2B5EF4-FFF2-40B4-BE49-F238E27FC236}">
                <a16:creationId xmlns:a16="http://schemas.microsoft.com/office/drawing/2014/main" id="{732878FF-7581-4277-A941-C87F5038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BDE"/>
          </a:solidFill>
          <a:ln xmlns:a="http://schemas.openxmlformats.org/drawingml/2006/main" w="0">
            <a:noFill/>
          </a:ln>
        </p:spPr>
      </p:sp>
      <p:sp>
        <p:nvSpPr>
          <p:cNvPr id="277" name="rect-1-276">
            <a:extLst xmlns:a="http://schemas.openxmlformats.org/drawingml/2006/main">
              <a:ext uri="{FF2B5EF4-FFF2-40B4-BE49-F238E27FC236}">
                <a16:creationId xmlns:a16="http://schemas.microsoft.com/office/drawing/2014/main" id="{4843744F-08AD-4150-81B6-FC524055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B"/>
          </a:solidFill>
          <a:ln xmlns:a="http://schemas.openxmlformats.org/drawingml/2006/main" w="0">
            <a:noFill/>
          </a:ln>
        </p:spPr>
      </p:sp>
      <p:sp>
        <p:nvSpPr>
          <p:cNvPr id="278" name="rect-1-277">
            <a:extLst xmlns:a="http://schemas.openxmlformats.org/drawingml/2006/main">
              <a:ext uri="{FF2B5EF4-FFF2-40B4-BE49-F238E27FC236}">
                <a16:creationId xmlns:a16="http://schemas.microsoft.com/office/drawing/2014/main" id="{385B2C07-AC03-40D0-9FDE-153BA7C0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279" name="rect-1-278">
            <a:extLst xmlns:a="http://schemas.openxmlformats.org/drawingml/2006/main">
              <a:ext uri="{FF2B5EF4-FFF2-40B4-BE49-F238E27FC236}">
                <a16:creationId xmlns:a16="http://schemas.microsoft.com/office/drawing/2014/main" id="{F53CAC1E-FC99-406D-B60D-ED81DCE4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6"/>
          </a:solidFill>
          <a:ln xmlns:a="http://schemas.openxmlformats.org/drawingml/2006/main" w="0">
            <a:noFill/>
          </a:ln>
        </p:spPr>
      </p:sp>
      <p:sp>
        <p:nvSpPr>
          <p:cNvPr id="280" name="rect-1-279">
            <a:extLst xmlns:a="http://schemas.openxmlformats.org/drawingml/2006/main">
              <a:ext uri="{FF2B5EF4-FFF2-40B4-BE49-F238E27FC236}">
                <a16:creationId xmlns:a16="http://schemas.microsoft.com/office/drawing/2014/main" id="{EC22B1F5-7998-47FC-AF4B-C0223B6A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D8DC"/>
          </a:solidFill>
          <a:ln xmlns:a="http://schemas.openxmlformats.org/drawingml/2006/main" w="0">
            <a:noFill/>
          </a:ln>
        </p:spPr>
      </p:sp>
      <p:sp>
        <p:nvSpPr>
          <p:cNvPr id="281" name="rect-1-280">
            <a:extLst xmlns:a="http://schemas.openxmlformats.org/drawingml/2006/main">
              <a:ext uri="{FF2B5EF4-FFF2-40B4-BE49-F238E27FC236}">
                <a16:creationId xmlns:a16="http://schemas.microsoft.com/office/drawing/2014/main" id="{2B420750-A107-4839-AD38-3C7ABC9F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DD1"/>
          </a:solidFill>
          <a:ln xmlns:a="http://schemas.openxmlformats.org/drawingml/2006/main" w="0">
            <a:noFill/>
          </a:ln>
        </p:spPr>
      </p:sp>
      <p:sp>
        <p:nvSpPr>
          <p:cNvPr id="282" name="rect-1-281">
            <a:extLst xmlns:a="http://schemas.openxmlformats.org/drawingml/2006/main">
              <a:ext uri="{FF2B5EF4-FFF2-40B4-BE49-F238E27FC236}">
                <a16:creationId xmlns:a16="http://schemas.microsoft.com/office/drawing/2014/main" id="{F40645EF-BC09-48EB-ABE5-3F0ADE1E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EB4"/>
          </a:solidFill>
          <a:ln xmlns:a="http://schemas.openxmlformats.org/drawingml/2006/main" w="0">
            <a:noFill/>
          </a:ln>
        </p:spPr>
      </p:sp>
      <p:sp>
        <p:nvSpPr>
          <p:cNvPr id="283" name="rect-1-282">
            <a:extLst xmlns:a="http://schemas.openxmlformats.org/drawingml/2006/main">
              <a:ext uri="{FF2B5EF4-FFF2-40B4-BE49-F238E27FC236}">
                <a16:creationId xmlns:a16="http://schemas.microsoft.com/office/drawing/2014/main" id="{50C73F09-1655-4246-91F2-ECA5BA94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1A8"/>
          </a:solidFill>
          <a:ln xmlns:a="http://schemas.openxmlformats.org/drawingml/2006/main" w="0">
            <a:noFill/>
          </a:ln>
        </p:spPr>
      </p:sp>
      <p:sp>
        <p:nvSpPr>
          <p:cNvPr id="284" name="rect-1-283">
            <a:extLst xmlns:a="http://schemas.openxmlformats.org/drawingml/2006/main">
              <a:ext uri="{FF2B5EF4-FFF2-40B4-BE49-F238E27FC236}">
                <a16:creationId xmlns:a16="http://schemas.microsoft.com/office/drawing/2014/main" id="{94FB8794-FB9F-4CB9-BBD9-7B4F4EB1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CA4"/>
          </a:solidFill>
          <a:ln xmlns:a="http://schemas.openxmlformats.org/drawingml/2006/main" w="0">
            <a:noFill/>
          </a:ln>
        </p:spPr>
      </p:sp>
      <p:sp>
        <p:nvSpPr>
          <p:cNvPr id="285" name="rect-1-284">
            <a:extLst xmlns:a="http://schemas.openxmlformats.org/drawingml/2006/main">
              <a:ext uri="{FF2B5EF4-FFF2-40B4-BE49-F238E27FC236}">
                <a16:creationId xmlns:a16="http://schemas.microsoft.com/office/drawing/2014/main" id="{DD7C1753-5A53-46F7-A3A5-34FE1892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9B0"/>
          </a:solidFill>
          <a:ln xmlns:a="http://schemas.openxmlformats.org/drawingml/2006/main" w="0">
            <a:noFill/>
          </a:ln>
        </p:spPr>
      </p:sp>
      <p:sp>
        <p:nvSpPr>
          <p:cNvPr id="286" name="rect-1-285">
            <a:extLst xmlns:a="http://schemas.openxmlformats.org/drawingml/2006/main">
              <a:ext uri="{FF2B5EF4-FFF2-40B4-BE49-F238E27FC236}">
                <a16:creationId xmlns:a16="http://schemas.microsoft.com/office/drawing/2014/main" id="{6427CAC8-84AA-4E7F-97A3-274E057F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9B0"/>
          </a:solidFill>
          <a:ln xmlns:a="http://schemas.openxmlformats.org/drawingml/2006/main" w="0">
            <a:noFill/>
          </a:ln>
        </p:spPr>
      </p:sp>
      <p:sp>
        <p:nvSpPr>
          <p:cNvPr id="287" name="rect-1-286">
            <a:extLst xmlns:a="http://schemas.openxmlformats.org/drawingml/2006/main">
              <a:ext uri="{FF2B5EF4-FFF2-40B4-BE49-F238E27FC236}">
                <a16:creationId xmlns:a16="http://schemas.microsoft.com/office/drawing/2014/main" id="{75476782-ED8E-4844-987F-7BE961AC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F97"/>
          </a:solidFill>
          <a:ln xmlns:a="http://schemas.openxmlformats.org/drawingml/2006/main" w="0">
            <a:noFill/>
          </a:ln>
        </p:spPr>
      </p:sp>
      <p:sp>
        <p:nvSpPr>
          <p:cNvPr id="288" name="rect-1-287">
            <a:extLst xmlns:a="http://schemas.openxmlformats.org/drawingml/2006/main">
              <a:ext uri="{FF2B5EF4-FFF2-40B4-BE49-F238E27FC236}">
                <a16:creationId xmlns:a16="http://schemas.microsoft.com/office/drawing/2014/main" id="{BEF28610-D3D3-4217-8088-D3F6F185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41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680"/>
          </a:solidFill>
          <a:ln xmlns:a="http://schemas.openxmlformats.org/drawingml/2006/main" w="0">
            <a:noFill/>
          </a:ln>
        </p:spPr>
      </p:sp>
      <p:sp>
        <p:nvSpPr>
          <p:cNvPr id="289" name="rect-1-288">
            <a:extLst xmlns:a="http://schemas.openxmlformats.org/drawingml/2006/main">
              <a:ext uri="{FF2B5EF4-FFF2-40B4-BE49-F238E27FC236}">
                <a16:creationId xmlns:a16="http://schemas.microsoft.com/office/drawing/2014/main" id="{4EA47077-2215-4793-9F74-CE62F86F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066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D60"/>
          </a:solidFill>
          <a:ln xmlns:a="http://schemas.openxmlformats.org/drawingml/2006/main" w="0">
            <a:noFill/>
          </a:ln>
        </p:spPr>
      </p:sp>
      <p:sp>
        <p:nvSpPr>
          <p:cNvPr id="290" name="rect-1-289">
            <a:extLst xmlns:a="http://schemas.openxmlformats.org/drawingml/2006/main">
              <a:ext uri="{FF2B5EF4-FFF2-40B4-BE49-F238E27FC236}">
                <a16:creationId xmlns:a16="http://schemas.microsoft.com/office/drawing/2014/main" id="{BF60C5F0-25E1-401E-AB8B-24B6B2E6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791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1C6"/>
          </a:solidFill>
          <a:ln xmlns:a="http://schemas.openxmlformats.org/drawingml/2006/main" w="0">
            <a:noFill/>
          </a:ln>
        </p:spPr>
      </p:sp>
      <p:sp>
        <p:nvSpPr>
          <p:cNvPr id="291" name="rect-1-290">
            <a:extLst xmlns:a="http://schemas.openxmlformats.org/drawingml/2006/main">
              <a:ext uri="{FF2B5EF4-FFF2-40B4-BE49-F238E27FC236}">
                <a16:creationId xmlns:a16="http://schemas.microsoft.com/office/drawing/2014/main" id="{EEC5FC28-8B95-43CC-8FAD-30C5AB06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516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B"/>
          </a:solidFill>
          <a:ln xmlns:a="http://schemas.openxmlformats.org/drawingml/2006/main" w="0">
            <a:noFill/>
          </a:ln>
        </p:spPr>
      </p:sp>
      <p:sp>
        <p:nvSpPr>
          <p:cNvPr id="292" name="rect-1-291">
            <a:extLst xmlns:a="http://schemas.openxmlformats.org/drawingml/2006/main">
              <a:ext uri="{FF2B5EF4-FFF2-40B4-BE49-F238E27FC236}">
                <a16:creationId xmlns:a16="http://schemas.microsoft.com/office/drawing/2014/main" id="{A4E78F6F-A49D-4AA1-AB2C-C64F39CA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293" name="rect-1-292">
            <a:extLst xmlns:a="http://schemas.openxmlformats.org/drawingml/2006/main">
              <a:ext uri="{FF2B5EF4-FFF2-40B4-BE49-F238E27FC236}">
                <a16:creationId xmlns:a16="http://schemas.microsoft.com/office/drawing/2014/main" id="{FE15A00D-97DD-448B-A8DC-543AB386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B"/>
          </a:solidFill>
          <a:ln xmlns:a="http://schemas.openxmlformats.org/drawingml/2006/main" w="0">
            <a:noFill/>
          </a:ln>
        </p:spPr>
      </p:sp>
      <p:sp>
        <p:nvSpPr>
          <p:cNvPr id="294" name="rect-1-293">
            <a:extLst xmlns:a="http://schemas.openxmlformats.org/drawingml/2006/main">
              <a:ext uri="{FF2B5EF4-FFF2-40B4-BE49-F238E27FC236}">
                <a16:creationId xmlns:a16="http://schemas.microsoft.com/office/drawing/2014/main" id="{1414E358-5C7D-4F3C-BAAC-B2BA38E5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EF"/>
          </a:solidFill>
          <a:ln xmlns:a="http://schemas.openxmlformats.org/drawingml/2006/main" w="0">
            <a:noFill/>
          </a:ln>
        </p:spPr>
      </p:sp>
      <p:sp>
        <p:nvSpPr>
          <p:cNvPr id="295" name="rect-1-294">
            <a:extLst xmlns:a="http://schemas.openxmlformats.org/drawingml/2006/main">
              <a:ext uri="{FF2B5EF4-FFF2-40B4-BE49-F238E27FC236}">
                <a16:creationId xmlns:a16="http://schemas.microsoft.com/office/drawing/2014/main" id="{65742CA3-9ED0-4950-A498-1C6B9DDB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296" name="rect-1-295">
            <a:extLst xmlns:a="http://schemas.openxmlformats.org/drawingml/2006/main">
              <a:ext uri="{FF2B5EF4-FFF2-40B4-BE49-F238E27FC236}">
                <a16:creationId xmlns:a16="http://schemas.microsoft.com/office/drawing/2014/main" id="{E337C87E-FD96-4FDB-BC0E-E5D4ED5A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FE2"/>
          </a:solidFill>
          <a:ln xmlns:a="http://schemas.openxmlformats.org/drawingml/2006/main" w="0">
            <a:noFill/>
          </a:ln>
        </p:spPr>
      </p:sp>
      <p:sp>
        <p:nvSpPr>
          <p:cNvPr id="297" name="rect-1-296">
            <a:extLst xmlns:a="http://schemas.openxmlformats.org/drawingml/2006/main">
              <a:ext uri="{FF2B5EF4-FFF2-40B4-BE49-F238E27FC236}">
                <a16:creationId xmlns:a16="http://schemas.microsoft.com/office/drawing/2014/main" id="{D576FCE9-6B78-46A9-B8A8-CEF46E55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noFill/>
          </a:ln>
        </p:spPr>
      </p:sp>
      <p:sp>
        <p:nvSpPr>
          <p:cNvPr id="298" name="rect-1-297">
            <a:extLst xmlns:a="http://schemas.openxmlformats.org/drawingml/2006/main">
              <a:ext uri="{FF2B5EF4-FFF2-40B4-BE49-F238E27FC236}">
                <a16:creationId xmlns:a16="http://schemas.microsoft.com/office/drawing/2014/main" id="{2F3049E0-B645-4180-B495-A6582880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DD1"/>
          </a:solidFill>
          <a:ln xmlns:a="http://schemas.openxmlformats.org/drawingml/2006/main" w="0">
            <a:noFill/>
          </a:ln>
        </p:spPr>
      </p:sp>
      <p:sp>
        <p:nvSpPr>
          <p:cNvPr id="299" name="rect-1-298">
            <a:extLst xmlns:a="http://schemas.openxmlformats.org/drawingml/2006/main">
              <a:ext uri="{FF2B5EF4-FFF2-40B4-BE49-F238E27FC236}">
                <a16:creationId xmlns:a16="http://schemas.microsoft.com/office/drawing/2014/main" id="{B91FC89B-3057-4236-BFAE-EB993470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C5CA"/>
          </a:solidFill>
          <a:ln xmlns:a="http://schemas.openxmlformats.org/drawingml/2006/main" w="0">
            <a:noFill/>
          </a:ln>
        </p:spPr>
      </p:sp>
      <p:sp>
        <p:nvSpPr>
          <p:cNvPr id="300" name="rect-1-299">
            <a:extLst xmlns:a="http://schemas.openxmlformats.org/drawingml/2006/main">
              <a:ext uri="{FF2B5EF4-FFF2-40B4-BE49-F238E27FC236}">
                <a16:creationId xmlns:a16="http://schemas.microsoft.com/office/drawing/2014/main" id="{54A37DEE-711E-425E-A3AE-647D05FB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3C8"/>
          </a:solidFill>
          <a:ln xmlns:a="http://schemas.openxmlformats.org/drawingml/2006/main" w="0">
            <a:noFill/>
          </a:ln>
        </p:spPr>
      </p:sp>
      <p:sp>
        <p:nvSpPr>
          <p:cNvPr id="301" name="rect-1-300">
            <a:extLst xmlns:a="http://schemas.openxmlformats.org/drawingml/2006/main">
              <a:ext uri="{FF2B5EF4-FFF2-40B4-BE49-F238E27FC236}">
                <a16:creationId xmlns:a16="http://schemas.microsoft.com/office/drawing/2014/main" id="{38185E3C-CBC5-4378-AAFC-C5290BC3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5AB"/>
          </a:solidFill>
          <a:ln xmlns:a="http://schemas.openxmlformats.org/drawingml/2006/main" w="0">
            <a:noFill/>
          </a:ln>
        </p:spPr>
      </p:sp>
      <p:sp>
        <p:nvSpPr>
          <p:cNvPr id="302" name="rect-1-301">
            <a:extLst xmlns:a="http://schemas.openxmlformats.org/drawingml/2006/main">
              <a:ext uri="{FF2B5EF4-FFF2-40B4-BE49-F238E27FC236}">
                <a16:creationId xmlns:a16="http://schemas.microsoft.com/office/drawing/2014/main" id="{5FCFDADB-E689-4E7C-B606-A46BC712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8089"/>
          </a:solidFill>
          <a:ln xmlns:a="http://schemas.openxmlformats.org/drawingml/2006/main" w="0">
            <a:noFill/>
          </a:ln>
        </p:spPr>
      </p:sp>
      <p:sp>
        <p:nvSpPr>
          <p:cNvPr id="303" name="rect-1-302">
            <a:extLst xmlns:a="http://schemas.openxmlformats.org/drawingml/2006/main">
              <a:ext uri="{FF2B5EF4-FFF2-40B4-BE49-F238E27FC236}">
                <a16:creationId xmlns:a16="http://schemas.microsoft.com/office/drawing/2014/main" id="{46CDAA86-FDF9-41A5-A4CF-7AB232F7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41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773"/>
          </a:solidFill>
          <a:ln xmlns:a="http://schemas.openxmlformats.org/drawingml/2006/main" w="0">
            <a:noFill/>
          </a:ln>
        </p:spPr>
      </p:sp>
      <p:sp>
        <p:nvSpPr>
          <p:cNvPr id="304" name="rect-1-303">
            <a:extLst xmlns:a="http://schemas.openxmlformats.org/drawingml/2006/main">
              <a:ext uri="{FF2B5EF4-FFF2-40B4-BE49-F238E27FC236}">
                <a16:creationId xmlns:a16="http://schemas.microsoft.com/office/drawing/2014/main" id="{91F0B85A-4D26-48F3-A0FC-6F789960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066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858D"/>
          </a:solidFill>
          <a:ln xmlns:a="http://schemas.openxmlformats.org/drawingml/2006/main" w="0">
            <a:noFill/>
          </a:ln>
        </p:spPr>
      </p:sp>
      <p:sp>
        <p:nvSpPr>
          <p:cNvPr id="305" name="rect-1-304">
            <a:extLst xmlns:a="http://schemas.openxmlformats.org/drawingml/2006/main">
              <a:ext uri="{FF2B5EF4-FFF2-40B4-BE49-F238E27FC236}">
                <a16:creationId xmlns:a16="http://schemas.microsoft.com/office/drawing/2014/main" id="{467D73A7-0CBB-48A1-AB83-3D70DEBB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791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0B6"/>
          </a:solidFill>
          <a:ln xmlns:a="http://schemas.openxmlformats.org/drawingml/2006/main" w="0">
            <a:noFill/>
          </a:ln>
        </p:spPr>
      </p:sp>
      <p:sp>
        <p:nvSpPr>
          <p:cNvPr id="306" name="rect-1-305">
            <a:extLst xmlns:a="http://schemas.openxmlformats.org/drawingml/2006/main">
              <a:ext uri="{FF2B5EF4-FFF2-40B4-BE49-F238E27FC236}">
                <a16:creationId xmlns:a16="http://schemas.microsoft.com/office/drawing/2014/main" id="{33F87AE8-AEE6-4DB2-9237-399D0AA5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516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307" name="rect-1-306">
            <a:extLst xmlns:a="http://schemas.openxmlformats.org/drawingml/2006/main">
              <a:ext uri="{FF2B5EF4-FFF2-40B4-BE49-F238E27FC236}">
                <a16:creationId xmlns:a16="http://schemas.microsoft.com/office/drawing/2014/main" id="{779616E0-BFAB-46E1-B98D-7272D3D0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308" name="rect-1-307">
            <a:extLst xmlns:a="http://schemas.openxmlformats.org/drawingml/2006/main">
              <a:ext uri="{FF2B5EF4-FFF2-40B4-BE49-F238E27FC236}">
                <a16:creationId xmlns:a16="http://schemas.microsoft.com/office/drawing/2014/main" id="{608E84E7-1DE9-4B06-A70D-F89237BB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309" name="rect-1-308">
            <a:extLst xmlns:a="http://schemas.openxmlformats.org/drawingml/2006/main">
              <a:ext uri="{FF2B5EF4-FFF2-40B4-BE49-F238E27FC236}">
                <a16:creationId xmlns:a16="http://schemas.microsoft.com/office/drawing/2014/main" id="{09D8859D-98F9-49FE-BC24-8FB6228F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E3"/>
          </a:solidFill>
          <a:ln xmlns:a="http://schemas.openxmlformats.org/drawingml/2006/main" w="0">
            <a:noFill/>
          </a:ln>
        </p:spPr>
      </p:sp>
      <p:sp>
        <p:nvSpPr>
          <p:cNvPr id="310" name="rect-1-309">
            <a:extLst xmlns:a="http://schemas.openxmlformats.org/drawingml/2006/main">
              <a:ext uri="{FF2B5EF4-FFF2-40B4-BE49-F238E27FC236}">
                <a16:creationId xmlns:a16="http://schemas.microsoft.com/office/drawing/2014/main" id="{5EC85989-F6BC-4A6A-8EC9-DEFDFD42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BFC4"/>
          </a:solidFill>
          <a:ln xmlns:a="http://schemas.openxmlformats.org/drawingml/2006/main" w="0">
            <a:noFill/>
          </a:ln>
        </p:spPr>
      </p:sp>
      <p:sp>
        <p:nvSpPr>
          <p:cNvPr id="311" name="rect-1-310">
            <a:extLst xmlns:a="http://schemas.openxmlformats.org/drawingml/2006/main">
              <a:ext uri="{FF2B5EF4-FFF2-40B4-BE49-F238E27FC236}">
                <a16:creationId xmlns:a16="http://schemas.microsoft.com/office/drawing/2014/main" id="{2B257795-A49D-466C-ABD0-2347B09F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B9BE"/>
          </a:solidFill>
          <a:ln xmlns:a="http://schemas.openxmlformats.org/drawingml/2006/main" w="0">
            <a:noFill/>
          </a:ln>
        </p:spPr>
      </p:sp>
      <p:sp>
        <p:nvSpPr>
          <p:cNvPr id="312" name="rect-1-311">
            <a:extLst xmlns:a="http://schemas.openxmlformats.org/drawingml/2006/main">
              <a:ext uri="{FF2B5EF4-FFF2-40B4-BE49-F238E27FC236}">
                <a16:creationId xmlns:a16="http://schemas.microsoft.com/office/drawing/2014/main" id="{BF552ED8-C238-492A-A806-187ECAAE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9DC"/>
          </a:solidFill>
          <a:ln xmlns:a="http://schemas.openxmlformats.org/drawingml/2006/main" w="0">
            <a:noFill/>
          </a:ln>
        </p:spPr>
      </p:sp>
      <p:sp>
        <p:nvSpPr>
          <p:cNvPr id="313" name="rect-1-312">
            <a:extLst xmlns:a="http://schemas.openxmlformats.org/drawingml/2006/main">
              <a:ext uri="{FF2B5EF4-FFF2-40B4-BE49-F238E27FC236}">
                <a16:creationId xmlns:a16="http://schemas.microsoft.com/office/drawing/2014/main" id="{82000469-A681-4BA8-8665-18B23837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EE1"/>
          </a:solidFill>
          <a:ln xmlns:a="http://schemas.openxmlformats.org/drawingml/2006/main" w="0">
            <a:noFill/>
          </a:ln>
        </p:spPr>
      </p:sp>
      <p:sp>
        <p:nvSpPr>
          <p:cNvPr id="314" name="rect-1-313">
            <a:extLst xmlns:a="http://schemas.openxmlformats.org/drawingml/2006/main">
              <a:ext uri="{FF2B5EF4-FFF2-40B4-BE49-F238E27FC236}">
                <a16:creationId xmlns:a16="http://schemas.microsoft.com/office/drawing/2014/main" id="{9C7D7F81-F410-4CA0-83AC-0502CCBB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C5CA"/>
          </a:solidFill>
          <a:ln xmlns:a="http://schemas.openxmlformats.org/drawingml/2006/main" w="0">
            <a:noFill/>
          </a:ln>
        </p:spPr>
      </p:sp>
      <p:sp>
        <p:nvSpPr>
          <p:cNvPr id="315" name="rect-1-314">
            <a:extLst xmlns:a="http://schemas.openxmlformats.org/drawingml/2006/main">
              <a:ext uri="{FF2B5EF4-FFF2-40B4-BE49-F238E27FC236}">
                <a16:creationId xmlns:a16="http://schemas.microsoft.com/office/drawing/2014/main" id="{21A33DF3-67DD-43D7-B88C-CC6D2C7F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41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8E96"/>
          </a:solidFill>
          <a:ln xmlns:a="http://schemas.openxmlformats.org/drawingml/2006/main" w="0">
            <a:noFill/>
          </a:ln>
        </p:spPr>
      </p:sp>
      <p:sp>
        <p:nvSpPr>
          <p:cNvPr id="316" name="rect-1-315">
            <a:extLst xmlns:a="http://schemas.openxmlformats.org/drawingml/2006/main">
              <a:ext uri="{FF2B5EF4-FFF2-40B4-BE49-F238E27FC236}">
                <a16:creationId xmlns:a16="http://schemas.microsoft.com/office/drawing/2014/main" id="{ECC8CFDE-8A19-42B3-86F3-E9595301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066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BCF"/>
          </a:solidFill>
          <a:ln xmlns:a="http://schemas.openxmlformats.org/drawingml/2006/main" w="0">
            <a:noFill/>
          </a:ln>
        </p:spPr>
      </p:sp>
      <p:sp>
        <p:nvSpPr>
          <p:cNvPr id="317" name="rect-1-316">
            <a:extLst xmlns:a="http://schemas.openxmlformats.org/drawingml/2006/main">
              <a:ext uri="{FF2B5EF4-FFF2-40B4-BE49-F238E27FC236}">
                <a16:creationId xmlns:a16="http://schemas.microsoft.com/office/drawing/2014/main" id="{8DDC3709-C733-4D19-9D51-AF0292E6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791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9"/>
          </a:solidFill>
          <a:ln xmlns:a="http://schemas.openxmlformats.org/drawingml/2006/main" w="0">
            <a:noFill/>
          </a:ln>
        </p:spPr>
      </p:sp>
      <p:sp>
        <p:nvSpPr>
          <p:cNvPr id="318" name="rect-1-317">
            <a:extLst xmlns:a="http://schemas.openxmlformats.org/drawingml/2006/main">
              <a:ext uri="{FF2B5EF4-FFF2-40B4-BE49-F238E27FC236}">
                <a16:creationId xmlns:a16="http://schemas.microsoft.com/office/drawing/2014/main" id="{FE9D1A37-FEA3-4632-9E2C-1391D769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B"/>
          </a:solidFill>
          <a:ln xmlns:a="http://schemas.openxmlformats.org/drawingml/2006/main" w="0">
            <a:noFill/>
          </a:ln>
        </p:spPr>
      </p:sp>
      <p:sp>
        <p:nvSpPr>
          <p:cNvPr id="319" name="rect-1-318">
            <a:extLst xmlns:a="http://schemas.openxmlformats.org/drawingml/2006/main">
              <a:ext uri="{FF2B5EF4-FFF2-40B4-BE49-F238E27FC236}">
                <a16:creationId xmlns:a16="http://schemas.microsoft.com/office/drawing/2014/main" id="{EE9599C4-31C0-4EB7-BD5D-0E47A229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FE2"/>
          </a:solidFill>
          <a:ln xmlns:a="http://schemas.openxmlformats.org/drawingml/2006/main" w="0">
            <a:noFill/>
          </a:ln>
        </p:spPr>
      </p:sp>
      <p:sp>
        <p:nvSpPr>
          <p:cNvPr id="320" name="rect-1-319">
            <a:extLst xmlns:a="http://schemas.openxmlformats.org/drawingml/2006/main">
              <a:ext uri="{FF2B5EF4-FFF2-40B4-BE49-F238E27FC236}">
                <a16:creationId xmlns:a16="http://schemas.microsoft.com/office/drawing/2014/main" id="{5D5A1840-09B2-4F3B-9993-6E1EA2FA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DD1"/>
          </a:solidFill>
          <a:ln xmlns:a="http://schemas.openxmlformats.org/drawingml/2006/main" w="0">
            <a:noFill/>
          </a:ln>
        </p:spPr>
      </p:sp>
      <p:sp>
        <p:nvSpPr>
          <p:cNvPr id="321" name="rect-1-320">
            <a:extLst xmlns:a="http://schemas.openxmlformats.org/drawingml/2006/main">
              <a:ext uri="{FF2B5EF4-FFF2-40B4-BE49-F238E27FC236}">
                <a16:creationId xmlns:a16="http://schemas.microsoft.com/office/drawing/2014/main" id="{7D1F804C-2FC4-42F1-A0CC-E1375FD2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9DD"/>
          </a:solidFill>
          <a:ln xmlns:a="http://schemas.openxmlformats.org/drawingml/2006/main" w="0">
            <a:noFill/>
          </a:ln>
        </p:spPr>
      </p:sp>
      <p:sp>
        <p:nvSpPr>
          <p:cNvPr id="322" name="rect-1-321">
            <a:extLst xmlns:a="http://schemas.openxmlformats.org/drawingml/2006/main">
              <a:ext uri="{FF2B5EF4-FFF2-40B4-BE49-F238E27FC236}">
                <a16:creationId xmlns:a16="http://schemas.microsoft.com/office/drawing/2014/main" id="{F8EEC720-EDAF-4CD2-AE31-617125E2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DD2"/>
          </a:solidFill>
          <a:ln xmlns:a="http://schemas.openxmlformats.org/drawingml/2006/main" w="0">
            <a:noFill/>
          </a:ln>
        </p:spPr>
      </p:sp>
      <p:sp>
        <p:nvSpPr>
          <p:cNvPr id="323" name="rect-1-322">
            <a:extLst xmlns:a="http://schemas.openxmlformats.org/drawingml/2006/main">
              <a:ext uri="{FF2B5EF4-FFF2-40B4-BE49-F238E27FC236}">
                <a16:creationId xmlns:a16="http://schemas.microsoft.com/office/drawing/2014/main" id="{FF58E3C5-2024-41B0-B2CA-40E75B13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D9"/>
          </a:solidFill>
          <a:ln xmlns:a="http://schemas.openxmlformats.org/drawingml/2006/main" w="0">
            <a:noFill/>
          </a:ln>
        </p:spPr>
      </p:sp>
      <p:sp>
        <p:nvSpPr>
          <p:cNvPr id="324" name="rect-1-323">
            <a:extLst xmlns:a="http://schemas.openxmlformats.org/drawingml/2006/main">
              <a:ext uri="{FF2B5EF4-FFF2-40B4-BE49-F238E27FC236}">
                <a16:creationId xmlns:a16="http://schemas.microsoft.com/office/drawing/2014/main" id="{03824AB1-C987-4088-A3A5-97CBCECC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41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C0C5"/>
          </a:solidFill>
          <a:ln xmlns:a="http://schemas.openxmlformats.org/drawingml/2006/main" w="0">
            <a:noFill/>
          </a:ln>
        </p:spPr>
      </p:sp>
      <p:sp>
        <p:nvSpPr>
          <p:cNvPr id="325" name="rect-1-324">
            <a:extLst xmlns:a="http://schemas.openxmlformats.org/drawingml/2006/main">
              <a:ext uri="{FF2B5EF4-FFF2-40B4-BE49-F238E27FC236}">
                <a16:creationId xmlns:a16="http://schemas.microsoft.com/office/drawing/2014/main" id="{57D89DD9-A33D-4030-A90E-46FC8F0F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066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C"/>
          </a:solidFill>
          <a:ln xmlns:a="http://schemas.openxmlformats.org/drawingml/2006/main" w="0">
            <a:noFill/>
          </a:ln>
        </p:spPr>
      </p:sp>
      <p:sp>
        <p:nvSpPr>
          <p:cNvPr id="326" name="rect-1-325">
            <a:extLst xmlns:a="http://schemas.openxmlformats.org/drawingml/2006/main">
              <a:ext uri="{FF2B5EF4-FFF2-40B4-BE49-F238E27FC236}">
                <a16:creationId xmlns:a16="http://schemas.microsoft.com/office/drawing/2014/main" id="{B0351A56-E7B9-444F-BDA8-F9BF29AE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327" name="rect-1-326">
            <a:extLst xmlns:a="http://schemas.openxmlformats.org/drawingml/2006/main">
              <a:ext uri="{FF2B5EF4-FFF2-40B4-BE49-F238E27FC236}">
                <a16:creationId xmlns:a16="http://schemas.microsoft.com/office/drawing/2014/main" id="{5CA529F0-181A-4810-9B39-539D67C6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328" name="rect-1-327">
            <a:extLst xmlns:a="http://schemas.openxmlformats.org/drawingml/2006/main">
              <a:ext uri="{FF2B5EF4-FFF2-40B4-BE49-F238E27FC236}">
                <a16:creationId xmlns:a16="http://schemas.microsoft.com/office/drawing/2014/main" id="{F236D510-F020-42CD-BD1B-94686990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329" name="rect-1-328">
            <a:extLst xmlns:a="http://schemas.openxmlformats.org/drawingml/2006/main">
              <a:ext uri="{FF2B5EF4-FFF2-40B4-BE49-F238E27FC236}">
                <a16:creationId xmlns:a16="http://schemas.microsoft.com/office/drawing/2014/main" id="{2713DE46-9F61-40E2-941F-7DCD34FB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ADE"/>
          </a:solidFill>
          <a:ln xmlns:a="http://schemas.openxmlformats.org/drawingml/2006/main" w="0">
            <a:noFill/>
          </a:ln>
        </p:spPr>
      </p:sp>
      <p:sp>
        <p:nvSpPr>
          <p:cNvPr id="330" name="rect-1-329">
            <a:extLst xmlns:a="http://schemas.openxmlformats.org/drawingml/2006/main">
              <a:ext uri="{FF2B5EF4-FFF2-40B4-BE49-F238E27FC236}">
                <a16:creationId xmlns:a16="http://schemas.microsoft.com/office/drawing/2014/main" id="{F4C5F1D5-742C-46E6-B82C-03C72CA4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B"/>
          </a:solidFill>
          <a:ln xmlns:a="http://schemas.openxmlformats.org/drawingml/2006/main" w="0">
            <a:noFill/>
          </a:ln>
        </p:spPr>
      </p:sp>
      <p:sp>
        <p:nvSpPr>
          <p:cNvPr id="331" name="rect-1-330">
            <a:extLst xmlns:a="http://schemas.openxmlformats.org/drawingml/2006/main">
              <a:ext uri="{FF2B5EF4-FFF2-40B4-BE49-F238E27FC236}">
                <a16:creationId xmlns:a16="http://schemas.microsoft.com/office/drawing/2014/main" id="{1EE862B0-0829-4CD7-B28A-1D6D132A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D9"/>
          </a:solidFill>
          <a:ln xmlns:a="http://schemas.openxmlformats.org/drawingml/2006/main" w="0">
            <a:noFill/>
          </a:ln>
        </p:spPr>
      </p:sp>
      <p:sp>
        <p:nvSpPr>
          <p:cNvPr id="332" name="rect-1-331">
            <a:extLst xmlns:a="http://schemas.openxmlformats.org/drawingml/2006/main">
              <a:ext uri="{FF2B5EF4-FFF2-40B4-BE49-F238E27FC236}">
                <a16:creationId xmlns:a16="http://schemas.microsoft.com/office/drawing/2014/main" id="{8E0AD483-6DD8-43B5-9953-2D9D7884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D9"/>
          </a:solidFill>
          <a:ln xmlns:a="http://schemas.openxmlformats.org/drawingml/2006/main" w="0">
            <a:noFill/>
          </a:ln>
        </p:spPr>
      </p:sp>
      <p:sp>
        <p:nvSpPr>
          <p:cNvPr id="333" name="rect-1-332">
            <a:extLst xmlns:a="http://schemas.openxmlformats.org/drawingml/2006/main">
              <a:ext uri="{FF2B5EF4-FFF2-40B4-BE49-F238E27FC236}">
                <a16:creationId xmlns:a16="http://schemas.microsoft.com/office/drawing/2014/main" id="{0249651C-6E9A-41EB-82BA-198F1917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41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A"/>
          </a:solidFill>
          <a:ln xmlns:a="http://schemas.openxmlformats.org/drawingml/2006/main" w="0">
            <a:noFill/>
          </a:ln>
        </p:spPr>
      </p:sp>
      <p:sp>
        <p:nvSpPr>
          <p:cNvPr id="334" name="rect-1-333">
            <a:extLst xmlns:a="http://schemas.openxmlformats.org/drawingml/2006/main">
              <a:ext uri="{FF2B5EF4-FFF2-40B4-BE49-F238E27FC236}">
                <a16:creationId xmlns:a16="http://schemas.microsoft.com/office/drawing/2014/main" id="{E7E01484-1DE0-404A-A257-F4146986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066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noFill/>
          </a:ln>
        </p:spPr>
      </p:sp>
      <p:sp>
        <p:nvSpPr>
          <p:cNvPr id="335" name="rect-1-334">
            <a:extLst xmlns:a="http://schemas.openxmlformats.org/drawingml/2006/main">
              <a:ext uri="{FF2B5EF4-FFF2-40B4-BE49-F238E27FC236}">
                <a16:creationId xmlns:a16="http://schemas.microsoft.com/office/drawing/2014/main" id="{1FD4C430-D6B7-4D79-829C-955F88BA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336" name="rect-1-335">
            <a:extLst xmlns:a="http://schemas.openxmlformats.org/drawingml/2006/main">
              <a:ext uri="{FF2B5EF4-FFF2-40B4-BE49-F238E27FC236}">
                <a16:creationId xmlns:a16="http://schemas.microsoft.com/office/drawing/2014/main" id="{BD3C8A60-1816-402C-A51C-F14ACBEB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337" name="rect-1-336">
            <a:extLst xmlns:a="http://schemas.openxmlformats.org/drawingml/2006/main">
              <a:ext uri="{FF2B5EF4-FFF2-40B4-BE49-F238E27FC236}">
                <a16:creationId xmlns:a16="http://schemas.microsoft.com/office/drawing/2014/main" id="{3E812C0A-F37F-4EF4-BD09-F085794E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338" name="rect-1-337">
            <a:extLst xmlns:a="http://schemas.openxmlformats.org/drawingml/2006/main">
              <a:ext uri="{FF2B5EF4-FFF2-40B4-BE49-F238E27FC236}">
                <a16:creationId xmlns:a16="http://schemas.microsoft.com/office/drawing/2014/main" id="{2F300F2C-25FD-4B6A-AEDC-80D12720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4"/>
          </a:solidFill>
          <a:ln xmlns:a="http://schemas.openxmlformats.org/drawingml/2006/main" w="0">
            <a:noFill/>
          </a:ln>
        </p:spPr>
      </p:sp>
      <p:sp>
        <p:nvSpPr>
          <p:cNvPr id="339" name="rect-1-338">
            <a:extLst xmlns:a="http://schemas.openxmlformats.org/drawingml/2006/main">
              <a:ext uri="{FF2B5EF4-FFF2-40B4-BE49-F238E27FC236}">
                <a16:creationId xmlns:a16="http://schemas.microsoft.com/office/drawing/2014/main" id="{6BD445B1-5507-4A25-BEA1-F457E7D8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2E5"/>
          </a:solidFill>
          <a:ln xmlns:a="http://schemas.openxmlformats.org/drawingml/2006/main" w="0">
            <a:noFill/>
          </a:ln>
        </p:spPr>
      </p:sp>
      <p:sp>
        <p:nvSpPr>
          <p:cNvPr id="340" name="rect-1-339">
            <a:extLst xmlns:a="http://schemas.openxmlformats.org/drawingml/2006/main">
              <a:ext uri="{FF2B5EF4-FFF2-40B4-BE49-F238E27FC236}">
                <a16:creationId xmlns:a16="http://schemas.microsoft.com/office/drawing/2014/main" id="{CE3D6DFA-BFD1-4E59-8F35-022E3964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noFill/>
          </a:ln>
        </p:spPr>
      </p:sp>
      <p:sp>
        <p:nvSpPr>
          <p:cNvPr id="341" name="rect-1-340">
            <a:extLst xmlns:a="http://schemas.openxmlformats.org/drawingml/2006/main">
              <a:ext uri="{FF2B5EF4-FFF2-40B4-BE49-F238E27FC236}">
                <a16:creationId xmlns:a16="http://schemas.microsoft.com/office/drawing/2014/main" id="{CA08569E-DE55-4DE9-B7E1-CA41647D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341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342" name="rect-1-341">
            <a:extLst xmlns:a="http://schemas.openxmlformats.org/drawingml/2006/main">
              <a:ext uri="{FF2B5EF4-FFF2-40B4-BE49-F238E27FC236}">
                <a16:creationId xmlns:a16="http://schemas.microsoft.com/office/drawing/2014/main" id="{8FBCE4E3-4D05-4530-A714-5E7F1732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066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343" name="rect-1-342">
            <a:extLst xmlns:a="http://schemas.openxmlformats.org/drawingml/2006/main">
              <a:ext uri="{FF2B5EF4-FFF2-40B4-BE49-F238E27FC236}">
                <a16:creationId xmlns:a16="http://schemas.microsoft.com/office/drawing/2014/main" id="{AE401F83-2D52-4317-954C-5F6BE92C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344" name="rect-1-343">
            <a:extLst xmlns:a="http://schemas.openxmlformats.org/drawingml/2006/main">
              <a:ext uri="{FF2B5EF4-FFF2-40B4-BE49-F238E27FC236}">
                <a16:creationId xmlns:a16="http://schemas.microsoft.com/office/drawing/2014/main" id="{12E1CF4D-8D25-497F-803C-539A050F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345" name="rect-1-344">
            <a:extLst xmlns:a="http://schemas.openxmlformats.org/drawingml/2006/main">
              <a:ext uri="{FF2B5EF4-FFF2-40B4-BE49-F238E27FC236}">
                <a16:creationId xmlns:a16="http://schemas.microsoft.com/office/drawing/2014/main" id="{2F9FF11D-A67D-4160-8D56-B01C20EE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346" name="rect-1-345">
            <a:extLst xmlns:a="http://schemas.openxmlformats.org/drawingml/2006/main">
              <a:ext uri="{FF2B5EF4-FFF2-40B4-BE49-F238E27FC236}">
                <a16:creationId xmlns:a16="http://schemas.microsoft.com/office/drawing/2014/main" id="{8F288187-7BDA-4C36-B071-F3B85C44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4"/>
          </a:solidFill>
          <a:ln xmlns:a="http://schemas.openxmlformats.org/drawingml/2006/main" w="0">
            <a:noFill/>
          </a:ln>
        </p:spPr>
      </p:sp>
      <p:sp>
        <p:nvSpPr>
          <p:cNvPr id="347" name="rect-1-346">
            <a:extLst xmlns:a="http://schemas.openxmlformats.org/drawingml/2006/main">
              <a:ext uri="{FF2B5EF4-FFF2-40B4-BE49-F238E27FC236}">
                <a16:creationId xmlns:a16="http://schemas.microsoft.com/office/drawing/2014/main" id="{7411A7FD-EEF4-42DE-923A-CDEA5A0C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B"/>
          </a:solidFill>
          <a:ln xmlns:a="http://schemas.openxmlformats.org/drawingml/2006/main" w="0">
            <a:noFill/>
          </a:ln>
        </p:spPr>
      </p:sp>
      <p:sp>
        <p:nvSpPr>
          <p:cNvPr id="348" name="rect-1-347">
            <a:extLst xmlns:a="http://schemas.openxmlformats.org/drawingml/2006/main">
              <a:ext uri="{FF2B5EF4-FFF2-40B4-BE49-F238E27FC236}">
                <a16:creationId xmlns:a16="http://schemas.microsoft.com/office/drawing/2014/main" id="{24B8CA95-1FA5-47B6-AEE8-776C1205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B"/>
          </a:solidFill>
          <a:ln xmlns:a="http://schemas.openxmlformats.org/drawingml/2006/main" w="0">
            <a:noFill/>
          </a:ln>
        </p:spPr>
      </p:sp>
      <p:sp>
        <p:nvSpPr>
          <p:cNvPr id="349" name="rect-1-348">
            <a:extLst xmlns:a="http://schemas.openxmlformats.org/drawingml/2006/main">
              <a:ext uri="{FF2B5EF4-FFF2-40B4-BE49-F238E27FC236}">
                <a16:creationId xmlns:a16="http://schemas.microsoft.com/office/drawing/2014/main" id="{44347C1D-EA96-4099-85DF-4E70D750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350" name="rect-1-349">
            <a:extLst xmlns:a="http://schemas.openxmlformats.org/drawingml/2006/main">
              <a:ext uri="{FF2B5EF4-FFF2-40B4-BE49-F238E27FC236}">
                <a16:creationId xmlns:a16="http://schemas.microsoft.com/office/drawing/2014/main" id="{A540C178-8CBB-4865-A6B1-65FDE137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EF"/>
          </a:solidFill>
          <a:ln xmlns:a="http://schemas.openxmlformats.org/drawingml/2006/main" w="0">
            <a:noFill/>
          </a:ln>
        </p:spPr>
      </p:sp>
      <p:sp>
        <p:nvSpPr>
          <p:cNvPr id="351" name="rect-1-350">
            <a:extLst xmlns:a="http://schemas.openxmlformats.org/drawingml/2006/main">
              <a:ext uri="{FF2B5EF4-FFF2-40B4-BE49-F238E27FC236}">
                <a16:creationId xmlns:a16="http://schemas.microsoft.com/office/drawing/2014/main" id="{8D12D3D8-57C3-46ED-906C-8B04A19C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8"/>
          </a:solidFill>
          <a:ln xmlns:a="http://schemas.openxmlformats.org/drawingml/2006/main" w="0">
            <a:noFill/>
          </a:ln>
        </p:spPr>
      </p:sp>
      <p:sp>
        <p:nvSpPr>
          <p:cNvPr id="352" name="rect-1-351">
            <a:extLst xmlns:a="http://schemas.openxmlformats.org/drawingml/2006/main">
              <a:ext uri="{FF2B5EF4-FFF2-40B4-BE49-F238E27FC236}">
                <a16:creationId xmlns:a16="http://schemas.microsoft.com/office/drawing/2014/main" id="{884C0BDA-CE63-4514-B264-D3749CC8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BDE"/>
          </a:solidFill>
          <a:ln xmlns:a="http://schemas.openxmlformats.org/drawingml/2006/main" w="0">
            <a:noFill/>
          </a:ln>
        </p:spPr>
      </p:sp>
      <p:sp>
        <p:nvSpPr>
          <p:cNvPr id="353" name="rect-1-352">
            <a:extLst xmlns:a="http://schemas.openxmlformats.org/drawingml/2006/main">
              <a:ext uri="{FF2B5EF4-FFF2-40B4-BE49-F238E27FC236}">
                <a16:creationId xmlns:a16="http://schemas.microsoft.com/office/drawing/2014/main" id="{B1453266-3285-40D3-B5C8-C4DEF7A9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</a:ln>
        </p:spPr>
      </p:sp>
      <p:sp>
        <p:nvSpPr>
          <p:cNvPr id="354" name="rect-1-353">
            <a:extLst xmlns:a="http://schemas.openxmlformats.org/drawingml/2006/main">
              <a:ext uri="{FF2B5EF4-FFF2-40B4-BE49-F238E27FC236}">
                <a16:creationId xmlns:a16="http://schemas.microsoft.com/office/drawing/2014/main" id="{47CF2ABE-743F-4611-A048-4383002A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355" name="rect-1-354">
            <a:extLst xmlns:a="http://schemas.openxmlformats.org/drawingml/2006/main">
              <a:ext uri="{FF2B5EF4-FFF2-40B4-BE49-F238E27FC236}">
                <a16:creationId xmlns:a16="http://schemas.microsoft.com/office/drawing/2014/main" id="{26C893B4-7ADC-4AAD-88D0-AB737CC3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241011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356" name="rect-1-355">
            <a:extLst xmlns:a="http://schemas.openxmlformats.org/drawingml/2006/main">
              <a:ext uri="{FF2B5EF4-FFF2-40B4-BE49-F238E27FC236}">
                <a16:creationId xmlns:a16="http://schemas.microsoft.com/office/drawing/2014/main" id="{13530614-92E5-49C9-86E6-52E88431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241011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357" name="rect-1-356">
            <a:extLst xmlns:a="http://schemas.openxmlformats.org/drawingml/2006/main">
              <a:ext uri="{FF2B5EF4-FFF2-40B4-BE49-F238E27FC236}">
                <a16:creationId xmlns:a16="http://schemas.microsoft.com/office/drawing/2014/main" id="{80467409-C817-4FD4-9CE4-C925E37D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241011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358" name="rect-1-357">
            <a:extLst xmlns:a="http://schemas.openxmlformats.org/drawingml/2006/main">
              <a:ext uri="{FF2B5EF4-FFF2-40B4-BE49-F238E27FC236}">
                <a16:creationId xmlns:a16="http://schemas.microsoft.com/office/drawing/2014/main" id="{73CB153A-73C3-4AAC-8450-5356FFA0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241011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359" name="rect-1-358">
            <a:extLst xmlns:a="http://schemas.openxmlformats.org/drawingml/2006/main">
              <a:ext uri="{FF2B5EF4-FFF2-40B4-BE49-F238E27FC236}">
                <a16:creationId xmlns:a16="http://schemas.microsoft.com/office/drawing/2014/main" id="{86B2D38E-F47C-4894-9135-EDDA5AE1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252483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360" name="rect-1-359">
            <a:extLst xmlns:a="http://schemas.openxmlformats.org/drawingml/2006/main">
              <a:ext uri="{FF2B5EF4-FFF2-40B4-BE49-F238E27FC236}">
                <a16:creationId xmlns:a16="http://schemas.microsoft.com/office/drawing/2014/main" id="{6BDB5316-F302-49F5-AC49-49741D1A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252483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1E4"/>
          </a:solidFill>
          <a:ln xmlns:a="http://schemas.openxmlformats.org/drawingml/2006/main" w="0">
            <a:noFill/>
          </a:ln>
        </p:spPr>
      </p:sp>
      <p:sp>
        <p:nvSpPr>
          <p:cNvPr id="361" name="rect-1-360">
            <a:extLst xmlns:a="http://schemas.openxmlformats.org/drawingml/2006/main">
              <a:ext uri="{FF2B5EF4-FFF2-40B4-BE49-F238E27FC236}">
                <a16:creationId xmlns:a16="http://schemas.microsoft.com/office/drawing/2014/main" id="{652A3A69-BABE-4B05-BA1F-C53CC230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252483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C"/>
          </a:solidFill>
          <a:ln xmlns:a="http://schemas.openxmlformats.org/drawingml/2006/main" w="0">
            <a:noFill/>
          </a:ln>
        </p:spPr>
      </p:sp>
      <p:sp>
        <p:nvSpPr>
          <p:cNvPr id="362" name="rect-1-361">
            <a:extLst xmlns:a="http://schemas.openxmlformats.org/drawingml/2006/main">
              <a:ext uri="{FF2B5EF4-FFF2-40B4-BE49-F238E27FC236}">
                <a16:creationId xmlns:a16="http://schemas.microsoft.com/office/drawing/2014/main" id="{A3A7F08B-F830-4524-B3F4-A806DE0A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252483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363" name="rect-1-362">
            <a:extLst xmlns:a="http://schemas.openxmlformats.org/drawingml/2006/main">
              <a:ext uri="{FF2B5EF4-FFF2-40B4-BE49-F238E27FC236}">
                <a16:creationId xmlns:a16="http://schemas.microsoft.com/office/drawing/2014/main" id="{97AD5C40-5ACB-426D-B49F-6CA40027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252483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364" name="rect-1-363">
            <a:extLst xmlns:a="http://schemas.openxmlformats.org/drawingml/2006/main">
              <a:ext uri="{FF2B5EF4-FFF2-40B4-BE49-F238E27FC236}">
                <a16:creationId xmlns:a16="http://schemas.microsoft.com/office/drawing/2014/main" id="{8A08CC95-E718-4A9A-9F69-7F7B93BA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365" name="rect-1-364">
            <a:extLst xmlns:a="http://schemas.openxmlformats.org/drawingml/2006/main">
              <a:ext uri="{FF2B5EF4-FFF2-40B4-BE49-F238E27FC236}">
                <a16:creationId xmlns:a16="http://schemas.microsoft.com/office/drawing/2014/main" id="{E2EEEA3B-E072-4E96-A8EE-F9D72347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3E5"/>
          </a:solidFill>
          <a:ln xmlns:a="http://schemas.openxmlformats.org/drawingml/2006/main" w="0">
            <a:noFill/>
          </a:ln>
        </p:spPr>
      </p:sp>
      <p:sp>
        <p:nvSpPr>
          <p:cNvPr id="366" name="rect-1-365">
            <a:extLst xmlns:a="http://schemas.openxmlformats.org/drawingml/2006/main">
              <a:ext uri="{FF2B5EF4-FFF2-40B4-BE49-F238E27FC236}">
                <a16:creationId xmlns:a16="http://schemas.microsoft.com/office/drawing/2014/main" id="{F4FAD3D9-7C14-4D29-ACA5-753B1924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3D7"/>
          </a:solidFill>
          <a:ln xmlns:a="http://schemas.openxmlformats.org/drawingml/2006/main" w="0">
            <a:noFill/>
          </a:ln>
        </p:spPr>
      </p:sp>
      <p:sp>
        <p:nvSpPr>
          <p:cNvPr id="367" name="rect-1-366">
            <a:extLst xmlns:a="http://schemas.openxmlformats.org/drawingml/2006/main">
              <a:ext uri="{FF2B5EF4-FFF2-40B4-BE49-F238E27FC236}">
                <a16:creationId xmlns:a16="http://schemas.microsoft.com/office/drawing/2014/main" id="{E4F5BC74-E3C9-4883-A316-9DA223CA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9"/>
          </a:solidFill>
          <a:ln xmlns:a="http://schemas.openxmlformats.org/drawingml/2006/main" w="0">
            <a:noFill/>
          </a:ln>
        </p:spPr>
      </p:sp>
      <p:sp>
        <p:nvSpPr>
          <p:cNvPr id="368" name="rect-1-367">
            <a:extLst xmlns:a="http://schemas.openxmlformats.org/drawingml/2006/main">
              <a:ext uri="{FF2B5EF4-FFF2-40B4-BE49-F238E27FC236}">
                <a16:creationId xmlns:a16="http://schemas.microsoft.com/office/drawing/2014/main" id="{CFBDED32-7F0C-4D8C-9207-42BA8FDC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369" name="rect-1-368">
            <a:extLst xmlns:a="http://schemas.openxmlformats.org/drawingml/2006/main">
              <a:ext uri="{FF2B5EF4-FFF2-40B4-BE49-F238E27FC236}">
                <a16:creationId xmlns:a16="http://schemas.microsoft.com/office/drawing/2014/main" id="{458D8925-BCBB-4250-BF3C-64B630A3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5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370" name="rect-1-369">
            <a:extLst xmlns:a="http://schemas.openxmlformats.org/drawingml/2006/main">
              <a:ext uri="{FF2B5EF4-FFF2-40B4-BE49-F238E27FC236}">
                <a16:creationId xmlns:a16="http://schemas.microsoft.com/office/drawing/2014/main" id="{37D44621-7DF7-4536-86B8-4BFC954E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275428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E7"/>
          </a:solidFill>
          <a:ln xmlns:a="http://schemas.openxmlformats.org/drawingml/2006/main" w="0">
            <a:noFill/>
          </a:ln>
        </p:spPr>
      </p:sp>
      <p:sp>
        <p:nvSpPr>
          <p:cNvPr id="371" name="rect-1-370">
            <a:extLst xmlns:a="http://schemas.openxmlformats.org/drawingml/2006/main">
              <a:ext uri="{FF2B5EF4-FFF2-40B4-BE49-F238E27FC236}">
                <a16:creationId xmlns:a16="http://schemas.microsoft.com/office/drawing/2014/main" id="{D92B606B-1F04-4906-9E99-FAAE69B3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275428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0"/>
          </a:solidFill>
          <a:ln xmlns:a="http://schemas.openxmlformats.org/drawingml/2006/main" w="0">
            <a:noFill/>
          </a:ln>
        </p:spPr>
      </p:sp>
      <p:sp>
        <p:nvSpPr>
          <p:cNvPr id="372" name="rect-1-371">
            <a:extLst xmlns:a="http://schemas.openxmlformats.org/drawingml/2006/main">
              <a:ext uri="{FF2B5EF4-FFF2-40B4-BE49-F238E27FC236}">
                <a16:creationId xmlns:a16="http://schemas.microsoft.com/office/drawing/2014/main" id="{8FDA31F3-EF32-4DD2-8D94-DECF7E72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275428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D9"/>
          </a:solidFill>
          <a:ln xmlns:a="http://schemas.openxmlformats.org/drawingml/2006/main" w="0">
            <a:noFill/>
          </a:ln>
        </p:spPr>
      </p:sp>
      <p:sp>
        <p:nvSpPr>
          <p:cNvPr id="373" name="rect-1-372">
            <a:extLst xmlns:a="http://schemas.openxmlformats.org/drawingml/2006/main">
              <a:ext uri="{FF2B5EF4-FFF2-40B4-BE49-F238E27FC236}">
                <a16:creationId xmlns:a16="http://schemas.microsoft.com/office/drawing/2014/main" id="{282F279A-A627-4D66-85E8-4CE756E5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275428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374" name="rect-1-373">
            <a:extLst xmlns:a="http://schemas.openxmlformats.org/drawingml/2006/main">
              <a:ext uri="{FF2B5EF4-FFF2-40B4-BE49-F238E27FC236}">
                <a16:creationId xmlns:a16="http://schemas.microsoft.com/office/drawing/2014/main" id="{931A6E0B-C533-444A-8A1B-65CF3FFF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286901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375" name="rect-1-374">
            <a:extLst xmlns:a="http://schemas.openxmlformats.org/drawingml/2006/main">
              <a:ext uri="{FF2B5EF4-FFF2-40B4-BE49-F238E27FC236}">
                <a16:creationId xmlns:a16="http://schemas.microsoft.com/office/drawing/2014/main" id="{D5100AEC-ECDC-4A39-AD6C-293891E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286901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C"/>
          </a:solidFill>
          <a:ln xmlns:a="http://schemas.openxmlformats.org/drawingml/2006/main" w="0">
            <a:noFill/>
          </a:ln>
        </p:spPr>
      </p:sp>
      <p:sp>
        <p:nvSpPr>
          <p:cNvPr id="376" name="rect-1-375">
            <a:extLst xmlns:a="http://schemas.openxmlformats.org/drawingml/2006/main">
              <a:ext uri="{FF2B5EF4-FFF2-40B4-BE49-F238E27FC236}">
                <a16:creationId xmlns:a16="http://schemas.microsoft.com/office/drawing/2014/main" id="{5E53EB21-ABD0-4136-8DA9-CE4D46EB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286901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A"/>
          </a:solidFill>
          <a:ln xmlns:a="http://schemas.openxmlformats.org/drawingml/2006/main" w="0">
            <a:noFill/>
          </a:ln>
        </p:spPr>
      </p:sp>
      <p:sp>
        <p:nvSpPr>
          <p:cNvPr id="377" name="rect-1-376">
            <a:extLst xmlns:a="http://schemas.openxmlformats.org/drawingml/2006/main">
              <a:ext uri="{FF2B5EF4-FFF2-40B4-BE49-F238E27FC236}">
                <a16:creationId xmlns:a16="http://schemas.microsoft.com/office/drawing/2014/main" id="{3FE401C1-1894-4979-9360-F0EFEC0B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286901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7DB"/>
          </a:solidFill>
          <a:ln xmlns:a="http://schemas.openxmlformats.org/drawingml/2006/main" w="0">
            <a:noFill/>
          </a:ln>
        </p:spPr>
      </p:sp>
      <p:sp>
        <p:nvSpPr>
          <p:cNvPr id="378" name="rect-1-377">
            <a:extLst xmlns:a="http://schemas.openxmlformats.org/drawingml/2006/main">
              <a:ext uri="{FF2B5EF4-FFF2-40B4-BE49-F238E27FC236}">
                <a16:creationId xmlns:a16="http://schemas.microsoft.com/office/drawing/2014/main" id="{F31A4C9F-D8FD-4D2E-A682-EE497F2D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286901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8"/>
          </a:solidFill>
          <a:ln xmlns:a="http://schemas.openxmlformats.org/drawingml/2006/main" w="0">
            <a:noFill/>
          </a:ln>
        </p:spPr>
      </p:sp>
      <p:sp>
        <p:nvSpPr>
          <p:cNvPr id="379" name="rect-1-378">
            <a:extLst xmlns:a="http://schemas.openxmlformats.org/drawingml/2006/main">
              <a:ext uri="{FF2B5EF4-FFF2-40B4-BE49-F238E27FC236}">
                <a16:creationId xmlns:a16="http://schemas.microsoft.com/office/drawing/2014/main" id="{9FE06966-AB9A-48D0-8A79-3D2C12BE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B"/>
          </a:solidFill>
          <a:ln xmlns:a="http://schemas.openxmlformats.org/drawingml/2006/main" w="0">
            <a:noFill/>
          </a:ln>
        </p:spPr>
      </p:sp>
      <p:sp>
        <p:nvSpPr>
          <p:cNvPr id="380" name="rect-1-379">
            <a:extLst xmlns:a="http://schemas.openxmlformats.org/drawingml/2006/main">
              <a:ext uri="{FF2B5EF4-FFF2-40B4-BE49-F238E27FC236}">
                <a16:creationId xmlns:a16="http://schemas.microsoft.com/office/drawing/2014/main" id="{5152F869-90EB-416F-9862-E7DF29E0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B"/>
          </a:solidFill>
          <a:ln xmlns:a="http://schemas.openxmlformats.org/drawingml/2006/main" w="0">
            <a:noFill/>
          </a:ln>
        </p:spPr>
      </p:sp>
      <p:sp>
        <p:nvSpPr>
          <p:cNvPr id="381" name="rect-1-380">
            <a:extLst xmlns:a="http://schemas.openxmlformats.org/drawingml/2006/main">
              <a:ext uri="{FF2B5EF4-FFF2-40B4-BE49-F238E27FC236}">
                <a16:creationId xmlns:a16="http://schemas.microsoft.com/office/drawing/2014/main" id="{E4D20BBC-DD66-4B32-B72F-D835C905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noFill/>
          </a:ln>
        </p:spPr>
      </p:sp>
      <p:sp>
        <p:nvSpPr>
          <p:cNvPr id="382" name="rect-1-381">
            <a:extLst xmlns:a="http://schemas.openxmlformats.org/drawingml/2006/main">
              <a:ext uri="{FF2B5EF4-FFF2-40B4-BE49-F238E27FC236}">
                <a16:creationId xmlns:a16="http://schemas.microsoft.com/office/drawing/2014/main" id="{72C79FE9-CA16-4241-8C1D-0D2C54D5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383" name="rect-1-382">
            <a:extLst xmlns:a="http://schemas.openxmlformats.org/drawingml/2006/main">
              <a:ext uri="{FF2B5EF4-FFF2-40B4-BE49-F238E27FC236}">
                <a16:creationId xmlns:a16="http://schemas.microsoft.com/office/drawing/2014/main" id="{6CD7B3DA-FE9C-4177-BE75-0692906D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3E6"/>
          </a:solidFill>
          <a:ln xmlns:a="http://schemas.openxmlformats.org/drawingml/2006/main" w="0">
            <a:noFill/>
          </a:ln>
        </p:spPr>
      </p:sp>
      <p:sp>
        <p:nvSpPr>
          <p:cNvPr id="384" name="rect-1-383">
            <a:extLst xmlns:a="http://schemas.openxmlformats.org/drawingml/2006/main">
              <a:ext uri="{FF2B5EF4-FFF2-40B4-BE49-F238E27FC236}">
                <a16:creationId xmlns:a16="http://schemas.microsoft.com/office/drawing/2014/main" id="{C0B69CC8-7073-4A76-8E1D-7880C664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D9DC"/>
          </a:solidFill>
          <a:ln xmlns:a="http://schemas.openxmlformats.org/drawingml/2006/main" w="0">
            <a:noFill/>
          </a:ln>
        </p:spPr>
      </p:sp>
      <p:sp>
        <p:nvSpPr>
          <p:cNvPr id="385" name="rect-1-384">
            <a:extLst xmlns:a="http://schemas.openxmlformats.org/drawingml/2006/main">
              <a:ext uri="{FF2B5EF4-FFF2-40B4-BE49-F238E27FC236}">
                <a16:creationId xmlns:a16="http://schemas.microsoft.com/office/drawing/2014/main" id="{8EB1BAC5-751A-4A3A-82B5-07D1410E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309846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B"/>
          </a:solidFill>
          <a:ln xmlns:a="http://schemas.openxmlformats.org/drawingml/2006/main" w="0">
            <a:noFill/>
          </a:ln>
        </p:spPr>
      </p:sp>
      <p:sp>
        <p:nvSpPr>
          <p:cNvPr id="386" name="rect-1-385">
            <a:extLst xmlns:a="http://schemas.openxmlformats.org/drawingml/2006/main">
              <a:ext uri="{FF2B5EF4-FFF2-40B4-BE49-F238E27FC236}">
                <a16:creationId xmlns:a16="http://schemas.microsoft.com/office/drawing/2014/main" id="{AB3C827A-35D4-4706-A786-4C95BE3F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309846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EA"/>
          </a:solidFill>
          <a:ln xmlns:a="http://schemas.openxmlformats.org/drawingml/2006/main" w="0">
            <a:noFill/>
          </a:ln>
        </p:spPr>
      </p:sp>
      <p:sp>
        <p:nvSpPr>
          <p:cNvPr id="387" name="rect-1-386">
            <a:extLst xmlns:a="http://schemas.openxmlformats.org/drawingml/2006/main">
              <a:ext uri="{FF2B5EF4-FFF2-40B4-BE49-F238E27FC236}">
                <a16:creationId xmlns:a16="http://schemas.microsoft.com/office/drawing/2014/main" id="{B78F9166-65C5-4219-A9A5-5F4F2740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309846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EE"/>
          </a:solidFill>
          <a:ln xmlns:a="http://schemas.openxmlformats.org/drawingml/2006/main" w="0">
            <a:noFill/>
          </a:ln>
        </p:spPr>
      </p:sp>
      <p:sp>
        <p:nvSpPr>
          <p:cNvPr id="388" name="rect-1-387">
            <a:extLst xmlns:a="http://schemas.openxmlformats.org/drawingml/2006/main">
              <a:ext uri="{FF2B5EF4-FFF2-40B4-BE49-F238E27FC236}">
                <a16:creationId xmlns:a16="http://schemas.microsoft.com/office/drawing/2014/main" id="{5F24BE9F-A2EC-49AF-A71D-BEB1CA7F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309846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B"/>
          </a:solidFill>
          <a:ln xmlns:a="http://schemas.openxmlformats.org/drawingml/2006/main" w="0">
            <a:noFill/>
          </a:ln>
        </p:spPr>
      </p:sp>
      <p:sp>
        <p:nvSpPr>
          <p:cNvPr id="389" name="rect-1-388">
            <a:extLst xmlns:a="http://schemas.openxmlformats.org/drawingml/2006/main">
              <a:ext uri="{FF2B5EF4-FFF2-40B4-BE49-F238E27FC236}">
                <a16:creationId xmlns:a16="http://schemas.microsoft.com/office/drawing/2014/main" id="{7A3062BB-4633-4DA3-9C9C-082F55AD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309846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</a:ln>
        </p:spPr>
      </p:sp>
      <p:sp>
        <p:nvSpPr>
          <p:cNvPr id="390" name="rect-1-389">
            <a:extLst xmlns:a="http://schemas.openxmlformats.org/drawingml/2006/main">
              <a:ext uri="{FF2B5EF4-FFF2-40B4-BE49-F238E27FC236}">
                <a16:creationId xmlns:a16="http://schemas.microsoft.com/office/drawing/2014/main" id="{F61F84A1-3C02-4120-8A23-09C3C01A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321318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391" name="rect-1-390">
            <a:extLst xmlns:a="http://schemas.openxmlformats.org/drawingml/2006/main">
              <a:ext uri="{FF2B5EF4-FFF2-40B4-BE49-F238E27FC236}">
                <a16:creationId xmlns:a16="http://schemas.microsoft.com/office/drawing/2014/main" id="{02F60F4B-4DB3-48A6-A724-41063E3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321318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EA"/>
          </a:solidFill>
          <a:ln xmlns:a="http://schemas.openxmlformats.org/drawingml/2006/main" w="0">
            <a:noFill/>
          </a:ln>
        </p:spPr>
      </p:sp>
      <p:sp>
        <p:nvSpPr>
          <p:cNvPr id="392" name="rect-1-391">
            <a:extLst xmlns:a="http://schemas.openxmlformats.org/drawingml/2006/main">
              <a:ext uri="{FF2B5EF4-FFF2-40B4-BE49-F238E27FC236}">
                <a16:creationId xmlns:a16="http://schemas.microsoft.com/office/drawing/2014/main" id="{04A328F8-304E-4A13-B608-5116FF03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321318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7"/>
          </a:solidFill>
          <a:ln xmlns:a="http://schemas.openxmlformats.org/drawingml/2006/main" w="0">
            <a:noFill/>
          </a:ln>
        </p:spPr>
      </p:sp>
      <p:sp>
        <p:nvSpPr>
          <p:cNvPr id="393" name="rect-1-392">
            <a:extLst xmlns:a="http://schemas.openxmlformats.org/drawingml/2006/main">
              <a:ext uri="{FF2B5EF4-FFF2-40B4-BE49-F238E27FC236}">
                <a16:creationId xmlns:a16="http://schemas.microsoft.com/office/drawing/2014/main" id="{51D1721F-0D3D-4C0C-8AA9-CD59590F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321318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394" name="rect-1-393">
            <a:extLst xmlns:a="http://schemas.openxmlformats.org/drawingml/2006/main">
              <a:ext uri="{FF2B5EF4-FFF2-40B4-BE49-F238E27FC236}">
                <a16:creationId xmlns:a16="http://schemas.microsoft.com/office/drawing/2014/main" id="{A96AFE12-6E43-4CF8-95D3-E45AB8CD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332791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395" name="rect-1-394">
            <a:extLst xmlns:a="http://schemas.openxmlformats.org/drawingml/2006/main">
              <a:ext uri="{FF2B5EF4-FFF2-40B4-BE49-F238E27FC236}">
                <a16:creationId xmlns:a16="http://schemas.microsoft.com/office/drawing/2014/main" id="{7318A248-CB0C-4B33-A066-FDC2B87E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332791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7"/>
          </a:solidFill>
          <a:ln xmlns:a="http://schemas.openxmlformats.org/drawingml/2006/main" w="0">
            <a:noFill/>
          </a:ln>
        </p:spPr>
      </p:sp>
      <p:sp>
        <p:nvSpPr>
          <p:cNvPr id="396" name="rect-1-395">
            <a:extLst xmlns:a="http://schemas.openxmlformats.org/drawingml/2006/main">
              <a:ext uri="{FF2B5EF4-FFF2-40B4-BE49-F238E27FC236}">
                <a16:creationId xmlns:a16="http://schemas.microsoft.com/office/drawing/2014/main" id="{AC2EE83C-AD93-4CFD-BAFF-D7BB709F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332791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3E5"/>
          </a:solidFill>
          <a:ln xmlns:a="http://schemas.openxmlformats.org/drawingml/2006/main" w="0">
            <a:noFill/>
          </a:ln>
        </p:spPr>
      </p:sp>
      <p:sp>
        <p:nvSpPr>
          <p:cNvPr id="397" name="rect-1-396">
            <a:extLst xmlns:a="http://schemas.openxmlformats.org/drawingml/2006/main">
              <a:ext uri="{FF2B5EF4-FFF2-40B4-BE49-F238E27FC236}">
                <a16:creationId xmlns:a16="http://schemas.microsoft.com/office/drawing/2014/main" id="{028653B3-635F-4BBE-B283-972DD812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332791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9"/>
          </a:solidFill>
          <a:ln xmlns:a="http://schemas.openxmlformats.org/drawingml/2006/main" w="0">
            <a:noFill/>
          </a:ln>
        </p:spPr>
      </p:sp>
      <p:sp>
        <p:nvSpPr>
          <p:cNvPr id="398" name="rect-1-397">
            <a:extLst xmlns:a="http://schemas.openxmlformats.org/drawingml/2006/main">
              <a:ext uri="{FF2B5EF4-FFF2-40B4-BE49-F238E27FC236}">
                <a16:creationId xmlns:a16="http://schemas.microsoft.com/office/drawing/2014/main" id="{682AD5CF-C0F5-4909-AE52-418CC336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399" name="rect-1-398">
            <a:extLst xmlns:a="http://schemas.openxmlformats.org/drawingml/2006/main">
              <a:ext uri="{FF2B5EF4-FFF2-40B4-BE49-F238E27FC236}">
                <a16:creationId xmlns:a16="http://schemas.microsoft.com/office/drawing/2014/main" id="{83360E3B-11C9-4174-9B36-7D6531F6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1E4"/>
          </a:solidFill>
          <a:ln xmlns:a="http://schemas.openxmlformats.org/drawingml/2006/main" w="0">
            <a:noFill/>
          </a:ln>
        </p:spPr>
      </p:sp>
      <p:sp>
        <p:nvSpPr>
          <p:cNvPr id="400" name="rect-1-399">
            <a:extLst xmlns:a="http://schemas.openxmlformats.org/drawingml/2006/main">
              <a:ext uri="{FF2B5EF4-FFF2-40B4-BE49-F238E27FC236}">
                <a16:creationId xmlns:a16="http://schemas.microsoft.com/office/drawing/2014/main" id="{9014EA03-55EE-460B-BCAD-706DD382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7"/>
          </a:solidFill>
          <a:ln xmlns:a="http://schemas.openxmlformats.org/drawingml/2006/main" w="0">
            <a:noFill/>
          </a:ln>
        </p:spPr>
      </p:sp>
      <p:sp>
        <p:nvSpPr>
          <p:cNvPr id="401" name="rect-1-400">
            <a:extLst xmlns:a="http://schemas.openxmlformats.org/drawingml/2006/main">
              <a:ext uri="{FF2B5EF4-FFF2-40B4-BE49-F238E27FC236}">
                <a16:creationId xmlns:a16="http://schemas.microsoft.com/office/drawing/2014/main" id="{A3BF4658-2388-491C-A55D-E5249C86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9"/>
          </a:solidFill>
          <a:ln xmlns:a="http://schemas.openxmlformats.org/drawingml/2006/main" w="0">
            <a:noFill/>
          </a:ln>
        </p:spPr>
      </p:sp>
      <p:sp>
        <p:nvSpPr>
          <p:cNvPr id="402" name="rect-1-401">
            <a:extLst xmlns:a="http://schemas.openxmlformats.org/drawingml/2006/main">
              <a:ext uri="{FF2B5EF4-FFF2-40B4-BE49-F238E27FC236}">
                <a16:creationId xmlns:a16="http://schemas.microsoft.com/office/drawing/2014/main" id="{D2359E67-A18F-401F-9E9C-10F2F6B6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ADE"/>
          </a:solidFill>
          <a:ln xmlns:a="http://schemas.openxmlformats.org/drawingml/2006/main" w="0">
            <a:noFill/>
          </a:ln>
        </p:spPr>
      </p:sp>
      <p:sp>
        <p:nvSpPr>
          <p:cNvPr id="403" name="rect-1-402">
            <a:extLst xmlns:a="http://schemas.openxmlformats.org/drawingml/2006/main">
              <a:ext uri="{FF2B5EF4-FFF2-40B4-BE49-F238E27FC236}">
                <a16:creationId xmlns:a16="http://schemas.microsoft.com/office/drawing/2014/main" id="{9DFAE92E-CA47-42B8-8CC7-FD585A61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3E6"/>
          </a:solidFill>
          <a:ln xmlns:a="http://schemas.openxmlformats.org/drawingml/2006/main" w="0">
            <a:noFill/>
          </a:ln>
        </p:spPr>
      </p:sp>
      <p:sp>
        <p:nvSpPr>
          <p:cNvPr id="404" name="rect-1-403">
            <a:extLst xmlns:a="http://schemas.openxmlformats.org/drawingml/2006/main">
              <a:ext uri="{FF2B5EF4-FFF2-40B4-BE49-F238E27FC236}">
                <a16:creationId xmlns:a16="http://schemas.microsoft.com/office/drawing/2014/main" id="{CDB164B0-AD94-4CC2-99CF-0394F767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405" name="rect-1-404">
            <a:extLst xmlns:a="http://schemas.openxmlformats.org/drawingml/2006/main">
              <a:ext uri="{FF2B5EF4-FFF2-40B4-BE49-F238E27FC236}">
                <a16:creationId xmlns:a16="http://schemas.microsoft.com/office/drawing/2014/main" id="{ECA7CA54-FA12-481D-8A0E-5C1D8B3A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406" name="rect-1-405">
            <a:extLst xmlns:a="http://schemas.openxmlformats.org/drawingml/2006/main">
              <a:ext uri="{FF2B5EF4-FFF2-40B4-BE49-F238E27FC236}">
                <a16:creationId xmlns:a16="http://schemas.microsoft.com/office/drawing/2014/main" id="{9BBF636C-590C-48B8-ABAE-DF6F766F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407" name="rect-1-406">
            <a:extLst xmlns:a="http://schemas.openxmlformats.org/drawingml/2006/main">
              <a:ext uri="{FF2B5EF4-FFF2-40B4-BE49-F238E27FC236}">
                <a16:creationId xmlns:a16="http://schemas.microsoft.com/office/drawing/2014/main" id="{C07C7429-8FBE-49DA-B97B-6531B4A0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408" name="rect-1-407">
            <a:extLst xmlns:a="http://schemas.openxmlformats.org/drawingml/2006/main">
              <a:ext uri="{FF2B5EF4-FFF2-40B4-BE49-F238E27FC236}">
                <a16:creationId xmlns:a16="http://schemas.microsoft.com/office/drawing/2014/main" id="{93D61002-98F1-4F9D-AFD7-FDE41EAE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409" name="rect-1-408">
            <a:extLst xmlns:a="http://schemas.openxmlformats.org/drawingml/2006/main">
              <a:ext uri="{FF2B5EF4-FFF2-40B4-BE49-F238E27FC236}">
                <a16:creationId xmlns:a16="http://schemas.microsoft.com/office/drawing/2014/main" id="{94055DB6-4DC7-46DE-AFA1-82924D53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</a:ln>
        </p:spPr>
      </p:sp>
      <p:sp>
        <p:nvSpPr>
          <p:cNvPr id="410" name="rect-1-409">
            <a:extLst xmlns:a="http://schemas.openxmlformats.org/drawingml/2006/main">
              <a:ext uri="{FF2B5EF4-FFF2-40B4-BE49-F238E27FC236}">
                <a16:creationId xmlns:a16="http://schemas.microsoft.com/office/drawing/2014/main" id="{E875F821-6B5B-430E-B576-49C2B1DC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E4"/>
          </a:solidFill>
          <a:ln xmlns:a="http://schemas.openxmlformats.org/drawingml/2006/main" w="0">
            <a:noFill/>
          </a:ln>
        </p:spPr>
      </p:sp>
      <p:sp>
        <p:nvSpPr>
          <p:cNvPr id="411" name="rect-1-410">
            <a:extLst xmlns:a="http://schemas.openxmlformats.org/drawingml/2006/main">
              <a:ext uri="{FF2B5EF4-FFF2-40B4-BE49-F238E27FC236}">
                <a16:creationId xmlns:a16="http://schemas.microsoft.com/office/drawing/2014/main" id="{465EAD4B-4C80-4B5A-8649-3D28EE94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0"/>
          </a:solidFill>
          <a:ln xmlns:a="http://schemas.openxmlformats.org/drawingml/2006/main" w="0">
            <a:noFill/>
          </a:ln>
        </p:spPr>
      </p:sp>
      <p:sp>
        <p:nvSpPr>
          <p:cNvPr id="412" name="rect-1-411">
            <a:extLst xmlns:a="http://schemas.openxmlformats.org/drawingml/2006/main">
              <a:ext uri="{FF2B5EF4-FFF2-40B4-BE49-F238E27FC236}">
                <a16:creationId xmlns:a16="http://schemas.microsoft.com/office/drawing/2014/main" id="{E7394774-11F6-4DA5-8B05-A7ACEE4C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D9"/>
          </a:solidFill>
          <a:ln xmlns:a="http://schemas.openxmlformats.org/drawingml/2006/main" w="0">
            <a:noFill/>
          </a:ln>
        </p:spPr>
      </p:sp>
      <p:sp>
        <p:nvSpPr>
          <p:cNvPr id="413" name="rect-1-412">
            <a:extLst xmlns:a="http://schemas.openxmlformats.org/drawingml/2006/main">
              <a:ext uri="{FF2B5EF4-FFF2-40B4-BE49-F238E27FC236}">
                <a16:creationId xmlns:a16="http://schemas.microsoft.com/office/drawing/2014/main" id="{B36B7A8B-D1C5-4144-970E-7305A20F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</a:ln>
        </p:spPr>
      </p:sp>
      <p:sp>
        <p:nvSpPr>
          <p:cNvPr id="414" name="rect-1-413">
            <a:extLst xmlns:a="http://schemas.openxmlformats.org/drawingml/2006/main">
              <a:ext uri="{FF2B5EF4-FFF2-40B4-BE49-F238E27FC236}">
                <a16:creationId xmlns:a16="http://schemas.microsoft.com/office/drawing/2014/main" id="{68A57A61-2942-4E49-850F-D48ADF58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EA"/>
          </a:solidFill>
          <a:ln xmlns:a="http://schemas.openxmlformats.org/drawingml/2006/main" w="0">
            <a:noFill/>
          </a:ln>
        </p:spPr>
      </p:sp>
      <p:sp>
        <p:nvSpPr>
          <p:cNvPr id="415" name="rect-1-414">
            <a:extLst xmlns:a="http://schemas.openxmlformats.org/drawingml/2006/main">
              <a:ext uri="{FF2B5EF4-FFF2-40B4-BE49-F238E27FC236}">
                <a16:creationId xmlns:a16="http://schemas.microsoft.com/office/drawing/2014/main" id="{A920CA9B-4575-4B60-B2B1-6CFFA083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B"/>
          </a:solidFill>
          <a:ln xmlns:a="http://schemas.openxmlformats.org/drawingml/2006/main" w="0">
            <a:noFill/>
          </a:ln>
        </p:spPr>
      </p:sp>
      <p:sp>
        <p:nvSpPr>
          <p:cNvPr id="416" name="rect-1-415">
            <a:extLst xmlns:a="http://schemas.openxmlformats.org/drawingml/2006/main">
              <a:ext uri="{FF2B5EF4-FFF2-40B4-BE49-F238E27FC236}">
                <a16:creationId xmlns:a16="http://schemas.microsoft.com/office/drawing/2014/main" id="{60082E5A-5F6D-4DCD-9585-20D3B471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417" name="rect-1-416">
            <a:extLst xmlns:a="http://schemas.openxmlformats.org/drawingml/2006/main">
              <a:ext uri="{FF2B5EF4-FFF2-40B4-BE49-F238E27FC236}">
                <a16:creationId xmlns:a16="http://schemas.microsoft.com/office/drawing/2014/main" id="{80A8B76D-AD42-41AA-87A1-76AD894B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ED"/>
          </a:solidFill>
          <a:ln xmlns:a="http://schemas.openxmlformats.org/drawingml/2006/main" w="0">
            <a:noFill/>
          </a:ln>
        </p:spPr>
      </p:sp>
      <p:sp>
        <p:nvSpPr>
          <p:cNvPr id="418" name="rect-1-417">
            <a:extLst xmlns:a="http://schemas.openxmlformats.org/drawingml/2006/main">
              <a:ext uri="{FF2B5EF4-FFF2-40B4-BE49-F238E27FC236}">
                <a16:creationId xmlns:a16="http://schemas.microsoft.com/office/drawing/2014/main" id="{9495E69F-08DE-4989-A807-DDC5FC99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B"/>
          </a:solidFill>
          <a:ln xmlns:a="http://schemas.openxmlformats.org/drawingml/2006/main" w="0">
            <a:noFill/>
          </a:ln>
        </p:spPr>
      </p:sp>
      <p:sp>
        <p:nvSpPr>
          <p:cNvPr id="419" name="rect-1-418">
            <a:extLst xmlns:a="http://schemas.openxmlformats.org/drawingml/2006/main">
              <a:ext uri="{FF2B5EF4-FFF2-40B4-BE49-F238E27FC236}">
                <a16:creationId xmlns:a16="http://schemas.microsoft.com/office/drawing/2014/main" id="{6F47ACCF-FF7A-4CC7-BC69-0F62E7CB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9"/>
          </a:solidFill>
          <a:ln xmlns:a="http://schemas.openxmlformats.org/drawingml/2006/main" w="0">
            <a:noFill/>
          </a:ln>
        </p:spPr>
      </p:sp>
      <p:sp>
        <p:nvSpPr>
          <p:cNvPr id="420" name="rect-1-419">
            <a:extLst xmlns:a="http://schemas.openxmlformats.org/drawingml/2006/main">
              <a:ext uri="{FF2B5EF4-FFF2-40B4-BE49-F238E27FC236}">
                <a16:creationId xmlns:a16="http://schemas.microsoft.com/office/drawing/2014/main" id="{F03ADA3D-A5A2-4FF2-A0C7-ACE7E04B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7DB"/>
          </a:solidFill>
          <a:ln xmlns:a="http://schemas.openxmlformats.org/drawingml/2006/main" w="0">
            <a:noFill/>
          </a:ln>
        </p:spPr>
      </p:sp>
      <p:sp>
        <p:nvSpPr>
          <p:cNvPr id="421" name="rect-1-420">
            <a:extLst xmlns:a="http://schemas.openxmlformats.org/drawingml/2006/main">
              <a:ext uri="{FF2B5EF4-FFF2-40B4-BE49-F238E27FC236}">
                <a16:creationId xmlns:a16="http://schemas.microsoft.com/office/drawing/2014/main" id="{3080E698-1CE3-4089-AD69-300B64B7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ADD"/>
          </a:solidFill>
          <a:ln xmlns:a="http://schemas.openxmlformats.org/drawingml/2006/main" w="0">
            <a:noFill/>
          </a:ln>
        </p:spPr>
      </p:sp>
      <p:sp>
        <p:nvSpPr>
          <p:cNvPr id="422" name="rect-1-421">
            <a:extLst xmlns:a="http://schemas.openxmlformats.org/drawingml/2006/main">
              <a:ext uri="{FF2B5EF4-FFF2-40B4-BE49-F238E27FC236}">
                <a16:creationId xmlns:a16="http://schemas.microsoft.com/office/drawing/2014/main" id="{75C7227E-757B-41F3-9647-8F8D5E5F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2E5"/>
          </a:solidFill>
          <a:ln xmlns:a="http://schemas.openxmlformats.org/drawingml/2006/main" w="0">
            <a:noFill/>
          </a:ln>
        </p:spPr>
      </p:sp>
      <p:sp>
        <p:nvSpPr>
          <p:cNvPr id="423" name="rect-1-422">
            <a:extLst xmlns:a="http://schemas.openxmlformats.org/drawingml/2006/main">
              <a:ext uri="{FF2B5EF4-FFF2-40B4-BE49-F238E27FC236}">
                <a16:creationId xmlns:a16="http://schemas.microsoft.com/office/drawing/2014/main" id="{E9D891C2-C912-45F3-9331-7533FE10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4"/>
          </a:solidFill>
          <a:ln xmlns:a="http://schemas.openxmlformats.org/drawingml/2006/main" w="0">
            <a:noFill/>
          </a:ln>
        </p:spPr>
      </p:sp>
      <p:sp>
        <p:nvSpPr>
          <p:cNvPr id="424" name="rect-1-423">
            <a:extLst xmlns:a="http://schemas.openxmlformats.org/drawingml/2006/main">
              <a:ext uri="{FF2B5EF4-FFF2-40B4-BE49-F238E27FC236}">
                <a16:creationId xmlns:a16="http://schemas.microsoft.com/office/drawing/2014/main" id="{5B538297-9CBF-4974-AFFB-64445C24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9DC"/>
          </a:solidFill>
          <a:ln xmlns:a="http://schemas.openxmlformats.org/drawingml/2006/main" w="0">
            <a:noFill/>
          </a:ln>
        </p:spPr>
      </p:sp>
      <p:sp>
        <p:nvSpPr>
          <p:cNvPr id="425" name="rect-1-424">
            <a:extLst xmlns:a="http://schemas.openxmlformats.org/drawingml/2006/main">
              <a:ext uri="{FF2B5EF4-FFF2-40B4-BE49-F238E27FC236}">
                <a16:creationId xmlns:a16="http://schemas.microsoft.com/office/drawing/2014/main" id="{93EB0C6B-BF21-4AF7-8178-682379F6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426" name="rect-1-425">
            <a:extLst xmlns:a="http://schemas.openxmlformats.org/drawingml/2006/main">
              <a:ext uri="{FF2B5EF4-FFF2-40B4-BE49-F238E27FC236}">
                <a16:creationId xmlns:a16="http://schemas.microsoft.com/office/drawing/2014/main" id="{58D18A00-DD3C-49E2-926F-3DE42D1B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427" name="rect-1-426">
            <a:extLst xmlns:a="http://schemas.openxmlformats.org/drawingml/2006/main">
              <a:ext uri="{FF2B5EF4-FFF2-40B4-BE49-F238E27FC236}">
                <a16:creationId xmlns:a16="http://schemas.microsoft.com/office/drawing/2014/main" id="{AAD8EF72-3AAB-4229-BAA5-BF8EDC63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428" name="rect-1-427">
            <a:extLst xmlns:a="http://schemas.openxmlformats.org/drawingml/2006/main">
              <a:ext uri="{FF2B5EF4-FFF2-40B4-BE49-F238E27FC236}">
                <a16:creationId xmlns:a16="http://schemas.microsoft.com/office/drawing/2014/main" id="{F89DA895-B2B7-4405-8175-95F253C9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DF"/>
          </a:solidFill>
          <a:ln xmlns:a="http://schemas.openxmlformats.org/drawingml/2006/main" w="0">
            <a:noFill/>
          </a:ln>
        </p:spPr>
      </p:sp>
      <p:sp>
        <p:nvSpPr>
          <p:cNvPr id="429" name="rect-1-428">
            <a:extLst xmlns:a="http://schemas.openxmlformats.org/drawingml/2006/main">
              <a:ext uri="{FF2B5EF4-FFF2-40B4-BE49-F238E27FC236}">
                <a16:creationId xmlns:a16="http://schemas.microsoft.com/office/drawing/2014/main" id="{8BD9C58F-5932-4DFF-AEBF-979A4EE1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4D8"/>
          </a:solidFill>
          <a:ln xmlns:a="http://schemas.openxmlformats.org/drawingml/2006/main" w="0">
            <a:noFill/>
          </a:ln>
        </p:spPr>
      </p:sp>
      <p:sp>
        <p:nvSpPr>
          <p:cNvPr id="430" name="rect-1-429">
            <a:extLst xmlns:a="http://schemas.openxmlformats.org/drawingml/2006/main">
              <a:ext uri="{FF2B5EF4-FFF2-40B4-BE49-F238E27FC236}">
                <a16:creationId xmlns:a16="http://schemas.microsoft.com/office/drawing/2014/main" id="{1314F73E-9B64-45CC-8A1E-893F31BE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8"/>
          </a:solidFill>
          <a:ln xmlns:a="http://schemas.openxmlformats.org/drawingml/2006/main" w="0">
            <a:noFill/>
          </a:ln>
        </p:spPr>
      </p:sp>
      <p:sp>
        <p:nvSpPr>
          <p:cNvPr id="431" name="rect-1-430">
            <a:extLst xmlns:a="http://schemas.openxmlformats.org/drawingml/2006/main">
              <a:ext uri="{FF2B5EF4-FFF2-40B4-BE49-F238E27FC236}">
                <a16:creationId xmlns:a16="http://schemas.microsoft.com/office/drawing/2014/main" id="{C69EBF2D-A17D-422D-901D-D6898FED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BC1"/>
          </a:solidFill>
          <a:ln xmlns:a="http://schemas.openxmlformats.org/drawingml/2006/main" w="0">
            <a:noFill/>
          </a:ln>
        </p:spPr>
      </p:sp>
      <p:sp>
        <p:nvSpPr>
          <p:cNvPr id="432" name="rect-1-431">
            <a:extLst xmlns:a="http://schemas.openxmlformats.org/drawingml/2006/main">
              <a:ext uri="{FF2B5EF4-FFF2-40B4-BE49-F238E27FC236}">
                <a16:creationId xmlns:a16="http://schemas.microsoft.com/office/drawing/2014/main" id="{4DC94688-EC8D-4DFB-8881-259CABC3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CFD3"/>
          </a:solidFill>
          <a:ln xmlns:a="http://schemas.openxmlformats.org/drawingml/2006/main" w="0">
            <a:noFill/>
          </a:ln>
        </p:spPr>
      </p:sp>
      <p:sp>
        <p:nvSpPr>
          <p:cNvPr id="433" name="rect-1-432">
            <a:extLst xmlns:a="http://schemas.openxmlformats.org/drawingml/2006/main">
              <a:ext uri="{FF2B5EF4-FFF2-40B4-BE49-F238E27FC236}">
                <a16:creationId xmlns:a16="http://schemas.microsoft.com/office/drawing/2014/main" id="{902BBBA3-177C-456A-8CD4-BB3AA563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7CC"/>
          </a:solidFill>
          <a:ln xmlns:a="http://schemas.openxmlformats.org/drawingml/2006/main" w="0">
            <a:noFill/>
          </a:ln>
        </p:spPr>
      </p:sp>
      <p:sp>
        <p:nvSpPr>
          <p:cNvPr id="434" name="rect-1-433">
            <a:extLst xmlns:a="http://schemas.openxmlformats.org/drawingml/2006/main">
              <a:ext uri="{FF2B5EF4-FFF2-40B4-BE49-F238E27FC236}">
                <a16:creationId xmlns:a16="http://schemas.microsoft.com/office/drawing/2014/main" id="{C4B7C9A1-D6F2-4918-AE6D-CBF02331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FE2"/>
          </a:solidFill>
          <a:ln xmlns:a="http://schemas.openxmlformats.org/drawingml/2006/main" w="0">
            <a:noFill/>
          </a:ln>
        </p:spPr>
      </p:sp>
      <p:sp>
        <p:nvSpPr>
          <p:cNvPr id="435" name="rect-1-434">
            <a:extLst xmlns:a="http://schemas.openxmlformats.org/drawingml/2006/main">
              <a:ext uri="{FF2B5EF4-FFF2-40B4-BE49-F238E27FC236}">
                <a16:creationId xmlns:a16="http://schemas.microsoft.com/office/drawing/2014/main" id="{89CBCF20-84FF-4154-B975-51FCF932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BDE"/>
          </a:solidFill>
          <a:ln xmlns:a="http://schemas.openxmlformats.org/drawingml/2006/main" w="0">
            <a:noFill/>
          </a:ln>
        </p:spPr>
      </p:sp>
      <p:sp>
        <p:nvSpPr>
          <p:cNvPr id="436" name="rect-1-435">
            <a:extLst xmlns:a="http://schemas.openxmlformats.org/drawingml/2006/main">
              <a:ext uri="{FF2B5EF4-FFF2-40B4-BE49-F238E27FC236}">
                <a16:creationId xmlns:a16="http://schemas.microsoft.com/office/drawing/2014/main" id="{F9414AFF-3BBE-4AFF-844F-699A8183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437" name="rect-1-436">
            <a:extLst xmlns:a="http://schemas.openxmlformats.org/drawingml/2006/main">
              <a:ext uri="{FF2B5EF4-FFF2-40B4-BE49-F238E27FC236}">
                <a16:creationId xmlns:a16="http://schemas.microsoft.com/office/drawing/2014/main" id="{9C269BD5-3F03-4686-8054-203C419F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EF"/>
          </a:solidFill>
          <a:ln xmlns:a="http://schemas.openxmlformats.org/drawingml/2006/main" w="0">
            <a:noFill/>
          </a:ln>
        </p:spPr>
      </p:sp>
      <p:sp>
        <p:nvSpPr>
          <p:cNvPr id="438" name="rect-1-437">
            <a:extLst xmlns:a="http://schemas.openxmlformats.org/drawingml/2006/main">
              <a:ext uri="{FF2B5EF4-FFF2-40B4-BE49-F238E27FC236}">
                <a16:creationId xmlns:a16="http://schemas.microsoft.com/office/drawing/2014/main" id="{0AF46CC1-5F7A-4DE6-9ED1-E767DB2C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439" name="rect-1-438">
            <a:extLst xmlns:a="http://schemas.openxmlformats.org/drawingml/2006/main">
              <a:ext uri="{FF2B5EF4-FFF2-40B4-BE49-F238E27FC236}">
                <a16:creationId xmlns:a16="http://schemas.microsoft.com/office/drawing/2014/main" id="{77FFDE60-7A29-413A-AE3E-AE96F2F9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440" name="rect-1-439">
            <a:extLst xmlns:a="http://schemas.openxmlformats.org/drawingml/2006/main">
              <a:ext uri="{FF2B5EF4-FFF2-40B4-BE49-F238E27FC236}">
                <a16:creationId xmlns:a16="http://schemas.microsoft.com/office/drawing/2014/main" id="{2791B807-F0F1-4EF8-9DC2-C7E03174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7DB"/>
          </a:solidFill>
          <a:ln xmlns:a="http://schemas.openxmlformats.org/drawingml/2006/main" w="0">
            <a:noFill/>
          </a:ln>
        </p:spPr>
      </p:sp>
      <p:sp>
        <p:nvSpPr>
          <p:cNvPr id="441" name="rect-1-440">
            <a:extLst xmlns:a="http://schemas.openxmlformats.org/drawingml/2006/main">
              <a:ext uri="{FF2B5EF4-FFF2-40B4-BE49-F238E27FC236}">
                <a16:creationId xmlns:a16="http://schemas.microsoft.com/office/drawing/2014/main" id="{D61ADEFD-B4EF-42A0-8058-415B7170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ABF"/>
          </a:solidFill>
          <a:ln xmlns:a="http://schemas.openxmlformats.org/drawingml/2006/main" w="0">
            <a:noFill/>
          </a:ln>
        </p:spPr>
      </p:sp>
      <p:sp>
        <p:nvSpPr>
          <p:cNvPr id="442" name="rect-1-441">
            <a:extLst xmlns:a="http://schemas.openxmlformats.org/drawingml/2006/main">
              <a:ext uri="{FF2B5EF4-FFF2-40B4-BE49-F238E27FC236}">
                <a16:creationId xmlns:a16="http://schemas.microsoft.com/office/drawing/2014/main" id="{8BF04F65-157F-44BF-BFBC-FB3F89BE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9CD"/>
          </a:solidFill>
          <a:ln xmlns:a="http://schemas.openxmlformats.org/drawingml/2006/main" w="0">
            <a:noFill/>
          </a:ln>
        </p:spPr>
      </p:sp>
      <p:sp>
        <p:nvSpPr>
          <p:cNvPr id="443" name="rect-1-442">
            <a:extLst xmlns:a="http://schemas.openxmlformats.org/drawingml/2006/main">
              <a:ext uri="{FF2B5EF4-FFF2-40B4-BE49-F238E27FC236}">
                <a16:creationId xmlns:a16="http://schemas.microsoft.com/office/drawing/2014/main" id="{B27E37B7-7CDE-46EA-B51E-A7D71636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AC0"/>
          </a:solidFill>
          <a:ln xmlns:a="http://schemas.openxmlformats.org/drawingml/2006/main" w="0">
            <a:noFill/>
          </a:ln>
        </p:spPr>
      </p:sp>
      <p:sp>
        <p:nvSpPr>
          <p:cNvPr id="444" name="rect-1-443">
            <a:extLst xmlns:a="http://schemas.openxmlformats.org/drawingml/2006/main">
              <a:ext uri="{FF2B5EF4-FFF2-40B4-BE49-F238E27FC236}">
                <a16:creationId xmlns:a16="http://schemas.microsoft.com/office/drawing/2014/main" id="{B04985AC-73F1-4D88-A30E-961C54D6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9AF"/>
          </a:solidFill>
          <a:ln xmlns:a="http://schemas.openxmlformats.org/drawingml/2006/main" w="0">
            <a:noFill/>
          </a:ln>
        </p:spPr>
      </p:sp>
      <p:sp>
        <p:nvSpPr>
          <p:cNvPr id="445" name="rect-1-444">
            <a:extLst xmlns:a="http://schemas.openxmlformats.org/drawingml/2006/main">
              <a:ext uri="{FF2B5EF4-FFF2-40B4-BE49-F238E27FC236}">
                <a16:creationId xmlns:a16="http://schemas.microsoft.com/office/drawing/2014/main" id="{96D51861-144F-49A3-8C79-4DC75279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BCF"/>
          </a:solidFill>
          <a:ln xmlns:a="http://schemas.openxmlformats.org/drawingml/2006/main" w="0">
            <a:noFill/>
          </a:ln>
        </p:spPr>
      </p:sp>
      <p:sp>
        <p:nvSpPr>
          <p:cNvPr id="446" name="rect-1-445">
            <a:extLst xmlns:a="http://schemas.openxmlformats.org/drawingml/2006/main">
              <a:ext uri="{FF2B5EF4-FFF2-40B4-BE49-F238E27FC236}">
                <a16:creationId xmlns:a16="http://schemas.microsoft.com/office/drawing/2014/main" id="{2CF76F73-B822-4133-9F01-E45B809F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BCC1"/>
          </a:solidFill>
          <a:ln xmlns:a="http://schemas.openxmlformats.org/drawingml/2006/main" w="0">
            <a:noFill/>
          </a:ln>
        </p:spPr>
      </p:sp>
      <p:sp>
        <p:nvSpPr>
          <p:cNvPr id="447" name="rect-1-446">
            <a:extLst xmlns:a="http://schemas.openxmlformats.org/drawingml/2006/main">
              <a:ext uri="{FF2B5EF4-FFF2-40B4-BE49-F238E27FC236}">
                <a16:creationId xmlns:a16="http://schemas.microsoft.com/office/drawing/2014/main" id="{84F2CD6D-63E6-49AD-A9C5-87226652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ACE"/>
          </a:solidFill>
          <a:ln xmlns:a="http://schemas.openxmlformats.org/drawingml/2006/main" w="0">
            <a:noFill/>
          </a:ln>
        </p:spPr>
      </p:sp>
      <p:sp>
        <p:nvSpPr>
          <p:cNvPr id="448" name="rect-1-447">
            <a:extLst xmlns:a="http://schemas.openxmlformats.org/drawingml/2006/main">
              <a:ext uri="{FF2B5EF4-FFF2-40B4-BE49-F238E27FC236}">
                <a16:creationId xmlns:a16="http://schemas.microsoft.com/office/drawing/2014/main" id="{9E7BAC59-0593-45A8-B291-9293E9DD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D9"/>
          </a:solidFill>
          <a:ln xmlns:a="http://schemas.openxmlformats.org/drawingml/2006/main" w="0">
            <a:noFill/>
          </a:ln>
        </p:spPr>
      </p:sp>
      <p:sp>
        <p:nvSpPr>
          <p:cNvPr id="449" name="rect-1-448">
            <a:extLst xmlns:a="http://schemas.openxmlformats.org/drawingml/2006/main">
              <a:ext uri="{FF2B5EF4-FFF2-40B4-BE49-F238E27FC236}">
                <a16:creationId xmlns:a16="http://schemas.microsoft.com/office/drawing/2014/main" id="{F319E8EB-174F-4355-97CF-A6F6B153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D9"/>
          </a:solidFill>
          <a:ln xmlns:a="http://schemas.openxmlformats.org/drawingml/2006/main" w="0">
            <a:noFill/>
          </a:ln>
        </p:spPr>
      </p:sp>
      <p:sp>
        <p:nvSpPr>
          <p:cNvPr id="450" name="rect-1-449">
            <a:extLst xmlns:a="http://schemas.openxmlformats.org/drawingml/2006/main">
              <a:ext uri="{FF2B5EF4-FFF2-40B4-BE49-F238E27FC236}">
                <a16:creationId xmlns:a16="http://schemas.microsoft.com/office/drawing/2014/main" id="{AC48CAC9-1ED3-4D2A-A5B7-5E91169B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noFill/>
          </a:ln>
        </p:spPr>
      </p:sp>
      <p:sp>
        <p:nvSpPr>
          <p:cNvPr id="451" name="rect-1-450">
            <a:extLst xmlns:a="http://schemas.openxmlformats.org/drawingml/2006/main">
              <a:ext uri="{FF2B5EF4-FFF2-40B4-BE49-F238E27FC236}">
                <a16:creationId xmlns:a16="http://schemas.microsoft.com/office/drawing/2014/main" id="{9E267816-DE35-45A8-9673-553607EB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452" name="rect-1-451">
            <a:extLst xmlns:a="http://schemas.openxmlformats.org/drawingml/2006/main">
              <a:ext uri="{FF2B5EF4-FFF2-40B4-BE49-F238E27FC236}">
                <a16:creationId xmlns:a16="http://schemas.microsoft.com/office/drawing/2014/main" id="{E8B98371-47AC-4700-BB52-A04FB91F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462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453" name="rect-1-452">
            <a:extLst xmlns:a="http://schemas.openxmlformats.org/drawingml/2006/main">
              <a:ext uri="{FF2B5EF4-FFF2-40B4-BE49-F238E27FC236}">
                <a16:creationId xmlns:a16="http://schemas.microsoft.com/office/drawing/2014/main" id="{B67FA901-06CC-4172-9F06-19F899E9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A"/>
          </a:solidFill>
          <a:ln xmlns:a="http://schemas.openxmlformats.org/drawingml/2006/main" w="0">
            <a:noFill/>
          </a:ln>
        </p:spPr>
      </p:sp>
      <p:sp>
        <p:nvSpPr>
          <p:cNvPr id="454" name="rect-1-453">
            <a:extLst xmlns:a="http://schemas.openxmlformats.org/drawingml/2006/main">
              <a:ext uri="{FF2B5EF4-FFF2-40B4-BE49-F238E27FC236}">
                <a16:creationId xmlns:a16="http://schemas.microsoft.com/office/drawing/2014/main" id="{B965FB8F-67AB-40F4-97CA-1504520C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4BA"/>
          </a:solidFill>
          <a:ln xmlns:a="http://schemas.openxmlformats.org/drawingml/2006/main" w="0">
            <a:noFill/>
          </a:ln>
        </p:spPr>
      </p:sp>
      <p:sp>
        <p:nvSpPr>
          <p:cNvPr id="455" name="rect-1-454">
            <a:extLst xmlns:a="http://schemas.openxmlformats.org/drawingml/2006/main">
              <a:ext uri="{FF2B5EF4-FFF2-40B4-BE49-F238E27FC236}">
                <a16:creationId xmlns:a16="http://schemas.microsoft.com/office/drawing/2014/main" id="{D2268050-AD41-4B87-96B4-14C611B5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4BA"/>
          </a:solidFill>
          <a:ln xmlns:a="http://schemas.openxmlformats.org/drawingml/2006/main" w="0">
            <a:noFill/>
          </a:ln>
        </p:spPr>
      </p:sp>
      <p:sp>
        <p:nvSpPr>
          <p:cNvPr id="456" name="rect-1-455">
            <a:extLst xmlns:a="http://schemas.openxmlformats.org/drawingml/2006/main">
              <a:ext uri="{FF2B5EF4-FFF2-40B4-BE49-F238E27FC236}">
                <a16:creationId xmlns:a16="http://schemas.microsoft.com/office/drawing/2014/main" id="{67AD3FCA-53B7-4C44-9AEF-EDDAE6C9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CB2"/>
          </a:solidFill>
          <a:ln xmlns:a="http://schemas.openxmlformats.org/drawingml/2006/main" w="0">
            <a:noFill/>
          </a:ln>
        </p:spPr>
      </p:sp>
      <p:sp>
        <p:nvSpPr>
          <p:cNvPr id="457" name="rect-1-456">
            <a:extLst xmlns:a="http://schemas.openxmlformats.org/drawingml/2006/main">
              <a:ext uri="{FF2B5EF4-FFF2-40B4-BE49-F238E27FC236}">
                <a16:creationId xmlns:a16="http://schemas.microsoft.com/office/drawing/2014/main" id="{84E72CAB-B335-4E16-AD48-4D9658F3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8991"/>
          </a:solidFill>
          <a:ln xmlns:a="http://schemas.openxmlformats.org/drawingml/2006/main" w="0">
            <a:noFill/>
          </a:ln>
        </p:spPr>
      </p:sp>
      <p:sp>
        <p:nvSpPr>
          <p:cNvPr id="458" name="rect-1-457">
            <a:extLst xmlns:a="http://schemas.openxmlformats.org/drawingml/2006/main">
              <a:ext uri="{FF2B5EF4-FFF2-40B4-BE49-F238E27FC236}">
                <a16:creationId xmlns:a16="http://schemas.microsoft.com/office/drawing/2014/main" id="{27FF32EC-1FD4-4745-9071-CEDAC684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89F"/>
          </a:solidFill>
          <a:ln xmlns:a="http://schemas.openxmlformats.org/drawingml/2006/main" w="0">
            <a:noFill/>
          </a:ln>
        </p:spPr>
      </p:sp>
      <p:sp>
        <p:nvSpPr>
          <p:cNvPr id="459" name="rect-1-458">
            <a:extLst xmlns:a="http://schemas.openxmlformats.org/drawingml/2006/main">
              <a:ext uri="{FF2B5EF4-FFF2-40B4-BE49-F238E27FC236}">
                <a16:creationId xmlns:a16="http://schemas.microsoft.com/office/drawing/2014/main" id="{7CC5EB4A-A354-4C3A-A4E6-98FDAD4C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868F"/>
          </a:solidFill>
          <a:ln xmlns:a="http://schemas.openxmlformats.org/drawingml/2006/main" w="0">
            <a:noFill/>
          </a:ln>
        </p:spPr>
      </p:sp>
      <p:sp>
        <p:nvSpPr>
          <p:cNvPr id="460" name="rect-1-459">
            <a:extLst xmlns:a="http://schemas.openxmlformats.org/drawingml/2006/main">
              <a:ext uri="{FF2B5EF4-FFF2-40B4-BE49-F238E27FC236}">
                <a16:creationId xmlns:a16="http://schemas.microsoft.com/office/drawing/2014/main" id="{EC705651-66C0-4833-8A2E-98129F02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B3B9"/>
          </a:solidFill>
          <a:ln xmlns:a="http://schemas.openxmlformats.org/drawingml/2006/main" w="0">
            <a:noFill/>
          </a:ln>
        </p:spPr>
      </p:sp>
      <p:sp>
        <p:nvSpPr>
          <p:cNvPr id="461" name="rect-1-460">
            <a:extLst xmlns:a="http://schemas.openxmlformats.org/drawingml/2006/main">
              <a:ext uri="{FF2B5EF4-FFF2-40B4-BE49-F238E27FC236}">
                <a16:creationId xmlns:a16="http://schemas.microsoft.com/office/drawing/2014/main" id="{F431D103-9741-485D-9F09-D45F20D6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3C8"/>
          </a:solidFill>
          <a:ln xmlns:a="http://schemas.openxmlformats.org/drawingml/2006/main" w="0">
            <a:noFill/>
          </a:ln>
        </p:spPr>
      </p:sp>
      <p:sp>
        <p:nvSpPr>
          <p:cNvPr id="462" name="rect-1-461">
            <a:extLst xmlns:a="http://schemas.openxmlformats.org/drawingml/2006/main">
              <a:ext uri="{FF2B5EF4-FFF2-40B4-BE49-F238E27FC236}">
                <a16:creationId xmlns:a16="http://schemas.microsoft.com/office/drawing/2014/main" id="{34B9A421-7AEF-4E0A-BACB-962DBE87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B9BE"/>
          </a:solidFill>
          <a:ln xmlns:a="http://schemas.openxmlformats.org/drawingml/2006/main" w="0">
            <a:noFill/>
          </a:ln>
        </p:spPr>
      </p:sp>
      <p:sp>
        <p:nvSpPr>
          <p:cNvPr id="463" name="rect-1-462">
            <a:extLst xmlns:a="http://schemas.openxmlformats.org/drawingml/2006/main">
              <a:ext uri="{FF2B5EF4-FFF2-40B4-BE49-F238E27FC236}">
                <a16:creationId xmlns:a16="http://schemas.microsoft.com/office/drawing/2014/main" id="{ABF5AF69-7A04-429C-A44F-D3CA30F5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ED2"/>
          </a:solidFill>
          <a:ln xmlns:a="http://schemas.openxmlformats.org/drawingml/2006/main" w="0">
            <a:noFill/>
          </a:ln>
        </p:spPr>
      </p:sp>
      <p:sp>
        <p:nvSpPr>
          <p:cNvPr id="464" name="rect-1-463">
            <a:extLst xmlns:a="http://schemas.openxmlformats.org/drawingml/2006/main">
              <a:ext uri="{FF2B5EF4-FFF2-40B4-BE49-F238E27FC236}">
                <a16:creationId xmlns:a16="http://schemas.microsoft.com/office/drawing/2014/main" id="{A009DAEC-E515-4F35-988A-360883A6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465" name="rect-1-464">
            <a:extLst xmlns:a="http://schemas.openxmlformats.org/drawingml/2006/main">
              <a:ext uri="{FF2B5EF4-FFF2-40B4-BE49-F238E27FC236}">
                <a16:creationId xmlns:a16="http://schemas.microsoft.com/office/drawing/2014/main" id="{4087BF13-9F0C-4DB1-B82B-B590E6F7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FB5"/>
          </a:solidFill>
          <a:ln xmlns:a="http://schemas.openxmlformats.org/drawingml/2006/main" w="0">
            <a:noFill/>
          </a:ln>
        </p:spPr>
      </p:sp>
      <p:sp>
        <p:nvSpPr>
          <p:cNvPr id="466" name="rect-1-465">
            <a:extLst xmlns:a="http://schemas.openxmlformats.org/drawingml/2006/main">
              <a:ext uri="{FF2B5EF4-FFF2-40B4-BE49-F238E27FC236}">
                <a16:creationId xmlns:a16="http://schemas.microsoft.com/office/drawing/2014/main" id="{BE39DD66-F5B7-405A-A240-0814F12B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98A0"/>
          </a:solidFill>
          <a:ln xmlns:a="http://schemas.openxmlformats.org/drawingml/2006/main" w="0">
            <a:noFill/>
          </a:ln>
        </p:spPr>
      </p:sp>
      <p:sp>
        <p:nvSpPr>
          <p:cNvPr id="467" name="rect-1-466">
            <a:extLst xmlns:a="http://schemas.openxmlformats.org/drawingml/2006/main">
              <a:ext uri="{FF2B5EF4-FFF2-40B4-BE49-F238E27FC236}">
                <a16:creationId xmlns:a16="http://schemas.microsoft.com/office/drawing/2014/main" id="{E9BD54F4-35C3-427E-82CE-8E887BBB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87"/>
          </a:solidFill>
          <a:ln xmlns:a="http://schemas.openxmlformats.org/drawingml/2006/main" w="0">
            <a:noFill/>
          </a:ln>
        </p:spPr>
      </p:sp>
      <p:sp>
        <p:nvSpPr>
          <p:cNvPr id="468" name="rect-1-467">
            <a:extLst xmlns:a="http://schemas.openxmlformats.org/drawingml/2006/main">
              <a:ext uri="{FF2B5EF4-FFF2-40B4-BE49-F238E27FC236}">
                <a16:creationId xmlns:a16="http://schemas.microsoft.com/office/drawing/2014/main" id="{8ED89E13-80E2-4869-B607-8693A225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87"/>
          </a:solidFill>
          <a:ln xmlns:a="http://schemas.openxmlformats.org/drawingml/2006/main" w="0">
            <a:noFill/>
          </a:ln>
        </p:spPr>
      </p:sp>
      <p:sp>
        <p:nvSpPr>
          <p:cNvPr id="469" name="rect-1-468">
            <a:extLst xmlns:a="http://schemas.openxmlformats.org/drawingml/2006/main">
              <a:ext uri="{FF2B5EF4-FFF2-40B4-BE49-F238E27FC236}">
                <a16:creationId xmlns:a16="http://schemas.microsoft.com/office/drawing/2014/main" id="{CEEF35A1-EA56-4295-AFA6-3C2B39F6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17B"/>
          </a:solidFill>
          <a:ln xmlns:a="http://schemas.openxmlformats.org/drawingml/2006/main" w="0">
            <a:noFill/>
          </a:ln>
        </p:spPr>
      </p:sp>
      <p:sp>
        <p:nvSpPr>
          <p:cNvPr id="470" name="rect-1-469">
            <a:extLst xmlns:a="http://schemas.openxmlformats.org/drawingml/2006/main">
              <a:ext uri="{FF2B5EF4-FFF2-40B4-BE49-F238E27FC236}">
                <a16:creationId xmlns:a16="http://schemas.microsoft.com/office/drawing/2014/main" id="{25AAD2AD-A9D2-4E73-BD80-67248908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57F"/>
          </a:solidFill>
          <a:ln xmlns:a="http://schemas.openxmlformats.org/drawingml/2006/main" w="0">
            <a:noFill/>
          </a:ln>
        </p:spPr>
      </p:sp>
      <p:sp>
        <p:nvSpPr>
          <p:cNvPr id="471" name="rect-1-470">
            <a:extLst xmlns:a="http://schemas.openxmlformats.org/drawingml/2006/main">
              <a:ext uri="{FF2B5EF4-FFF2-40B4-BE49-F238E27FC236}">
                <a16:creationId xmlns:a16="http://schemas.microsoft.com/office/drawing/2014/main" id="{4A1AAF6F-5368-46F5-95D0-D76AADCE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CA4"/>
          </a:solidFill>
          <a:ln xmlns:a="http://schemas.openxmlformats.org/drawingml/2006/main" w="0">
            <a:noFill/>
          </a:ln>
        </p:spPr>
      </p:sp>
      <p:sp>
        <p:nvSpPr>
          <p:cNvPr id="472" name="rect-1-471">
            <a:extLst xmlns:a="http://schemas.openxmlformats.org/drawingml/2006/main">
              <a:ext uri="{FF2B5EF4-FFF2-40B4-BE49-F238E27FC236}">
                <a16:creationId xmlns:a16="http://schemas.microsoft.com/office/drawing/2014/main" id="{9DBE5022-9546-4ED3-860D-6D170ED9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6BC"/>
          </a:solidFill>
          <a:ln xmlns:a="http://schemas.openxmlformats.org/drawingml/2006/main" w="0">
            <a:noFill/>
          </a:ln>
        </p:spPr>
      </p:sp>
      <p:sp>
        <p:nvSpPr>
          <p:cNvPr id="473" name="rect-1-472">
            <a:extLst xmlns:a="http://schemas.openxmlformats.org/drawingml/2006/main">
              <a:ext uri="{FF2B5EF4-FFF2-40B4-BE49-F238E27FC236}">
                <a16:creationId xmlns:a16="http://schemas.microsoft.com/office/drawing/2014/main" id="{C53A54BA-3BD0-4849-B318-13109655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B9BE"/>
          </a:solidFill>
          <a:ln xmlns:a="http://schemas.openxmlformats.org/drawingml/2006/main" w="0">
            <a:noFill/>
          </a:ln>
        </p:spPr>
      </p:sp>
      <p:sp>
        <p:nvSpPr>
          <p:cNvPr id="474" name="rect-1-473">
            <a:extLst xmlns:a="http://schemas.openxmlformats.org/drawingml/2006/main">
              <a:ext uri="{FF2B5EF4-FFF2-40B4-BE49-F238E27FC236}">
                <a16:creationId xmlns:a16="http://schemas.microsoft.com/office/drawing/2014/main" id="{46071CF8-F481-4CE1-9836-CB76D749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3D7"/>
          </a:solidFill>
          <a:ln xmlns:a="http://schemas.openxmlformats.org/drawingml/2006/main" w="0">
            <a:noFill/>
          </a:ln>
        </p:spPr>
      </p:sp>
      <p:sp>
        <p:nvSpPr>
          <p:cNvPr id="475" name="rect-1-474">
            <a:extLst xmlns:a="http://schemas.openxmlformats.org/drawingml/2006/main">
              <a:ext uri="{FF2B5EF4-FFF2-40B4-BE49-F238E27FC236}">
                <a16:creationId xmlns:a16="http://schemas.microsoft.com/office/drawing/2014/main" id="{971798FA-B0CB-4FB7-AD47-F2211EC7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9"/>
          </a:solidFill>
          <a:ln xmlns:a="http://schemas.openxmlformats.org/drawingml/2006/main" w="0">
            <a:noFill/>
          </a:ln>
        </p:spPr>
      </p:sp>
      <p:sp>
        <p:nvSpPr>
          <p:cNvPr id="476" name="rect-1-475">
            <a:extLst xmlns:a="http://schemas.openxmlformats.org/drawingml/2006/main">
              <a:ext uri="{FF2B5EF4-FFF2-40B4-BE49-F238E27FC236}">
                <a16:creationId xmlns:a16="http://schemas.microsoft.com/office/drawing/2014/main" id="{2953B2AA-D7F5-4317-B1C9-EC8B0AB7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8E96"/>
          </a:solidFill>
          <a:ln xmlns:a="http://schemas.openxmlformats.org/drawingml/2006/main" w="0">
            <a:noFill/>
          </a:ln>
        </p:spPr>
      </p:sp>
      <p:sp>
        <p:nvSpPr>
          <p:cNvPr id="477" name="rect-1-476">
            <a:extLst xmlns:a="http://schemas.openxmlformats.org/drawingml/2006/main">
              <a:ext uri="{FF2B5EF4-FFF2-40B4-BE49-F238E27FC236}">
                <a16:creationId xmlns:a16="http://schemas.microsoft.com/office/drawing/2014/main" id="{76EDA058-0C31-4513-B2FE-365B47E6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F88"/>
          </a:solidFill>
          <a:ln xmlns:a="http://schemas.openxmlformats.org/drawingml/2006/main" w="0">
            <a:noFill/>
          </a:ln>
        </p:spPr>
      </p:sp>
      <p:sp>
        <p:nvSpPr>
          <p:cNvPr id="478" name="rect-1-477">
            <a:extLst xmlns:a="http://schemas.openxmlformats.org/drawingml/2006/main">
              <a:ext uri="{FF2B5EF4-FFF2-40B4-BE49-F238E27FC236}">
                <a16:creationId xmlns:a16="http://schemas.microsoft.com/office/drawing/2014/main" id="{755C6295-CB3B-4994-8E85-C9A4C0EB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B76"/>
          </a:solidFill>
          <a:ln xmlns:a="http://schemas.openxmlformats.org/drawingml/2006/main" w="0">
            <a:noFill/>
          </a:ln>
        </p:spPr>
      </p:sp>
      <p:sp>
        <p:nvSpPr>
          <p:cNvPr id="479" name="rect-1-478">
            <a:extLst xmlns:a="http://schemas.openxmlformats.org/drawingml/2006/main">
              <a:ext uri="{FF2B5EF4-FFF2-40B4-BE49-F238E27FC236}">
                <a16:creationId xmlns:a16="http://schemas.microsoft.com/office/drawing/2014/main" id="{20FDB016-BD1D-4B69-831E-89B02D7F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F97"/>
          </a:solidFill>
          <a:ln xmlns:a="http://schemas.openxmlformats.org/drawingml/2006/main" w="0">
            <a:noFill/>
          </a:ln>
        </p:spPr>
      </p:sp>
      <p:sp>
        <p:nvSpPr>
          <p:cNvPr id="480" name="rect-1-479">
            <a:extLst xmlns:a="http://schemas.openxmlformats.org/drawingml/2006/main">
              <a:ext uri="{FF2B5EF4-FFF2-40B4-BE49-F238E27FC236}">
                <a16:creationId xmlns:a16="http://schemas.microsoft.com/office/drawing/2014/main" id="{65815EFF-D217-4C0F-8A4E-6491AE86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C94"/>
          </a:solidFill>
          <a:ln xmlns:a="http://schemas.openxmlformats.org/drawingml/2006/main" w="0">
            <a:noFill/>
          </a:ln>
        </p:spPr>
      </p:sp>
      <p:sp>
        <p:nvSpPr>
          <p:cNvPr id="481" name="rect-1-480">
            <a:extLst xmlns:a="http://schemas.openxmlformats.org/drawingml/2006/main">
              <a:ext uri="{FF2B5EF4-FFF2-40B4-BE49-F238E27FC236}">
                <a16:creationId xmlns:a16="http://schemas.microsoft.com/office/drawing/2014/main" id="{236F55D0-CECA-44E4-B767-3372B141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59D"/>
          </a:solidFill>
          <a:ln xmlns:a="http://schemas.openxmlformats.org/drawingml/2006/main" w="0">
            <a:noFill/>
          </a:ln>
        </p:spPr>
      </p:sp>
      <p:sp>
        <p:nvSpPr>
          <p:cNvPr id="482" name="rect-1-481">
            <a:extLst xmlns:a="http://schemas.openxmlformats.org/drawingml/2006/main">
              <a:ext uri="{FF2B5EF4-FFF2-40B4-BE49-F238E27FC236}">
                <a16:creationId xmlns:a16="http://schemas.microsoft.com/office/drawing/2014/main" id="{1E3DFB71-8197-4633-9E6D-094885C4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8991"/>
          </a:solidFill>
          <a:ln xmlns:a="http://schemas.openxmlformats.org/drawingml/2006/main" w="0">
            <a:noFill/>
          </a:ln>
        </p:spPr>
      </p:sp>
      <p:sp>
        <p:nvSpPr>
          <p:cNvPr id="483" name="rect-1-482">
            <a:extLst xmlns:a="http://schemas.openxmlformats.org/drawingml/2006/main">
              <a:ext uri="{FF2B5EF4-FFF2-40B4-BE49-F238E27FC236}">
                <a16:creationId xmlns:a16="http://schemas.microsoft.com/office/drawing/2014/main" id="{67E01537-9892-4434-8C67-49156188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DB3"/>
          </a:solidFill>
          <a:ln xmlns:a="http://schemas.openxmlformats.org/drawingml/2006/main" w="0">
            <a:noFill/>
          </a:ln>
        </p:spPr>
      </p:sp>
      <p:sp>
        <p:nvSpPr>
          <p:cNvPr id="484" name="rect-1-483">
            <a:extLst xmlns:a="http://schemas.openxmlformats.org/drawingml/2006/main">
              <a:ext uri="{FF2B5EF4-FFF2-40B4-BE49-F238E27FC236}">
                <a16:creationId xmlns:a16="http://schemas.microsoft.com/office/drawing/2014/main" id="{30AC3C0F-DF13-423C-A4BE-025C3539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BDC3"/>
          </a:solidFill>
          <a:ln xmlns:a="http://schemas.openxmlformats.org/drawingml/2006/main" w="0">
            <a:noFill/>
          </a:ln>
        </p:spPr>
      </p:sp>
      <p:sp>
        <p:nvSpPr>
          <p:cNvPr id="485" name="rect-1-484">
            <a:extLst xmlns:a="http://schemas.openxmlformats.org/drawingml/2006/main">
              <a:ext uri="{FF2B5EF4-FFF2-40B4-BE49-F238E27FC236}">
                <a16:creationId xmlns:a16="http://schemas.microsoft.com/office/drawing/2014/main" id="{8B76718B-5398-443F-9A63-ED723058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7DB"/>
          </a:solidFill>
          <a:ln xmlns:a="http://schemas.openxmlformats.org/drawingml/2006/main" w="0">
            <a:noFill/>
          </a:ln>
        </p:spPr>
      </p:sp>
      <p:sp>
        <p:nvSpPr>
          <p:cNvPr id="486" name="rect-1-485">
            <a:extLst xmlns:a="http://schemas.openxmlformats.org/drawingml/2006/main">
              <a:ext uri="{FF2B5EF4-FFF2-40B4-BE49-F238E27FC236}">
                <a16:creationId xmlns:a16="http://schemas.microsoft.com/office/drawing/2014/main" id="{B04B2719-FDB4-48B4-BA4E-D696A647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6DA"/>
          </a:solidFill>
          <a:ln xmlns:a="http://schemas.openxmlformats.org/drawingml/2006/main" w="0">
            <a:noFill/>
          </a:ln>
        </p:spPr>
      </p:sp>
      <p:sp>
        <p:nvSpPr>
          <p:cNvPr id="487" name="rect-1-486">
            <a:extLst xmlns:a="http://schemas.openxmlformats.org/drawingml/2006/main">
              <a:ext uri="{FF2B5EF4-FFF2-40B4-BE49-F238E27FC236}">
                <a16:creationId xmlns:a16="http://schemas.microsoft.com/office/drawing/2014/main" id="{47119F55-70F1-45F9-8A70-16A24995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8890"/>
          </a:solidFill>
          <a:ln xmlns:a="http://schemas.openxmlformats.org/drawingml/2006/main" w="0">
            <a:noFill/>
          </a:ln>
        </p:spPr>
      </p:sp>
      <p:sp>
        <p:nvSpPr>
          <p:cNvPr id="488" name="rect-1-487">
            <a:extLst xmlns:a="http://schemas.openxmlformats.org/drawingml/2006/main">
              <a:ext uri="{FF2B5EF4-FFF2-40B4-BE49-F238E27FC236}">
                <a16:creationId xmlns:a16="http://schemas.microsoft.com/office/drawing/2014/main" id="{49E8EE89-C279-45B9-9529-4B9D3E48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A75"/>
          </a:solidFill>
          <a:ln xmlns:a="http://schemas.openxmlformats.org/drawingml/2006/main" w="0">
            <a:noFill/>
          </a:ln>
        </p:spPr>
      </p:sp>
      <p:sp>
        <p:nvSpPr>
          <p:cNvPr id="489" name="rect-1-488">
            <a:extLst xmlns:a="http://schemas.openxmlformats.org/drawingml/2006/main">
              <a:ext uri="{FF2B5EF4-FFF2-40B4-BE49-F238E27FC236}">
                <a16:creationId xmlns:a16="http://schemas.microsoft.com/office/drawing/2014/main" id="{8592AAFE-E62D-4904-9513-7F2729D5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B6A"/>
          </a:solidFill>
          <a:ln xmlns:a="http://schemas.openxmlformats.org/drawingml/2006/main" w="0">
            <a:noFill/>
          </a:ln>
        </p:spPr>
      </p:sp>
      <p:sp>
        <p:nvSpPr>
          <p:cNvPr id="490" name="rect-1-489">
            <a:extLst xmlns:a="http://schemas.openxmlformats.org/drawingml/2006/main">
              <a:ext uri="{FF2B5EF4-FFF2-40B4-BE49-F238E27FC236}">
                <a16:creationId xmlns:a16="http://schemas.microsoft.com/office/drawing/2014/main" id="{6DA17592-75A1-4216-8077-4C0993E5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365"/>
          </a:solidFill>
          <a:ln xmlns:a="http://schemas.openxmlformats.org/drawingml/2006/main" w="0">
            <a:noFill/>
          </a:ln>
        </p:spPr>
      </p:sp>
      <p:sp>
        <p:nvSpPr>
          <p:cNvPr id="491" name="rect-1-490">
            <a:extLst xmlns:a="http://schemas.openxmlformats.org/drawingml/2006/main">
              <a:ext uri="{FF2B5EF4-FFF2-40B4-BE49-F238E27FC236}">
                <a16:creationId xmlns:a16="http://schemas.microsoft.com/office/drawing/2014/main" id="{B5E35EDB-D4CF-4C97-BB0A-1FA9C8FA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C94"/>
          </a:solidFill>
          <a:ln xmlns:a="http://schemas.openxmlformats.org/drawingml/2006/main" w="0">
            <a:noFill/>
          </a:ln>
        </p:spPr>
      </p:sp>
      <p:sp>
        <p:nvSpPr>
          <p:cNvPr id="492" name="rect-1-491">
            <a:extLst xmlns:a="http://schemas.openxmlformats.org/drawingml/2006/main">
              <a:ext uri="{FF2B5EF4-FFF2-40B4-BE49-F238E27FC236}">
                <a16:creationId xmlns:a16="http://schemas.microsoft.com/office/drawing/2014/main" id="{BBBD8208-CA5C-460F-A4EF-B370633F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848D"/>
          </a:solidFill>
          <a:ln xmlns:a="http://schemas.openxmlformats.org/drawingml/2006/main" w="0">
            <a:noFill/>
          </a:ln>
        </p:spPr>
      </p:sp>
      <p:sp>
        <p:nvSpPr>
          <p:cNvPr id="493" name="rect-1-492">
            <a:extLst xmlns:a="http://schemas.openxmlformats.org/drawingml/2006/main">
              <a:ext uri="{FF2B5EF4-FFF2-40B4-BE49-F238E27FC236}">
                <a16:creationId xmlns:a16="http://schemas.microsoft.com/office/drawing/2014/main" id="{E6724FA8-5195-4066-97E5-D61AC355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28B"/>
          </a:solidFill>
          <a:ln xmlns:a="http://schemas.openxmlformats.org/drawingml/2006/main" w="0">
            <a:noFill/>
          </a:ln>
        </p:spPr>
      </p:sp>
      <p:sp>
        <p:nvSpPr>
          <p:cNvPr id="494" name="rect-1-493">
            <a:extLst xmlns:a="http://schemas.openxmlformats.org/drawingml/2006/main">
              <a:ext uri="{FF2B5EF4-FFF2-40B4-BE49-F238E27FC236}">
                <a16:creationId xmlns:a16="http://schemas.microsoft.com/office/drawing/2014/main" id="{4FA719C7-BBA8-468A-A4F8-EB65F44B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A2"/>
          </a:solidFill>
          <a:ln xmlns:a="http://schemas.openxmlformats.org/drawingml/2006/main" w="0">
            <a:noFill/>
          </a:ln>
        </p:spPr>
      </p:sp>
      <p:sp>
        <p:nvSpPr>
          <p:cNvPr id="495" name="rect-1-494">
            <a:extLst xmlns:a="http://schemas.openxmlformats.org/drawingml/2006/main">
              <a:ext uri="{FF2B5EF4-FFF2-40B4-BE49-F238E27FC236}">
                <a16:creationId xmlns:a16="http://schemas.microsoft.com/office/drawing/2014/main" id="{A3B1595C-CFC6-4289-AB6D-67B550FF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0A7"/>
          </a:solidFill>
          <a:ln xmlns:a="http://schemas.openxmlformats.org/drawingml/2006/main" w="0">
            <a:noFill/>
          </a:ln>
        </p:spPr>
      </p:sp>
      <p:sp>
        <p:nvSpPr>
          <p:cNvPr id="496" name="rect-1-495">
            <a:extLst xmlns:a="http://schemas.openxmlformats.org/drawingml/2006/main">
              <a:ext uri="{FF2B5EF4-FFF2-40B4-BE49-F238E27FC236}">
                <a16:creationId xmlns:a16="http://schemas.microsoft.com/office/drawing/2014/main" id="{5EFFBFA7-8F33-439E-AF83-4E909C39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2E5"/>
          </a:solidFill>
          <a:ln xmlns:a="http://schemas.openxmlformats.org/drawingml/2006/main" w="0">
            <a:noFill/>
          </a:ln>
        </p:spPr>
      </p:sp>
      <p:sp>
        <p:nvSpPr>
          <p:cNvPr id="497" name="rect-1-496">
            <a:extLst xmlns:a="http://schemas.openxmlformats.org/drawingml/2006/main">
              <a:ext uri="{FF2B5EF4-FFF2-40B4-BE49-F238E27FC236}">
                <a16:creationId xmlns:a16="http://schemas.microsoft.com/office/drawing/2014/main" id="{174403AA-C90C-4879-B5C2-C2F8E433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2E5"/>
          </a:solidFill>
          <a:ln xmlns:a="http://schemas.openxmlformats.org/drawingml/2006/main" w="0">
            <a:noFill/>
          </a:ln>
        </p:spPr>
      </p:sp>
      <p:sp>
        <p:nvSpPr>
          <p:cNvPr id="498" name="rect-1-497">
            <a:extLst xmlns:a="http://schemas.openxmlformats.org/drawingml/2006/main">
              <a:ext uri="{FF2B5EF4-FFF2-40B4-BE49-F238E27FC236}">
                <a16:creationId xmlns:a16="http://schemas.microsoft.com/office/drawing/2014/main" id="{C1E493A4-58B5-4F9B-AD06-A35C8B25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499" name="rect-1-498">
            <a:extLst xmlns:a="http://schemas.openxmlformats.org/drawingml/2006/main">
              <a:ext uri="{FF2B5EF4-FFF2-40B4-BE49-F238E27FC236}">
                <a16:creationId xmlns:a16="http://schemas.microsoft.com/office/drawing/2014/main" id="{53544A97-E78C-4D11-9F41-73FD518A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9CD"/>
          </a:solidFill>
          <a:ln xmlns:a="http://schemas.openxmlformats.org/drawingml/2006/main" w="0">
            <a:noFill/>
          </a:ln>
        </p:spPr>
      </p:sp>
      <p:sp>
        <p:nvSpPr>
          <p:cNvPr id="500" name="rect-1-499">
            <a:extLst xmlns:a="http://schemas.openxmlformats.org/drawingml/2006/main">
              <a:ext uri="{FF2B5EF4-FFF2-40B4-BE49-F238E27FC236}">
                <a16:creationId xmlns:a16="http://schemas.microsoft.com/office/drawing/2014/main" id="{646F303A-CEED-4C0D-B9B4-2ABC6E5B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8890"/>
          </a:solidFill>
          <a:ln xmlns:a="http://schemas.openxmlformats.org/drawingml/2006/main" w="0">
            <a:noFill/>
          </a:ln>
        </p:spPr>
      </p:sp>
      <p:sp>
        <p:nvSpPr>
          <p:cNvPr id="501" name="rect-1-500">
            <a:extLst xmlns:a="http://schemas.openxmlformats.org/drawingml/2006/main">
              <a:ext uri="{FF2B5EF4-FFF2-40B4-BE49-F238E27FC236}">
                <a16:creationId xmlns:a16="http://schemas.microsoft.com/office/drawing/2014/main" id="{486842BF-6BCA-4F9A-AD51-BCC5B0D1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D77"/>
          </a:solidFill>
          <a:ln xmlns:a="http://schemas.openxmlformats.org/drawingml/2006/main" w="0">
            <a:noFill/>
          </a:ln>
        </p:spPr>
      </p:sp>
      <p:sp>
        <p:nvSpPr>
          <p:cNvPr id="502" name="rect-1-501">
            <a:extLst xmlns:a="http://schemas.openxmlformats.org/drawingml/2006/main">
              <a:ext uri="{FF2B5EF4-FFF2-40B4-BE49-F238E27FC236}">
                <a16:creationId xmlns:a16="http://schemas.microsoft.com/office/drawing/2014/main" id="{4AA8AE96-9F6B-4983-A1A1-7E1EBFEB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D77"/>
          </a:solidFill>
          <a:ln xmlns:a="http://schemas.openxmlformats.org/drawingml/2006/main" w="0">
            <a:noFill/>
          </a:ln>
        </p:spPr>
      </p:sp>
      <p:sp>
        <p:nvSpPr>
          <p:cNvPr id="503" name="rect-1-502">
            <a:extLst xmlns:a="http://schemas.openxmlformats.org/drawingml/2006/main">
              <a:ext uri="{FF2B5EF4-FFF2-40B4-BE49-F238E27FC236}">
                <a16:creationId xmlns:a16="http://schemas.microsoft.com/office/drawing/2014/main" id="{FE6D59F7-8751-4BA5-91A0-6A813949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78"/>
          </a:solidFill>
          <a:ln xmlns:a="http://schemas.openxmlformats.org/drawingml/2006/main" w="0">
            <a:noFill/>
          </a:ln>
        </p:spPr>
      </p:sp>
      <p:sp>
        <p:nvSpPr>
          <p:cNvPr id="504" name="rect-1-503">
            <a:extLst xmlns:a="http://schemas.openxmlformats.org/drawingml/2006/main">
              <a:ext uri="{FF2B5EF4-FFF2-40B4-BE49-F238E27FC236}">
                <a16:creationId xmlns:a16="http://schemas.microsoft.com/office/drawing/2014/main" id="{682A0B4A-DA19-4FBB-AA76-3F4164A6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57F"/>
          </a:solidFill>
          <a:ln xmlns:a="http://schemas.openxmlformats.org/drawingml/2006/main" w="0">
            <a:noFill/>
          </a:ln>
        </p:spPr>
      </p:sp>
      <p:sp>
        <p:nvSpPr>
          <p:cNvPr id="505" name="rect-1-504">
            <a:extLst xmlns:a="http://schemas.openxmlformats.org/drawingml/2006/main">
              <a:ext uri="{FF2B5EF4-FFF2-40B4-BE49-F238E27FC236}">
                <a16:creationId xmlns:a16="http://schemas.microsoft.com/office/drawing/2014/main" id="{5616E211-1BA5-4E9D-A59D-C3CE57EC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975"/>
          </a:solidFill>
          <a:ln xmlns:a="http://schemas.openxmlformats.org/drawingml/2006/main" w="0">
            <a:noFill/>
          </a:ln>
        </p:spPr>
      </p:sp>
      <p:sp>
        <p:nvSpPr>
          <p:cNvPr id="506" name="rect-1-505">
            <a:extLst xmlns:a="http://schemas.openxmlformats.org/drawingml/2006/main">
              <a:ext uri="{FF2B5EF4-FFF2-40B4-BE49-F238E27FC236}">
                <a16:creationId xmlns:a16="http://schemas.microsoft.com/office/drawing/2014/main" id="{54C57C94-0936-4CB3-8AFF-5331126F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67F"/>
          </a:solidFill>
          <a:ln xmlns:a="http://schemas.openxmlformats.org/drawingml/2006/main" w="0">
            <a:noFill/>
          </a:ln>
        </p:spPr>
      </p:sp>
      <p:sp>
        <p:nvSpPr>
          <p:cNvPr id="507" name="rect-1-506">
            <a:extLst xmlns:a="http://schemas.openxmlformats.org/drawingml/2006/main">
              <a:ext uri="{FF2B5EF4-FFF2-40B4-BE49-F238E27FC236}">
                <a16:creationId xmlns:a16="http://schemas.microsoft.com/office/drawing/2014/main" id="{609241B1-A80C-40CE-B52E-125B129C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8C94"/>
          </a:solidFill>
          <a:ln xmlns:a="http://schemas.openxmlformats.org/drawingml/2006/main" w="0">
            <a:noFill/>
          </a:ln>
        </p:spPr>
      </p:sp>
      <p:sp>
        <p:nvSpPr>
          <p:cNvPr id="508" name="rect-1-507">
            <a:extLst xmlns:a="http://schemas.openxmlformats.org/drawingml/2006/main">
              <a:ext uri="{FF2B5EF4-FFF2-40B4-BE49-F238E27FC236}">
                <a16:creationId xmlns:a16="http://schemas.microsoft.com/office/drawing/2014/main" id="{0BEB54C2-79A5-48A8-BEFB-B6589305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BA2"/>
          </a:solidFill>
          <a:ln xmlns:a="http://schemas.openxmlformats.org/drawingml/2006/main" w="0">
            <a:noFill/>
          </a:ln>
        </p:spPr>
      </p:sp>
      <p:sp>
        <p:nvSpPr>
          <p:cNvPr id="509" name="rect-1-508">
            <a:extLst xmlns:a="http://schemas.openxmlformats.org/drawingml/2006/main">
              <a:ext uri="{FF2B5EF4-FFF2-40B4-BE49-F238E27FC236}">
                <a16:creationId xmlns:a16="http://schemas.microsoft.com/office/drawing/2014/main" id="{97CC28E0-58C9-4E37-A23B-D0574086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2D6"/>
          </a:solidFill>
          <a:ln xmlns:a="http://schemas.openxmlformats.org/drawingml/2006/main" w="0">
            <a:noFill/>
          </a:ln>
        </p:spPr>
      </p:sp>
      <p:sp>
        <p:nvSpPr>
          <p:cNvPr id="510" name="rect-1-509">
            <a:extLst xmlns:a="http://schemas.openxmlformats.org/drawingml/2006/main">
              <a:ext uri="{FF2B5EF4-FFF2-40B4-BE49-F238E27FC236}">
                <a16:creationId xmlns:a16="http://schemas.microsoft.com/office/drawing/2014/main" id="{EDA2BB89-8309-4021-A8A7-6DE858EE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165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C"/>
          </a:solidFill>
          <a:ln xmlns:a="http://schemas.openxmlformats.org/drawingml/2006/main" w="0">
            <a:noFill/>
          </a:ln>
        </p:spPr>
      </p:sp>
      <p:sp>
        <p:nvSpPr>
          <p:cNvPr id="511" name="rect-1-510">
            <a:extLst xmlns:a="http://schemas.openxmlformats.org/drawingml/2006/main">
              <a:ext uri="{FF2B5EF4-FFF2-40B4-BE49-F238E27FC236}">
                <a16:creationId xmlns:a16="http://schemas.microsoft.com/office/drawing/2014/main" id="{8C68DF6F-C7B1-4A9B-9252-83FF51EC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890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512" name="rect-1-511">
            <a:extLst xmlns:a="http://schemas.openxmlformats.org/drawingml/2006/main">
              <a:ext uri="{FF2B5EF4-FFF2-40B4-BE49-F238E27FC236}">
                <a16:creationId xmlns:a16="http://schemas.microsoft.com/office/drawing/2014/main" id="{C51771DC-31F3-4003-AB09-621A9CD2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2C7"/>
          </a:solidFill>
          <a:ln xmlns:a="http://schemas.openxmlformats.org/drawingml/2006/main" w="0">
            <a:noFill/>
          </a:ln>
        </p:spPr>
      </p:sp>
      <p:sp>
        <p:nvSpPr>
          <p:cNvPr id="513" name="rect-1-512">
            <a:extLst xmlns:a="http://schemas.openxmlformats.org/drawingml/2006/main">
              <a:ext uri="{FF2B5EF4-FFF2-40B4-BE49-F238E27FC236}">
                <a16:creationId xmlns:a16="http://schemas.microsoft.com/office/drawing/2014/main" id="{1F793DFB-98D9-4489-8468-19232B8D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0">
            <a:noFill/>
          </a:ln>
        </p:spPr>
      </p:sp>
      <p:sp>
        <p:nvSpPr>
          <p:cNvPr id="514" name="rect-1-513">
            <a:extLst xmlns:a="http://schemas.openxmlformats.org/drawingml/2006/main">
              <a:ext uri="{FF2B5EF4-FFF2-40B4-BE49-F238E27FC236}">
                <a16:creationId xmlns:a16="http://schemas.microsoft.com/office/drawing/2014/main" id="{D0BA1EF9-C178-4A20-AA73-BF7919A3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874"/>
          </a:solidFill>
          <a:ln xmlns:a="http://schemas.openxmlformats.org/drawingml/2006/main" w="0">
            <a:noFill/>
          </a:ln>
        </p:spPr>
      </p:sp>
      <p:sp>
        <p:nvSpPr>
          <p:cNvPr id="515" name="rect-1-514">
            <a:extLst xmlns:a="http://schemas.openxmlformats.org/drawingml/2006/main">
              <a:ext uri="{FF2B5EF4-FFF2-40B4-BE49-F238E27FC236}">
                <a16:creationId xmlns:a16="http://schemas.microsoft.com/office/drawing/2014/main" id="{39703EE2-2E2F-45F7-9C04-3A54A572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6B"/>
          </a:solidFill>
          <a:ln xmlns:a="http://schemas.openxmlformats.org/drawingml/2006/main" w="0">
            <a:noFill/>
          </a:ln>
        </p:spPr>
      </p:sp>
      <p:sp>
        <p:nvSpPr>
          <p:cNvPr id="516" name="rect-1-515">
            <a:extLst xmlns:a="http://schemas.openxmlformats.org/drawingml/2006/main">
              <a:ext uri="{FF2B5EF4-FFF2-40B4-BE49-F238E27FC236}">
                <a16:creationId xmlns:a16="http://schemas.microsoft.com/office/drawing/2014/main" id="{04AC3D5D-AC5E-4494-88D6-5AACEEAC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47E"/>
          </a:solidFill>
          <a:ln xmlns:a="http://schemas.openxmlformats.org/drawingml/2006/main" w="0">
            <a:noFill/>
          </a:ln>
        </p:spPr>
      </p:sp>
      <p:sp>
        <p:nvSpPr>
          <p:cNvPr id="517" name="rect-1-516">
            <a:extLst xmlns:a="http://schemas.openxmlformats.org/drawingml/2006/main">
              <a:ext uri="{FF2B5EF4-FFF2-40B4-BE49-F238E27FC236}">
                <a16:creationId xmlns:a16="http://schemas.microsoft.com/office/drawing/2014/main" id="{D64F9C6B-5C32-45C7-8C72-1B2B7AD6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B76"/>
          </a:solidFill>
          <a:ln xmlns:a="http://schemas.openxmlformats.org/drawingml/2006/main" w="0">
            <a:noFill/>
          </a:ln>
        </p:spPr>
      </p:sp>
      <p:sp>
        <p:nvSpPr>
          <p:cNvPr id="518" name="rect-1-517">
            <a:extLst xmlns:a="http://schemas.openxmlformats.org/drawingml/2006/main">
              <a:ext uri="{FF2B5EF4-FFF2-40B4-BE49-F238E27FC236}">
                <a16:creationId xmlns:a16="http://schemas.microsoft.com/office/drawing/2014/main" id="{9D4DCBDF-5CFD-4D3A-85CB-95845AF9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C94"/>
          </a:solidFill>
          <a:ln xmlns:a="http://schemas.openxmlformats.org/drawingml/2006/main" w="0">
            <a:noFill/>
          </a:ln>
        </p:spPr>
      </p:sp>
      <p:sp>
        <p:nvSpPr>
          <p:cNvPr id="519" name="rect-1-518">
            <a:extLst xmlns:a="http://schemas.openxmlformats.org/drawingml/2006/main">
              <a:ext uri="{FF2B5EF4-FFF2-40B4-BE49-F238E27FC236}">
                <a16:creationId xmlns:a16="http://schemas.microsoft.com/office/drawing/2014/main" id="{AFD99999-31D6-431C-B894-A268FA55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07A"/>
          </a:solidFill>
          <a:ln xmlns:a="http://schemas.openxmlformats.org/drawingml/2006/main" w="0">
            <a:noFill/>
          </a:ln>
        </p:spPr>
      </p:sp>
      <p:sp>
        <p:nvSpPr>
          <p:cNvPr id="520" name="rect-1-519">
            <a:extLst xmlns:a="http://schemas.openxmlformats.org/drawingml/2006/main">
              <a:ext uri="{FF2B5EF4-FFF2-40B4-BE49-F238E27FC236}">
                <a16:creationId xmlns:a16="http://schemas.microsoft.com/office/drawing/2014/main" id="{0774C757-FD14-4A71-99B3-394EAAA7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8E96"/>
          </a:solidFill>
          <a:ln xmlns:a="http://schemas.openxmlformats.org/drawingml/2006/main" w="0">
            <a:noFill/>
          </a:ln>
        </p:spPr>
      </p:sp>
      <p:sp>
        <p:nvSpPr>
          <p:cNvPr id="521" name="rect-1-520">
            <a:extLst xmlns:a="http://schemas.openxmlformats.org/drawingml/2006/main">
              <a:ext uri="{FF2B5EF4-FFF2-40B4-BE49-F238E27FC236}">
                <a16:creationId xmlns:a16="http://schemas.microsoft.com/office/drawing/2014/main" id="{9FA71AAB-2329-4D6F-BB99-CD217D4A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4"/>
          </a:solidFill>
          <a:ln xmlns:a="http://schemas.openxmlformats.org/drawingml/2006/main" w="0">
            <a:noFill/>
          </a:ln>
        </p:spPr>
      </p:sp>
      <p:sp>
        <p:nvSpPr>
          <p:cNvPr id="522" name="rect-1-521">
            <a:extLst xmlns:a="http://schemas.openxmlformats.org/drawingml/2006/main">
              <a:ext uri="{FF2B5EF4-FFF2-40B4-BE49-F238E27FC236}">
                <a16:creationId xmlns:a16="http://schemas.microsoft.com/office/drawing/2014/main" id="{68596EDE-CA7C-41F4-8E00-D32CDFAE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523" name="rect-1-522">
            <a:extLst xmlns:a="http://schemas.openxmlformats.org/drawingml/2006/main">
              <a:ext uri="{FF2B5EF4-FFF2-40B4-BE49-F238E27FC236}">
                <a16:creationId xmlns:a16="http://schemas.microsoft.com/office/drawing/2014/main" id="{1702A5F6-FC37-42AC-BF8E-0ECB55A4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BFC4"/>
          </a:solidFill>
          <a:ln xmlns:a="http://schemas.openxmlformats.org/drawingml/2006/main" w="0">
            <a:noFill/>
          </a:ln>
        </p:spPr>
      </p:sp>
      <p:sp>
        <p:nvSpPr>
          <p:cNvPr id="524" name="rect-1-523">
            <a:extLst xmlns:a="http://schemas.openxmlformats.org/drawingml/2006/main">
              <a:ext uri="{FF2B5EF4-FFF2-40B4-BE49-F238E27FC236}">
                <a16:creationId xmlns:a16="http://schemas.microsoft.com/office/drawing/2014/main" id="{B92133F6-1C61-41CE-A9F4-D9386B55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C77"/>
          </a:solidFill>
          <a:ln xmlns:a="http://schemas.openxmlformats.org/drawingml/2006/main" w="0">
            <a:noFill/>
          </a:ln>
        </p:spPr>
      </p:sp>
      <p:sp>
        <p:nvSpPr>
          <p:cNvPr id="525" name="rect-1-524">
            <a:extLst xmlns:a="http://schemas.openxmlformats.org/drawingml/2006/main">
              <a:ext uri="{FF2B5EF4-FFF2-40B4-BE49-F238E27FC236}">
                <a16:creationId xmlns:a16="http://schemas.microsoft.com/office/drawing/2014/main" id="{644D62F3-EE57-4293-89FA-AB51A765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06E"/>
          </a:solidFill>
          <a:ln xmlns:a="http://schemas.openxmlformats.org/drawingml/2006/main" w="0">
            <a:noFill/>
          </a:ln>
        </p:spPr>
      </p:sp>
      <p:sp>
        <p:nvSpPr>
          <p:cNvPr id="526" name="rect-1-525">
            <a:extLst xmlns:a="http://schemas.openxmlformats.org/drawingml/2006/main">
              <a:ext uri="{FF2B5EF4-FFF2-40B4-BE49-F238E27FC236}">
                <a16:creationId xmlns:a16="http://schemas.microsoft.com/office/drawing/2014/main" id="{0EF7BCB3-5531-4D15-8385-4CF29000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471"/>
          </a:solidFill>
          <a:ln xmlns:a="http://schemas.openxmlformats.org/drawingml/2006/main" w="0">
            <a:noFill/>
          </a:ln>
        </p:spPr>
      </p:sp>
      <p:sp>
        <p:nvSpPr>
          <p:cNvPr id="527" name="rect-1-526">
            <a:extLst xmlns:a="http://schemas.openxmlformats.org/drawingml/2006/main">
              <a:ext uri="{FF2B5EF4-FFF2-40B4-BE49-F238E27FC236}">
                <a16:creationId xmlns:a16="http://schemas.microsoft.com/office/drawing/2014/main" id="{E7AFA70A-297D-4E4D-83F8-4C5531AA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07A"/>
          </a:solidFill>
          <a:ln xmlns:a="http://schemas.openxmlformats.org/drawingml/2006/main" w="0">
            <a:noFill/>
          </a:ln>
        </p:spPr>
      </p:sp>
      <p:sp>
        <p:nvSpPr>
          <p:cNvPr id="528" name="rect-1-527">
            <a:extLst xmlns:a="http://schemas.openxmlformats.org/drawingml/2006/main">
              <a:ext uri="{FF2B5EF4-FFF2-40B4-BE49-F238E27FC236}">
                <a16:creationId xmlns:a16="http://schemas.microsoft.com/office/drawing/2014/main" id="{03440E1C-57F8-4A80-A1D3-D3D2F76E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95"/>
          </a:solidFill>
          <a:ln xmlns:a="http://schemas.openxmlformats.org/drawingml/2006/main" w="0">
            <a:noFill/>
          </a:ln>
        </p:spPr>
      </p:sp>
      <p:sp>
        <p:nvSpPr>
          <p:cNvPr id="529" name="rect-1-528">
            <a:extLst xmlns:a="http://schemas.openxmlformats.org/drawingml/2006/main">
              <a:ext uri="{FF2B5EF4-FFF2-40B4-BE49-F238E27FC236}">
                <a16:creationId xmlns:a16="http://schemas.microsoft.com/office/drawing/2014/main" id="{146F6CA3-ECD8-42E8-8D56-72F61B72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0">
            <a:noFill/>
          </a:ln>
        </p:spPr>
      </p:sp>
      <p:sp>
        <p:nvSpPr>
          <p:cNvPr id="530" name="rect-1-529">
            <a:extLst xmlns:a="http://schemas.openxmlformats.org/drawingml/2006/main">
              <a:ext uri="{FF2B5EF4-FFF2-40B4-BE49-F238E27FC236}">
                <a16:creationId xmlns:a16="http://schemas.microsoft.com/office/drawing/2014/main" id="{0E447238-DD6C-41A0-8445-C7E7FA40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58E"/>
          </a:solidFill>
          <a:ln xmlns:a="http://schemas.openxmlformats.org/drawingml/2006/main" w="0">
            <a:noFill/>
          </a:ln>
        </p:spPr>
      </p:sp>
      <p:sp>
        <p:nvSpPr>
          <p:cNvPr id="531" name="rect-1-530">
            <a:extLst xmlns:a="http://schemas.openxmlformats.org/drawingml/2006/main">
              <a:ext uri="{FF2B5EF4-FFF2-40B4-BE49-F238E27FC236}">
                <a16:creationId xmlns:a16="http://schemas.microsoft.com/office/drawing/2014/main" id="{660319D2-E101-4C32-A017-E1B6AF7E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6AC"/>
          </a:solidFill>
          <a:ln xmlns:a="http://schemas.openxmlformats.org/drawingml/2006/main" w="0">
            <a:noFill/>
          </a:ln>
        </p:spPr>
      </p:sp>
      <p:sp>
        <p:nvSpPr>
          <p:cNvPr id="532" name="rect-1-531">
            <a:extLst xmlns:a="http://schemas.openxmlformats.org/drawingml/2006/main">
              <a:ext uri="{FF2B5EF4-FFF2-40B4-BE49-F238E27FC236}">
                <a16:creationId xmlns:a16="http://schemas.microsoft.com/office/drawing/2014/main" id="{84D34617-5F33-4861-B469-A5AE6429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C"/>
          </a:solidFill>
          <a:ln xmlns:a="http://schemas.openxmlformats.org/drawingml/2006/main" w="0">
            <a:noFill/>
          </a:ln>
        </p:spPr>
      </p:sp>
      <p:sp>
        <p:nvSpPr>
          <p:cNvPr id="533" name="rect-1-532">
            <a:extLst xmlns:a="http://schemas.openxmlformats.org/drawingml/2006/main">
              <a:ext uri="{FF2B5EF4-FFF2-40B4-BE49-F238E27FC236}">
                <a16:creationId xmlns:a16="http://schemas.microsoft.com/office/drawing/2014/main" id="{2F6FA5E6-8EF3-4D07-952C-956E5FB8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EE2"/>
          </a:solidFill>
          <a:ln xmlns:a="http://schemas.openxmlformats.org/drawingml/2006/main" w="0">
            <a:noFill/>
          </a:ln>
        </p:spPr>
      </p:sp>
      <p:sp>
        <p:nvSpPr>
          <p:cNvPr id="534" name="rect-1-533">
            <a:extLst xmlns:a="http://schemas.openxmlformats.org/drawingml/2006/main">
              <a:ext uri="{FF2B5EF4-FFF2-40B4-BE49-F238E27FC236}">
                <a16:creationId xmlns:a16="http://schemas.microsoft.com/office/drawing/2014/main" id="{289FFE1E-CF25-446E-ADAD-AEB32F1C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4AB"/>
          </a:solidFill>
          <a:ln xmlns:a="http://schemas.openxmlformats.org/drawingml/2006/main" w="0">
            <a:noFill/>
          </a:ln>
        </p:spPr>
      </p:sp>
      <p:sp>
        <p:nvSpPr>
          <p:cNvPr id="535" name="rect-1-534">
            <a:extLst xmlns:a="http://schemas.openxmlformats.org/drawingml/2006/main">
              <a:ext uri="{FF2B5EF4-FFF2-40B4-BE49-F238E27FC236}">
                <a16:creationId xmlns:a16="http://schemas.microsoft.com/office/drawing/2014/main" id="{40E06E88-843E-4F0B-A72B-00BB0AB5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5"/>
          </a:solidFill>
          <a:ln xmlns:a="http://schemas.openxmlformats.org/drawingml/2006/main" w="0">
            <a:noFill/>
          </a:ln>
        </p:spPr>
      </p:sp>
      <p:sp>
        <p:nvSpPr>
          <p:cNvPr id="536" name="rect-1-535">
            <a:extLst xmlns:a="http://schemas.openxmlformats.org/drawingml/2006/main">
              <a:ext uri="{FF2B5EF4-FFF2-40B4-BE49-F238E27FC236}">
                <a16:creationId xmlns:a16="http://schemas.microsoft.com/office/drawing/2014/main" id="{C49C48BF-F932-4FF2-BA3B-38960EF8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87"/>
          </a:solidFill>
          <a:ln xmlns:a="http://schemas.openxmlformats.org/drawingml/2006/main" w="0">
            <a:noFill/>
          </a:ln>
        </p:spPr>
      </p:sp>
      <p:sp>
        <p:nvSpPr>
          <p:cNvPr id="537" name="rect-1-536">
            <a:extLst xmlns:a="http://schemas.openxmlformats.org/drawingml/2006/main">
              <a:ext uri="{FF2B5EF4-FFF2-40B4-BE49-F238E27FC236}">
                <a16:creationId xmlns:a16="http://schemas.microsoft.com/office/drawing/2014/main" id="{00107D08-B85F-4DA9-ACE8-501BB585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680"/>
          </a:solidFill>
          <a:ln xmlns:a="http://schemas.openxmlformats.org/drawingml/2006/main" w="0">
            <a:noFill/>
          </a:ln>
        </p:spPr>
      </p:sp>
      <p:sp>
        <p:nvSpPr>
          <p:cNvPr id="538" name="rect-1-537">
            <a:extLst xmlns:a="http://schemas.openxmlformats.org/drawingml/2006/main">
              <a:ext uri="{FF2B5EF4-FFF2-40B4-BE49-F238E27FC236}">
                <a16:creationId xmlns:a16="http://schemas.microsoft.com/office/drawing/2014/main" id="{B3993632-FACE-4C0B-BA58-2BB30917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B93"/>
          </a:solidFill>
          <a:ln xmlns:a="http://schemas.openxmlformats.org/drawingml/2006/main" w="0">
            <a:noFill/>
          </a:ln>
        </p:spPr>
      </p:sp>
      <p:sp>
        <p:nvSpPr>
          <p:cNvPr id="539" name="rect-1-538">
            <a:extLst xmlns:a="http://schemas.openxmlformats.org/drawingml/2006/main">
              <a:ext uri="{FF2B5EF4-FFF2-40B4-BE49-F238E27FC236}">
                <a16:creationId xmlns:a16="http://schemas.microsoft.com/office/drawing/2014/main" id="{31282A35-7209-4E96-AC7A-1AA4AFE8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86"/>
          </a:solidFill>
          <a:ln xmlns:a="http://schemas.openxmlformats.org/drawingml/2006/main" w="0">
            <a:noFill/>
          </a:ln>
        </p:spPr>
      </p:sp>
      <p:sp>
        <p:nvSpPr>
          <p:cNvPr id="540" name="rect-1-539">
            <a:extLst xmlns:a="http://schemas.openxmlformats.org/drawingml/2006/main">
              <a:ext uri="{FF2B5EF4-FFF2-40B4-BE49-F238E27FC236}">
                <a16:creationId xmlns:a16="http://schemas.microsoft.com/office/drawing/2014/main" id="{DF7C1F83-FD1D-4009-BBF0-9E46AF60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83"/>
          </a:solidFill>
          <a:ln xmlns:a="http://schemas.openxmlformats.org/drawingml/2006/main" w="0">
            <a:noFill/>
          </a:ln>
        </p:spPr>
      </p:sp>
      <p:sp>
        <p:nvSpPr>
          <p:cNvPr id="541" name="rect-1-540">
            <a:extLst xmlns:a="http://schemas.openxmlformats.org/drawingml/2006/main">
              <a:ext uri="{FF2B5EF4-FFF2-40B4-BE49-F238E27FC236}">
                <a16:creationId xmlns:a16="http://schemas.microsoft.com/office/drawing/2014/main" id="{759AC442-B537-4510-8FFB-C23EB676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9BA2"/>
          </a:solidFill>
          <a:ln xmlns:a="http://schemas.openxmlformats.org/drawingml/2006/main" w="0">
            <a:noFill/>
          </a:ln>
        </p:spPr>
      </p:sp>
      <p:sp>
        <p:nvSpPr>
          <p:cNvPr id="542" name="rect-1-541">
            <a:extLst xmlns:a="http://schemas.openxmlformats.org/drawingml/2006/main">
              <a:ext uri="{FF2B5EF4-FFF2-40B4-BE49-F238E27FC236}">
                <a16:creationId xmlns:a16="http://schemas.microsoft.com/office/drawing/2014/main" id="{C2EC7B42-55A2-4276-AB43-34AF0F79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29A"/>
          </a:solidFill>
          <a:ln xmlns:a="http://schemas.openxmlformats.org/drawingml/2006/main" w="0">
            <a:noFill/>
          </a:ln>
        </p:spPr>
      </p:sp>
      <p:sp>
        <p:nvSpPr>
          <p:cNvPr id="543" name="rect-1-542">
            <a:extLst xmlns:a="http://schemas.openxmlformats.org/drawingml/2006/main">
              <a:ext uri="{FF2B5EF4-FFF2-40B4-BE49-F238E27FC236}">
                <a16:creationId xmlns:a16="http://schemas.microsoft.com/office/drawing/2014/main" id="{D562EDE5-FFA1-423B-ACE7-C623D17B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7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B"/>
          </a:solidFill>
          <a:ln xmlns:a="http://schemas.openxmlformats.org/drawingml/2006/main" w="0">
            <a:noFill/>
          </a:ln>
        </p:spPr>
      </p:sp>
      <p:sp>
        <p:nvSpPr>
          <p:cNvPr id="544" name="rect-1-543">
            <a:extLst xmlns:a="http://schemas.openxmlformats.org/drawingml/2006/main">
              <a:ext uri="{FF2B5EF4-FFF2-40B4-BE49-F238E27FC236}">
                <a16:creationId xmlns:a16="http://schemas.microsoft.com/office/drawing/2014/main" id="{78E62656-CDC9-4D62-844A-DC2E326D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EB4"/>
          </a:solidFill>
          <a:ln xmlns:a="http://schemas.openxmlformats.org/drawingml/2006/main" w="0">
            <a:noFill/>
          </a:ln>
        </p:spPr>
      </p:sp>
      <p:sp>
        <p:nvSpPr>
          <p:cNvPr id="545" name="rect-1-544">
            <a:extLst xmlns:a="http://schemas.openxmlformats.org/drawingml/2006/main">
              <a:ext uri="{FF2B5EF4-FFF2-40B4-BE49-F238E27FC236}">
                <a16:creationId xmlns:a16="http://schemas.microsoft.com/office/drawing/2014/main" id="{1F62D487-8666-4B37-A4DD-91D12576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9098"/>
          </a:solidFill>
          <a:ln xmlns:a="http://schemas.openxmlformats.org/drawingml/2006/main" w="0">
            <a:noFill/>
          </a:ln>
        </p:spPr>
      </p:sp>
      <p:sp>
        <p:nvSpPr>
          <p:cNvPr id="546" name="rect-1-545">
            <a:extLst xmlns:a="http://schemas.openxmlformats.org/drawingml/2006/main">
              <a:ext uri="{FF2B5EF4-FFF2-40B4-BE49-F238E27FC236}">
                <a16:creationId xmlns:a16="http://schemas.microsoft.com/office/drawing/2014/main" id="{22A479CC-D1BF-4DC5-8C96-2980410F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78"/>
          </a:solidFill>
          <a:ln xmlns:a="http://schemas.openxmlformats.org/drawingml/2006/main" w="0">
            <a:noFill/>
          </a:ln>
        </p:spPr>
      </p:sp>
      <p:sp>
        <p:nvSpPr>
          <p:cNvPr id="547" name="rect-1-546">
            <a:extLst xmlns:a="http://schemas.openxmlformats.org/drawingml/2006/main">
              <a:ext uri="{FF2B5EF4-FFF2-40B4-BE49-F238E27FC236}">
                <a16:creationId xmlns:a16="http://schemas.microsoft.com/office/drawing/2014/main" id="{9A2E4FAB-1208-4AF3-A72E-A19E1F46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78"/>
          </a:solidFill>
          <a:ln xmlns:a="http://schemas.openxmlformats.org/drawingml/2006/main" w="0">
            <a:noFill/>
          </a:ln>
        </p:spPr>
      </p:sp>
      <p:sp>
        <p:nvSpPr>
          <p:cNvPr id="548" name="rect-1-547">
            <a:extLst xmlns:a="http://schemas.openxmlformats.org/drawingml/2006/main">
              <a:ext uri="{FF2B5EF4-FFF2-40B4-BE49-F238E27FC236}">
                <a16:creationId xmlns:a16="http://schemas.microsoft.com/office/drawing/2014/main" id="{F52EB795-EDF5-4B97-9824-7B8D9406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17B"/>
          </a:solidFill>
          <a:ln xmlns:a="http://schemas.openxmlformats.org/drawingml/2006/main" w="0">
            <a:noFill/>
          </a:ln>
        </p:spPr>
      </p:sp>
      <p:sp>
        <p:nvSpPr>
          <p:cNvPr id="549" name="rect-1-548">
            <a:extLst xmlns:a="http://schemas.openxmlformats.org/drawingml/2006/main">
              <a:ext uri="{FF2B5EF4-FFF2-40B4-BE49-F238E27FC236}">
                <a16:creationId xmlns:a16="http://schemas.microsoft.com/office/drawing/2014/main" id="{4DD0C05C-00F2-4A89-93DA-5DDCAF1B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B76"/>
          </a:solidFill>
          <a:ln xmlns:a="http://schemas.openxmlformats.org/drawingml/2006/main" w="0">
            <a:noFill/>
          </a:ln>
        </p:spPr>
      </p:sp>
      <p:sp>
        <p:nvSpPr>
          <p:cNvPr id="550" name="rect-1-549">
            <a:extLst xmlns:a="http://schemas.openxmlformats.org/drawingml/2006/main">
              <a:ext uri="{FF2B5EF4-FFF2-40B4-BE49-F238E27FC236}">
                <a16:creationId xmlns:a16="http://schemas.microsoft.com/office/drawing/2014/main" id="{CA0EAFC5-2D00-4D7B-BF94-FFDA6BB4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07A"/>
          </a:solidFill>
          <a:ln xmlns:a="http://schemas.openxmlformats.org/drawingml/2006/main" w="0">
            <a:noFill/>
          </a:ln>
        </p:spPr>
      </p:sp>
      <p:sp>
        <p:nvSpPr>
          <p:cNvPr id="551" name="rect-1-550">
            <a:extLst xmlns:a="http://schemas.openxmlformats.org/drawingml/2006/main">
              <a:ext uri="{FF2B5EF4-FFF2-40B4-BE49-F238E27FC236}">
                <a16:creationId xmlns:a16="http://schemas.microsoft.com/office/drawing/2014/main" id="{017EC4A9-2532-4004-B76B-40674615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1B7"/>
          </a:solidFill>
          <a:ln xmlns:a="http://schemas.openxmlformats.org/drawingml/2006/main" w="0">
            <a:noFill/>
          </a:ln>
        </p:spPr>
      </p:sp>
      <p:sp>
        <p:nvSpPr>
          <p:cNvPr id="552" name="rect-1-551">
            <a:extLst xmlns:a="http://schemas.openxmlformats.org/drawingml/2006/main">
              <a:ext uri="{FF2B5EF4-FFF2-40B4-BE49-F238E27FC236}">
                <a16:creationId xmlns:a16="http://schemas.microsoft.com/office/drawing/2014/main" id="{DA4EBF0F-3062-4342-A86D-E9236174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3C8"/>
          </a:solidFill>
          <a:ln xmlns:a="http://schemas.openxmlformats.org/drawingml/2006/main" w="0">
            <a:noFill/>
          </a:ln>
        </p:spPr>
      </p:sp>
      <p:sp>
        <p:nvSpPr>
          <p:cNvPr id="553" name="rect-1-552">
            <a:extLst xmlns:a="http://schemas.openxmlformats.org/drawingml/2006/main">
              <a:ext uri="{FF2B5EF4-FFF2-40B4-BE49-F238E27FC236}">
                <a16:creationId xmlns:a16="http://schemas.microsoft.com/office/drawing/2014/main" id="{FE8773DD-5B43-4D5B-B9A7-9BCE72FE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EE"/>
          </a:solidFill>
          <a:ln xmlns:a="http://schemas.openxmlformats.org/drawingml/2006/main" w="0">
            <a:noFill/>
          </a:ln>
        </p:spPr>
      </p:sp>
      <p:sp>
        <p:nvSpPr>
          <p:cNvPr id="554" name="rect-1-553">
            <a:extLst xmlns:a="http://schemas.openxmlformats.org/drawingml/2006/main">
              <a:ext uri="{FF2B5EF4-FFF2-40B4-BE49-F238E27FC236}">
                <a16:creationId xmlns:a16="http://schemas.microsoft.com/office/drawing/2014/main" id="{7094B481-3945-4365-B101-0D62366F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B"/>
          </a:solidFill>
          <a:ln xmlns:a="http://schemas.openxmlformats.org/drawingml/2006/main" w="0">
            <a:noFill/>
          </a:ln>
        </p:spPr>
      </p:sp>
      <p:sp>
        <p:nvSpPr>
          <p:cNvPr id="555" name="rect-1-554">
            <a:extLst xmlns:a="http://schemas.openxmlformats.org/drawingml/2006/main">
              <a:ext uri="{FF2B5EF4-FFF2-40B4-BE49-F238E27FC236}">
                <a16:creationId xmlns:a16="http://schemas.microsoft.com/office/drawing/2014/main" id="{24BACEB1-312B-4B0A-A44F-44434358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FE2"/>
          </a:solidFill>
          <a:ln xmlns:a="http://schemas.openxmlformats.org/drawingml/2006/main" w="0">
            <a:noFill/>
          </a:ln>
        </p:spPr>
      </p:sp>
      <p:sp>
        <p:nvSpPr>
          <p:cNvPr id="556" name="rect-1-555">
            <a:extLst xmlns:a="http://schemas.openxmlformats.org/drawingml/2006/main">
              <a:ext uri="{FF2B5EF4-FFF2-40B4-BE49-F238E27FC236}">
                <a16:creationId xmlns:a16="http://schemas.microsoft.com/office/drawing/2014/main" id="{771C7B85-849D-44C8-8C00-77DA8F9D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3B9"/>
          </a:solidFill>
          <a:ln xmlns:a="http://schemas.openxmlformats.org/drawingml/2006/main" w="0">
            <a:noFill/>
          </a:ln>
        </p:spPr>
      </p:sp>
      <p:sp>
        <p:nvSpPr>
          <p:cNvPr id="557" name="rect-1-556">
            <a:extLst xmlns:a="http://schemas.openxmlformats.org/drawingml/2006/main">
              <a:ext uri="{FF2B5EF4-FFF2-40B4-BE49-F238E27FC236}">
                <a16:creationId xmlns:a16="http://schemas.microsoft.com/office/drawing/2014/main" id="{498A4454-7D91-4CC3-ACFB-50E52B6D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18A"/>
          </a:solidFill>
          <a:ln xmlns:a="http://schemas.openxmlformats.org/drawingml/2006/main" w="0">
            <a:noFill/>
          </a:ln>
        </p:spPr>
      </p:sp>
      <p:sp>
        <p:nvSpPr>
          <p:cNvPr id="558" name="rect-1-557">
            <a:extLst xmlns:a="http://schemas.openxmlformats.org/drawingml/2006/main">
              <a:ext uri="{FF2B5EF4-FFF2-40B4-BE49-F238E27FC236}">
                <a16:creationId xmlns:a16="http://schemas.microsoft.com/office/drawing/2014/main" id="{967FC073-3B34-4A1B-905F-49C9A107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8089"/>
          </a:solidFill>
          <a:ln xmlns:a="http://schemas.openxmlformats.org/drawingml/2006/main" w="0">
            <a:noFill/>
          </a:ln>
        </p:spPr>
      </p:sp>
      <p:sp>
        <p:nvSpPr>
          <p:cNvPr id="559" name="rect-1-558">
            <a:extLst xmlns:a="http://schemas.openxmlformats.org/drawingml/2006/main">
              <a:ext uri="{FF2B5EF4-FFF2-40B4-BE49-F238E27FC236}">
                <a16:creationId xmlns:a16="http://schemas.microsoft.com/office/drawing/2014/main" id="{C5DFE1DB-FB79-468D-99CE-AA164B02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A92"/>
          </a:solidFill>
          <a:ln xmlns:a="http://schemas.openxmlformats.org/drawingml/2006/main" w="0">
            <a:noFill/>
          </a:ln>
        </p:spPr>
      </p:sp>
      <p:sp>
        <p:nvSpPr>
          <p:cNvPr id="560" name="rect-1-559">
            <a:extLst xmlns:a="http://schemas.openxmlformats.org/drawingml/2006/main">
              <a:ext uri="{FF2B5EF4-FFF2-40B4-BE49-F238E27FC236}">
                <a16:creationId xmlns:a16="http://schemas.microsoft.com/office/drawing/2014/main" id="{A942A65A-420F-4747-BE77-AD548BBC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EA5"/>
          </a:solidFill>
          <a:ln xmlns:a="http://schemas.openxmlformats.org/drawingml/2006/main" w="0">
            <a:noFill/>
          </a:ln>
        </p:spPr>
      </p:sp>
      <p:sp>
        <p:nvSpPr>
          <p:cNvPr id="561" name="rect-1-560">
            <a:extLst xmlns:a="http://schemas.openxmlformats.org/drawingml/2006/main">
              <a:ext uri="{FF2B5EF4-FFF2-40B4-BE49-F238E27FC236}">
                <a16:creationId xmlns:a16="http://schemas.microsoft.com/office/drawing/2014/main" id="{636EC374-3CEC-437C-A45F-BFE54B08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CC1"/>
          </a:solidFill>
          <a:ln xmlns:a="http://schemas.openxmlformats.org/drawingml/2006/main" w="0">
            <a:noFill/>
          </a:ln>
        </p:spPr>
      </p:sp>
      <p:sp>
        <p:nvSpPr>
          <p:cNvPr id="562" name="rect-1-561">
            <a:extLst xmlns:a="http://schemas.openxmlformats.org/drawingml/2006/main">
              <a:ext uri="{FF2B5EF4-FFF2-40B4-BE49-F238E27FC236}">
                <a16:creationId xmlns:a16="http://schemas.microsoft.com/office/drawing/2014/main" id="{B955CBE2-E6B1-4A36-B9ED-71B79C1F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3D7"/>
          </a:solidFill>
          <a:ln xmlns:a="http://schemas.openxmlformats.org/drawingml/2006/main" w="0">
            <a:noFill/>
          </a:ln>
        </p:spPr>
      </p:sp>
      <p:sp>
        <p:nvSpPr>
          <p:cNvPr id="563" name="rect-1-562">
            <a:extLst xmlns:a="http://schemas.openxmlformats.org/drawingml/2006/main">
              <a:ext uri="{FF2B5EF4-FFF2-40B4-BE49-F238E27FC236}">
                <a16:creationId xmlns:a16="http://schemas.microsoft.com/office/drawing/2014/main" id="{7B5D5F40-20FB-4F1F-9846-90E63952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EE"/>
          </a:solidFill>
          <a:ln xmlns:a="http://schemas.openxmlformats.org/drawingml/2006/main" w="0">
            <a:noFill/>
          </a:ln>
        </p:spPr>
      </p:sp>
      <p:sp>
        <p:nvSpPr>
          <p:cNvPr id="564" name="rect-1-563">
            <a:extLst xmlns:a="http://schemas.openxmlformats.org/drawingml/2006/main">
              <a:ext uri="{FF2B5EF4-FFF2-40B4-BE49-F238E27FC236}">
                <a16:creationId xmlns:a16="http://schemas.microsoft.com/office/drawing/2014/main" id="{BFD33EB0-AC16-47DB-95A1-F888B9F8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565" name="rect-1-564">
            <a:extLst xmlns:a="http://schemas.openxmlformats.org/drawingml/2006/main">
              <a:ext uri="{FF2B5EF4-FFF2-40B4-BE49-F238E27FC236}">
                <a16:creationId xmlns:a16="http://schemas.microsoft.com/office/drawing/2014/main" id="{C38EAA60-F790-4163-9FC2-1BFD32E8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566" name="rect-1-565">
            <a:extLst xmlns:a="http://schemas.openxmlformats.org/drawingml/2006/main">
              <a:ext uri="{FF2B5EF4-FFF2-40B4-BE49-F238E27FC236}">
                <a16:creationId xmlns:a16="http://schemas.microsoft.com/office/drawing/2014/main" id="{19435BDF-5A3F-4BD7-AC79-7475C73F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0D4"/>
          </a:solidFill>
          <a:ln xmlns:a="http://schemas.openxmlformats.org/drawingml/2006/main" w="0">
            <a:noFill/>
          </a:ln>
        </p:spPr>
      </p:sp>
      <p:sp>
        <p:nvSpPr>
          <p:cNvPr id="567" name="rect-1-566">
            <a:extLst xmlns:a="http://schemas.openxmlformats.org/drawingml/2006/main">
              <a:ext uri="{FF2B5EF4-FFF2-40B4-BE49-F238E27FC236}">
                <a16:creationId xmlns:a16="http://schemas.microsoft.com/office/drawing/2014/main" id="{7533E974-D390-4729-B053-7B6C7F9C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C5CA"/>
          </a:solidFill>
          <a:ln xmlns:a="http://schemas.openxmlformats.org/drawingml/2006/main" w="0">
            <a:noFill/>
          </a:ln>
        </p:spPr>
      </p:sp>
      <p:sp>
        <p:nvSpPr>
          <p:cNvPr id="568" name="rect-1-567">
            <a:extLst xmlns:a="http://schemas.openxmlformats.org/drawingml/2006/main">
              <a:ext uri="{FF2B5EF4-FFF2-40B4-BE49-F238E27FC236}">
                <a16:creationId xmlns:a16="http://schemas.microsoft.com/office/drawing/2014/main" id="{B827C07C-5A5E-4209-8CF4-96725946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BB2"/>
          </a:solidFill>
          <a:ln xmlns:a="http://schemas.openxmlformats.org/drawingml/2006/main" w="0">
            <a:noFill/>
          </a:ln>
        </p:spPr>
      </p:sp>
      <p:sp>
        <p:nvSpPr>
          <p:cNvPr id="569" name="rect-1-568">
            <a:extLst xmlns:a="http://schemas.openxmlformats.org/drawingml/2006/main">
              <a:ext uri="{FF2B5EF4-FFF2-40B4-BE49-F238E27FC236}">
                <a16:creationId xmlns:a16="http://schemas.microsoft.com/office/drawing/2014/main" id="{CD8B6990-3F5F-468E-BA43-4355DCFE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FD3"/>
          </a:solidFill>
          <a:ln xmlns:a="http://schemas.openxmlformats.org/drawingml/2006/main" w="0">
            <a:noFill/>
          </a:ln>
        </p:spPr>
      </p:sp>
      <p:sp>
        <p:nvSpPr>
          <p:cNvPr id="570" name="rect-1-569">
            <a:extLst xmlns:a="http://schemas.openxmlformats.org/drawingml/2006/main">
              <a:ext uri="{FF2B5EF4-FFF2-40B4-BE49-F238E27FC236}">
                <a16:creationId xmlns:a16="http://schemas.microsoft.com/office/drawing/2014/main" id="{60639064-8591-4AAC-A60A-956AB04D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7DA"/>
          </a:solidFill>
          <a:ln xmlns:a="http://schemas.openxmlformats.org/drawingml/2006/main" w="0">
            <a:noFill/>
          </a:ln>
        </p:spPr>
      </p:sp>
      <p:sp>
        <p:nvSpPr>
          <p:cNvPr id="571" name="rect-1-570">
            <a:extLst xmlns:a="http://schemas.openxmlformats.org/drawingml/2006/main">
              <a:ext uri="{FF2B5EF4-FFF2-40B4-BE49-F238E27FC236}">
                <a16:creationId xmlns:a16="http://schemas.microsoft.com/office/drawing/2014/main" id="{C877B494-C152-4989-B113-2F4E50D2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2E5"/>
          </a:solidFill>
          <a:ln xmlns:a="http://schemas.openxmlformats.org/drawingml/2006/main" w="0">
            <a:noFill/>
          </a:ln>
        </p:spPr>
      </p:sp>
      <p:sp>
        <p:nvSpPr>
          <p:cNvPr id="572" name="rect-1-571">
            <a:extLst xmlns:a="http://schemas.openxmlformats.org/drawingml/2006/main">
              <a:ext uri="{FF2B5EF4-FFF2-40B4-BE49-F238E27FC236}">
                <a16:creationId xmlns:a16="http://schemas.microsoft.com/office/drawing/2014/main" id="{E7B06DE3-5343-4E11-B9BB-792CEBB9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573" name="rect-1-572">
            <a:extLst xmlns:a="http://schemas.openxmlformats.org/drawingml/2006/main">
              <a:ext uri="{FF2B5EF4-FFF2-40B4-BE49-F238E27FC236}">
                <a16:creationId xmlns:a16="http://schemas.microsoft.com/office/drawing/2014/main" id="{361CDA4D-065A-4853-97B5-A2B3FF7B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574" name="rect-1-573">
            <a:extLst xmlns:a="http://schemas.openxmlformats.org/drawingml/2006/main">
              <a:ext uri="{FF2B5EF4-FFF2-40B4-BE49-F238E27FC236}">
                <a16:creationId xmlns:a16="http://schemas.microsoft.com/office/drawing/2014/main" id="{BD965E89-053C-4CA4-9DF6-E8A18E07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575" name="rect-1-574">
            <a:extLst xmlns:a="http://schemas.openxmlformats.org/drawingml/2006/main">
              <a:ext uri="{FF2B5EF4-FFF2-40B4-BE49-F238E27FC236}">
                <a16:creationId xmlns:a16="http://schemas.microsoft.com/office/drawing/2014/main" id="{809A500C-C959-42B6-9B4A-DA5507F3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576" name="rect-1-575">
            <a:extLst xmlns:a="http://schemas.openxmlformats.org/drawingml/2006/main">
              <a:ext uri="{FF2B5EF4-FFF2-40B4-BE49-F238E27FC236}">
                <a16:creationId xmlns:a16="http://schemas.microsoft.com/office/drawing/2014/main" id="{9452428B-CDE0-43E3-9FB9-1B53E98B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577" name="rect-1-576">
            <a:extLst xmlns:a="http://schemas.openxmlformats.org/drawingml/2006/main">
              <a:ext uri="{FF2B5EF4-FFF2-40B4-BE49-F238E27FC236}">
                <a16:creationId xmlns:a16="http://schemas.microsoft.com/office/drawing/2014/main" id="{CBF79A02-7270-45E9-B250-E331E162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3E6"/>
          </a:solidFill>
          <a:ln xmlns:a="http://schemas.openxmlformats.org/drawingml/2006/main" w="0">
            <a:noFill/>
          </a:ln>
        </p:spPr>
      </p:sp>
      <p:sp>
        <p:nvSpPr>
          <p:cNvPr id="578" name="rect-1-577">
            <a:extLst xmlns:a="http://schemas.openxmlformats.org/drawingml/2006/main">
              <a:ext uri="{FF2B5EF4-FFF2-40B4-BE49-F238E27FC236}">
                <a16:creationId xmlns:a16="http://schemas.microsoft.com/office/drawing/2014/main" id="{EC953D9B-858C-4BE0-B34C-B7E66018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0D4"/>
          </a:solidFill>
          <a:ln xmlns:a="http://schemas.openxmlformats.org/drawingml/2006/main" w="0">
            <a:noFill/>
          </a:ln>
        </p:spPr>
      </p:sp>
      <p:sp>
        <p:nvSpPr>
          <p:cNvPr id="579" name="rect-1-578">
            <a:extLst xmlns:a="http://schemas.openxmlformats.org/drawingml/2006/main">
              <a:ext uri="{FF2B5EF4-FFF2-40B4-BE49-F238E27FC236}">
                <a16:creationId xmlns:a16="http://schemas.microsoft.com/office/drawing/2014/main" id="{C261C791-6E1B-468F-B2DB-DD35B890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FD3"/>
          </a:solidFill>
          <a:ln xmlns:a="http://schemas.openxmlformats.org/drawingml/2006/main" w="0">
            <a:noFill/>
          </a:ln>
        </p:spPr>
      </p:sp>
      <p:sp>
        <p:nvSpPr>
          <p:cNvPr id="580" name="rect-1-579">
            <a:extLst xmlns:a="http://schemas.openxmlformats.org/drawingml/2006/main">
              <a:ext uri="{FF2B5EF4-FFF2-40B4-BE49-F238E27FC236}">
                <a16:creationId xmlns:a16="http://schemas.microsoft.com/office/drawing/2014/main" id="{EBC81B77-68B0-4072-87E5-5F04DDFA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1"/>
          </a:solidFill>
          <a:ln xmlns:a="http://schemas.openxmlformats.org/drawingml/2006/main" w="0">
            <a:noFill/>
          </a:ln>
        </p:spPr>
      </p:sp>
      <p:sp>
        <p:nvSpPr>
          <p:cNvPr id="581" name="rect-1-580">
            <a:extLst xmlns:a="http://schemas.openxmlformats.org/drawingml/2006/main">
              <a:ext uri="{FF2B5EF4-FFF2-40B4-BE49-F238E27FC236}">
                <a16:creationId xmlns:a16="http://schemas.microsoft.com/office/drawing/2014/main" id="{D63E982B-66C3-4C7D-BFC1-74BEC2A2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3E6"/>
          </a:solidFill>
          <a:ln xmlns:a="http://schemas.openxmlformats.org/drawingml/2006/main" w="0">
            <a:noFill/>
          </a:ln>
        </p:spPr>
      </p:sp>
      <p:sp>
        <p:nvSpPr>
          <p:cNvPr id="582" name="rect-1-581">
            <a:extLst xmlns:a="http://schemas.openxmlformats.org/drawingml/2006/main">
              <a:ext uri="{FF2B5EF4-FFF2-40B4-BE49-F238E27FC236}">
                <a16:creationId xmlns:a16="http://schemas.microsoft.com/office/drawing/2014/main" id="{6B5DDCE9-D3B9-4A12-8E43-1083F87A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C"/>
          </a:solidFill>
          <a:ln xmlns:a="http://schemas.openxmlformats.org/drawingml/2006/main" w="0">
            <a:noFill/>
          </a:ln>
        </p:spPr>
      </p:sp>
      <p:sp>
        <p:nvSpPr>
          <p:cNvPr id="583" name="rect-1-582">
            <a:extLst xmlns:a="http://schemas.openxmlformats.org/drawingml/2006/main">
              <a:ext uri="{FF2B5EF4-FFF2-40B4-BE49-F238E27FC236}">
                <a16:creationId xmlns:a16="http://schemas.microsoft.com/office/drawing/2014/main" id="{8588732F-F159-490E-8209-E7D2DE95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440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584" name="rect-1-583">
            <a:extLst xmlns:a="http://schemas.openxmlformats.org/drawingml/2006/main">
              <a:ext uri="{FF2B5EF4-FFF2-40B4-BE49-F238E27FC236}">
                <a16:creationId xmlns:a16="http://schemas.microsoft.com/office/drawing/2014/main" id="{FC73D22B-AD0C-475B-850F-7B944E4B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912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585" name="rect-1-584">
            <a:extLst xmlns:a="http://schemas.openxmlformats.org/drawingml/2006/main">
              <a:ext uri="{FF2B5EF4-FFF2-40B4-BE49-F238E27FC236}">
                <a16:creationId xmlns:a16="http://schemas.microsoft.com/office/drawing/2014/main" id="{BCC9F22E-7D02-4A47-8EFD-E91FE8B9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7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586" name="rect-1-585">
            <a:extLst xmlns:a="http://schemas.openxmlformats.org/drawingml/2006/main">
              <a:ext uri="{FF2B5EF4-FFF2-40B4-BE49-F238E27FC236}">
                <a16:creationId xmlns:a16="http://schemas.microsoft.com/office/drawing/2014/main" id="{B0A541CF-19AB-47B2-AD1C-B0D181A8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63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EF"/>
          </a:solidFill>
          <a:ln xmlns:a="http://schemas.openxmlformats.org/drawingml/2006/main" w="0">
            <a:noFill/>
          </a:ln>
        </p:spPr>
      </p:sp>
      <p:sp>
        <p:nvSpPr>
          <p:cNvPr id="587" name="rect-1-586">
            <a:extLst xmlns:a="http://schemas.openxmlformats.org/drawingml/2006/main">
              <a:ext uri="{FF2B5EF4-FFF2-40B4-BE49-F238E27FC236}">
                <a16:creationId xmlns:a16="http://schemas.microsoft.com/office/drawing/2014/main" id="{416A3EAD-17D4-41B9-A584-B20EC6FD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8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</a:ln>
        </p:spPr>
      </p:sp>
      <p:sp>
        <p:nvSpPr>
          <p:cNvPr id="588" name="rect-1-587">
            <a:extLst xmlns:a="http://schemas.openxmlformats.org/drawingml/2006/main">
              <a:ext uri="{FF2B5EF4-FFF2-40B4-BE49-F238E27FC236}">
                <a16:creationId xmlns:a16="http://schemas.microsoft.com/office/drawing/2014/main" id="{3D04D12D-35D1-49A0-B438-99DA01B2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</a:ln>
        </p:spPr>
      </p:sp>
      <p:sp>
        <p:nvSpPr>
          <p:cNvPr id="589" name="rect-1-588">
            <a:extLst xmlns:a="http://schemas.openxmlformats.org/drawingml/2006/main">
              <a:ext uri="{FF2B5EF4-FFF2-40B4-BE49-F238E27FC236}">
                <a16:creationId xmlns:a16="http://schemas.microsoft.com/office/drawing/2014/main" id="{ACF1132F-A7D4-4D74-B248-E70EA833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4"/>
          </a:solidFill>
          <a:ln xmlns:a="http://schemas.openxmlformats.org/drawingml/2006/main" w="0">
            <a:noFill/>
          </a:ln>
        </p:spPr>
      </p:sp>
      <p:sp>
        <p:nvSpPr>
          <p:cNvPr id="590" name="rect-1-589">
            <a:extLst xmlns:a="http://schemas.openxmlformats.org/drawingml/2006/main">
              <a:ext uri="{FF2B5EF4-FFF2-40B4-BE49-F238E27FC236}">
                <a16:creationId xmlns:a16="http://schemas.microsoft.com/office/drawing/2014/main" id="{BAA1201F-4006-428E-AD90-F180C9A0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64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591" name="rect-1-590">
            <a:extLst xmlns:a="http://schemas.openxmlformats.org/drawingml/2006/main">
              <a:ext uri="{FF2B5EF4-FFF2-40B4-BE49-F238E27FC236}">
                <a16:creationId xmlns:a16="http://schemas.microsoft.com/office/drawing/2014/main" id="{E965B869-0AE7-4300-A17A-E003E2C9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592" name="rect-1-591">
            <a:extLst xmlns:a="http://schemas.openxmlformats.org/drawingml/2006/main">
              <a:ext uri="{FF2B5EF4-FFF2-40B4-BE49-F238E27FC236}">
                <a16:creationId xmlns:a16="http://schemas.microsoft.com/office/drawing/2014/main" id="{5DFB0488-5D57-4D64-89C5-8866594E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14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593" name="rect-1-592">
            <a:extLst xmlns:a="http://schemas.openxmlformats.org/drawingml/2006/main">
              <a:ext uri="{FF2B5EF4-FFF2-40B4-BE49-F238E27FC236}">
                <a16:creationId xmlns:a16="http://schemas.microsoft.com/office/drawing/2014/main" id="{0ADFDCAC-66A3-4001-8FC3-385ED2C1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13" y="1550769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594" name="rect-1-593">
            <a:extLst xmlns:a="http://schemas.openxmlformats.org/drawingml/2006/main">
              <a:ext uri="{FF2B5EF4-FFF2-40B4-BE49-F238E27FC236}">
                <a16:creationId xmlns:a16="http://schemas.microsoft.com/office/drawing/2014/main" id="{EF168822-038F-4DBF-BCAF-95E88122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538" y="1550769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595" name="rect-1-594">
            <a:extLst xmlns:a="http://schemas.openxmlformats.org/drawingml/2006/main">
              <a:ext uri="{FF2B5EF4-FFF2-40B4-BE49-F238E27FC236}">
                <a16:creationId xmlns:a16="http://schemas.microsoft.com/office/drawing/2014/main" id="{AC060F6B-2092-4913-BF20-5F3BBF27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919780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596" name="rect-1-595">
            <a:extLst xmlns:a="http://schemas.openxmlformats.org/drawingml/2006/main">
              <a:ext uri="{FF2B5EF4-FFF2-40B4-BE49-F238E27FC236}">
                <a16:creationId xmlns:a16="http://schemas.microsoft.com/office/drawing/2014/main" id="{43A1EDD9-B3BE-4B8D-A78E-0F0714DA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919780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597" name="rect-1-596">
            <a:extLst xmlns:a="http://schemas.openxmlformats.org/drawingml/2006/main">
              <a:ext uri="{FF2B5EF4-FFF2-40B4-BE49-F238E27FC236}">
                <a16:creationId xmlns:a16="http://schemas.microsoft.com/office/drawing/2014/main" id="{CA0F91BB-EC75-4DE9-8BCA-0898A9CB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919780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598" name="rect-1-597">
            <a:extLst xmlns:a="http://schemas.openxmlformats.org/drawingml/2006/main">
              <a:ext uri="{FF2B5EF4-FFF2-40B4-BE49-F238E27FC236}">
                <a16:creationId xmlns:a16="http://schemas.microsoft.com/office/drawing/2014/main" id="{86D53706-1A3F-4E4A-B96A-B6236652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919780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599" name="rect-1-598">
            <a:extLst xmlns:a="http://schemas.openxmlformats.org/drawingml/2006/main">
              <a:ext uri="{FF2B5EF4-FFF2-40B4-BE49-F238E27FC236}">
                <a16:creationId xmlns:a16="http://schemas.microsoft.com/office/drawing/2014/main" id="{853438B2-B903-4248-BEED-63C89BD5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919780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00" name="rect-1-599">
            <a:extLst xmlns:a="http://schemas.openxmlformats.org/drawingml/2006/main">
              <a:ext uri="{FF2B5EF4-FFF2-40B4-BE49-F238E27FC236}">
                <a16:creationId xmlns:a16="http://schemas.microsoft.com/office/drawing/2014/main" id="{FA2CFAA2-66FF-41E2-91FF-209AC402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01" name="rect-1-600">
            <a:extLst xmlns:a="http://schemas.openxmlformats.org/drawingml/2006/main">
              <a:ext uri="{FF2B5EF4-FFF2-40B4-BE49-F238E27FC236}">
                <a16:creationId xmlns:a16="http://schemas.microsoft.com/office/drawing/2014/main" id="{7CC867AF-F349-4878-9BC7-F6FF714F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02" name="rect-1-601">
            <a:extLst xmlns:a="http://schemas.openxmlformats.org/drawingml/2006/main">
              <a:ext uri="{FF2B5EF4-FFF2-40B4-BE49-F238E27FC236}">
                <a16:creationId xmlns:a16="http://schemas.microsoft.com/office/drawing/2014/main" id="{CD605423-FB64-458A-9BB6-F5564AAB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03" name="rect-1-602">
            <a:extLst xmlns:a="http://schemas.openxmlformats.org/drawingml/2006/main">
              <a:ext uri="{FF2B5EF4-FFF2-40B4-BE49-F238E27FC236}">
                <a16:creationId xmlns:a16="http://schemas.microsoft.com/office/drawing/2014/main" id="{183A0548-47FB-4098-842C-81DEEEB8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04" name="rect-1-603">
            <a:extLst xmlns:a="http://schemas.openxmlformats.org/drawingml/2006/main">
              <a:ext uri="{FF2B5EF4-FFF2-40B4-BE49-F238E27FC236}">
                <a16:creationId xmlns:a16="http://schemas.microsoft.com/office/drawing/2014/main" id="{FBCD727A-D306-44D6-BEC1-6C4C8037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05" name="rect-1-604">
            <a:extLst xmlns:a="http://schemas.openxmlformats.org/drawingml/2006/main">
              <a:ext uri="{FF2B5EF4-FFF2-40B4-BE49-F238E27FC236}">
                <a16:creationId xmlns:a16="http://schemas.microsoft.com/office/drawing/2014/main" id="{D4DF1EEF-72AC-4707-974C-97657E1E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06" name="rect-1-605">
            <a:extLst xmlns:a="http://schemas.openxmlformats.org/drawingml/2006/main">
              <a:ext uri="{FF2B5EF4-FFF2-40B4-BE49-F238E27FC236}">
                <a16:creationId xmlns:a16="http://schemas.microsoft.com/office/drawing/2014/main" id="{60EC2498-D034-4B38-8039-8829323C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07" name="rect-1-606">
            <a:extLst xmlns:a="http://schemas.openxmlformats.org/drawingml/2006/main">
              <a:ext uri="{FF2B5EF4-FFF2-40B4-BE49-F238E27FC236}">
                <a16:creationId xmlns:a16="http://schemas.microsoft.com/office/drawing/2014/main" id="{DB3EAC08-E062-4EDE-AAAF-774C81FB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08" name="rect-1-607">
            <a:extLst xmlns:a="http://schemas.openxmlformats.org/drawingml/2006/main">
              <a:ext uri="{FF2B5EF4-FFF2-40B4-BE49-F238E27FC236}">
                <a16:creationId xmlns:a16="http://schemas.microsoft.com/office/drawing/2014/main" id="{4D183147-1368-414D-9A5E-D58F7FF5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09" name="rect-1-608">
            <a:extLst xmlns:a="http://schemas.openxmlformats.org/drawingml/2006/main">
              <a:ext uri="{FF2B5EF4-FFF2-40B4-BE49-F238E27FC236}">
                <a16:creationId xmlns:a16="http://schemas.microsoft.com/office/drawing/2014/main" id="{BC145EEC-6430-4B03-B151-00F362D3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10" name="rect-1-609">
            <a:extLst xmlns:a="http://schemas.openxmlformats.org/drawingml/2006/main">
              <a:ext uri="{FF2B5EF4-FFF2-40B4-BE49-F238E27FC236}">
                <a16:creationId xmlns:a16="http://schemas.microsoft.com/office/drawing/2014/main" id="{0208CC78-2788-4298-8945-1D091FE5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11" name="rect-1-610">
            <a:extLst xmlns:a="http://schemas.openxmlformats.org/drawingml/2006/main">
              <a:ext uri="{FF2B5EF4-FFF2-40B4-BE49-F238E27FC236}">
                <a16:creationId xmlns:a16="http://schemas.microsoft.com/office/drawing/2014/main" id="{ABEDCFF6-89E7-42D2-A423-D2893CA9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12" name="rect-1-611">
            <a:extLst xmlns:a="http://schemas.openxmlformats.org/drawingml/2006/main">
              <a:ext uri="{FF2B5EF4-FFF2-40B4-BE49-F238E27FC236}">
                <a16:creationId xmlns:a16="http://schemas.microsoft.com/office/drawing/2014/main" id="{A82810A8-CC5F-4815-9C56-50A19D81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13" name="rect-1-612">
            <a:extLst xmlns:a="http://schemas.openxmlformats.org/drawingml/2006/main">
              <a:ext uri="{FF2B5EF4-FFF2-40B4-BE49-F238E27FC236}">
                <a16:creationId xmlns:a16="http://schemas.microsoft.com/office/drawing/2014/main" id="{F0B3F6FE-EC9E-4A2B-833F-AAC43AFF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14" name="rect-1-613">
            <a:extLst xmlns:a="http://schemas.openxmlformats.org/drawingml/2006/main">
              <a:ext uri="{FF2B5EF4-FFF2-40B4-BE49-F238E27FC236}">
                <a16:creationId xmlns:a16="http://schemas.microsoft.com/office/drawing/2014/main" id="{E9A225FE-D5B0-4559-BEBE-B79BE2E3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15" name="rect-1-614">
            <a:extLst xmlns:a="http://schemas.openxmlformats.org/drawingml/2006/main">
              <a:ext uri="{FF2B5EF4-FFF2-40B4-BE49-F238E27FC236}">
                <a16:creationId xmlns:a16="http://schemas.microsoft.com/office/drawing/2014/main" id="{F214132F-C6DE-4D61-9409-EA2FE5D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16" name="rect-1-615">
            <a:extLst xmlns:a="http://schemas.openxmlformats.org/drawingml/2006/main">
              <a:ext uri="{FF2B5EF4-FFF2-40B4-BE49-F238E27FC236}">
                <a16:creationId xmlns:a16="http://schemas.microsoft.com/office/drawing/2014/main" id="{DD1AB6BF-F02D-4604-9FCC-FDBD7499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17" name="rect-1-616">
            <a:extLst xmlns:a="http://schemas.openxmlformats.org/drawingml/2006/main">
              <a:ext uri="{FF2B5EF4-FFF2-40B4-BE49-F238E27FC236}">
                <a16:creationId xmlns:a16="http://schemas.microsoft.com/office/drawing/2014/main" id="{4A31F235-21A1-42B7-914E-D98E9A65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18" name="rect-1-617">
            <a:extLst xmlns:a="http://schemas.openxmlformats.org/drawingml/2006/main">
              <a:ext uri="{FF2B5EF4-FFF2-40B4-BE49-F238E27FC236}">
                <a16:creationId xmlns:a16="http://schemas.microsoft.com/office/drawing/2014/main" id="{B326E7DF-D1BA-44A5-9A75-A3352171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8352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19" name="rect-1-618">
            <a:extLst xmlns:a="http://schemas.openxmlformats.org/drawingml/2006/main">
              <a:ext uri="{FF2B5EF4-FFF2-40B4-BE49-F238E27FC236}">
                <a16:creationId xmlns:a16="http://schemas.microsoft.com/office/drawing/2014/main" id="{D60320E7-4096-4B70-A52B-8F2AA74F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20" name="rect-1-619">
            <a:extLst xmlns:a="http://schemas.openxmlformats.org/drawingml/2006/main">
              <a:ext uri="{FF2B5EF4-FFF2-40B4-BE49-F238E27FC236}">
                <a16:creationId xmlns:a16="http://schemas.microsoft.com/office/drawing/2014/main" id="{48B50F56-7B30-4392-915F-D70C6773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21" name="rect-1-620">
            <a:extLst xmlns:a="http://schemas.openxmlformats.org/drawingml/2006/main">
              <a:ext uri="{FF2B5EF4-FFF2-40B4-BE49-F238E27FC236}">
                <a16:creationId xmlns:a16="http://schemas.microsoft.com/office/drawing/2014/main" id="{80CB395F-B883-46F8-BE9B-7EFBDF74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22" name="rect-1-621">
            <a:extLst xmlns:a="http://schemas.openxmlformats.org/drawingml/2006/main">
              <a:ext uri="{FF2B5EF4-FFF2-40B4-BE49-F238E27FC236}">
                <a16:creationId xmlns:a16="http://schemas.microsoft.com/office/drawing/2014/main" id="{B5EF2CFA-3A20-4960-B250-762DFFEF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23" name="rect-1-622">
            <a:extLst xmlns:a="http://schemas.openxmlformats.org/drawingml/2006/main">
              <a:ext uri="{FF2B5EF4-FFF2-40B4-BE49-F238E27FC236}">
                <a16:creationId xmlns:a16="http://schemas.microsoft.com/office/drawing/2014/main" id="{4729CF41-CF70-4D52-9E20-C3C0C04B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24" name="rect-1-623">
            <a:extLst xmlns:a="http://schemas.openxmlformats.org/drawingml/2006/main">
              <a:ext uri="{FF2B5EF4-FFF2-40B4-BE49-F238E27FC236}">
                <a16:creationId xmlns:a16="http://schemas.microsoft.com/office/drawing/2014/main" id="{850D8108-D2C4-4B2A-9697-1DBB8E25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25" name="rect-1-624">
            <a:extLst xmlns:a="http://schemas.openxmlformats.org/drawingml/2006/main">
              <a:ext uri="{FF2B5EF4-FFF2-40B4-BE49-F238E27FC236}">
                <a16:creationId xmlns:a16="http://schemas.microsoft.com/office/drawing/2014/main" id="{AD64B9D7-8F8E-4DCF-8CA7-352FB005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26" name="rect-1-625">
            <a:extLst xmlns:a="http://schemas.openxmlformats.org/drawingml/2006/main">
              <a:ext uri="{FF2B5EF4-FFF2-40B4-BE49-F238E27FC236}">
                <a16:creationId xmlns:a16="http://schemas.microsoft.com/office/drawing/2014/main" id="{DAE2C97C-C232-4B4D-B9DE-3D0DCFF3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27" name="rect-1-626">
            <a:extLst xmlns:a="http://schemas.openxmlformats.org/drawingml/2006/main">
              <a:ext uri="{FF2B5EF4-FFF2-40B4-BE49-F238E27FC236}">
                <a16:creationId xmlns:a16="http://schemas.microsoft.com/office/drawing/2014/main" id="{48AEA331-D73B-4EC9-9817-1F856466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28" name="rect-1-627">
            <a:extLst xmlns:a="http://schemas.openxmlformats.org/drawingml/2006/main">
              <a:ext uri="{FF2B5EF4-FFF2-40B4-BE49-F238E27FC236}">
                <a16:creationId xmlns:a16="http://schemas.microsoft.com/office/drawing/2014/main" id="{114B95C2-E825-4021-8E37-A014C7AB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29" name="rect-1-628">
            <a:extLst xmlns:a="http://schemas.openxmlformats.org/drawingml/2006/main">
              <a:ext uri="{FF2B5EF4-FFF2-40B4-BE49-F238E27FC236}">
                <a16:creationId xmlns:a16="http://schemas.microsoft.com/office/drawing/2014/main" id="{09CE8D6B-2D51-4C96-A647-6A893296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30" name="rect-1-629">
            <a:extLst xmlns:a="http://schemas.openxmlformats.org/drawingml/2006/main">
              <a:ext uri="{FF2B5EF4-FFF2-40B4-BE49-F238E27FC236}">
                <a16:creationId xmlns:a16="http://schemas.microsoft.com/office/drawing/2014/main" id="{5B2172B7-1C17-4C7C-B501-4DB179F4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31" name="rect-1-630">
            <a:extLst xmlns:a="http://schemas.openxmlformats.org/drawingml/2006/main">
              <a:ext uri="{FF2B5EF4-FFF2-40B4-BE49-F238E27FC236}">
                <a16:creationId xmlns:a16="http://schemas.microsoft.com/office/drawing/2014/main" id="{DBC7E433-A61A-4656-B27F-D7908A4D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8352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32" name="rect-1-631">
            <a:extLst xmlns:a="http://schemas.openxmlformats.org/drawingml/2006/main">
              <a:ext uri="{FF2B5EF4-FFF2-40B4-BE49-F238E27FC236}">
                <a16:creationId xmlns:a16="http://schemas.microsoft.com/office/drawing/2014/main" id="{73C86B79-1EF4-4437-AD54-F07343BA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33" name="rect-1-632">
            <a:extLst xmlns:a="http://schemas.openxmlformats.org/drawingml/2006/main">
              <a:ext uri="{FF2B5EF4-FFF2-40B4-BE49-F238E27FC236}">
                <a16:creationId xmlns:a16="http://schemas.microsoft.com/office/drawing/2014/main" id="{D8717580-C2E5-45CE-B867-3C60A59B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34" name="rect-1-633">
            <a:extLst xmlns:a="http://schemas.openxmlformats.org/drawingml/2006/main">
              <a:ext uri="{FF2B5EF4-FFF2-40B4-BE49-F238E27FC236}">
                <a16:creationId xmlns:a16="http://schemas.microsoft.com/office/drawing/2014/main" id="{EA568B20-C07A-45B8-ADD7-69898952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35" name="rect-1-634">
            <a:extLst xmlns:a="http://schemas.openxmlformats.org/drawingml/2006/main">
              <a:ext uri="{FF2B5EF4-FFF2-40B4-BE49-F238E27FC236}">
                <a16:creationId xmlns:a16="http://schemas.microsoft.com/office/drawing/2014/main" id="{C93EEB8F-419C-435D-B2F4-3FF3503E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36" name="rect-1-635">
            <a:extLst xmlns:a="http://schemas.openxmlformats.org/drawingml/2006/main">
              <a:ext uri="{FF2B5EF4-FFF2-40B4-BE49-F238E27FC236}">
                <a16:creationId xmlns:a16="http://schemas.microsoft.com/office/drawing/2014/main" id="{C2222A24-3988-437D-B7B5-EC5F09F0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37" name="rect-1-636">
            <a:extLst xmlns:a="http://schemas.openxmlformats.org/drawingml/2006/main">
              <a:ext uri="{FF2B5EF4-FFF2-40B4-BE49-F238E27FC236}">
                <a16:creationId xmlns:a16="http://schemas.microsoft.com/office/drawing/2014/main" id="{813CF3F7-6DB6-4B08-A0F3-E7AFAA5B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38" name="rect-1-637">
            <a:extLst xmlns:a="http://schemas.openxmlformats.org/drawingml/2006/main">
              <a:ext uri="{FF2B5EF4-FFF2-40B4-BE49-F238E27FC236}">
                <a16:creationId xmlns:a16="http://schemas.microsoft.com/office/drawing/2014/main" id="{6C8A2CD7-FF79-43D4-81EE-DD269322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39" name="rect-1-638">
            <a:extLst xmlns:a="http://schemas.openxmlformats.org/drawingml/2006/main">
              <a:ext uri="{FF2B5EF4-FFF2-40B4-BE49-F238E27FC236}">
                <a16:creationId xmlns:a16="http://schemas.microsoft.com/office/drawing/2014/main" id="{0290CF34-B0E1-4479-8B2D-12E338C0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40" name="rect-1-639">
            <a:extLst xmlns:a="http://schemas.openxmlformats.org/drawingml/2006/main">
              <a:ext uri="{FF2B5EF4-FFF2-40B4-BE49-F238E27FC236}">
                <a16:creationId xmlns:a16="http://schemas.microsoft.com/office/drawing/2014/main" id="{52250A14-58BB-45E1-BF66-E6D7C3A4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41" name="rect-1-640">
            <a:extLst xmlns:a="http://schemas.openxmlformats.org/drawingml/2006/main">
              <a:ext uri="{FF2B5EF4-FFF2-40B4-BE49-F238E27FC236}">
                <a16:creationId xmlns:a16="http://schemas.microsoft.com/office/drawing/2014/main" id="{63306541-10F1-4BE5-A501-C6C48C44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42" name="rect-1-641">
            <a:extLst xmlns:a="http://schemas.openxmlformats.org/drawingml/2006/main">
              <a:ext uri="{FF2B5EF4-FFF2-40B4-BE49-F238E27FC236}">
                <a16:creationId xmlns:a16="http://schemas.microsoft.com/office/drawing/2014/main" id="{AD8FEA45-C46E-43CC-AD47-B7947449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3626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43" name="rect-1-642">
            <a:extLst xmlns:a="http://schemas.openxmlformats.org/drawingml/2006/main">
              <a:ext uri="{FF2B5EF4-FFF2-40B4-BE49-F238E27FC236}">
                <a16:creationId xmlns:a16="http://schemas.microsoft.com/office/drawing/2014/main" id="{3F987538-A53F-4A75-8DF4-C884EB2D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8352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44" name="rect-1-643">
            <a:extLst xmlns:a="http://schemas.openxmlformats.org/drawingml/2006/main">
              <a:ext uri="{FF2B5EF4-FFF2-40B4-BE49-F238E27FC236}">
                <a16:creationId xmlns:a16="http://schemas.microsoft.com/office/drawing/2014/main" id="{3754FFDF-3627-44F5-8DBE-99D9F43A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45" name="rect-1-644">
            <a:extLst xmlns:a="http://schemas.openxmlformats.org/drawingml/2006/main">
              <a:ext uri="{FF2B5EF4-FFF2-40B4-BE49-F238E27FC236}">
                <a16:creationId xmlns:a16="http://schemas.microsoft.com/office/drawing/2014/main" id="{CEE6F4F0-66FD-4B09-A15D-F489DFA3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46" name="rect-1-645">
            <a:extLst xmlns:a="http://schemas.openxmlformats.org/drawingml/2006/main">
              <a:ext uri="{FF2B5EF4-FFF2-40B4-BE49-F238E27FC236}">
                <a16:creationId xmlns:a16="http://schemas.microsoft.com/office/drawing/2014/main" id="{177B2E3F-3028-44A1-BB8B-B5455F04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47" name="rect-1-646">
            <a:extLst xmlns:a="http://schemas.openxmlformats.org/drawingml/2006/main">
              <a:ext uri="{FF2B5EF4-FFF2-40B4-BE49-F238E27FC236}">
                <a16:creationId xmlns:a16="http://schemas.microsoft.com/office/drawing/2014/main" id="{64B6871C-4D38-4588-B7F3-1DD9AFA3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48" name="rect-1-647">
            <a:extLst xmlns:a="http://schemas.openxmlformats.org/drawingml/2006/main">
              <a:ext uri="{FF2B5EF4-FFF2-40B4-BE49-F238E27FC236}">
                <a16:creationId xmlns:a16="http://schemas.microsoft.com/office/drawing/2014/main" id="{FBDC241D-4E0D-4697-91C2-2639F411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49" name="rect-1-648">
            <a:extLst xmlns:a="http://schemas.openxmlformats.org/drawingml/2006/main">
              <a:ext uri="{FF2B5EF4-FFF2-40B4-BE49-F238E27FC236}">
                <a16:creationId xmlns:a16="http://schemas.microsoft.com/office/drawing/2014/main" id="{A2A1EA80-D03B-4E3A-9648-F21E55C4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50" name="rect-1-649">
            <a:extLst xmlns:a="http://schemas.openxmlformats.org/drawingml/2006/main">
              <a:ext uri="{FF2B5EF4-FFF2-40B4-BE49-F238E27FC236}">
                <a16:creationId xmlns:a16="http://schemas.microsoft.com/office/drawing/2014/main" id="{CC2E3887-3DBA-4BC7-8370-79F44D04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51" name="rect-1-650">
            <a:extLst xmlns:a="http://schemas.openxmlformats.org/drawingml/2006/main">
              <a:ext uri="{FF2B5EF4-FFF2-40B4-BE49-F238E27FC236}">
                <a16:creationId xmlns:a16="http://schemas.microsoft.com/office/drawing/2014/main" id="{A1DB3875-D351-477E-9ABA-6EB9CE4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52" name="rect-1-651">
            <a:extLst xmlns:a="http://schemas.openxmlformats.org/drawingml/2006/main">
              <a:ext uri="{FF2B5EF4-FFF2-40B4-BE49-F238E27FC236}">
                <a16:creationId xmlns:a16="http://schemas.microsoft.com/office/drawing/2014/main" id="{E0441C7B-51D7-4D6A-B5BC-E6E7AFCF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53" name="rect-1-652">
            <a:extLst xmlns:a="http://schemas.openxmlformats.org/drawingml/2006/main">
              <a:ext uri="{FF2B5EF4-FFF2-40B4-BE49-F238E27FC236}">
                <a16:creationId xmlns:a16="http://schemas.microsoft.com/office/drawing/2014/main" id="{AA30C234-0D78-47FD-B176-3F3AF38B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54" name="rect-1-653">
            <a:extLst xmlns:a="http://schemas.openxmlformats.org/drawingml/2006/main">
              <a:ext uri="{FF2B5EF4-FFF2-40B4-BE49-F238E27FC236}">
                <a16:creationId xmlns:a16="http://schemas.microsoft.com/office/drawing/2014/main" id="{8AAEABD7-B109-4E11-B42F-849BB79A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55" name="rect-1-654">
            <a:extLst xmlns:a="http://schemas.openxmlformats.org/drawingml/2006/main">
              <a:ext uri="{FF2B5EF4-FFF2-40B4-BE49-F238E27FC236}">
                <a16:creationId xmlns:a16="http://schemas.microsoft.com/office/drawing/2014/main" id="{5501B995-7CE8-4090-BA5D-4877AF76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56" name="rect-1-655">
            <a:extLst xmlns:a="http://schemas.openxmlformats.org/drawingml/2006/main">
              <a:ext uri="{FF2B5EF4-FFF2-40B4-BE49-F238E27FC236}">
                <a16:creationId xmlns:a16="http://schemas.microsoft.com/office/drawing/2014/main" id="{0DA922E0-56EE-44E6-949B-0073D1E4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57" name="rect-1-656">
            <a:extLst xmlns:a="http://schemas.openxmlformats.org/drawingml/2006/main">
              <a:ext uri="{FF2B5EF4-FFF2-40B4-BE49-F238E27FC236}">
                <a16:creationId xmlns:a16="http://schemas.microsoft.com/office/drawing/2014/main" id="{EA1EB689-E009-4383-8ED6-C9B0648C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8352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58" name="rect-1-657">
            <a:extLst xmlns:a="http://schemas.openxmlformats.org/drawingml/2006/main">
              <a:ext uri="{FF2B5EF4-FFF2-40B4-BE49-F238E27FC236}">
                <a16:creationId xmlns:a16="http://schemas.microsoft.com/office/drawing/2014/main" id="{887A4336-D183-4E4A-AB2E-4C32229F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59" name="rect-1-658">
            <a:extLst xmlns:a="http://schemas.openxmlformats.org/drawingml/2006/main">
              <a:ext uri="{FF2B5EF4-FFF2-40B4-BE49-F238E27FC236}">
                <a16:creationId xmlns:a16="http://schemas.microsoft.com/office/drawing/2014/main" id="{D443585F-BCFF-4B65-8803-32603F57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60" name="rect-1-659">
            <a:extLst xmlns:a="http://schemas.openxmlformats.org/drawingml/2006/main">
              <a:ext uri="{FF2B5EF4-FFF2-40B4-BE49-F238E27FC236}">
                <a16:creationId xmlns:a16="http://schemas.microsoft.com/office/drawing/2014/main" id="{FF26A685-3158-460B-BB32-AADCB7AE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61" name="rect-1-660">
            <a:extLst xmlns:a="http://schemas.openxmlformats.org/drawingml/2006/main">
              <a:ext uri="{FF2B5EF4-FFF2-40B4-BE49-F238E27FC236}">
                <a16:creationId xmlns:a16="http://schemas.microsoft.com/office/drawing/2014/main" id="{19623947-1E81-4FE8-AB45-A57DFA19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62" name="rect-1-661">
            <a:extLst xmlns:a="http://schemas.openxmlformats.org/drawingml/2006/main">
              <a:ext uri="{FF2B5EF4-FFF2-40B4-BE49-F238E27FC236}">
                <a16:creationId xmlns:a16="http://schemas.microsoft.com/office/drawing/2014/main" id="{BCB15913-BC1E-4AD7-8E5F-62107922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63" name="rect-1-662">
            <a:extLst xmlns:a="http://schemas.openxmlformats.org/drawingml/2006/main">
              <a:ext uri="{FF2B5EF4-FFF2-40B4-BE49-F238E27FC236}">
                <a16:creationId xmlns:a16="http://schemas.microsoft.com/office/drawing/2014/main" id="{B87D2460-455E-4CB5-B37D-10BB48A1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64" name="rect-1-663">
            <a:extLst xmlns:a="http://schemas.openxmlformats.org/drawingml/2006/main">
              <a:ext uri="{FF2B5EF4-FFF2-40B4-BE49-F238E27FC236}">
                <a16:creationId xmlns:a16="http://schemas.microsoft.com/office/drawing/2014/main" id="{CCE41BB9-29D7-4A19-B3EA-D878E69F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65" name="rect-1-664">
            <a:extLst xmlns:a="http://schemas.openxmlformats.org/drawingml/2006/main">
              <a:ext uri="{FF2B5EF4-FFF2-40B4-BE49-F238E27FC236}">
                <a16:creationId xmlns:a16="http://schemas.microsoft.com/office/drawing/2014/main" id="{9A21EF92-389A-438A-927E-F407AE88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66" name="rect-1-665">
            <a:extLst xmlns:a="http://schemas.openxmlformats.org/drawingml/2006/main">
              <a:ext uri="{FF2B5EF4-FFF2-40B4-BE49-F238E27FC236}">
                <a16:creationId xmlns:a16="http://schemas.microsoft.com/office/drawing/2014/main" id="{745F99BB-4CCC-4542-BED0-BFE5609F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67" name="rect-1-666">
            <a:extLst xmlns:a="http://schemas.openxmlformats.org/drawingml/2006/main">
              <a:ext uri="{FF2B5EF4-FFF2-40B4-BE49-F238E27FC236}">
                <a16:creationId xmlns:a16="http://schemas.microsoft.com/office/drawing/2014/main" id="{99EC058A-E4B4-47A2-A48E-609E377E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8352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68" name="rect-1-667">
            <a:extLst xmlns:a="http://schemas.openxmlformats.org/drawingml/2006/main">
              <a:ext uri="{FF2B5EF4-FFF2-40B4-BE49-F238E27FC236}">
                <a16:creationId xmlns:a16="http://schemas.microsoft.com/office/drawing/2014/main" id="{4B3150CF-C58B-4218-8827-D044C498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69" name="rect-1-668">
            <a:extLst xmlns:a="http://schemas.openxmlformats.org/drawingml/2006/main">
              <a:ext uri="{FF2B5EF4-FFF2-40B4-BE49-F238E27FC236}">
                <a16:creationId xmlns:a16="http://schemas.microsoft.com/office/drawing/2014/main" id="{FCC30012-3270-4B99-9BEA-C1933D40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70" name="rect-1-669">
            <a:extLst xmlns:a="http://schemas.openxmlformats.org/drawingml/2006/main">
              <a:ext uri="{FF2B5EF4-FFF2-40B4-BE49-F238E27FC236}">
                <a16:creationId xmlns:a16="http://schemas.microsoft.com/office/drawing/2014/main" id="{F0E106CF-47E2-4E0B-8E50-41F80E91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71" name="rect-1-670">
            <a:extLst xmlns:a="http://schemas.openxmlformats.org/drawingml/2006/main">
              <a:ext uri="{FF2B5EF4-FFF2-40B4-BE49-F238E27FC236}">
                <a16:creationId xmlns:a16="http://schemas.microsoft.com/office/drawing/2014/main" id="{7FBECC67-0A7F-444B-81A7-A4B56A8A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72" name="rect-1-671">
            <a:extLst xmlns:a="http://schemas.openxmlformats.org/drawingml/2006/main">
              <a:ext uri="{FF2B5EF4-FFF2-40B4-BE49-F238E27FC236}">
                <a16:creationId xmlns:a16="http://schemas.microsoft.com/office/drawing/2014/main" id="{7F57BD0F-2DE3-425B-8276-8B1F1392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73" name="rect-1-672">
            <a:extLst xmlns:a="http://schemas.openxmlformats.org/drawingml/2006/main">
              <a:ext uri="{FF2B5EF4-FFF2-40B4-BE49-F238E27FC236}">
                <a16:creationId xmlns:a16="http://schemas.microsoft.com/office/drawing/2014/main" id="{FE46F0BC-18D9-4480-B3A6-B2C2C6B2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74" name="rect-1-673">
            <a:extLst xmlns:a="http://schemas.openxmlformats.org/drawingml/2006/main">
              <a:ext uri="{FF2B5EF4-FFF2-40B4-BE49-F238E27FC236}">
                <a16:creationId xmlns:a16="http://schemas.microsoft.com/office/drawing/2014/main" id="{A08BB4D9-1F46-4BA1-8E49-D9F3B3B7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1011560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75" name="rect-1-674">
            <a:extLst xmlns:a="http://schemas.openxmlformats.org/drawingml/2006/main">
              <a:ext uri="{FF2B5EF4-FFF2-40B4-BE49-F238E27FC236}">
                <a16:creationId xmlns:a16="http://schemas.microsoft.com/office/drawing/2014/main" id="{D2B4C501-1996-4D69-A1CA-E2FE7065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011560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76" name="rect-1-675">
            <a:extLst xmlns:a="http://schemas.openxmlformats.org/drawingml/2006/main">
              <a:ext uri="{FF2B5EF4-FFF2-40B4-BE49-F238E27FC236}">
                <a16:creationId xmlns:a16="http://schemas.microsoft.com/office/drawing/2014/main" id="{626263C1-222E-4F63-9AA1-D2E7B638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011560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77" name="rect-1-676">
            <a:extLst xmlns:a="http://schemas.openxmlformats.org/drawingml/2006/main">
              <a:ext uri="{FF2B5EF4-FFF2-40B4-BE49-F238E27FC236}">
                <a16:creationId xmlns:a16="http://schemas.microsoft.com/office/drawing/2014/main" id="{62E71177-4FE9-42B1-A3BF-AB3BC385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011560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78" name="rect-1-677">
            <a:extLst xmlns:a="http://schemas.openxmlformats.org/drawingml/2006/main">
              <a:ext uri="{FF2B5EF4-FFF2-40B4-BE49-F238E27FC236}">
                <a16:creationId xmlns:a16="http://schemas.microsoft.com/office/drawing/2014/main" id="{19D673D9-CBC5-44D9-8BC0-D8225B83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011560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79" name="rect-1-678">
            <a:extLst xmlns:a="http://schemas.openxmlformats.org/drawingml/2006/main">
              <a:ext uri="{FF2B5EF4-FFF2-40B4-BE49-F238E27FC236}">
                <a16:creationId xmlns:a16="http://schemas.microsoft.com/office/drawing/2014/main" id="{3C2E6349-0845-4C32-B108-658B4C66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80" name="rect-1-679">
            <a:extLst xmlns:a="http://schemas.openxmlformats.org/drawingml/2006/main">
              <a:ext uri="{FF2B5EF4-FFF2-40B4-BE49-F238E27FC236}">
                <a16:creationId xmlns:a16="http://schemas.microsoft.com/office/drawing/2014/main" id="{FB221A2B-690B-42F1-8964-B102DB74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81" name="rect-1-680">
            <a:extLst xmlns:a="http://schemas.openxmlformats.org/drawingml/2006/main">
              <a:ext uri="{FF2B5EF4-FFF2-40B4-BE49-F238E27FC236}">
                <a16:creationId xmlns:a16="http://schemas.microsoft.com/office/drawing/2014/main" id="{90AA269F-13AA-48BE-AFAD-3B506E0A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82" name="rect-1-681">
            <a:extLst xmlns:a="http://schemas.openxmlformats.org/drawingml/2006/main">
              <a:ext uri="{FF2B5EF4-FFF2-40B4-BE49-F238E27FC236}">
                <a16:creationId xmlns:a16="http://schemas.microsoft.com/office/drawing/2014/main" id="{638A8197-C52E-40DA-AF0F-17DFA3A3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83" name="rect-1-682">
            <a:extLst xmlns:a="http://schemas.openxmlformats.org/drawingml/2006/main">
              <a:ext uri="{FF2B5EF4-FFF2-40B4-BE49-F238E27FC236}">
                <a16:creationId xmlns:a16="http://schemas.microsoft.com/office/drawing/2014/main" id="{BE2FE1BF-1597-4CDB-8866-EC81EB5B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84" name="rect-1-683">
            <a:extLst xmlns:a="http://schemas.openxmlformats.org/drawingml/2006/main">
              <a:ext uri="{FF2B5EF4-FFF2-40B4-BE49-F238E27FC236}">
                <a16:creationId xmlns:a16="http://schemas.microsoft.com/office/drawing/2014/main" id="{52C7E38B-4492-43C2-B507-32369010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85" name="rect-1-684">
            <a:extLst xmlns:a="http://schemas.openxmlformats.org/drawingml/2006/main">
              <a:ext uri="{FF2B5EF4-FFF2-40B4-BE49-F238E27FC236}">
                <a16:creationId xmlns:a16="http://schemas.microsoft.com/office/drawing/2014/main" id="{619C46D2-FA86-4295-8DC7-F8B33EC4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86" name="rect-1-685">
            <a:extLst xmlns:a="http://schemas.openxmlformats.org/drawingml/2006/main">
              <a:ext uri="{FF2B5EF4-FFF2-40B4-BE49-F238E27FC236}">
                <a16:creationId xmlns:a16="http://schemas.microsoft.com/office/drawing/2014/main" id="{BDC57E64-213B-4353-ABE4-42237A8A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87" name="rect-1-686">
            <a:extLst xmlns:a="http://schemas.openxmlformats.org/drawingml/2006/main">
              <a:ext uri="{FF2B5EF4-FFF2-40B4-BE49-F238E27FC236}">
                <a16:creationId xmlns:a16="http://schemas.microsoft.com/office/drawing/2014/main" id="{9FF6F209-B0EF-4747-8F7B-29053BBC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88" name="rect-1-687">
            <a:extLst xmlns:a="http://schemas.openxmlformats.org/drawingml/2006/main">
              <a:ext uri="{FF2B5EF4-FFF2-40B4-BE49-F238E27FC236}">
                <a16:creationId xmlns:a16="http://schemas.microsoft.com/office/drawing/2014/main" id="{413AA39C-3DB4-4F7A-B9FA-4736BD13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89" name="rect-1-688">
            <a:extLst xmlns:a="http://schemas.openxmlformats.org/drawingml/2006/main">
              <a:ext uri="{FF2B5EF4-FFF2-40B4-BE49-F238E27FC236}">
                <a16:creationId xmlns:a16="http://schemas.microsoft.com/office/drawing/2014/main" id="{9BDE9C54-1C8A-42DC-8E76-332ABDD2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90" name="rect-1-689">
            <a:extLst xmlns:a="http://schemas.openxmlformats.org/drawingml/2006/main">
              <a:ext uri="{FF2B5EF4-FFF2-40B4-BE49-F238E27FC236}">
                <a16:creationId xmlns:a16="http://schemas.microsoft.com/office/drawing/2014/main" id="{2DB5C7EC-0DF5-4F52-85CB-0C15F62B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91" name="rect-1-690">
            <a:extLst xmlns:a="http://schemas.openxmlformats.org/drawingml/2006/main">
              <a:ext uri="{FF2B5EF4-FFF2-40B4-BE49-F238E27FC236}">
                <a16:creationId xmlns:a16="http://schemas.microsoft.com/office/drawing/2014/main" id="{36A56992-F2DF-49F2-A525-4E5049FF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92" name="rect-1-691">
            <a:extLst xmlns:a="http://schemas.openxmlformats.org/drawingml/2006/main">
              <a:ext uri="{FF2B5EF4-FFF2-40B4-BE49-F238E27FC236}">
                <a16:creationId xmlns:a16="http://schemas.microsoft.com/office/drawing/2014/main" id="{11367D82-6E28-469D-B53D-D7C6AED9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93" name="rect-1-692">
            <a:extLst xmlns:a="http://schemas.openxmlformats.org/drawingml/2006/main">
              <a:ext uri="{FF2B5EF4-FFF2-40B4-BE49-F238E27FC236}">
                <a16:creationId xmlns:a16="http://schemas.microsoft.com/office/drawing/2014/main" id="{7C9CDC0B-2B21-4E6B-A806-52EFBAD7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94" name="rect-1-693">
            <a:extLst xmlns:a="http://schemas.openxmlformats.org/drawingml/2006/main">
              <a:ext uri="{FF2B5EF4-FFF2-40B4-BE49-F238E27FC236}">
                <a16:creationId xmlns:a16="http://schemas.microsoft.com/office/drawing/2014/main" id="{91178693-092B-43E3-8C3B-526099B5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95" name="rect-1-694">
            <a:extLst xmlns:a="http://schemas.openxmlformats.org/drawingml/2006/main">
              <a:ext uri="{FF2B5EF4-FFF2-40B4-BE49-F238E27FC236}">
                <a16:creationId xmlns:a16="http://schemas.microsoft.com/office/drawing/2014/main" id="{38B01B3B-428F-4F3E-B650-9171CDAD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96" name="rect-1-695">
            <a:extLst xmlns:a="http://schemas.openxmlformats.org/drawingml/2006/main">
              <a:ext uri="{FF2B5EF4-FFF2-40B4-BE49-F238E27FC236}">
                <a16:creationId xmlns:a16="http://schemas.microsoft.com/office/drawing/2014/main" id="{9D6541C3-50AB-49A3-A665-0048DD89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97" name="rect-1-696">
            <a:extLst xmlns:a="http://schemas.openxmlformats.org/drawingml/2006/main">
              <a:ext uri="{FF2B5EF4-FFF2-40B4-BE49-F238E27FC236}">
                <a16:creationId xmlns:a16="http://schemas.microsoft.com/office/drawing/2014/main" id="{081667FA-A874-4807-9079-6CCB7FC7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98" name="rect-1-697">
            <a:extLst xmlns:a="http://schemas.openxmlformats.org/drawingml/2006/main">
              <a:ext uri="{FF2B5EF4-FFF2-40B4-BE49-F238E27FC236}">
                <a16:creationId xmlns:a16="http://schemas.microsoft.com/office/drawing/2014/main" id="{E47C50B6-1136-4CBB-AA5E-DFCF62E8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699" name="rect-1-698">
            <a:extLst xmlns:a="http://schemas.openxmlformats.org/drawingml/2006/main">
              <a:ext uri="{FF2B5EF4-FFF2-40B4-BE49-F238E27FC236}">
                <a16:creationId xmlns:a16="http://schemas.microsoft.com/office/drawing/2014/main" id="{B802E3EB-1146-45A8-BA5D-013DD589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00" name="rect-1-699">
            <a:extLst xmlns:a="http://schemas.openxmlformats.org/drawingml/2006/main">
              <a:ext uri="{FF2B5EF4-FFF2-40B4-BE49-F238E27FC236}">
                <a16:creationId xmlns:a16="http://schemas.microsoft.com/office/drawing/2014/main" id="{0CD8A119-ED1C-4A42-A6B8-249CB4B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01" name="rect-1-700">
            <a:extLst xmlns:a="http://schemas.openxmlformats.org/drawingml/2006/main">
              <a:ext uri="{FF2B5EF4-FFF2-40B4-BE49-F238E27FC236}">
                <a16:creationId xmlns:a16="http://schemas.microsoft.com/office/drawing/2014/main" id="{3FE44620-3113-471A-9EE9-549B9230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02" name="rect-1-701">
            <a:extLst xmlns:a="http://schemas.openxmlformats.org/drawingml/2006/main">
              <a:ext uri="{FF2B5EF4-FFF2-40B4-BE49-F238E27FC236}">
                <a16:creationId xmlns:a16="http://schemas.microsoft.com/office/drawing/2014/main" id="{2E1F6894-63EA-4065-98EE-CA2523E1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03" name="rect-1-702">
            <a:extLst xmlns:a="http://schemas.openxmlformats.org/drawingml/2006/main">
              <a:ext uri="{FF2B5EF4-FFF2-40B4-BE49-F238E27FC236}">
                <a16:creationId xmlns:a16="http://schemas.microsoft.com/office/drawing/2014/main" id="{2361B73B-ECDB-4E98-9A95-F2C2857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04" name="rect-1-703">
            <a:extLst xmlns:a="http://schemas.openxmlformats.org/drawingml/2006/main">
              <a:ext uri="{FF2B5EF4-FFF2-40B4-BE49-F238E27FC236}">
                <a16:creationId xmlns:a16="http://schemas.microsoft.com/office/drawing/2014/main" id="{368FD022-0D69-46F4-A2E6-5FF8260E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05" name="rect-1-704">
            <a:extLst xmlns:a="http://schemas.openxmlformats.org/drawingml/2006/main">
              <a:ext uri="{FF2B5EF4-FFF2-40B4-BE49-F238E27FC236}">
                <a16:creationId xmlns:a16="http://schemas.microsoft.com/office/drawing/2014/main" id="{39D5B5F5-2B16-4342-9A6B-9F0FBA21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06" name="rect-1-705">
            <a:extLst xmlns:a="http://schemas.openxmlformats.org/drawingml/2006/main">
              <a:ext uri="{FF2B5EF4-FFF2-40B4-BE49-F238E27FC236}">
                <a16:creationId xmlns:a16="http://schemas.microsoft.com/office/drawing/2014/main" id="{0B9953A4-1D5F-4D8E-94D5-7D3F45CC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07" name="rect-1-706">
            <a:extLst xmlns:a="http://schemas.openxmlformats.org/drawingml/2006/main">
              <a:ext uri="{FF2B5EF4-FFF2-40B4-BE49-F238E27FC236}">
                <a16:creationId xmlns:a16="http://schemas.microsoft.com/office/drawing/2014/main" id="{53559740-9643-4C17-9596-2CCE75EB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08" name="rect-1-707">
            <a:extLst xmlns:a="http://schemas.openxmlformats.org/drawingml/2006/main">
              <a:ext uri="{FF2B5EF4-FFF2-40B4-BE49-F238E27FC236}">
                <a16:creationId xmlns:a16="http://schemas.microsoft.com/office/drawing/2014/main" id="{AA632551-5DA6-4CED-998A-59CEA5DB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09" name="rect-1-708">
            <a:extLst xmlns:a="http://schemas.openxmlformats.org/drawingml/2006/main">
              <a:ext uri="{FF2B5EF4-FFF2-40B4-BE49-F238E27FC236}">
                <a16:creationId xmlns:a16="http://schemas.microsoft.com/office/drawing/2014/main" id="{1149327A-96FE-44CF-91DC-394ACD60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10" name="rect-1-709">
            <a:extLst xmlns:a="http://schemas.openxmlformats.org/drawingml/2006/main">
              <a:ext uri="{FF2B5EF4-FFF2-40B4-BE49-F238E27FC236}">
                <a16:creationId xmlns:a16="http://schemas.microsoft.com/office/drawing/2014/main" id="{5E263BD7-7490-4ADC-9034-7BE86905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11" name="rect-1-710">
            <a:extLst xmlns:a="http://schemas.openxmlformats.org/drawingml/2006/main">
              <a:ext uri="{FF2B5EF4-FFF2-40B4-BE49-F238E27FC236}">
                <a16:creationId xmlns:a16="http://schemas.microsoft.com/office/drawing/2014/main" id="{DBCF2242-7242-459C-88FD-BEB80D05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12" name="rect-1-711">
            <a:extLst xmlns:a="http://schemas.openxmlformats.org/drawingml/2006/main">
              <a:ext uri="{FF2B5EF4-FFF2-40B4-BE49-F238E27FC236}">
                <a16:creationId xmlns:a16="http://schemas.microsoft.com/office/drawing/2014/main" id="{CD63C098-BF01-49A4-954D-D6690224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13" name="rect-1-712">
            <a:extLst xmlns:a="http://schemas.openxmlformats.org/drawingml/2006/main">
              <a:ext uri="{FF2B5EF4-FFF2-40B4-BE49-F238E27FC236}">
                <a16:creationId xmlns:a16="http://schemas.microsoft.com/office/drawing/2014/main" id="{FEBF5A70-9C9A-407F-B86C-CAC7A5FA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14" name="rect-1-713">
            <a:extLst xmlns:a="http://schemas.openxmlformats.org/drawingml/2006/main">
              <a:ext uri="{FF2B5EF4-FFF2-40B4-BE49-F238E27FC236}">
                <a16:creationId xmlns:a16="http://schemas.microsoft.com/office/drawing/2014/main" id="{57DE85E4-E07E-4D28-B44F-5734F926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15" name="rect-1-714">
            <a:extLst xmlns:a="http://schemas.openxmlformats.org/drawingml/2006/main">
              <a:ext uri="{FF2B5EF4-FFF2-40B4-BE49-F238E27FC236}">
                <a16:creationId xmlns:a16="http://schemas.microsoft.com/office/drawing/2014/main" id="{749003F2-0B27-4500-A142-9D6EDBAC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16" name="rect-1-715">
            <a:extLst xmlns:a="http://schemas.openxmlformats.org/drawingml/2006/main">
              <a:ext uri="{FF2B5EF4-FFF2-40B4-BE49-F238E27FC236}">
                <a16:creationId xmlns:a16="http://schemas.microsoft.com/office/drawing/2014/main" id="{4F61F19B-2968-4EA9-88BC-3B778178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17" name="rect-1-716">
            <a:extLst xmlns:a="http://schemas.openxmlformats.org/drawingml/2006/main">
              <a:ext uri="{FF2B5EF4-FFF2-40B4-BE49-F238E27FC236}">
                <a16:creationId xmlns:a16="http://schemas.microsoft.com/office/drawing/2014/main" id="{EDC18B04-84D6-4374-A86D-2D346B2B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18" name="rect-1-717">
            <a:extLst xmlns:a="http://schemas.openxmlformats.org/drawingml/2006/main">
              <a:ext uri="{FF2B5EF4-FFF2-40B4-BE49-F238E27FC236}">
                <a16:creationId xmlns:a16="http://schemas.microsoft.com/office/drawing/2014/main" id="{E20B416F-50DD-4157-84AD-1CF32703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19" name="rect-1-718">
            <a:extLst xmlns:a="http://schemas.openxmlformats.org/drawingml/2006/main">
              <a:ext uri="{FF2B5EF4-FFF2-40B4-BE49-F238E27FC236}">
                <a16:creationId xmlns:a16="http://schemas.microsoft.com/office/drawing/2014/main" id="{4A384B21-6D1B-462C-8B06-31BCEB15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20" name="rect-1-719">
            <a:extLst xmlns:a="http://schemas.openxmlformats.org/drawingml/2006/main">
              <a:ext uri="{FF2B5EF4-FFF2-40B4-BE49-F238E27FC236}">
                <a16:creationId xmlns:a16="http://schemas.microsoft.com/office/drawing/2014/main" id="{43D562FB-ECD0-4476-A5D9-23AB2E33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21" name="rect-1-720">
            <a:extLst xmlns:a="http://schemas.openxmlformats.org/drawingml/2006/main">
              <a:ext uri="{FF2B5EF4-FFF2-40B4-BE49-F238E27FC236}">
                <a16:creationId xmlns:a16="http://schemas.microsoft.com/office/drawing/2014/main" id="{121E307F-010B-4463-BE97-75BC6431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22" name="rect-1-721">
            <a:extLst xmlns:a="http://schemas.openxmlformats.org/drawingml/2006/main">
              <a:ext uri="{FF2B5EF4-FFF2-40B4-BE49-F238E27FC236}">
                <a16:creationId xmlns:a16="http://schemas.microsoft.com/office/drawing/2014/main" id="{F73CF6A4-D130-4AE2-A37B-A80C918F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23" name="rect-1-722">
            <a:extLst xmlns:a="http://schemas.openxmlformats.org/drawingml/2006/main">
              <a:ext uri="{FF2B5EF4-FFF2-40B4-BE49-F238E27FC236}">
                <a16:creationId xmlns:a16="http://schemas.microsoft.com/office/drawing/2014/main" id="{133581EF-C87D-41A4-B0BA-68EF4C9D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24" name="rect-1-723">
            <a:extLst xmlns:a="http://schemas.openxmlformats.org/drawingml/2006/main">
              <a:ext uri="{FF2B5EF4-FFF2-40B4-BE49-F238E27FC236}">
                <a16:creationId xmlns:a16="http://schemas.microsoft.com/office/drawing/2014/main" id="{D1E83522-B433-4F7F-982E-A6478AA0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25" name="rect-1-724">
            <a:extLst xmlns:a="http://schemas.openxmlformats.org/drawingml/2006/main">
              <a:ext uri="{FF2B5EF4-FFF2-40B4-BE49-F238E27FC236}">
                <a16:creationId xmlns:a16="http://schemas.microsoft.com/office/drawing/2014/main" id="{739482F7-BFDA-4DA5-8A54-AEDA3736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26" name="rect-1-725">
            <a:extLst xmlns:a="http://schemas.openxmlformats.org/drawingml/2006/main">
              <a:ext uri="{FF2B5EF4-FFF2-40B4-BE49-F238E27FC236}">
                <a16:creationId xmlns:a16="http://schemas.microsoft.com/office/drawing/2014/main" id="{164AD2AD-3822-41C6-97C0-ECDDBFAA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27" name="rect-1-726">
            <a:extLst xmlns:a="http://schemas.openxmlformats.org/drawingml/2006/main">
              <a:ext uri="{FF2B5EF4-FFF2-40B4-BE49-F238E27FC236}">
                <a16:creationId xmlns:a16="http://schemas.microsoft.com/office/drawing/2014/main" id="{BCEED60D-F3AA-4E14-AE38-676A08AA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28" name="rect-1-727">
            <a:extLst xmlns:a="http://schemas.openxmlformats.org/drawingml/2006/main">
              <a:ext uri="{FF2B5EF4-FFF2-40B4-BE49-F238E27FC236}">
                <a16:creationId xmlns:a16="http://schemas.microsoft.com/office/drawing/2014/main" id="{9952F771-8661-40B3-9762-25175E60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29" name="rect-1-728">
            <a:extLst xmlns:a="http://schemas.openxmlformats.org/drawingml/2006/main">
              <a:ext uri="{FF2B5EF4-FFF2-40B4-BE49-F238E27FC236}">
                <a16:creationId xmlns:a16="http://schemas.microsoft.com/office/drawing/2014/main" id="{DC9DDE2C-2074-4AA7-A9EB-1F31025F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30" name="rect-1-729">
            <a:extLst xmlns:a="http://schemas.openxmlformats.org/drawingml/2006/main">
              <a:ext uri="{FF2B5EF4-FFF2-40B4-BE49-F238E27FC236}">
                <a16:creationId xmlns:a16="http://schemas.microsoft.com/office/drawing/2014/main" id="{DB49BA58-B2EF-4660-BA2F-6122C770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31" name="rect-1-730">
            <a:extLst xmlns:a="http://schemas.openxmlformats.org/drawingml/2006/main">
              <a:ext uri="{FF2B5EF4-FFF2-40B4-BE49-F238E27FC236}">
                <a16:creationId xmlns:a16="http://schemas.microsoft.com/office/drawing/2014/main" id="{F4E22711-77AC-4D0D-B68D-547996AC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32" name="rect-1-731">
            <a:extLst xmlns:a="http://schemas.openxmlformats.org/drawingml/2006/main">
              <a:ext uri="{FF2B5EF4-FFF2-40B4-BE49-F238E27FC236}">
                <a16:creationId xmlns:a16="http://schemas.microsoft.com/office/drawing/2014/main" id="{377F9D5E-216E-4DEB-BF2F-A451660B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8352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33" name="rect-1-732">
            <a:extLst xmlns:a="http://schemas.openxmlformats.org/drawingml/2006/main">
              <a:ext uri="{FF2B5EF4-FFF2-40B4-BE49-F238E27FC236}">
                <a16:creationId xmlns:a16="http://schemas.microsoft.com/office/drawing/2014/main" id="{F736B110-15DF-4CD8-A3D2-551A5B32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34" name="rect-1-733">
            <a:extLst xmlns:a="http://schemas.openxmlformats.org/drawingml/2006/main">
              <a:ext uri="{FF2B5EF4-FFF2-40B4-BE49-F238E27FC236}">
                <a16:creationId xmlns:a16="http://schemas.microsoft.com/office/drawing/2014/main" id="{BBD491A5-1E1A-46B0-BEE6-2AD26705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35" name="rect-1-734">
            <a:extLst xmlns:a="http://schemas.openxmlformats.org/drawingml/2006/main">
              <a:ext uri="{FF2B5EF4-FFF2-40B4-BE49-F238E27FC236}">
                <a16:creationId xmlns:a16="http://schemas.microsoft.com/office/drawing/2014/main" id="{591E891B-3824-4446-8999-4290B977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36" name="rect-1-735">
            <a:extLst xmlns:a="http://schemas.openxmlformats.org/drawingml/2006/main">
              <a:ext uri="{FF2B5EF4-FFF2-40B4-BE49-F238E27FC236}">
                <a16:creationId xmlns:a16="http://schemas.microsoft.com/office/drawing/2014/main" id="{14E9BFDB-8A90-408D-880E-FCFABB86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37" name="rect-1-736">
            <a:extLst xmlns:a="http://schemas.openxmlformats.org/drawingml/2006/main">
              <a:ext uri="{FF2B5EF4-FFF2-40B4-BE49-F238E27FC236}">
                <a16:creationId xmlns:a16="http://schemas.microsoft.com/office/drawing/2014/main" id="{633EC11E-2DDB-48D8-B09C-9668107A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38" name="rect-1-737">
            <a:extLst xmlns:a="http://schemas.openxmlformats.org/drawingml/2006/main">
              <a:ext uri="{FF2B5EF4-FFF2-40B4-BE49-F238E27FC236}">
                <a16:creationId xmlns:a16="http://schemas.microsoft.com/office/drawing/2014/main" id="{9729C2FB-5085-45C6-800F-737301BD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39" name="rect-1-738">
            <a:extLst xmlns:a="http://schemas.openxmlformats.org/drawingml/2006/main">
              <a:ext uri="{FF2B5EF4-FFF2-40B4-BE49-F238E27FC236}">
                <a16:creationId xmlns:a16="http://schemas.microsoft.com/office/drawing/2014/main" id="{AA7F4FDA-DBF7-493C-B299-C25D8718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40" name="rect-1-739">
            <a:extLst xmlns:a="http://schemas.openxmlformats.org/drawingml/2006/main">
              <a:ext uri="{FF2B5EF4-FFF2-40B4-BE49-F238E27FC236}">
                <a16:creationId xmlns:a16="http://schemas.microsoft.com/office/drawing/2014/main" id="{02A4836D-886C-4C69-AC82-6A0008D4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41" name="rect-1-740">
            <a:extLst xmlns:a="http://schemas.openxmlformats.org/drawingml/2006/main">
              <a:ext uri="{FF2B5EF4-FFF2-40B4-BE49-F238E27FC236}">
                <a16:creationId xmlns:a16="http://schemas.microsoft.com/office/drawing/2014/main" id="{1B2AE133-340B-4821-A9A8-ACF5C657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42" name="rect-1-741">
            <a:extLst xmlns:a="http://schemas.openxmlformats.org/drawingml/2006/main">
              <a:ext uri="{FF2B5EF4-FFF2-40B4-BE49-F238E27FC236}">
                <a16:creationId xmlns:a16="http://schemas.microsoft.com/office/drawing/2014/main" id="{B5DBBCDC-D2C4-428F-9D26-6DC9793A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43" name="rect-1-742">
            <a:extLst xmlns:a="http://schemas.openxmlformats.org/drawingml/2006/main">
              <a:ext uri="{FF2B5EF4-FFF2-40B4-BE49-F238E27FC236}">
                <a16:creationId xmlns:a16="http://schemas.microsoft.com/office/drawing/2014/main" id="{07061B78-C14D-4044-B2C6-85FB6CC0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44" name="rect-1-743">
            <a:extLst xmlns:a="http://schemas.openxmlformats.org/drawingml/2006/main">
              <a:ext uri="{FF2B5EF4-FFF2-40B4-BE49-F238E27FC236}">
                <a16:creationId xmlns:a16="http://schemas.microsoft.com/office/drawing/2014/main" id="{0878EA9F-A501-4F9A-82F1-FD28E6AA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45" name="rect-1-744">
            <a:extLst xmlns:a="http://schemas.openxmlformats.org/drawingml/2006/main">
              <a:ext uri="{FF2B5EF4-FFF2-40B4-BE49-F238E27FC236}">
                <a16:creationId xmlns:a16="http://schemas.microsoft.com/office/drawing/2014/main" id="{F794E938-98F8-40D7-A1F9-8CA01FAF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46" name="rect-1-745">
            <a:extLst xmlns:a="http://schemas.openxmlformats.org/drawingml/2006/main">
              <a:ext uri="{FF2B5EF4-FFF2-40B4-BE49-F238E27FC236}">
                <a16:creationId xmlns:a16="http://schemas.microsoft.com/office/drawing/2014/main" id="{74D09D87-9C3B-4B25-AF17-8453906E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47" name="rect-1-746">
            <a:extLst xmlns:a="http://schemas.openxmlformats.org/drawingml/2006/main">
              <a:ext uri="{FF2B5EF4-FFF2-40B4-BE49-F238E27FC236}">
                <a16:creationId xmlns:a16="http://schemas.microsoft.com/office/drawing/2014/main" id="{DC1C50E8-8251-456F-B6ED-0853E476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48" name="rect-1-747">
            <a:extLst xmlns:a="http://schemas.openxmlformats.org/drawingml/2006/main">
              <a:ext uri="{FF2B5EF4-FFF2-40B4-BE49-F238E27FC236}">
                <a16:creationId xmlns:a16="http://schemas.microsoft.com/office/drawing/2014/main" id="{0A57DBEA-2288-4147-A1A9-C7DAF4A5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56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49" name="rect-1-748">
            <a:extLst xmlns:a="http://schemas.openxmlformats.org/drawingml/2006/main">
              <a:ext uri="{FF2B5EF4-FFF2-40B4-BE49-F238E27FC236}">
                <a16:creationId xmlns:a16="http://schemas.microsoft.com/office/drawing/2014/main" id="{9091BB75-947F-47D6-B4F2-8ABEB738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50" name="rect-1-749">
            <a:extLst xmlns:a="http://schemas.openxmlformats.org/drawingml/2006/main">
              <a:ext uri="{FF2B5EF4-FFF2-40B4-BE49-F238E27FC236}">
                <a16:creationId xmlns:a16="http://schemas.microsoft.com/office/drawing/2014/main" id="{D2C48704-7381-47E8-A5C9-C14B35E0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51" name="rect-1-750">
            <a:extLst xmlns:a="http://schemas.openxmlformats.org/drawingml/2006/main">
              <a:ext uri="{FF2B5EF4-FFF2-40B4-BE49-F238E27FC236}">
                <a16:creationId xmlns:a16="http://schemas.microsoft.com/office/drawing/2014/main" id="{77F04143-2E06-4CF1-B274-671F1D4F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52" name="rect-1-751">
            <a:extLst xmlns:a="http://schemas.openxmlformats.org/drawingml/2006/main">
              <a:ext uri="{FF2B5EF4-FFF2-40B4-BE49-F238E27FC236}">
                <a16:creationId xmlns:a16="http://schemas.microsoft.com/office/drawing/2014/main" id="{5FB7A9E0-2FAF-464C-8D87-C85C6EB6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53" name="rect-1-752">
            <a:extLst xmlns:a="http://schemas.openxmlformats.org/drawingml/2006/main">
              <a:ext uri="{FF2B5EF4-FFF2-40B4-BE49-F238E27FC236}">
                <a16:creationId xmlns:a16="http://schemas.microsoft.com/office/drawing/2014/main" id="{53E08F98-B49C-4F26-986F-D2F8F664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54" name="rect-1-753">
            <a:extLst xmlns:a="http://schemas.openxmlformats.org/drawingml/2006/main">
              <a:ext uri="{FF2B5EF4-FFF2-40B4-BE49-F238E27FC236}">
                <a16:creationId xmlns:a16="http://schemas.microsoft.com/office/drawing/2014/main" id="{29762ED7-D93F-4BCE-8C4E-7D86738E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55" name="rect-1-754">
            <a:extLst xmlns:a="http://schemas.openxmlformats.org/drawingml/2006/main">
              <a:ext uri="{FF2B5EF4-FFF2-40B4-BE49-F238E27FC236}">
                <a16:creationId xmlns:a16="http://schemas.microsoft.com/office/drawing/2014/main" id="{36E45BD5-B4C3-4C27-BF57-E9FD78A4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56" name="rect-1-755">
            <a:extLst xmlns:a="http://schemas.openxmlformats.org/drawingml/2006/main">
              <a:ext uri="{FF2B5EF4-FFF2-40B4-BE49-F238E27FC236}">
                <a16:creationId xmlns:a16="http://schemas.microsoft.com/office/drawing/2014/main" id="{55C4CC78-46A1-4A26-9845-09F54601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57" name="rect-1-756">
            <a:extLst xmlns:a="http://schemas.openxmlformats.org/drawingml/2006/main">
              <a:ext uri="{FF2B5EF4-FFF2-40B4-BE49-F238E27FC236}">
                <a16:creationId xmlns:a16="http://schemas.microsoft.com/office/drawing/2014/main" id="{C5C3FE69-8C4C-41B0-9653-E38783D8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58" name="rect-1-757">
            <a:extLst xmlns:a="http://schemas.openxmlformats.org/drawingml/2006/main">
              <a:ext uri="{FF2B5EF4-FFF2-40B4-BE49-F238E27FC236}">
                <a16:creationId xmlns:a16="http://schemas.microsoft.com/office/drawing/2014/main" id="{0D7FEA2D-F8AA-4F9C-8D33-631D3CC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59" name="rect-1-758">
            <a:extLst xmlns:a="http://schemas.openxmlformats.org/drawingml/2006/main">
              <a:ext uri="{FF2B5EF4-FFF2-40B4-BE49-F238E27FC236}">
                <a16:creationId xmlns:a16="http://schemas.microsoft.com/office/drawing/2014/main" id="{A4D5C25A-5787-4BD7-979A-417DEBCA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60" name="rect-1-759">
            <a:extLst xmlns:a="http://schemas.openxmlformats.org/drawingml/2006/main">
              <a:ext uri="{FF2B5EF4-FFF2-40B4-BE49-F238E27FC236}">
                <a16:creationId xmlns:a16="http://schemas.microsoft.com/office/drawing/2014/main" id="{53927FE2-D505-410F-A8E5-EBDAE90F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61" name="rect-1-760">
            <a:extLst xmlns:a="http://schemas.openxmlformats.org/drawingml/2006/main">
              <a:ext uri="{FF2B5EF4-FFF2-40B4-BE49-F238E27FC236}">
                <a16:creationId xmlns:a16="http://schemas.microsoft.com/office/drawing/2014/main" id="{F5D417A7-B0DE-45B0-8C12-A65AB618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62" name="rect-1-761">
            <a:extLst xmlns:a="http://schemas.openxmlformats.org/drawingml/2006/main">
              <a:ext uri="{FF2B5EF4-FFF2-40B4-BE49-F238E27FC236}">
                <a16:creationId xmlns:a16="http://schemas.microsoft.com/office/drawing/2014/main" id="{8607A7FF-1624-45EC-80FC-66D3947A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63" name="rect-1-762">
            <a:extLst xmlns:a="http://schemas.openxmlformats.org/drawingml/2006/main">
              <a:ext uri="{FF2B5EF4-FFF2-40B4-BE49-F238E27FC236}">
                <a16:creationId xmlns:a16="http://schemas.microsoft.com/office/drawing/2014/main" id="{8D035BED-723E-448D-B24F-EB1BDD3D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64" name="rect-1-763">
            <a:extLst xmlns:a="http://schemas.openxmlformats.org/drawingml/2006/main">
              <a:ext uri="{FF2B5EF4-FFF2-40B4-BE49-F238E27FC236}">
                <a16:creationId xmlns:a16="http://schemas.microsoft.com/office/drawing/2014/main" id="{A3E876E4-0629-463A-8B7D-7F79DBA4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56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65" name="rect-1-764">
            <a:extLst xmlns:a="http://schemas.openxmlformats.org/drawingml/2006/main">
              <a:ext uri="{FF2B5EF4-FFF2-40B4-BE49-F238E27FC236}">
                <a16:creationId xmlns:a16="http://schemas.microsoft.com/office/drawing/2014/main" id="{81A263CA-13BB-4EEA-A7AB-AFC806EC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8352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66" name="rect-1-765">
            <a:extLst xmlns:a="http://schemas.openxmlformats.org/drawingml/2006/main">
              <a:ext uri="{FF2B5EF4-FFF2-40B4-BE49-F238E27FC236}">
                <a16:creationId xmlns:a16="http://schemas.microsoft.com/office/drawing/2014/main" id="{DF3E8E3C-AF34-4D87-B336-839CA9B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67" name="rect-1-766">
            <a:extLst xmlns:a="http://schemas.openxmlformats.org/drawingml/2006/main">
              <a:ext uri="{FF2B5EF4-FFF2-40B4-BE49-F238E27FC236}">
                <a16:creationId xmlns:a16="http://schemas.microsoft.com/office/drawing/2014/main" id="{AE16BC86-44A6-4F1C-85C1-BA06FED1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68" name="rect-1-767">
            <a:extLst xmlns:a="http://schemas.openxmlformats.org/drawingml/2006/main">
              <a:ext uri="{FF2B5EF4-FFF2-40B4-BE49-F238E27FC236}">
                <a16:creationId xmlns:a16="http://schemas.microsoft.com/office/drawing/2014/main" id="{2E4B5278-48FA-433C-8D16-00C55C7B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69" name="rect-1-768">
            <a:extLst xmlns:a="http://schemas.openxmlformats.org/drawingml/2006/main">
              <a:ext uri="{FF2B5EF4-FFF2-40B4-BE49-F238E27FC236}">
                <a16:creationId xmlns:a16="http://schemas.microsoft.com/office/drawing/2014/main" id="{A3CC76D9-7930-4F71-9D34-9EE98651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70" name="rect-1-769">
            <a:extLst xmlns:a="http://schemas.openxmlformats.org/drawingml/2006/main">
              <a:ext uri="{FF2B5EF4-FFF2-40B4-BE49-F238E27FC236}">
                <a16:creationId xmlns:a16="http://schemas.microsoft.com/office/drawing/2014/main" id="{29E578DC-EFD3-4650-804A-44A94365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71" name="rect-1-770">
            <a:extLst xmlns:a="http://schemas.openxmlformats.org/drawingml/2006/main">
              <a:ext uri="{FF2B5EF4-FFF2-40B4-BE49-F238E27FC236}">
                <a16:creationId xmlns:a16="http://schemas.microsoft.com/office/drawing/2014/main" id="{FA23E0D0-F7CF-4EC2-9ADC-E8645B85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72" name="rect-1-771">
            <a:extLst xmlns:a="http://schemas.openxmlformats.org/drawingml/2006/main">
              <a:ext uri="{FF2B5EF4-FFF2-40B4-BE49-F238E27FC236}">
                <a16:creationId xmlns:a16="http://schemas.microsoft.com/office/drawing/2014/main" id="{0FFB6401-43B3-4266-84C7-B0924547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73" name="rect-1-772">
            <a:extLst xmlns:a="http://schemas.openxmlformats.org/drawingml/2006/main">
              <a:ext uri="{FF2B5EF4-FFF2-40B4-BE49-F238E27FC236}">
                <a16:creationId xmlns:a16="http://schemas.microsoft.com/office/drawing/2014/main" id="{0B5C226B-1B60-4D86-BE8A-C36AEFEB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74" name="rect-1-773">
            <a:extLst xmlns:a="http://schemas.openxmlformats.org/drawingml/2006/main">
              <a:ext uri="{FF2B5EF4-FFF2-40B4-BE49-F238E27FC236}">
                <a16:creationId xmlns:a16="http://schemas.microsoft.com/office/drawing/2014/main" id="{FF30E0D5-9814-448E-B5C9-B9AAC4B8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75" name="rect-1-774">
            <a:extLst xmlns:a="http://schemas.openxmlformats.org/drawingml/2006/main">
              <a:ext uri="{FF2B5EF4-FFF2-40B4-BE49-F238E27FC236}">
                <a16:creationId xmlns:a16="http://schemas.microsoft.com/office/drawing/2014/main" id="{1A425947-2FBB-4D60-92AF-BEFED8A0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76" name="rect-1-775">
            <a:extLst xmlns:a="http://schemas.openxmlformats.org/drawingml/2006/main">
              <a:ext uri="{FF2B5EF4-FFF2-40B4-BE49-F238E27FC236}">
                <a16:creationId xmlns:a16="http://schemas.microsoft.com/office/drawing/2014/main" id="{8CAD1814-BBF1-443B-8BDF-08CC403D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77" name="rect-1-776">
            <a:extLst xmlns:a="http://schemas.openxmlformats.org/drawingml/2006/main">
              <a:ext uri="{FF2B5EF4-FFF2-40B4-BE49-F238E27FC236}">
                <a16:creationId xmlns:a16="http://schemas.microsoft.com/office/drawing/2014/main" id="{8B563DA2-262A-4D8C-97C9-1F18DCC9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78" name="rect-1-777">
            <a:extLst xmlns:a="http://schemas.openxmlformats.org/drawingml/2006/main">
              <a:ext uri="{FF2B5EF4-FFF2-40B4-BE49-F238E27FC236}">
                <a16:creationId xmlns:a16="http://schemas.microsoft.com/office/drawing/2014/main" id="{5912FD2F-E8B5-4A14-8E6A-97277526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79" name="rect-1-778">
            <a:extLst xmlns:a="http://schemas.openxmlformats.org/drawingml/2006/main">
              <a:ext uri="{FF2B5EF4-FFF2-40B4-BE49-F238E27FC236}">
                <a16:creationId xmlns:a16="http://schemas.microsoft.com/office/drawing/2014/main" id="{6554C0DF-4F81-4F89-BF47-58E7462A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80" name="rect-1-779">
            <a:extLst xmlns:a="http://schemas.openxmlformats.org/drawingml/2006/main">
              <a:ext uri="{FF2B5EF4-FFF2-40B4-BE49-F238E27FC236}">
                <a16:creationId xmlns:a16="http://schemas.microsoft.com/office/drawing/2014/main" id="{03F79231-2FFB-4DA4-B0D2-278403E0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81" name="rect-1-780">
            <a:extLst xmlns:a="http://schemas.openxmlformats.org/drawingml/2006/main">
              <a:ext uri="{FF2B5EF4-FFF2-40B4-BE49-F238E27FC236}">
                <a16:creationId xmlns:a16="http://schemas.microsoft.com/office/drawing/2014/main" id="{32F10FA1-6607-45F0-81D3-5E4C50BE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56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82" name="rect-1-781">
            <a:extLst xmlns:a="http://schemas.openxmlformats.org/drawingml/2006/main">
              <a:ext uri="{FF2B5EF4-FFF2-40B4-BE49-F238E27FC236}">
                <a16:creationId xmlns:a16="http://schemas.microsoft.com/office/drawing/2014/main" id="{A9FCEB47-A75F-4641-84B8-126E88E2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8352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83" name="rect-1-782">
            <a:extLst xmlns:a="http://schemas.openxmlformats.org/drawingml/2006/main">
              <a:ext uri="{FF2B5EF4-FFF2-40B4-BE49-F238E27FC236}">
                <a16:creationId xmlns:a16="http://schemas.microsoft.com/office/drawing/2014/main" id="{07F3A1EB-73FD-48E2-A828-1868F381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84" name="rect-1-783">
            <a:extLst xmlns:a="http://schemas.openxmlformats.org/drawingml/2006/main">
              <a:ext uri="{FF2B5EF4-FFF2-40B4-BE49-F238E27FC236}">
                <a16:creationId xmlns:a16="http://schemas.microsoft.com/office/drawing/2014/main" id="{70F7B2C1-0A55-4F67-BAF4-103B96CE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85" name="rect-1-784">
            <a:extLst xmlns:a="http://schemas.openxmlformats.org/drawingml/2006/main">
              <a:ext uri="{FF2B5EF4-FFF2-40B4-BE49-F238E27FC236}">
                <a16:creationId xmlns:a16="http://schemas.microsoft.com/office/drawing/2014/main" id="{5BE7EB62-1CD0-439B-8158-0BD86405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86" name="rect-1-785">
            <a:extLst xmlns:a="http://schemas.openxmlformats.org/drawingml/2006/main">
              <a:ext uri="{FF2B5EF4-FFF2-40B4-BE49-F238E27FC236}">
                <a16:creationId xmlns:a16="http://schemas.microsoft.com/office/drawing/2014/main" id="{EC7ABAF6-2EEC-45AD-B883-28F94C5B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87" name="rect-1-786">
            <a:extLst xmlns:a="http://schemas.openxmlformats.org/drawingml/2006/main">
              <a:ext uri="{FF2B5EF4-FFF2-40B4-BE49-F238E27FC236}">
                <a16:creationId xmlns:a16="http://schemas.microsoft.com/office/drawing/2014/main" id="{3E93FDFC-81A2-467C-8994-DB343E30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88" name="rect-1-787">
            <a:extLst xmlns:a="http://schemas.openxmlformats.org/drawingml/2006/main">
              <a:ext uri="{FF2B5EF4-FFF2-40B4-BE49-F238E27FC236}">
                <a16:creationId xmlns:a16="http://schemas.microsoft.com/office/drawing/2014/main" id="{55E5D87A-A010-4BFC-A513-0560677F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89" name="rect-1-788">
            <a:extLst xmlns:a="http://schemas.openxmlformats.org/drawingml/2006/main">
              <a:ext uri="{FF2B5EF4-FFF2-40B4-BE49-F238E27FC236}">
                <a16:creationId xmlns:a16="http://schemas.microsoft.com/office/drawing/2014/main" id="{FE97B1A5-BE8E-467C-BC1E-C1B8AAD8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90" name="rect-1-789">
            <a:extLst xmlns:a="http://schemas.openxmlformats.org/drawingml/2006/main">
              <a:ext uri="{FF2B5EF4-FFF2-40B4-BE49-F238E27FC236}">
                <a16:creationId xmlns:a16="http://schemas.microsoft.com/office/drawing/2014/main" id="{1C11DEE2-7CBB-4AAF-B49C-61648001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91" name="rect-1-790">
            <a:extLst xmlns:a="http://schemas.openxmlformats.org/drawingml/2006/main">
              <a:ext uri="{FF2B5EF4-FFF2-40B4-BE49-F238E27FC236}">
                <a16:creationId xmlns:a16="http://schemas.microsoft.com/office/drawing/2014/main" id="{05151E23-71CF-47A3-B1D1-4D149371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92" name="rect-1-791">
            <a:extLst xmlns:a="http://schemas.openxmlformats.org/drawingml/2006/main">
              <a:ext uri="{FF2B5EF4-FFF2-40B4-BE49-F238E27FC236}">
                <a16:creationId xmlns:a16="http://schemas.microsoft.com/office/drawing/2014/main" id="{7214B8C1-91FC-416F-89E9-52E63070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93" name="rect-1-792">
            <a:extLst xmlns:a="http://schemas.openxmlformats.org/drawingml/2006/main">
              <a:ext uri="{FF2B5EF4-FFF2-40B4-BE49-F238E27FC236}">
                <a16:creationId xmlns:a16="http://schemas.microsoft.com/office/drawing/2014/main" id="{1288CB7A-934A-43DF-ABE4-ADEAFD91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94" name="rect-1-793">
            <a:extLst xmlns:a="http://schemas.openxmlformats.org/drawingml/2006/main">
              <a:ext uri="{FF2B5EF4-FFF2-40B4-BE49-F238E27FC236}">
                <a16:creationId xmlns:a16="http://schemas.microsoft.com/office/drawing/2014/main" id="{3AB05515-165F-4F16-A881-1878D9C1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95" name="rect-1-794">
            <a:extLst xmlns:a="http://schemas.openxmlformats.org/drawingml/2006/main">
              <a:ext uri="{FF2B5EF4-FFF2-40B4-BE49-F238E27FC236}">
                <a16:creationId xmlns:a16="http://schemas.microsoft.com/office/drawing/2014/main" id="{BB977AA3-901A-453B-B84B-06945699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96" name="rect-1-795">
            <a:extLst xmlns:a="http://schemas.openxmlformats.org/drawingml/2006/main">
              <a:ext uri="{FF2B5EF4-FFF2-40B4-BE49-F238E27FC236}">
                <a16:creationId xmlns:a16="http://schemas.microsoft.com/office/drawing/2014/main" id="{A164840A-5CA1-42E4-BB6B-C22B2273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97" name="rect-1-796">
            <a:extLst xmlns:a="http://schemas.openxmlformats.org/drawingml/2006/main">
              <a:ext uri="{FF2B5EF4-FFF2-40B4-BE49-F238E27FC236}">
                <a16:creationId xmlns:a16="http://schemas.microsoft.com/office/drawing/2014/main" id="{83CBCC21-C0CD-46A1-937D-8A463760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98" name="rect-1-797">
            <a:extLst xmlns:a="http://schemas.openxmlformats.org/drawingml/2006/main">
              <a:ext uri="{FF2B5EF4-FFF2-40B4-BE49-F238E27FC236}">
                <a16:creationId xmlns:a16="http://schemas.microsoft.com/office/drawing/2014/main" id="{B8676CC6-173F-4C20-96A9-5E14A1B3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56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799" name="rect-1-798">
            <a:extLst xmlns:a="http://schemas.openxmlformats.org/drawingml/2006/main">
              <a:ext uri="{FF2B5EF4-FFF2-40B4-BE49-F238E27FC236}">
                <a16:creationId xmlns:a16="http://schemas.microsoft.com/office/drawing/2014/main" id="{1C77AE60-82AC-4A75-B6AD-861232A7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681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00" name="rect-1-799">
            <a:extLst xmlns:a="http://schemas.openxmlformats.org/drawingml/2006/main">
              <a:ext uri="{FF2B5EF4-FFF2-40B4-BE49-F238E27FC236}">
                <a16:creationId xmlns:a16="http://schemas.microsoft.com/office/drawing/2014/main" id="{4ECA8A40-02CF-440A-8CBC-40DF7D0E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3407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01" name="rect-1-800">
            <a:extLst xmlns:a="http://schemas.openxmlformats.org/drawingml/2006/main">
              <a:ext uri="{FF2B5EF4-FFF2-40B4-BE49-F238E27FC236}">
                <a16:creationId xmlns:a16="http://schemas.microsoft.com/office/drawing/2014/main" id="{540565F9-037B-4BED-A8B6-537B5864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02" name="rect-1-801">
            <a:extLst xmlns:a="http://schemas.openxmlformats.org/drawingml/2006/main">
              <a:ext uri="{FF2B5EF4-FFF2-40B4-BE49-F238E27FC236}">
                <a16:creationId xmlns:a16="http://schemas.microsoft.com/office/drawing/2014/main" id="{B26C1D69-A72E-443E-B26C-CE5B17FF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03" name="rect-1-802">
            <a:extLst xmlns:a="http://schemas.openxmlformats.org/drawingml/2006/main">
              <a:ext uri="{FF2B5EF4-FFF2-40B4-BE49-F238E27FC236}">
                <a16:creationId xmlns:a16="http://schemas.microsoft.com/office/drawing/2014/main" id="{24C8026A-3521-4163-866B-11F73507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04" name="rect-1-803">
            <a:extLst xmlns:a="http://schemas.openxmlformats.org/drawingml/2006/main">
              <a:ext uri="{FF2B5EF4-FFF2-40B4-BE49-F238E27FC236}">
                <a16:creationId xmlns:a16="http://schemas.microsoft.com/office/drawing/2014/main" id="{151577B2-8D0D-4A40-85BD-E8C7814A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05" name="rect-1-804">
            <a:extLst xmlns:a="http://schemas.openxmlformats.org/drawingml/2006/main">
              <a:ext uri="{FF2B5EF4-FFF2-40B4-BE49-F238E27FC236}">
                <a16:creationId xmlns:a16="http://schemas.microsoft.com/office/drawing/2014/main" id="{29B684C9-DAA3-4D9B-856F-0669012E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06" name="rect-1-805">
            <a:extLst xmlns:a="http://schemas.openxmlformats.org/drawingml/2006/main">
              <a:ext uri="{FF2B5EF4-FFF2-40B4-BE49-F238E27FC236}">
                <a16:creationId xmlns:a16="http://schemas.microsoft.com/office/drawing/2014/main" id="{AE8B9D8D-FA74-423A-8E64-9F196355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07" name="rect-1-806">
            <a:extLst xmlns:a="http://schemas.openxmlformats.org/drawingml/2006/main">
              <a:ext uri="{FF2B5EF4-FFF2-40B4-BE49-F238E27FC236}">
                <a16:creationId xmlns:a16="http://schemas.microsoft.com/office/drawing/2014/main" id="{CDFFF532-2146-4976-A332-AEE8FE46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08" name="rect-1-807">
            <a:extLst xmlns:a="http://schemas.openxmlformats.org/drawingml/2006/main">
              <a:ext uri="{FF2B5EF4-FFF2-40B4-BE49-F238E27FC236}">
                <a16:creationId xmlns:a16="http://schemas.microsoft.com/office/drawing/2014/main" id="{E38026F9-E31C-42F0-A40D-24ACC246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09" name="rect-1-808">
            <a:extLst xmlns:a="http://schemas.openxmlformats.org/drawingml/2006/main">
              <a:ext uri="{FF2B5EF4-FFF2-40B4-BE49-F238E27FC236}">
                <a16:creationId xmlns:a16="http://schemas.microsoft.com/office/drawing/2014/main" id="{FEA6334B-F7E5-42C0-BBA0-BB397C01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10" name="rect-1-809">
            <a:extLst xmlns:a="http://schemas.openxmlformats.org/drawingml/2006/main">
              <a:ext uri="{FF2B5EF4-FFF2-40B4-BE49-F238E27FC236}">
                <a16:creationId xmlns:a16="http://schemas.microsoft.com/office/drawing/2014/main" id="{A5DD710B-F0D1-4823-8184-254B20F4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11" name="rect-1-810">
            <a:extLst xmlns:a="http://schemas.openxmlformats.org/drawingml/2006/main">
              <a:ext uri="{FF2B5EF4-FFF2-40B4-BE49-F238E27FC236}">
                <a16:creationId xmlns:a16="http://schemas.microsoft.com/office/drawing/2014/main" id="{145D461A-A441-4931-9186-1EDBAD3C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12" name="rect-1-811">
            <a:extLst xmlns:a="http://schemas.openxmlformats.org/drawingml/2006/main">
              <a:ext uri="{FF2B5EF4-FFF2-40B4-BE49-F238E27FC236}">
                <a16:creationId xmlns:a16="http://schemas.microsoft.com/office/drawing/2014/main" id="{BB8C2A66-595E-4E57-B2F6-491021F0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13" name="rect-1-812">
            <a:extLst xmlns:a="http://schemas.openxmlformats.org/drawingml/2006/main">
              <a:ext uri="{FF2B5EF4-FFF2-40B4-BE49-F238E27FC236}">
                <a16:creationId xmlns:a16="http://schemas.microsoft.com/office/drawing/2014/main" id="{13A6D3B1-338D-4672-8F33-3CE20F0F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14" name="rect-1-813">
            <a:extLst xmlns:a="http://schemas.openxmlformats.org/drawingml/2006/main">
              <a:ext uri="{FF2B5EF4-FFF2-40B4-BE49-F238E27FC236}">
                <a16:creationId xmlns:a16="http://schemas.microsoft.com/office/drawing/2014/main" id="{1D55E0E8-8AF3-4CAC-9C64-B1CC05CB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15" name="rect-1-814">
            <a:extLst xmlns:a="http://schemas.openxmlformats.org/drawingml/2006/main">
              <a:ext uri="{FF2B5EF4-FFF2-40B4-BE49-F238E27FC236}">
                <a16:creationId xmlns:a16="http://schemas.microsoft.com/office/drawing/2014/main" id="{4E735009-D86F-44C3-8883-0465F0A4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16" name="rect-1-815">
            <a:extLst xmlns:a="http://schemas.openxmlformats.org/drawingml/2006/main">
              <a:ext uri="{FF2B5EF4-FFF2-40B4-BE49-F238E27FC236}">
                <a16:creationId xmlns:a16="http://schemas.microsoft.com/office/drawing/2014/main" id="{E3C28A3E-ADB8-4249-9437-CD626473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56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17" name="rect-1-816">
            <a:extLst xmlns:a="http://schemas.openxmlformats.org/drawingml/2006/main">
              <a:ext uri="{FF2B5EF4-FFF2-40B4-BE49-F238E27FC236}">
                <a16:creationId xmlns:a16="http://schemas.microsoft.com/office/drawing/2014/main" id="{4974E749-CA4D-48C2-A792-9D458430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681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18" name="rect-1-817">
            <a:extLst xmlns:a="http://schemas.openxmlformats.org/drawingml/2006/main">
              <a:ext uri="{FF2B5EF4-FFF2-40B4-BE49-F238E27FC236}">
                <a16:creationId xmlns:a16="http://schemas.microsoft.com/office/drawing/2014/main" id="{AD9AD603-DBA0-483F-A743-DA352C96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3407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19" name="rect-1-818">
            <a:extLst xmlns:a="http://schemas.openxmlformats.org/drawingml/2006/main">
              <a:ext uri="{FF2B5EF4-FFF2-40B4-BE49-F238E27FC236}">
                <a16:creationId xmlns:a16="http://schemas.microsoft.com/office/drawing/2014/main" id="{3FFACE01-D912-4E3A-8C55-3AF9FA2E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20" name="rect-1-819">
            <a:extLst xmlns:a="http://schemas.openxmlformats.org/drawingml/2006/main">
              <a:ext uri="{FF2B5EF4-FFF2-40B4-BE49-F238E27FC236}">
                <a16:creationId xmlns:a16="http://schemas.microsoft.com/office/drawing/2014/main" id="{F3F13E46-4912-470A-8FB3-AED84C3A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21" name="rect-1-820">
            <a:extLst xmlns:a="http://schemas.openxmlformats.org/drawingml/2006/main">
              <a:ext uri="{FF2B5EF4-FFF2-40B4-BE49-F238E27FC236}">
                <a16:creationId xmlns:a16="http://schemas.microsoft.com/office/drawing/2014/main" id="{871F009F-7E15-4C99-91B1-504943B4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22" name="rect-1-821">
            <a:extLst xmlns:a="http://schemas.openxmlformats.org/drawingml/2006/main">
              <a:ext uri="{FF2B5EF4-FFF2-40B4-BE49-F238E27FC236}">
                <a16:creationId xmlns:a16="http://schemas.microsoft.com/office/drawing/2014/main" id="{C46766BA-B210-4AA2-B40E-1D79CE44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23" name="rect-1-822">
            <a:extLst xmlns:a="http://schemas.openxmlformats.org/drawingml/2006/main">
              <a:ext uri="{FF2B5EF4-FFF2-40B4-BE49-F238E27FC236}">
                <a16:creationId xmlns:a16="http://schemas.microsoft.com/office/drawing/2014/main" id="{C8F0723C-52B0-4E4B-9D92-6D2AA987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24" name="rect-1-823">
            <a:extLst xmlns:a="http://schemas.openxmlformats.org/drawingml/2006/main">
              <a:ext uri="{FF2B5EF4-FFF2-40B4-BE49-F238E27FC236}">
                <a16:creationId xmlns:a16="http://schemas.microsoft.com/office/drawing/2014/main" id="{D99AFBA9-7CA9-443D-88D4-DEE2BA3D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25" name="rect-1-824">
            <a:extLst xmlns:a="http://schemas.openxmlformats.org/drawingml/2006/main">
              <a:ext uri="{FF2B5EF4-FFF2-40B4-BE49-F238E27FC236}">
                <a16:creationId xmlns:a16="http://schemas.microsoft.com/office/drawing/2014/main" id="{2EADC434-00D5-474C-A3B2-11D94353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26" name="rect-1-825">
            <a:extLst xmlns:a="http://schemas.openxmlformats.org/drawingml/2006/main">
              <a:ext uri="{FF2B5EF4-FFF2-40B4-BE49-F238E27FC236}">
                <a16:creationId xmlns:a16="http://schemas.microsoft.com/office/drawing/2014/main" id="{FEE3780D-9EFC-4F96-9FB9-98ACCBA5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27" name="rect-1-826">
            <a:extLst xmlns:a="http://schemas.openxmlformats.org/drawingml/2006/main">
              <a:ext uri="{FF2B5EF4-FFF2-40B4-BE49-F238E27FC236}">
                <a16:creationId xmlns:a16="http://schemas.microsoft.com/office/drawing/2014/main" id="{F64A61F3-0D69-4216-A140-B500D5E6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28" name="rect-1-827">
            <a:extLst xmlns:a="http://schemas.openxmlformats.org/drawingml/2006/main">
              <a:ext uri="{FF2B5EF4-FFF2-40B4-BE49-F238E27FC236}">
                <a16:creationId xmlns:a16="http://schemas.microsoft.com/office/drawing/2014/main" id="{6239D97F-3CAD-4565-A26E-770E7023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29" name="rect-1-828">
            <a:extLst xmlns:a="http://schemas.openxmlformats.org/drawingml/2006/main">
              <a:ext uri="{FF2B5EF4-FFF2-40B4-BE49-F238E27FC236}">
                <a16:creationId xmlns:a16="http://schemas.microsoft.com/office/drawing/2014/main" id="{D30D3355-8CCB-46F7-998C-A3830E58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30" name="rect-1-829">
            <a:extLst xmlns:a="http://schemas.openxmlformats.org/drawingml/2006/main">
              <a:ext uri="{FF2B5EF4-FFF2-40B4-BE49-F238E27FC236}">
                <a16:creationId xmlns:a16="http://schemas.microsoft.com/office/drawing/2014/main" id="{E2928453-F494-479B-93AC-8CF475CB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31" name="rect-1-830">
            <a:extLst xmlns:a="http://schemas.openxmlformats.org/drawingml/2006/main">
              <a:ext uri="{FF2B5EF4-FFF2-40B4-BE49-F238E27FC236}">
                <a16:creationId xmlns:a16="http://schemas.microsoft.com/office/drawing/2014/main" id="{46449ED3-D610-4488-B4CA-C337F4BE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32" name="rect-1-831">
            <a:extLst xmlns:a="http://schemas.openxmlformats.org/drawingml/2006/main">
              <a:ext uri="{FF2B5EF4-FFF2-40B4-BE49-F238E27FC236}">
                <a16:creationId xmlns:a16="http://schemas.microsoft.com/office/drawing/2014/main" id="{6F054D6B-B7BF-42CF-94E7-C7E8E1FF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33" name="rect-1-832">
            <a:extLst xmlns:a="http://schemas.openxmlformats.org/drawingml/2006/main">
              <a:ext uri="{FF2B5EF4-FFF2-40B4-BE49-F238E27FC236}">
                <a16:creationId xmlns:a16="http://schemas.microsoft.com/office/drawing/2014/main" id="{8A73B14F-F61E-403B-97AC-D4DB7EC5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56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34" name="rect-1-833">
            <a:extLst xmlns:a="http://schemas.openxmlformats.org/drawingml/2006/main">
              <a:ext uri="{FF2B5EF4-FFF2-40B4-BE49-F238E27FC236}">
                <a16:creationId xmlns:a16="http://schemas.microsoft.com/office/drawing/2014/main" id="{EDE005A3-1BE3-42DC-994A-12984EE4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681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35" name="rect-1-834">
            <a:extLst xmlns:a="http://schemas.openxmlformats.org/drawingml/2006/main">
              <a:ext uri="{FF2B5EF4-FFF2-40B4-BE49-F238E27FC236}">
                <a16:creationId xmlns:a16="http://schemas.microsoft.com/office/drawing/2014/main" id="{22220A29-A3EA-4F6E-ABC9-BCFBDD29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3407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36" name="rect-1-835">
            <a:extLst xmlns:a="http://schemas.openxmlformats.org/drawingml/2006/main">
              <a:ext uri="{FF2B5EF4-FFF2-40B4-BE49-F238E27FC236}">
                <a16:creationId xmlns:a16="http://schemas.microsoft.com/office/drawing/2014/main" id="{FB441E80-8457-4B55-BCFC-7C668E61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37" name="rect-1-836">
            <a:extLst xmlns:a="http://schemas.openxmlformats.org/drawingml/2006/main">
              <a:ext uri="{FF2B5EF4-FFF2-40B4-BE49-F238E27FC236}">
                <a16:creationId xmlns:a16="http://schemas.microsoft.com/office/drawing/2014/main" id="{02F784C3-A9DE-407A-8D7E-E717D559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38" name="rect-1-837">
            <a:extLst xmlns:a="http://schemas.openxmlformats.org/drawingml/2006/main">
              <a:ext uri="{FF2B5EF4-FFF2-40B4-BE49-F238E27FC236}">
                <a16:creationId xmlns:a16="http://schemas.microsoft.com/office/drawing/2014/main" id="{145C663A-5ECA-4CC4-B30D-A8279B6A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39" name="rect-1-838">
            <a:extLst xmlns:a="http://schemas.openxmlformats.org/drawingml/2006/main">
              <a:ext uri="{FF2B5EF4-FFF2-40B4-BE49-F238E27FC236}">
                <a16:creationId xmlns:a16="http://schemas.microsoft.com/office/drawing/2014/main" id="{9340FE45-EBC5-4BF8-8C54-0977D139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40" name="rect-1-839">
            <a:extLst xmlns:a="http://schemas.openxmlformats.org/drawingml/2006/main">
              <a:ext uri="{FF2B5EF4-FFF2-40B4-BE49-F238E27FC236}">
                <a16:creationId xmlns:a16="http://schemas.microsoft.com/office/drawing/2014/main" id="{001533F1-4059-46E8-A987-ABAF0328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41" name="rect-1-840">
            <a:extLst xmlns:a="http://schemas.openxmlformats.org/drawingml/2006/main">
              <a:ext uri="{FF2B5EF4-FFF2-40B4-BE49-F238E27FC236}">
                <a16:creationId xmlns:a16="http://schemas.microsoft.com/office/drawing/2014/main" id="{26994129-BD36-4C8A-9D30-8639670C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42" name="rect-1-841">
            <a:extLst xmlns:a="http://schemas.openxmlformats.org/drawingml/2006/main">
              <a:ext uri="{FF2B5EF4-FFF2-40B4-BE49-F238E27FC236}">
                <a16:creationId xmlns:a16="http://schemas.microsoft.com/office/drawing/2014/main" id="{65BE8E2E-8F54-4D57-8BD3-84B89547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43" name="rect-1-842">
            <a:extLst xmlns:a="http://schemas.openxmlformats.org/drawingml/2006/main">
              <a:ext uri="{FF2B5EF4-FFF2-40B4-BE49-F238E27FC236}">
                <a16:creationId xmlns:a16="http://schemas.microsoft.com/office/drawing/2014/main" id="{9CC28106-84E2-4662-BB52-E3BF83F6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44" name="rect-1-843">
            <a:extLst xmlns:a="http://schemas.openxmlformats.org/drawingml/2006/main">
              <a:ext uri="{FF2B5EF4-FFF2-40B4-BE49-F238E27FC236}">
                <a16:creationId xmlns:a16="http://schemas.microsoft.com/office/drawing/2014/main" id="{94C7D5C6-9CE7-4699-B08C-61DFEAA2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45" name="rect-1-844">
            <a:extLst xmlns:a="http://schemas.openxmlformats.org/drawingml/2006/main">
              <a:ext uri="{FF2B5EF4-FFF2-40B4-BE49-F238E27FC236}">
                <a16:creationId xmlns:a16="http://schemas.microsoft.com/office/drawing/2014/main" id="{E1E88006-E4EA-40B4-BBE1-34504248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46" name="rect-1-845">
            <a:extLst xmlns:a="http://schemas.openxmlformats.org/drawingml/2006/main">
              <a:ext uri="{FF2B5EF4-FFF2-40B4-BE49-F238E27FC236}">
                <a16:creationId xmlns:a16="http://schemas.microsoft.com/office/drawing/2014/main" id="{FA3840BF-231B-44A7-A0CB-CB59CF2A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47" name="rect-1-846">
            <a:extLst xmlns:a="http://schemas.openxmlformats.org/drawingml/2006/main">
              <a:ext uri="{FF2B5EF4-FFF2-40B4-BE49-F238E27FC236}">
                <a16:creationId xmlns:a16="http://schemas.microsoft.com/office/drawing/2014/main" id="{27A28D4E-5E8A-47EC-BE5D-F4DADBE6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48" name="rect-1-847">
            <a:extLst xmlns:a="http://schemas.openxmlformats.org/drawingml/2006/main">
              <a:ext uri="{FF2B5EF4-FFF2-40B4-BE49-F238E27FC236}">
                <a16:creationId xmlns:a16="http://schemas.microsoft.com/office/drawing/2014/main" id="{BF8F0B8D-418D-4BF1-B3D8-54C29A3D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49" name="rect-1-848">
            <a:extLst xmlns:a="http://schemas.openxmlformats.org/drawingml/2006/main">
              <a:ext uri="{FF2B5EF4-FFF2-40B4-BE49-F238E27FC236}">
                <a16:creationId xmlns:a16="http://schemas.microsoft.com/office/drawing/2014/main" id="{731AAB0F-F648-4DA9-9FF3-5B990482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50" name="rect-1-849">
            <a:extLst xmlns:a="http://schemas.openxmlformats.org/drawingml/2006/main">
              <a:ext uri="{FF2B5EF4-FFF2-40B4-BE49-F238E27FC236}">
                <a16:creationId xmlns:a16="http://schemas.microsoft.com/office/drawing/2014/main" id="{5382836F-9584-44FF-8119-C84195EF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56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51" name="rect-1-850">
            <a:extLst xmlns:a="http://schemas.openxmlformats.org/drawingml/2006/main">
              <a:ext uri="{FF2B5EF4-FFF2-40B4-BE49-F238E27FC236}">
                <a16:creationId xmlns:a16="http://schemas.microsoft.com/office/drawing/2014/main" id="{B01D25AE-0A8B-4A20-87EC-35CEFA92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681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52" name="rect-1-851">
            <a:extLst xmlns:a="http://schemas.openxmlformats.org/drawingml/2006/main">
              <a:ext uri="{FF2B5EF4-FFF2-40B4-BE49-F238E27FC236}">
                <a16:creationId xmlns:a16="http://schemas.microsoft.com/office/drawing/2014/main" id="{941B215A-C692-41A8-9208-D85F1508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3407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53" name="rect-1-852">
            <a:extLst xmlns:a="http://schemas.openxmlformats.org/drawingml/2006/main">
              <a:ext uri="{FF2B5EF4-FFF2-40B4-BE49-F238E27FC236}">
                <a16:creationId xmlns:a16="http://schemas.microsoft.com/office/drawing/2014/main" id="{BAA880A8-B87A-41B5-A8FA-1DE36B71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54" name="rect-1-853">
            <a:extLst xmlns:a="http://schemas.openxmlformats.org/drawingml/2006/main">
              <a:ext uri="{FF2B5EF4-FFF2-40B4-BE49-F238E27FC236}">
                <a16:creationId xmlns:a16="http://schemas.microsoft.com/office/drawing/2014/main" id="{CFEB3B6D-A5E4-4DB8-9E35-A34916E4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55" name="rect-1-854">
            <a:extLst xmlns:a="http://schemas.openxmlformats.org/drawingml/2006/main">
              <a:ext uri="{FF2B5EF4-FFF2-40B4-BE49-F238E27FC236}">
                <a16:creationId xmlns:a16="http://schemas.microsoft.com/office/drawing/2014/main" id="{F510FD5A-26EB-4935-9F4E-BA07FC6F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56" name="rect-1-855">
            <a:extLst xmlns:a="http://schemas.openxmlformats.org/drawingml/2006/main">
              <a:ext uri="{FF2B5EF4-FFF2-40B4-BE49-F238E27FC236}">
                <a16:creationId xmlns:a16="http://schemas.microsoft.com/office/drawing/2014/main" id="{55398BC2-A6E8-49F1-A72C-342EAAF3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57" name="rect-1-856">
            <a:extLst xmlns:a="http://schemas.openxmlformats.org/drawingml/2006/main">
              <a:ext uri="{FF2B5EF4-FFF2-40B4-BE49-F238E27FC236}">
                <a16:creationId xmlns:a16="http://schemas.microsoft.com/office/drawing/2014/main" id="{C7878CDC-BACF-47B2-8FB5-F9664839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58" name="rect-1-857">
            <a:extLst xmlns:a="http://schemas.openxmlformats.org/drawingml/2006/main">
              <a:ext uri="{FF2B5EF4-FFF2-40B4-BE49-F238E27FC236}">
                <a16:creationId xmlns:a16="http://schemas.microsoft.com/office/drawing/2014/main" id="{478A244D-96B9-43F0-A664-0EA7B9C1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59" name="rect-1-858">
            <a:extLst xmlns:a="http://schemas.openxmlformats.org/drawingml/2006/main">
              <a:ext uri="{FF2B5EF4-FFF2-40B4-BE49-F238E27FC236}">
                <a16:creationId xmlns:a16="http://schemas.microsoft.com/office/drawing/2014/main" id="{52ED1836-0112-49E7-8143-10AD09DA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60" name="rect-1-859">
            <a:extLst xmlns:a="http://schemas.openxmlformats.org/drawingml/2006/main">
              <a:ext uri="{FF2B5EF4-FFF2-40B4-BE49-F238E27FC236}">
                <a16:creationId xmlns:a16="http://schemas.microsoft.com/office/drawing/2014/main" id="{3C07D543-883F-4798-B0A9-05332278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61" name="rect-1-860">
            <a:extLst xmlns:a="http://schemas.openxmlformats.org/drawingml/2006/main">
              <a:ext uri="{FF2B5EF4-FFF2-40B4-BE49-F238E27FC236}">
                <a16:creationId xmlns:a16="http://schemas.microsoft.com/office/drawing/2014/main" id="{216805D0-67D3-4E14-A045-76805501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62" name="rect-1-861">
            <a:extLst xmlns:a="http://schemas.openxmlformats.org/drawingml/2006/main">
              <a:ext uri="{FF2B5EF4-FFF2-40B4-BE49-F238E27FC236}">
                <a16:creationId xmlns:a16="http://schemas.microsoft.com/office/drawing/2014/main" id="{64A76AF8-E0CA-43E9-86F1-5223B5BF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63" name="rect-1-862">
            <a:extLst xmlns:a="http://schemas.openxmlformats.org/drawingml/2006/main">
              <a:ext uri="{FF2B5EF4-FFF2-40B4-BE49-F238E27FC236}">
                <a16:creationId xmlns:a16="http://schemas.microsoft.com/office/drawing/2014/main" id="{B973F7F5-A955-4296-BD47-D3DFA70C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64" name="rect-1-863">
            <a:extLst xmlns:a="http://schemas.openxmlformats.org/drawingml/2006/main">
              <a:ext uri="{FF2B5EF4-FFF2-40B4-BE49-F238E27FC236}">
                <a16:creationId xmlns:a16="http://schemas.microsoft.com/office/drawing/2014/main" id="{8D2C7114-11CB-451A-946A-BAA88E9C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65" name="rect-1-864">
            <a:extLst xmlns:a="http://schemas.openxmlformats.org/drawingml/2006/main">
              <a:ext uri="{FF2B5EF4-FFF2-40B4-BE49-F238E27FC236}">
                <a16:creationId xmlns:a16="http://schemas.microsoft.com/office/drawing/2014/main" id="{A2DDAEA3-3063-40FF-8AD4-26DAB58C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66" name="rect-1-865">
            <a:extLst xmlns:a="http://schemas.openxmlformats.org/drawingml/2006/main">
              <a:ext uri="{FF2B5EF4-FFF2-40B4-BE49-F238E27FC236}">
                <a16:creationId xmlns:a16="http://schemas.microsoft.com/office/drawing/2014/main" id="{A7D528E4-8E28-4876-A862-A0DC36A4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67" name="rect-1-866">
            <a:extLst xmlns:a="http://schemas.openxmlformats.org/drawingml/2006/main">
              <a:ext uri="{FF2B5EF4-FFF2-40B4-BE49-F238E27FC236}">
                <a16:creationId xmlns:a16="http://schemas.microsoft.com/office/drawing/2014/main" id="{B7DB1FC3-3958-42DF-8439-FC4F1C3C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56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68" name="rect-1-867">
            <a:extLst xmlns:a="http://schemas.openxmlformats.org/drawingml/2006/main">
              <a:ext uri="{FF2B5EF4-FFF2-40B4-BE49-F238E27FC236}">
                <a16:creationId xmlns:a16="http://schemas.microsoft.com/office/drawing/2014/main" id="{E02B4DB9-91BF-4B0F-828C-B63A28AB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681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69" name="rect-1-868">
            <a:extLst xmlns:a="http://schemas.openxmlformats.org/drawingml/2006/main">
              <a:ext uri="{FF2B5EF4-FFF2-40B4-BE49-F238E27FC236}">
                <a16:creationId xmlns:a16="http://schemas.microsoft.com/office/drawing/2014/main" id="{07DBC5EC-7081-442F-87F4-92902C6C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3407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70" name="rect-1-869">
            <a:extLst xmlns:a="http://schemas.openxmlformats.org/drawingml/2006/main">
              <a:ext uri="{FF2B5EF4-FFF2-40B4-BE49-F238E27FC236}">
                <a16:creationId xmlns:a16="http://schemas.microsoft.com/office/drawing/2014/main" id="{9E4EA096-E11A-435B-9783-FD6AC8D3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132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71" name="rect-1-870">
            <a:extLst xmlns:a="http://schemas.openxmlformats.org/drawingml/2006/main">
              <a:ext uri="{FF2B5EF4-FFF2-40B4-BE49-F238E27FC236}">
                <a16:creationId xmlns:a16="http://schemas.microsoft.com/office/drawing/2014/main" id="{7F36DA62-F496-4ECD-B63F-37B25548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72" name="rect-1-871">
            <a:extLst xmlns:a="http://schemas.openxmlformats.org/drawingml/2006/main">
              <a:ext uri="{FF2B5EF4-FFF2-40B4-BE49-F238E27FC236}">
                <a16:creationId xmlns:a16="http://schemas.microsoft.com/office/drawing/2014/main" id="{D91CD047-FC4B-4B35-B4F7-0753F5E7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73" name="rect-1-872">
            <a:extLst xmlns:a="http://schemas.openxmlformats.org/drawingml/2006/main">
              <a:ext uri="{FF2B5EF4-FFF2-40B4-BE49-F238E27FC236}">
                <a16:creationId xmlns:a16="http://schemas.microsoft.com/office/drawing/2014/main" id="{49DAAFDE-95BC-45C8-A25C-5026B5D6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74" name="rect-1-873">
            <a:extLst xmlns:a="http://schemas.openxmlformats.org/drawingml/2006/main">
              <a:ext uri="{FF2B5EF4-FFF2-40B4-BE49-F238E27FC236}">
                <a16:creationId xmlns:a16="http://schemas.microsoft.com/office/drawing/2014/main" id="{58737E29-A207-43F7-BD86-FD567CE1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75" name="rect-1-874">
            <a:extLst xmlns:a="http://schemas.openxmlformats.org/drawingml/2006/main">
              <a:ext uri="{FF2B5EF4-FFF2-40B4-BE49-F238E27FC236}">
                <a16:creationId xmlns:a16="http://schemas.microsoft.com/office/drawing/2014/main" id="{F4D8EE2E-A52A-427C-AE75-38C91F49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76" name="rect-1-875">
            <a:extLst xmlns:a="http://schemas.openxmlformats.org/drawingml/2006/main">
              <a:ext uri="{FF2B5EF4-FFF2-40B4-BE49-F238E27FC236}">
                <a16:creationId xmlns:a16="http://schemas.microsoft.com/office/drawing/2014/main" id="{16C2815F-2A34-49E1-9CAF-54F05E13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77" name="rect-1-876">
            <a:extLst xmlns:a="http://schemas.openxmlformats.org/drawingml/2006/main">
              <a:ext uri="{FF2B5EF4-FFF2-40B4-BE49-F238E27FC236}">
                <a16:creationId xmlns:a16="http://schemas.microsoft.com/office/drawing/2014/main" id="{88D36CA5-AF09-4652-96CD-2F15FF51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78" name="rect-1-877">
            <a:extLst xmlns:a="http://schemas.openxmlformats.org/drawingml/2006/main">
              <a:ext uri="{FF2B5EF4-FFF2-40B4-BE49-F238E27FC236}">
                <a16:creationId xmlns:a16="http://schemas.microsoft.com/office/drawing/2014/main" id="{1541B36B-493B-4E7E-8B3B-0F912C80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79" name="rect-1-878">
            <a:extLst xmlns:a="http://schemas.openxmlformats.org/drawingml/2006/main">
              <a:ext uri="{FF2B5EF4-FFF2-40B4-BE49-F238E27FC236}">
                <a16:creationId xmlns:a16="http://schemas.microsoft.com/office/drawing/2014/main" id="{53904B4F-2CDD-4740-A64C-5A67DAA9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80" name="rect-1-879">
            <a:extLst xmlns:a="http://schemas.openxmlformats.org/drawingml/2006/main">
              <a:ext uri="{FF2B5EF4-FFF2-40B4-BE49-F238E27FC236}">
                <a16:creationId xmlns:a16="http://schemas.microsoft.com/office/drawing/2014/main" id="{AD52D864-3910-4D5A-9A0E-0B3A2F1B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81" name="rect-1-880">
            <a:extLst xmlns:a="http://schemas.openxmlformats.org/drawingml/2006/main">
              <a:ext uri="{FF2B5EF4-FFF2-40B4-BE49-F238E27FC236}">
                <a16:creationId xmlns:a16="http://schemas.microsoft.com/office/drawing/2014/main" id="{2C72BAAF-F40E-4717-8B03-3A82EEAA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82" name="rect-1-881">
            <a:extLst xmlns:a="http://schemas.openxmlformats.org/drawingml/2006/main">
              <a:ext uri="{FF2B5EF4-FFF2-40B4-BE49-F238E27FC236}">
                <a16:creationId xmlns:a16="http://schemas.microsoft.com/office/drawing/2014/main" id="{C5619195-5F7C-44A7-BB5E-23FCDB6F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56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83" name="rect-1-882">
            <a:extLst xmlns:a="http://schemas.openxmlformats.org/drawingml/2006/main">
              <a:ext uri="{FF2B5EF4-FFF2-40B4-BE49-F238E27FC236}">
                <a16:creationId xmlns:a16="http://schemas.microsoft.com/office/drawing/2014/main" id="{F9BAB76F-EA60-4CC8-B222-52A529E2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681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84" name="rect-1-883">
            <a:extLst xmlns:a="http://schemas.openxmlformats.org/drawingml/2006/main">
              <a:ext uri="{FF2B5EF4-FFF2-40B4-BE49-F238E27FC236}">
                <a16:creationId xmlns:a16="http://schemas.microsoft.com/office/drawing/2014/main" id="{C3A23B51-C4A8-4FE2-B186-9341B823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3407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85" name="rect-1-884">
            <a:extLst xmlns:a="http://schemas.openxmlformats.org/drawingml/2006/main">
              <a:ext uri="{FF2B5EF4-FFF2-40B4-BE49-F238E27FC236}">
                <a16:creationId xmlns:a16="http://schemas.microsoft.com/office/drawing/2014/main" id="{8E3D950E-E058-46AE-A2DE-7AAE1381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132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86" name="rect-1-885">
            <a:extLst xmlns:a="http://schemas.openxmlformats.org/drawingml/2006/main">
              <a:ext uri="{FF2B5EF4-FFF2-40B4-BE49-F238E27FC236}">
                <a16:creationId xmlns:a16="http://schemas.microsoft.com/office/drawing/2014/main" id="{D007F0E3-84B1-4DDA-97B9-659770EA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87" name="rect-1-886">
            <a:extLst xmlns:a="http://schemas.openxmlformats.org/drawingml/2006/main">
              <a:ext uri="{FF2B5EF4-FFF2-40B4-BE49-F238E27FC236}">
                <a16:creationId xmlns:a16="http://schemas.microsoft.com/office/drawing/2014/main" id="{62A78EE3-333D-4DCD-BC66-19CB41B9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88" name="rect-1-887">
            <a:extLst xmlns:a="http://schemas.openxmlformats.org/drawingml/2006/main">
              <a:ext uri="{FF2B5EF4-FFF2-40B4-BE49-F238E27FC236}">
                <a16:creationId xmlns:a16="http://schemas.microsoft.com/office/drawing/2014/main" id="{78A3B522-FA5A-4ADC-B99A-A94D7D84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89" name="rect-1-888">
            <a:extLst xmlns:a="http://schemas.openxmlformats.org/drawingml/2006/main">
              <a:ext uri="{FF2B5EF4-FFF2-40B4-BE49-F238E27FC236}">
                <a16:creationId xmlns:a16="http://schemas.microsoft.com/office/drawing/2014/main" id="{479B7507-20F1-40FA-B7C2-5ED9BB34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90" name="rect-1-889">
            <a:extLst xmlns:a="http://schemas.openxmlformats.org/drawingml/2006/main">
              <a:ext uri="{FF2B5EF4-FFF2-40B4-BE49-F238E27FC236}">
                <a16:creationId xmlns:a16="http://schemas.microsoft.com/office/drawing/2014/main" id="{2B0E3B1A-B2BB-4B95-B00F-C5FBA5FB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91" name="rect-1-890">
            <a:extLst xmlns:a="http://schemas.openxmlformats.org/drawingml/2006/main">
              <a:ext uri="{FF2B5EF4-FFF2-40B4-BE49-F238E27FC236}">
                <a16:creationId xmlns:a16="http://schemas.microsoft.com/office/drawing/2014/main" id="{3D3C547A-C601-4260-B6EB-D63C5144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92" name="rect-1-891">
            <a:extLst xmlns:a="http://schemas.openxmlformats.org/drawingml/2006/main">
              <a:ext uri="{FF2B5EF4-FFF2-40B4-BE49-F238E27FC236}">
                <a16:creationId xmlns:a16="http://schemas.microsoft.com/office/drawing/2014/main" id="{1CE6D9DD-5F77-41AF-8683-C7ACEE38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93" name="rect-1-892">
            <a:extLst xmlns:a="http://schemas.openxmlformats.org/drawingml/2006/main">
              <a:ext uri="{FF2B5EF4-FFF2-40B4-BE49-F238E27FC236}">
                <a16:creationId xmlns:a16="http://schemas.microsoft.com/office/drawing/2014/main" id="{EEEDCDBA-55FD-4E4C-9743-237D4DDB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94" name="rect-1-893">
            <a:extLst xmlns:a="http://schemas.openxmlformats.org/drawingml/2006/main">
              <a:ext uri="{FF2B5EF4-FFF2-40B4-BE49-F238E27FC236}">
                <a16:creationId xmlns:a16="http://schemas.microsoft.com/office/drawing/2014/main" id="{C35A67A1-7027-4D96-B8F4-28234AD4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56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95" name="rect-1-894">
            <a:extLst xmlns:a="http://schemas.openxmlformats.org/drawingml/2006/main">
              <a:ext uri="{FF2B5EF4-FFF2-40B4-BE49-F238E27FC236}">
                <a16:creationId xmlns:a16="http://schemas.microsoft.com/office/drawing/2014/main" id="{FEE5770C-7BDA-4064-8FAB-2FCBF1FA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681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96" name="rect-1-895">
            <a:extLst xmlns:a="http://schemas.openxmlformats.org/drawingml/2006/main">
              <a:ext uri="{FF2B5EF4-FFF2-40B4-BE49-F238E27FC236}">
                <a16:creationId xmlns:a16="http://schemas.microsoft.com/office/drawing/2014/main" id="{27FF0869-9697-4606-8F26-E87D5973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3407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97" name="rect-1-896">
            <a:extLst xmlns:a="http://schemas.openxmlformats.org/drawingml/2006/main">
              <a:ext uri="{FF2B5EF4-FFF2-40B4-BE49-F238E27FC236}">
                <a16:creationId xmlns:a16="http://schemas.microsoft.com/office/drawing/2014/main" id="{94BDAD7B-BD17-488F-B913-391EFA37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98" name="rect-1-897">
            <a:extLst xmlns:a="http://schemas.openxmlformats.org/drawingml/2006/main">
              <a:ext uri="{FF2B5EF4-FFF2-40B4-BE49-F238E27FC236}">
                <a16:creationId xmlns:a16="http://schemas.microsoft.com/office/drawing/2014/main" id="{94ABF6E6-BE7C-4C47-8193-D27B99E9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899" name="rect-1-898">
            <a:extLst xmlns:a="http://schemas.openxmlformats.org/drawingml/2006/main">
              <a:ext uri="{FF2B5EF4-FFF2-40B4-BE49-F238E27FC236}">
                <a16:creationId xmlns:a16="http://schemas.microsoft.com/office/drawing/2014/main" id="{ADE899E6-466B-4A2C-AC10-0BC59C8A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00" name="rect-1-899">
            <a:extLst xmlns:a="http://schemas.openxmlformats.org/drawingml/2006/main">
              <a:ext uri="{FF2B5EF4-FFF2-40B4-BE49-F238E27FC236}">
                <a16:creationId xmlns:a16="http://schemas.microsoft.com/office/drawing/2014/main" id="{87F5B35D-C393-4A6E-B5BC-D728C113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01" name="rect-1-900">
            <a:extLst xmlns:a="http://schemas.openxmlformats.org/drawingml/2006/main">
              <a:ext uri="{FF2B5EF4-FFF2-40B4-BE49-F238E27FC236}">
                <a16:creationId xmlns:a16="http://schemas.microsoft.com/office/drawing/2014/main" id="{895A95C2-3F17-436D-BFA9-528CCA0A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02" name="rect-1-901">
            <a:extLst xmlns:a="http://schemas.openxmlformats.org/drawingml/2006/main">
              <a:ext uri="{FF2B5EF4-FFF2-40B4-BE49-F238E27FC236}">
                <a16:creationId xmlns:a16="http://schemas.microsoft.com/office/drawing/2014/main" id="{B6443A53-647E-48C9-84C7-8DD7FD5F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03" name="rect-1-902">
            <a:extLst xmlns:a="http://schemas.openxmlformats.org/drawingml/2006/main">
              <a:ext uri="{FF2B5EF4-FFF2-40B4-BE49-F238E27FC236}">
                <a16:creationId xmlns:a16="http://schemas.microsoft.com/office/drawing/2014/main" id="{D3853BBC-E909-4293-ADA1-1CD7E1DC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56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04" name="rect-1-903">
            <a:extLst xmlns:a="http://schemas.openxmlformats.org/drawingml/2006/main">
              <a:ext uri="{FF2B5EF4-FFF2-40B4-BE49-F238E27FC236}">
                <a16:creationId xmlns:a16="http://schemas.microsoft.com/office/drawing/2014/main" id="{15893F85-F4C4-4956-8D3E-FE024526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681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05" name="rect-1-904">
            <a:extLst xmlns:a="http://schemas.openxmlformats.org/drawingml/2006/main">
              <a:ext uri="{FF2B5EF4-FFF2-40B4-BE49-F238E27FC236}">
                <a16:creationId xmlns:a16="http://schemas.microsoft.com/office/drawing/2014/main" id="{F57E8C51-91E5-4B30-B386-0A064104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06" name="rect-1-905">
            <a:extLst xmlns:a="http://schemas.openxmlformats.org/drawingml/2006/main">
              <a:ext uri="{FF2B5EF4-FFF2-40B4-BE49-F238E27FC236}">
                <a16:creationId xmlns:a16="http://schemas.microsoft.com/office/drawing/2014/main" id="{BB2F2FCC-EB8E-4DDC-A78B-26B8876E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07" name="rect-1-906">
            <a:extLst xmlns:a="http://schemas.openxmlformats.org/drawingml/2006/main">
              <a:ext uri="{FF2B5EF4-FFF2-40B4-BE49-F238E27FC236}">
                <a16:creationId xmlns:a16="http://schemas.microsoft.com/office/drawing/2014/main" id="{7C12CABE-BDFF-49ED-978D-A9A550B0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08" name="rect-1-907">
            <a:extLst xmlns:a="http://schemas.openxmlformats.org/drawingml/2006/main">
              <a:ext uri="{FF2B5EF4-FFF2-40B4-BE49-F238E27FC236}">
                <a16:creationId xmlns:a16="http://schemas.microsoft.com/office/drawing/2014/main" id="{53E70D45-9A24-4A56-B1B5-8FCA0E38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09" name="rect-1-908">
            <a:extLst xmlns:a="http://schemas.openxmlformats.org/drawingml/2006/main">
              <a:ext uri="{FF2B5EF4-FFF2-40B4-BE49-F238E27FC236}">
                <a16:creationId xmlns:a16="http://schemas.microsoft.com/office/drawing/2014/main" id="{6D0FA7AD-86C4-4D97-AE66-DF08C77E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10" name="rect-1-909">
            <a:extLst xmlns:a="http://schemas.openxmlformats.org/drawingml/2006/main">
              <a:ext uri="{FF2B5EF4-FFF2-40B4-BE49-F238E27FC236}">
                <a16:creationId xmlns:a16="http://schemas.microsoft.com/office/drawing/2014/main" id="{34CAA16F-B83D-48D1-893A-83D9D69F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11" name="rect-1-910">
            <a:extLst xmlns:a="http://schemas.openxmlformats.org/drawingml/2006/main">
              <a:ext uri="{FF2B5EF4-FFF2-40B4-BE49-F238E27FC236}">
                <a16:creationId xmlns:a16="http://schemas.microsoft.com/office/drawing/2014/main" id="{E4C1593F-F39B-474F-A234-490ED452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12" name="rect-1-911">
            <a:extLst xmlns:a="http://schemas.openxmlformats.org/drawingml/2006/main">
              <a:ext uri="{FF2B5EF4-FFF2-40B4-BE49-F238E27FC236}">
                <a16:creationId xmlns:a16="http://schemas.microsoft.com/office/drawing/2014/main" id="{95C07DA3-3DF5-4FD1-81C3-CAB712B0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56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13" name="rect-1-912">
            <a:extLst xmlns:a="http://schemas.openxmlformats.org/drawingml/2006/main">
              <a:ext uri="{FF2B5EF4-FFF2-40B4-BE49-F238E27FC236}">
                <a16:creationId xmlns:a16="http://schemas.microsoft.com/office/drawing/2014/main" id="{B5806E4C-E8A8-4A4D-9D92-5FC4BE13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681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14" name="rect-1-913">
            <a:extLst xmlns:a="http://schemas.openxmlformats.org/drawingml/2006/main">
              <a:ext uri="{FF2B5EF4-FFF2-40B4-BE49-F238E27FC236}">
                <a16:creationId xmlns:a16="http://schemas.microsoft.com/office/drawing/2014/main" id="{2A2C7A5A-0A25-498F-9E59-85092991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15" name="rect-1-914">
            <a:extLst xmlns:a="http://schemas.openxmlformats.org/drawingml/2006/main">
              <a:ext uri="{FF2B5EF4-FFF2-40B4-BE49-F238E27FC236}">
                <a16:creationId xmlns:a16="http://schemas.microsoft.com/office/drawing/2014/main" id="{E2447526-3E98-44EF-8351-EF3F1DDB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16" name="rect-1-915">
            <a:extLst xmlns:a="http://schemas.openxmlformats.org/drawingml/2006/main">
              <a:ext uri="{FF2B5EF4-FFF2-40B4-BE49-F238E27FC236}">
                <a16:creationId xmlns:a16="http://schemas.microsoft.com/office/drawing/2014/main" id="{4FA4ED1A-2ECA-4833-9644-7CBD57A7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17" name="rect-1-916">
            <a:extLst xmlns:a="http://schemas.openxmlformats.org/drawingml/2006/main">
              <a:ext uri="{FF2B5EF4-FFF2-40B4-BE49-F238E27FC236}">
                <a16:creationId xmlns:a16="http://schemas.microsoft.com/office/drawing/2014/main" id="{6B83B949-3168-4CFC-813E-4C397CA7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18" name="rect-1-917">
            <a:extLst xmlns:a="http://schemas.openxmlformats.org/drawingml/2006/main">
              <a:ext uri="{FF2B5EF4-FFF2-40B4-BE49-F238E27FC236}">
                <a16:creationId xmlns:a16="http://schemas.microsoft.com/office/drawing/2014/main" id="{085F722F-E5EE-4A3D-BBEC-C9C9E92D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19" name="rect-1-918">
            <a:extLst xmlns:a="http://schemas.openxmlformats.org/drawingml/2006/main">
              <a:ext uri="{FF2B5EF4-FFF2-40B4-BE49-F238E27FC236}">
                <a16:creationId xmlns:a16="http://schemas.microsoft.com/office/drawing/2014/main" id="{37BC9E96-36EE-49CB-9485-01658E92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20" name="rect-1-919">
            <a:extLst xmlns:a="http://schemas.openxmlformats.org/drawingml/2006/main">
              <a:ext uri="{FF2B5EF4-FFF2-40B4-BE49-F238E27FC236}">
                <a16:creationId xmlns:a16="http://schemas.microsoft.com/office/drawing/2014/main" id="{F424EDBB-5DD5-4F22-9ECD-80FB49C7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56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21" name="rect-1-920">
            <a:extLst xmlns:a="http://schemas.openxmlformats.org/drawingml/2006/main">
              <a:ext uri="{FF2B5EF4-FFF2-40B4-BE49-F238E27FC236}">
                <a16:creationId xmlns:a16="http://schemas.microsoft.com/office/drawing/2014/main" id="{69D1EFA4-EBDB-4D6A-BDB1-BB91CFB0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681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22" name="rect-1-921">
            <a:extLst xmlns:a="http://schemas.openxmlformats.org/drawingml/2006/main">
              <a:ext uri="{FF2B5EF4-FFF2-40B4-BE49-F238E27FC236}">
                <a16:creationId xmlns:a16="http://schemas.microsoft.com/office/drawing/2014/main" id="{2F4B7B14-D86E-408C-92BE-1B284932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23" name="rect-1-922">
            <a:extLst xmlns:a="http://schemas.openxmlformats.org/drawingml/2006/main">
              <a:ext uri="{FF2B5EF4-FFF2-40B4-BE49-F238E27FC236}">
                <a16:creationId xmlns:a16="http://schemas.microsoft.com/office/drawing/2014/main" id="{EF060C60-D027-40CB-B697-7B93296D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24" name="rect-1-923">
            <a:extLst xmlns:a="http://schemas.openxmlformats.org/drawingml/2006/main">
              <a:ext uri="{FF2B5EF4-FFF2-40B4-BE49-F238E27FC236}">
                <a16:creationId xmlns:a16="http://schemas.microsoft.com/office/drawing/2014/main" id="{5119CA41-DBD0-4B9C-8CA8-016BBDA6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25" name="rect-1-924">
            <a:extLst xmlns:a="http://schemas.openxmlformats.org/drawingml/2006/main">
              <a:ext uri="{FF2B5EF4-FFF2-40B4-BE49-F238E27FC236}">
                <a16:creationId xmlns:a16="http://schemas.microsoft.com/office/drawing/2014/main" id="{58294862-9228-4AE0-9E91-1C9EF397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26" name="rect-1-925">
            <a:extLst xmlns:a="http://schemas.openxmlformats.org/drawingml/2006/main">
              <a:ext uri="{FF2B5EF4-FFF2-40B4-BE49-F238E27FC236}">
                <a16:creationId xmlns:a16="http://schemas.microsoft.com/office/drawing/2014/main" id="{EB750899-E85C-4B09-9063-036EA8F7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27" name="rect-1-926">
            <a:extLst xmlns:a="http://schemas.openxmlformats.org/drawingml/2006/main">
              <a:ext uri="{FF2B5EF4-FFF2-40B4-BE49-F238E27FC236}">
                <a16:creationId xmlns:a16="http://schemas.microsoft.com/office/drawing/2014/main" id="{E3073D0F-3DE6-4B9C-9A82-14578648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28" name="rect-1-927">
            <a:extLst xmlns:a="http://schemas.openxmlformats.org/drawingml/2006/main">
              <a:ext uri="{FF2B5EF4-FFF2-40B4-BE49-F238E27FC236}">
                <a16:creationId xmlns:a16="http://schemas.microsoft.com/office/drawing/2014/main" id="{2E68E67B-E4D2-4C8A-B0CB-5F926CF7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29" name="rect-1-928">
            <a:extLst xmlns:a="http://schemas.openxmlformats.org/drawingml/2006/main">
              <a:ext uri="{FF2B5EF4-FFF2-40B4-BE49-F238E27FC236}">
                <a16:creationId xmlns:a16="http://schemas.microsoft.com/office/drawing/2014/main" id="{28029F3A-7F79-4798-8FA3-D627A302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30" name="rect-1-929">
            <a:extLst xmlns:a="http://schemas.openxmlformats.org/drawingml/2006/main">
              <a:ext uri="{FF2B5EF4-FFF2-40B4-BE49-F238E27FC236}">
                <a16:creationId xmlns:a16="http://schemas.microsoft.com/office/drawing/2014/main" id="{22C226D0-AFBB-4CD4-969C-DC4C9A7A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31" name="rect-1-930">
            <a:extLst xmlns:a="http://schemas.openxmlformats.org/drawingml/2006/main">
              <a:ext uri="{FF2B5EF4-FFF2-40B4-BE49-F238E27FC236}">
                <a16:creationId xmlns:a16="http://schemas.microsoft.com/office/drawing/2014/main" id="{2C1E6BF8-3F0A-4FC3-9C20-01AB151D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32" name="rect-1-931">
            <a:extLst xmlns:a="http://schemas.openxmlformats.org/drawingml/2006/main">
              <a:ext uri="{FF2B5EF4-FFF2-40B4-BE49-F238E27FC236}">
                <a16:creationId xmlns:a16="http://schemas.microsoft.com/office/drawing/2014/main" id="{A1DFDB78-69A2-4710-ABAC-ED1B3FA5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33" name="rect-1-932">
            <a:extLst xmlns:a="http://schemas.openxmlformats.org/drawingml/2006/main">
              <a:ext uri="{FF2B5EF4-FFF2-40B4-BE49-F238E27FC236}">
                <a16:creationId xmlns:a16="http://schemas.microsoft.com/office/drawing/2014/main" id="{0CA2CEF5-8AC5-45B6-AC9D-E1FA17DB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34" name="rect-1-933">
            <a:extLst xmlns:a="http://schemas.openxmlformats.org/drawingml/2006/main">
              <a:ext uri="{FF2B5EF4-FFF2-40B4-BE49-F238E27FC236}">
                <a16:creationId xmlns:a16="http://schemas.microsoft.com/office/drawing/2014/main" id="{77383BCD-08DC-4F71-B8DB-73E8FC4F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241011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35" name="rect-1-934">
            <a:extLst xmlns:a="http://schemas.openxmlformats.org/drawingml/2006/main">
              <a:ext uri="{FF2B5EF4-FFF2-40B4-BE49-F238E27FC236}">
                <a16:creationId xmlns:a16="http://schemas.microsoft.com/office/drawing/2014/main" id="{77734F11-3C1D-45EB-A091-DAC3361D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241011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36" name="rect-1-935">
            <a:extLst xmlns:a="http://schemas.openxmlformats.org/drawingml/2006/main">
              <a:ext uri="{FF2B5EF4-FFF2-40B4-BE49-F238E27FC236}">
                <a16:creationId xmlns:a16="http://schemas.microsoft.com/office/drawing/2014/main" id="{AC9C6ACF-29B8-412C-8546-1829A40E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241011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37" name="rect-1-936">
            <a:extLst xmlns:a="http://schemas.openxmlformats.org/drawingml/2006/main">
              <a:ext uri="{FF2B5EF4-FFF2-40B4-BE49-F238E27FC236}">
                <a16:creationId xmlns:a16="http://schemas.microsoft.com/office/drawing/2014/main" id="{6DB72E97-CF6B-4858-9A12-F71F5543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241011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38" name="rect-1-937">
            <a:extLst xmlns:a="http://schemas.openxmlformats.org/drawingml/2006/main">
              <a:ext uri="{FF2B5EF4-FFF2-40B4-BE49-F238E27FC236}">
                <a16:creationId xmlns:a16="http://schemas.microsoft.com/office/drawing/2014/main" id="{25B77CD9-A317-46F6-91A5-E81E1D90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252483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39" name="rect-1-938">
            <a:extLst xmlns:a="http://schemas.openxmlformats.org/drawingml/2006/main">
              <a:ext uri="{FF2B5EF4-FFF2-40B4-BE49-F238E27FC236}">
                <a16:creationId xmlns:a16="http://schemas.microsoft.com/office/drawing/2014/main" id="{09FC5230-916F-4235-864A-F2A80C25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252483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40" name="rect-1-939">
            <a:extLst xmlns:a="http://schemas.openxmlformats.org/drawingml/2006/main">
              <a:ext uri="{FF2B5EF4-FFF2-40B4-BE49-F238E27FC236}">
                <a16:creationId xmlns:a16="http://schemas.microsoft.com/office/drawing/2014/main" id="{E37B5094-7C5F-4B5B-90C0-4D5A2FD6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252483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41" name="rect-1-940">
            <a:extLst xmlns:a="http://schemas.openxmlformats.org/drawingml/2006/main">
              <a:ext uri="{FF2B5EF4-FFF2-40B4-BE49-F238E27FC236}">
                <a16:creationId xmlns:a16="http://schemas.microsoft.com/office/drawing/2014/main" id="{D65C054E-EFED-440C-9227-F6DC37A9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252483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42" name="rect-1-941">
            <a:extLst xmlns:a="http://schemas.openxmlformats.org/drawingml/2006/main">
              <a:ext uri="{FF2B5EF4-FFF2-40B4-BE49-F238E27FC236}">
                <a16:creationId xmlns:a16="http://schemas.microsoft.com/office/drawing/2014/main" id="{54B7D896-E079-4598-BB18-089F9858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252483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43" name="rect-1-942">
            <a:extLst xmlns:a="http://schemas.openxmlformats.org/drawingml/2006/main">
              <a:ext uri="{FF2B5EF4-FFF2-40B4-BE49-F238E27FC236}">
                <a16:creationId xmlns:a16="http://schemas.microsoft.com/office/drawing/2014/main" id="{EFB5E94F-56E4-4CDF-9C38-F7BAA58C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44" name="rect-1-943">
            <a:extLst xmlns:a="http://schemas.openxmlformats.org/drawingml/2006/main">
              <a:ext uri="{FF2B5EF4-FFF2-40B4-BE49-F238E27FC236}">
                <a16:creationId xmlns:a16="http://schemas.microsoft.com/office/drawing/2014/main" id="{406EF98E-2A6A-49AD-BC99-1D32A1BD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45" name="rect-1-944">
            <a:extLst xmlns:a="http://schemas.openxmlformats.org/drawingml/2006/main">
              <a:ext uri="{FF2B5EF4-FFF2-40B4-BE49-F238E27FC236}">
                <a16:creationId xmlns:a16="http://schemas.microsoft.com/office/drawing/2014/main" id="{E83ACFF7-ED9E-4EA4-AA61-4DDBE803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46" name="rect-1-945">
            <a:extLst xmlns:a="http://schemas.openxmlformats.org/drawingml/2006/main">
              <a:ext uri="{FF2B5EF4-FFF2-40B4-BE49-F238E27FC236}">
                <a16:creationId xmlns:a16="http://schemas.microsoft.com/office/drawing/2014/main" id="{8A28D52C-E21D-4B5D-B1AF-1D7E0070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47" name="rect-1-946">
            <a:extLst xmlns:a="http://schemas.openxmlformats.org/drawingml/2006/main">
              <a:ext uri="{FF2B5EF4-FFF2-40B4-BE49-F238E27FC236}">
                <a16:creationId xmlns:a16="http://schemas.microsoft.com/office/drawing/2014/main" id="{6A7DB47B-3BC1-46F2-A51E-2CA71125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48" name="rect-1-947">
            <a:extLst xmlns:a="http://schemas.openxmlformats.org/drawingml/2006/main">
              <a:ext uri="{FF2B5EF4-FFF2-40B4-BE49-F238E27FC236}">
                <a16:creationId xmlns:a16="http://schemas.microsoft.com/office/drawing/2014/main" id="{08B6B151-1869-4EAD-9EBC-8EE8A925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231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49" name="rect-1-948">
            <a:extLst xmlns:a="http://schemas.openxmlformats.org/drawingml/2006/main">
              <a:ext uri="{FF2B5EF4-FFF2-40B4-BE49-F238E27FC236}">
                <a16:creationId xmlns:a16="http://schemas.microsoft.com/office/drawing/2014/main" id="{9FD90FAC-C29A-47EF-8B3F-49EE2F7F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275428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50" name="rect-1-949">
            <a:extLst xmlns:a="http://schemas.openxmlformats.org/drawingml/2006/main">
              <a:ext uri="{FF2B5EF4-FFF2-40B4-BE49-F238E27FC236}">
                <a16:creationId xmlns:a16="http://schemas.microsoft.com/office/drawing/2014/main" id="{33984142-DD46-448A-B224-2445A426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275428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51" name="rect-1-950">
            <a:extLst xmlns:a="http://schemas.openxmlformats.org/drawingml/2006/main">
              <a:ext uri="{FF2B5EF4-FFF2-40B4-BE49-F238E27FC236}">
                <a16:creationId xmlns:a16="http://schemas.microsoft.com/office/drawing/2014/main" id="{91DF1CDE-B8A9-4B24-A692-F48B58CE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275428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52" name="rect-1-951">
            <a:extLst xmlns:a="http://schemas.openxmlformats.org/drawingml/2006/main">
              <a:ext uri="{FF2B5EF4-FFF2-40B4-BE49-F238E27FC236}">
                <a16:creationId xmlns:a16="http://schemas.microsoft.com/office/drawing/2014/main" id="{C431B105-C6A5-4D56-8B64-BFADF273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275428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53" name="rect-1-952">
            <a:extLst xmlns:a="http://schemas.openxmlformats.org/drawingml/2006/main">
              <a:ext uri="{FF2B5EF4-FFF2-40B4-BE49-F238E27FC236}">
                <a16:creationId xmlns:a16="http://schemas.microsoft.com/office/drawing/2014/main" id="{99D7DC1D-AE06-461B-BAD4-0DCA8F8C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286901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54" name="rect-1-953">
            <a:extLst xmlns:a="http://schemas.openxmlformats.org/drawingml/2006/main">
              <a:ext uri="{FF2B5EF4-FFF2-40B4-BE49-F238E27FC236}">
                <a16:creationId xmlns:a16="http://schemas.microsoft.com/office/drawing/2014/main" id="{09D3A4A8-6141-46CC-AA48-29F11954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286901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55" name="rect-1-954">
            <a:extLst xmlns:a="http://schemas.openxmlformats.org/drawingml/2006/main">
              <a:ext uri="{FF2B5EF4-FFF2-40B4-BE49-F238E27FC236}">
                <a16:creationId xmlns:a16="http://schemas.microsoft.com/office/drawing/2014/main" id="{94C0365A-A28D-4134-B089-F6F0E2BC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286901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56" name="rect-1-955">
            <a:extLst xmlns:a="http://schemas.openxmlformats.org/drawingml/2006/main">
              <a:ext uri="{FF2B5EF4-FFF2-40B4-BE49-F238E27FC236}">
                <a16:creationId xmlns:a16="http://schemas.microsoft.com/office/drawing/2014/main" id="{B2BF2716-7D5C-457F-B5E1-711B01D6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286901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57" name="rect-1-956">
            <a:extLst xmlns:a="http://schemas.openxmlformats.org/drawingml/2006/main">
              <a:ext uri="{FF2B5EF4-FFF2-40B4-BE49-F238E27FC236}">
                <a16:creationId xmlns:a16="http://schemas.microsoft.com/office/drawing/2014/main" id="{C3C55397-FB37-4E6A-A3A7-C2B17674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286901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58" name="rect-1-957">
            <a:extLst xmlns:a="http://schemas.openxmlformats.org/drawingml/2006/main">
              <a:ext uri="{FF2B5EF4-FFF2-40B4-BE49-F238E27FC236}">
                <a16:creationId xmlns:a16="http://schemas.microsoft.com/office/drawing/2014/main" id="{DA78FE0D-44AD-406A-AD88-47694318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59" name="rect-1-958">
            <a:extLst xmlns:a="http://schemas.openxmlformats.org/drawingml/2006/main">
              <a:ext uri="{FF2B5EF4-FFF2-40B4-BE49-F238E27FC236}">
                <a16:creationId xmlns:a16="http://schemas.microsoft.com/office/drawing/2014/main" id="{1CDC5731-44AB-491D-9873-3CA51A55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60" name="rect-1-959">
            <a:extLst xmlns:a="http://schemas.openxmlformats.org/drawingml/2006/main">
              <a:ext uri="{FF2B5EF4-FFF2-40B4-BE49-F238E27FC236}">
                <a16:creationId xmlns:a16="http://schemas.microsoft.com/office/drawing/2014/main" id="{782DB22C-0C3B-49EE-87F2-5A99EE4E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61" name="rect-1-960">
            <a:extLst xmlns:a="http://schemas.openxmlformats.org/drawingml/2006/main">
              <a:ext uri="{FF2B5EF4-FFF2-40B4-BE49-F238E27FC236}">
                <a16:creationId xmlns:a16="http://schemas.microsoft.com/office/drawing/2014/main" id="{D05F8435-296E-4EBF-85FE-F531E3D5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62" name="rect-1-961">
            <a:extLst xmlns:a="http://schemas.openxmlformats.org/drawingml/2006/main">
              <a:ext uri="{FF2B5EF4-FFF2-40B4-BE49-F238E27FC236}">
                <a16:creationId xmlns:a16="http://schemas.microsoft.com/office/drawing/2014/main" id="{BFED25A5-3E62-4BFC-AE50-98A60409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63" name="rect-1-962">
            <a:extLst xmlns:a="http://schemas.openxmlformats.org/drawingml/2006/main">
              <a:ext uri="{FF2B5EF4-FFF2-40B4-BE49-F238E27FC236}">
                <a16:creationId xmlns:a16="http://schemas.microsoft.com/office/drawing/2014/main" id="{91A8A622-837E-4C43-BD25-8EA0DA15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64" name="rect-1-963">
            <a:extLst xmlns:a="http://schemas.openxmlformats.org/drawingml/2006/main">
              <a:ext uri="{FF2B5EF4-FFF2-40B4-BE49-F238E27FC236}">
                <a16:creationId xmlns:a16="http://schemas.microsoft.com/office/drawing/2014/main" id="{1331F448-0CE1-434D-B9C7-AADB8ED7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309846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65" name="rect-1-964">
            <a:extLst xmlns:a="http://schemas.openxmlformats.org/drawingml/2006/main">
              <a:ext uri="{FF2B5EF4-FFF2-40B4-BE49-F238E27FC236}">
                <a16:creationId xmlns:a16="http://schemas.microsoft.com/office/drawing/2014/main" id="{E1853891-2261-4B62-8C8B-5BD42533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309846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66" name="rect-1-965">
            <a:extLst xmlns:a="http://schemas.openxmlformats.org/drawingml/2006/main">
              <a:ext uri="{FF2B5EF4-FFF2-40B4-BE49-F238E27FC236}">
                <a16:creationId xmlns:a16="http://schemas.microsoft.com/office/drawing/2014/main" id="{AE057543-C968-4ED7-A2ED-7722D28F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309846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67" name="rect-1-966">
            <a:extLst xmlns:a="http://schemas.openxmlformats.org/drawingml/2006/main">
              <a:ext uri="{FF2B5EF4-FFF2-40B4-BE49-F238E27FC236}">
                <a16:creationId xmlns:a16="http://schemas.microsoft.com/office/drawing/2014/main" id="{06D67D58-EF4E-4489-A377-D7D31410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309846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68" name="rect-1-967">
            <a:extLst xmlns:a="http://schemas.openxmlformats.org/drawingml/2006/main">
              <a:ext uri="{FF2B5EF4-FFF2-40B4-BE49-F238E27FC236}">
                <a16:creationId xmlns:a16="http://schemas.microsoft.com/office/drawing/2014/main" id="{3342F38E-091A-4AE6-B15E-7D69D58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309846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69" name="rect-1-968">
            <a:extLst xmlns:a="http://schemas.openxmlformats.org/drawingml/2006/main">
              <a:ext uri="{FF2B5EF4-FFF2-40B4-BE49-F238E27FC236}">
                <a16:creationId xmlns:a16="http://schemas.microsoft.com/office/drawing/2014/main" id="{D172E5AC-3A8E-4C8A-9F91-53FF9011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321318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70" name="rect-1-969">
            <a:extLst xmlns:a="http://schemas.openxmlformats.org/drawingml/2006/main">
              <a:ext uri="{FF2B5EF4-FFF2-40B4-BE49-F238E27FC236}">
                <a16:creationId xmlns:a16="http://schemas.microsoft.com/office/drawing/2014/main" id="{6E42EC36-D228-4A43-A965-F78EC96C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321318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71" name="rect-1-970">
            <a:extLst xmlns:a="http://schemas.openxmlformats.org/drawingml/2006/main">
              <a:ext uri="{FF2B5EF4-FFF2-40B4-BE49-F238E27FC236}">
                <a16:creationId xmlns:a16="http://schemas.microsoft.com/office/drawing/2014/main" id="{39EFC0EA-60E2-40D7-958F-C1D977BC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321318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72" name="rect-1-971">
            <a:extLst xmlns:a="http://schemas.openxmlformats.org/drawingml/2006/main">
              <a:ext uri="{FF2B5EF4-FFF2-40B4-BE49-F238E27FC236}">
                <a16:creationId xmlns:a16="http://schemas.microsoft.com/office/drawing/2014/main" id="{E01CE84C-41C4-4CA7-9EC6-7594F1C1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321318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73" name="rect-1-972">
            <a:extLst xmlns:a="http://schemas.openxmlformats.org/drawingml/2006/main">
              <a:ext uri="{FF2B5EF4-FFF2-40B4-BE49-F238E27FC236}">
                <a16:creationId xmlns:a16="http://schemas.microsoft.com/office/drawing/2014/main" id="{B3EF608E-300E-4A63-BF3C-FC0074F0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332791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74" name="rect-1-973">
            <a:extLst xmlns:a="http://schemas.openxmlformats.org/drawingml/2006/main">
              <a:ext uri="{FF2B5EF4-FFF2-40B4-BE49-F238E27FC236}">
                <a16:creationId xmlns:a16="http://schemas.microsoft.com/office/drawing/2014/main" id="{0D6589B4-1701-458F-AE83-48A8112E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332791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75" name="rect-1-974">
            <a:extLst xmlns:a="http://schemas.openxmlformats.org/drawingml/2006/main">
              <a:ext uri="{FF2B5EF4-FFF2-40B4-BE49-F238E27FC236}">
                <a16:creationId xmlns:a16="http://schemas.microsoft.com/office/drawing/2014/main" id="{56456E55-776E-42B6-8246-41E2ABCE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332791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76" name="rect-1-975">
            <a:extLst xmlns:a="http://schemas.openxmlformats.org/drawingml/2006/main">
              <a:ext uri="{FF2B5EF4-FFF2-40B4-BE49-F238E27FC236}">
                <a16:creationId xmlns:a16="http://schemas.microsoft.com/office/drawing/2014/main" id="{F3EE3CCF-5ADC-476D-99E7-7DB819D9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332791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77" name="rect-1-976">
            <a:extLst xmlns:a="http://schemas.openxmlformats.org/drawingml/2006/main">
              <a:ext uri="{FF2B5EF4-FFF2-40B4-BE49-F238E27FC236}">
                <a16:creationId xmlns:a16="http://schemas.microsoft.com/office/drawing/2014/main" id="{74BA849A-26E7-4AA3-A159-10D4312C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78" name="rect-1-977">
            <a:extLst xmlns:a="http://schemas.openxmlformats.org/drawingml/2006/main">
              <a:ext uri="{FF2B5EF4-FFF2-40B4-BE49-F238E27FC236}">
                <a16:creationId xmlns:a16="http://schemas.microsoft.com/office/drawing/2014/main" id="{86941D35-24BC-4006-B4D1-0953AE93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79" name="rect-1-978">
            <a:extLst xmlns:a="http://schemas.openxmlformats.org/drawingml/2006/main">
              <a:ext uri="{FF2B5EF4-FFF2-40B4-BE49-F238E27FC236}">
                <a16:creationId xmlns:a16="http://schemas.microsoft.com/office/drawing/2014/main" id="{171D7CB6-6511-4F5E-845E-415B280D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80" name="rect-1-979">
            <a:extLst xmlns:a="http://schemas.openxmlformats.org/drawingml/2006/main">
              <a:ext uri="{FF2B5EF4-FFF2-40B4-BE49-F238E27FC236}">
                <a16:creationId xmlns:a16="http://schemas.microsoft.com/office/drawing/2014/main" id="{CBA57CEF-1B12-4DBC-BE74-584AF7E4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81" name="rect-1-980">
            <a:extLst xmlns:a="http://schemas.openxmlformats.org/drawingml/2006/main">
              <a:ext uri="{FF2B5EF4-FFF2-40B4-BE49-F238E27FC236}">
                <a16:creationId xmlns:a16="http://schemas.microsoft.com/office/drawing/2014/main" id="{B7368D60-1F56-43B4-BE78-4606F211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82" name="rect-1-981">
            <a:extLst xmlns:a="http://schemas.openxmlformats.org/drawingml/2006/main">
              <a:ext uri="{FF2B5EF4-FFF2-40B4-BE49-F238E27FC236}">
                <a16:creationId xmlns:a16="http://schemas.microsoft.com/office/drawing/2014/main" id="{99B0809B-908A-4B39-A5BD-CF33B975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83" name="rect-1-982">
            <a:extLst xmlns:a="http://schemas.openxmlformats.org/drawingml/2006/main">
              <a:ext uri="{FF2B5EF4-FFF2-40B4-BE49-F238E27FC236}">
                <a16:creationId xmlns:a16="http://schemas.microsoft.com/office/drawing/2014/main" id="{CEFF01F9-0999-4F19-8355-630E8E93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84" name="rect-1-983">
            <a:extLst xmlns:a="http://schemas.openxmlformats.org/drawingml/2006/main">
              <a:ext uri="{FF2B5EF4-FFF2-40B4-BE49-F238E27FC236}">
                <a16:creationId xmlns:a16="http://schemas.microsoft.com/office/drawing/2014/main" id="{3019A891-6CFA-4D83-B3A6-C82B4D48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85" name="rect-1-984">
            <a:extLst xmlns:a="http://schemas.openxmlformats.org/drawingml/2006/main">
              <a:ext uri="{FF2B5EF4-FFF2-40B4-BE49-F238E27FC236}">
                <a16:creationId xmlns:a16="http://schemas.microsoft.com/office/drawing/2014/main" id="{93918131-3EEC-41E2-A6C0-5C9946CE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86" name="rect-1-985">
            <a:extLst xmlns:a="http://schemas.openxmlformats.org/drawingml/2006/main">
              <a:ext uri="{FF2B5EF4-FFF2-40B4-BE49-F238E27FC236}">
                <a16:creationId xmlns:a16="http://schemas.microsoft.com/office/drawing/2014/main" id="{5D3BDFA3-12B3-4C9B-910D-1BD570F4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87" name="rect-1-986">
            <a:extLst xmlns:a="http://schemas.openxmlformats.org/drawingml/2006/main">
              <a:ext uri="{FF2B5EF4-FFF2-40B4-BE49-F238E27FC236}">
                <a16:creationId xmlns:a16="http://schemas.microsoft.com/office/drawing/2014/main" id="{57BC3E6C-51C6-44F6-A096-0C3FE6CD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88" name="rect-1-987">
            <a:extLst xmlns:a="http://schemas.openxmlformats.org/drawingml/2006/main">
              <a:ext uri="{FF2B5EF4-FFF2-40B4-BE49-F238E27FC236}">
                <a16:creationId xmlns:a16="http://schemas.microsoft.com/office/drawing/2014/main" id="{FD85F80B-20C6-4AE6-A9FA-41E0E819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89" name="rect-1-988">
            <a:extLst xmlns:a="http://schemas.openxmlformats.org/drawingml/2006/main">
              <a:ext uri="{FF2B5EF4-FFF2-40B4-BE49-F238E27FC236}">
                <a16:creationId xmlns:a16="http://schemas.microsoft.com/office/drawing/2014/main" id="{16A6C972-E79F-4DB8-B1B9-D7032D14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90" name="rect-1-989">
            <a:extLst xmlns:a="http://schemas.openxmlformats.org/drawingml/2006/main">
              <a:ext uri="{FF2B5EF4-FFF2-40B4-BE49-F238E27FC236}">
                <a16:creationId xmlns:a16="http://schemas.microsoft.com/office/drawing/2014/main" id="{637FC73F-D2CE-4C94-871C-13C5608A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91" name="rect-1-990">
            <a:extLst xmlns:a="http://schemas.openxmlformats.org/drawingml/2006/main">
              <a:ext uri="{FF2B5EF4-FFF2-40B4-BE49-F238E27FC236}">
                <a16:creationId xmlns:a16="http://schemas.microsoft.com/office/drawing/2014/main" id="{26AF11A3-4F8F-421F-9B4F-CD91DA9F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92" name="rect-1-991">
            <a:extLst xmlns:a="http://schemas.openxmlformats.org/drawingml/2006/main">
              <a:ext uri="{FF2B5EF4-FFF2-40B4-BE49-F238E27FC236}">
                <a16:creationId xmlns:a16="http://schemas.microsoft.com/office/drawing/2014/main" id="{F2E5F879-8B84-4C5B-9E83-9B1579AD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93" name="rect-1-992">
            <a:extLst xmlns:a="http://schemas.openxmlformats.org/drawingml/2006/main">
              <a:ext uri="{FF2B5EF4-FFF2-40B4-BE49-F238E27FC236}">
                <a16:creationId xmlns:a16="http://schemas.microsoft.com/office/drawing/2014/main" id="{F9C6C08E-C7F9-49D8-AEDF-88AA0955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94" name="rect-1-993">
            <a:extLst xmlns:a="http://schemas.openxmlformats.org/drawingml/2006/main">
              <a:ext uri="{FF2B5EF4-FFF2-40B4-BE49-F238E27FC236}">
                <a16:creationId xmlns:a16="http://schemas.microsoft.com/office/drawing/2014/main" id="{C8C5B781-0262-4F65-A3BE-BC9AABB7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95" name="rect-1-994">
            <a:extLst xmlns:a="http://schemas.openxmlformats.org/drawingml/2006/main">
              <a:ext uri="{FF2B5EF4-FFF2-40B4-BE49-F238E27FC236}">
                <a16:creationId xmlns:a16="http://schemas.microsoft.com/office/drawing/2014/main" id="{8F014963-7D24-4D08-91D5-BA3588FB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96" name="rect-1-995">
            <a:extLst xmlns:a="http://schemas.openxmlformats.org/drawingml/2006/main">
              <a:ext uri="{FF2B5EF4-FFF2-40B4-BE49-F238E27FC236}">
                <a16:creationId xmlns:a16="http://schemas.microsoft.com/office/drawing/2014/main" id="{6F514992-3A74-49F9-8915-3DC6F716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97" name="rect-1-996">
            <a:extLst xmlns:a="http://schemas.openxmlformats.org/drawingml/2006/main">
              <a:ext uri="{FF2B5EF4-FFF2-40B4-BE49-F238E27FC236}">
                <a16:creationId xmlns:a16="http://schemas.microsoft.com/office/drawing/2014/main" id="{9D463296-1275-4C77-AA25-E9C74814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98" name="rect-1-997">
            <a:extLst xmlns:a="http://schemas.openxmlformats.org/drawingml/2006/main">
              <a:ext uri="{FF2B5EF4-FFF2-40B4-BE49-F238E27FC236}">
                <a16:creationId xmlns:a16="http://schemas.microsoft.com/office/drawing/2014/main" id="{8F77E977-846A-467D-8397-DB8E369F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999" name="rect-1-998">
            <a:extLst xmlns:a="http://schemas.openxmlformats.org/drawingml/2006/main">
              <a:ext uri="{FF2B5EF4-FFF2-40B4-BE49-F238E27FC236}">
                <a16:creationId xmlns:a16="http://schemas.microsoft.com/office/drawing/2014/main" id="{7A2CA69F-F62B-4AE7-A7F6-2E5C7D72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00" name="rect-1-999">
            <a:extLst xmlns:a="http://schemas.openxmlformats.org/drawingml/2006/main">
              <a:ext uri="{FF2B5EF4-FFF2-40B4-BE49-F238E27FC236}">
                <a16:creationId xmlns:a16="http://schemas.microsoft.com/office/drawing/2014/main" id="{0217B474-A950-48AA-A0AE-2FBAD32B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01" name="rect-1-1000">
            <a:extLst xmlns:a="http://schemas.openxmlformats.org/drawingml/2006/main">
              <a:ext uri="{FF2B5EF4-FFF2-40B4-BE49-F238E27FC236}">
                <a16:creationId xmlns:a16="http://schemas.microsoft.com/office/drawing/2014/main" id="{B15E8075-9B17-4699-A25B-061A379C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02" name="rect-1-1001">
            <a:extLst xmlns:a="http://schemas.openxmlformats.org/drawingml/2006/main">
              <a:ext uri="{FF2B5EF4-FFF2-40B4-BE49-F238E27FC236}">
                <a16:creationId xmlns:a16="http://schemas.microsoft.com/office/drawing/2014/main" id="{EE194F48-E9EC-46BD-9D15-8CBF9D93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03" name="rect-1-1002">
            <a:extLst xmlns:a="http://schemas.openxmlformats.org/drawingml/2006/main">
              <a:ext uri="{FF2B5EF4-FFF2-40B4-BE49-F238E27FC236}">
                <a16:creationId xmlns:a16="http://schemas.microsoft.com/office/drawing/2014/main" id="{B910E596-13DC-4581-A45D-3677DC0A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04" name="rect-1-1003">
            <a:extLst xmlns:a="http://schemas.openxmlformats.org/drawingml/2006/main">
              <a:ext uri="{FF2B5EF4-FFF2-40B4-BE49-F238E27FC236}">
                <a16:creationId xmlns:a16="http://schemas.microsoft.com/office/drawing/2014/main" id="{66713A6F-4B54-4440-9D39-685C2BB6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05" name="rect-1-1004">
            <a:extLst xmlns:a="http://schemas.openxmlformats.org/drawingml/2006/main">
              <a:ext uri="{FF2B5EF4-FFF2-40B4-BE49-F238E27FC236}">
                <a16:creationId xmlns:a16="http://schemas.microsoft.com/office/drawing/2014/main" id="{52D644D9-E42D-4FB6-B4DD-F62A1052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06" name="rect-1-1005">
            <a:extLst xmlns:a="http://schemas.openxmlformats.org/drawingml/2006/main">
              <a:ext uri="{FF2B5EF4-FFF2-40B4-BE49-F238E27FC236}">
                <a16:creationId xmlns:a16="http://schemas.microsoft.com/office/drawing/2014/main" id="{03CF1FAE-3387-48C5-A037-93DCD3CF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07" name="rect-1-1006">
            <a:extLst xmlns:a="http://schemas.openxmlformats.org/drawingml/2006/main">
              <a:ext uri="{FF2B5EF4-FFF2-40B4-BE49-F238E27FC236}">
                <a16:creationId xmlns:a16="http://schemas.microsoft.com/office/drawing/2014/main" id="{B2CD2FDF-B017-4964-9D79-D7A520D5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08" name="rect-1-1007">
            <a:extLst xmlns:a="http://schemas.openxmlformats.org/drawingml/2006/main">
              <a:ext uri="{FF2B5EF4-FFF2-40B4-BE49-F238E27FC236}">
                <a16:creationId xmlns:a16="http://schemas.microsoft.com/office/drawing/2014/main" id="{D50A48A6-0163-4967-BB15-A688BCC1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09" name="rect-1-1008">
            <a:extLst xmlns:a="http://schemas.openxmlformats.org/drawingml/2006/main">
              <a:ext uri="{FF2B5EF4-FFF2-40B4-BE49-F238E27FC236}">
                <a16:creationId xmlns:a16="http://schemas.microsoft.com/office/drawing/2014/main" id="{59CFFF83-80EE-49B7-9A00-B9D999A7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10" name="rect-1-1009">
            <a:extLst xmlns:a="http://schemas.openxmlformats.org/drawingml/2006/main">
              <a:ext uri="{FF2B5EF4-FFF2-40B4-BE49-F238E27FC236}">
                <a16:creationId xmlns:a16="http://schemas.microsoft.com/office/drawing/2014/main" id="{7F78BAA3-44B9-45E2-B0F7-68DD35D3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11" name="rect-1-1010">
            <a:extLst xmlns:a="http://schemas.openxmlformats.org/drawingml/2006/main">
              <a:ext uri="{FF2B5EF4-FFF2-40B4-BE49-F238E27FC236}">
                <a16:creationId xmlns:a16="http://schemas.microsoft.com/office/drawing/2014/main" id="{F7C2564C-A861-40F0-82C5-756F97A1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12" name="rect-1-1011">
            <a:extLst xmlns:a="http://schemas.openxmlformats.org/drawingml/2006/main">
              <a:ext uri="{FF2B5EF4-FFF2-40B4-BE49-F238E27FC236}">
                <a16:creationId xmlns:a16="http://schemas.microsoft.com/office/drawing/2014/main" id="{9E5944B2-A43B-4AD8-A2F8-2F4B8B9E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13" name="rect-1-1012">
            <a:extLst xmlns:a="http://schemas.openxmlformats.org/drawingml/2006/main">
              <a:ext uri="{FF2B5EF4-FFF2-40B4-BE49-F238E27FC236}">
                <a16:creationId xmlns:a16="http://schemas.microsoft.com/office/drawing/2014/main" id="{4B2CA636-35B3-43D3-A9C4-36EC33FA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14" name="rect-1-1013">
            <a:extLst xmlns:a="http://schemas.openxmlformats.org/drawingml/2006/main">
              <a:ext uri="{FF2B5EF4-FFF2-40B4-BE49-F238E27FC236}">
                <a16:creationId xmlns:a16="http://schemas.microsoft.com/office/drawing/2014/main" id="{CFC8F861-C3AF-4E99-B899-90A8B84B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15" name="rect-1-1014">
            <a:extLst xmlns:a="http://schemas.openxmlformats.org/drawingml/2006/main">
              <a:ext uri="{FF2B5EF4-FFF2-40B4-BE49-F238E27FC236}">
                <a16:creationId xmlns:a16="http://schemas.microsoft.com/office/drawing/2014/main" id="{71E2D205-71D2-49EF-BB96-12773392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16" name="rect-1-1015">
            <a:extLst xmlns:a="http://schemas.openxmlformats.org/drawingml/2006/main">
              <a:ext uri="{FF2B5EF4-FFF2-40B4-BE49-F238E27FC236}">
                <a16:creationId xmlns:a16="http://schemas.microsoft.com/office/drawing/2014/main" id="{F4A603BF-2853-4B96-86CC-BBAA4BB4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17" name="rect-1-1016">
            <a:extLst xmlns:a="http://schemas.openxmlformats.org/drawingml/2006/main">
              <a:ext uri="{FF2B5EF4-FFF2-40B4-BE49-F238E27FC236}">
                <a16:creationId xmlns:a16="http://schemas.microsoft.com/office/drawing/2014/main" id="{DDCAB054-442A-4C0A-881E-C14401E3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18" name="rect-1-1017">
            <a:extLst xmlns:a="http://schemas.openxmlformats.org/drawingml/2006/main">
              <a:ext uri="{FF2B5EF4-FFF2-40B4-BE49-F238E27FC236}">
                <a16:creationId xmlns:a16="http://schemas.microsoft.com/office/drawing/2014/main" id="{064FB024-0050-41E5-ABC8-132CCBA9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19" name="rect-1-1018">
            <a:extLst xmlns:a="http://schemas.openxmlformats.org/drawingml/2006/main">
              <a:ext uri="{FF2B5EF4-FFF2-40B4-BE49-F238E27FC236}">
                <a16:creationId xmlns:a16="http://schemas.microsoft.com/office/drawing/2014/main" id="{0FA9857D-2ACA-4F5E-92F0-FB7B8114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20" name="rect-1-1019">
            <a:extLst xmlns:a="http://schemas.openxmlformats.org/drawingml/2006/main">
              <a:ext uri="{FF2B5EF4-FFF2-40B4-BE49-F238E27FC236}">
                <a16:creationId xmlns:a16="http://schemas.microsoft.com/office/drawing/2014/main" id="{68357C0A-FFF3-4952-B10C-F6147AD1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21" name="rect-1-1020">
            <a:extLst xmlns:a="http://schemas.openxmlformats.org/drawingml/2006/main">
              <a:ext uri="{FF2B5EF4-FFF2-40B4-BE49-F238E27FC236}">
                <a16:creationId xmlns:a16="http://schemas.microsoft.com/office/drawing/2014/main" id="{408526E1-158F-411B-A561-F32AEABF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22" name="rect-1-1021">
            <a:extLst xmlns:a="http://schemas.openxmlformats.org/drawingml/2006/main">
              <a:ext uri="{FF2B5EF4-FFF2-40B4-BE49-F238E27FC236}">
                <a16:creationId xmlns:a16="http://schemas.microsoft.com/office/drawing/2014/main" id="{3A6472ED-75DC-462B-AFF9-B45646C5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23" name="rect-1-1022">
            <a:extLst xmlns:a="http://schemas.openxmlformats.org/drawingml/2006/main">
              <a:ext uri="{FF2B5EF4-FFF2-40B4-BE49-F238E27FC236}">
                <a16:creationId xmlns:a16="http://schemas.microsoft.com/office/drawing/2014/main" id="{9D7D108D-2845-4DB2-8E88-27E8F7BA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24" name="rect-1-1023">
            <a:extLst xmlns:a="http://schemas.openxmlformats.org/drawingml/2006/main">
              <a:ext uri="{FF2B5EF4-FFF2-40B4-BE49-F238E27FC236}">
                <a16:creationId xmlns:a16="http://schemas.microsoft.com/office/drawing/2014/main" id="{9A9FD3CC-434D-424C-9395-D98A001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25" name="rect-1-1024">
            <a:extLst xmlns:a="http://schemas.openxmlformats.org/drawingml/2006/main">
              <a:ext uri="{FF2B5EF4-FFF2-40B4-BE49-F238E27FC236}">
                <a16:creationId xmlns:a16="http://schemas.microsoft.com/office/drawing/2014/main" id="{DCE62B3F-7286-4A86-8502-F2EACF44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26" name="rect-1-1025">
            <a:extLst xmlns:a="http://schemas.openxmlformats.org/drawingml/2006/main">
              <a:ext uri="{FF2B5EF4-FFF2-40B4-BE49-F238E27FC236}">
                <a16:creationId xmlns:a16="http://schemas.microsoft.com/office/drawing/2014/main" id="{D5556FAB-ABB2-4910-8C27-1DC89EE2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27" name="rect-1-1026">
            <a:extLst xmlns:a="http://schemas.openxmlformats.org/drawingml/2006/main">
              <a:ext uri="{FF2B5EF4-FFF2-40B4-BE49-F238E27FC236}">
                <a16:creationId xmlns:a16="http://schemas.microsoft.com/office/drawing/2014/main" id="{BFE6ABD1-A50A-4513-97EC-2637FB6F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28" name="rect-1-1027">
            <a:extLst xmlns:a="http://schemas.openxmlformats.org/drawingml/2006/main">
              <a:ext uri="{FF2B5EF4-FFF2-40B4-BE49-F238E27FC236}">
                <a16:creationId xmlns:a16="http://schemas.microsoft.com/office/drawing/2014/main" id="{299777B6-9B42-467E-9BEA-3679DEED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29" name="rect-1-1028">
            <a:extLst xmlns:a="http://schemas.openxmlformats.org/drawingml/2006/main">
              <a:ext uri="{FF2B5EF4-FFF2-40B4-BE49-F238E27FC236}">
                <a16:creationId xmlns:a16="http://schemas.microsoft.com/office/drawing/2014/main" id="{629E667D-6F68-440D-A4D1-4041CC08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30" name="rect-1-1029">
            <a:extLst xmlns:a="http://schemas.openxmlformats.org/drawingml/2006/main">
              <a:ext uri="{FF2B5EF4-FFF2-40B4-BE49-F238E27FC236}">
                <a16:creationId xmlns:a16="http://schemas.microsoft.com/office/drawing/2014/main" id="{F9743138-205D-48A6-8770-F4699C0E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31" name="rect-1-1030">
            <a:extLst xmlns:a="http://schemas.openxmlformats.org/drawingml/2006/main">
              <a:ext uri="{FF2B5EF4-FFF2-40B4-BE49-F238E27FC236}">
                <a16:creationId xmlns:a16="http://schemas.microsoft.com/office/drawing/2014/main" id="{06691C5F-3A9F-432F-8723-F6C11536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077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32" name="rect-1-1031">
            <a:extLst xmlns:a="http://schemas.openxmlformats.org/drawingml/2006/main">
              <a:ext uri="{FF2B5EF4-FFF2-40B4-BE49-F238E27FC236}">
                <a16:creationId xmlns:a16="http://schemas.microsoft.com/office/drawing/2014/main" id="{F31C6684-8A2C-45E3-9A6C-A8099F82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33" name="rect-1-1032">
            <a:extLst xmlns:a="http://schemas.openxmlformats.org/drawingml/2006/main">
              <a:ext uri="{FF2B5EF4-FFF2-40B4-BE49-F238E27FC236}">
                <a16:creationId xmlns:a16="http://schemas.microsoft.com/office/drawing/2014/main" id="{9B956E5B-B6A4-46BC-A290-EB49918B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34" name="rect-1-1033">
            <a:extLst xmlns:a="http://schemas.openxmlformats.org/drawingml/2006/main">
              <a:ext uri="{FF2B5EF4-FFF2-40B4-BE49-F238E27FC236}">
                <a16:creationId xmlns:a16="http://schemas.microsoft.com/office/drawing/2014/main" id="{6B461F70-51CE-43F9-8EC9-AF5A0618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35" name="rect-1-1034">
            <a:extLst xmlns:a="http://schemas.openxmlformats.org/drawingml/2006/main">
              <a:ext uri="{FF2B5EF4-FFF2-40B4-BE49-F238E27FC236}">
                <a16:creationId xmlns:a16="http://schemas.microsoft.com/office/drawing/2014/main" id="{BF74396D-7A08-411A-9FBD-D2E84651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36" name="rect-1-1035">
            <a:extLst xmlns:a="http://schemas.openxmlformats.org/drawingml/2006/main">
              <a:ext uri="{FF2B5EF4-FFF2-40B4-BE49-F238E27FC236}">
                <a16:creationId xmlns:a16="http://schemas.microsoft.com/office/drawing/2014/main" id="{F87D7376-A809-4652-B0F2-85D097E6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37" name="rect-1-1036">
            <a:extLst xmlns:a="http://schemas.openxmlformats.org/drawingml/2006/main">
              <a:ext uri="{FF2B5EF4-FFF2-40B4-BE49-F238E27FC236}">
                <a16:creationId xmlns:a16="http://schemas.microsoft.com/office/drawing/2014/main" id="{0E1541B5-9861-452A-A51F-43DB27DB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38" name="rect-1-1037">
            <a:extLst xmlns:a="http://schemas.openxmlformats.org/drawingml/2006/main">
              <a:ext uri="{FF2B5EF4-FFF2-40B4-BE49-F238E27FC236}">
                <a16:creationId xmlns:a16="http://schemas.microsoft.com/office/drawing/2014/main" id="{5F8E793F-488B-42FF-BE9C-F01FA02F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39" name="rect-1-1038">
            <a:extLst xmlns:a="http://schemas.openxmlformats.org/drawingml/2006/main">
              <a:ext uri="{FF2B5EF4-FFF2-40B4-BE49-F238E27FC236}">
                <a16:creationId xmlns:a16="http://schemas.microsoft.com/office/drawing/2014/main" id="{B3C993EA-D360-49E0-932A-BB56B5CD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40" name="rect-1-1039">
            <a:extLst xmlns:a="http://schemas.openxmlformats.org/drawingml/2006/main">
              <a:ext uri="{FF2B5EF4-FFF2-40B4-BE49-F238E27FC236}">
                <a16:creationId xmlns:a16="http://schemas.microsoft.com/office/drawing/2014/main" id="{6297B811-6484-4671-BA02-BCE0BD23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41" name="rect-1-1040">
            <a:extLst xmlns:a="http://schemas.openxmlformats.org/drawingml/2006/main">
              <a:ext uri="{FF2B5EF4-FFF2-40B4-BE49-F238E27FC236}">
                <a16:creationId xmlns:a16="http://schemas.microsoft.com/office/drawing/2014/main" id="{F3F2AC07-AD4E-469C-9EA2-4185808B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42" name="rect-1-1041">
            <a:extLst xmlns:a="http://schemas.openxmlformats.org/drawingml/2006/main">
              <a:ext uri="{FF2B5EF4-FFF2-40B4-BE49-F238E27FC236}">
                <a16:creationId xmlns:a16="http://schemas.microsoft.com/office/drawing/2014/main" id="{F3E8867E-41DB-41E2-A853-3F44B667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43" name="rect-1-1042">
            <a:extLst xmlns:a="http://schemas.openxmlformats.org/drawingml/2006/main">
              <a:ext uri="{FF2B5EF4-FFF2-40B4-BE49-F238E27FC236}">
                <a16:creationId xmlns:a16="http://schemas.microsoft.com/office/drawing/2014/main" id="{73649599-0D80-459C-BC3E-2C7D2D5A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44" name="rect-1-1043">
            <a:extLst xmlns:a="http://schemas.openxmlformats.org/drawingml/2006/main">
              <a:ext uri="{FF2B5EF4-FFF2-40B4-BE49-F238E27FC236}">
                <a16:creationId xmlns:a16="http://schemas.microsoft.com/office/drawing/2014/main" id="{4C6F77FD-5F9E-4DD4-BF69-C423AA32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45" name="rect-1-1044">
            <a:extLst xmlns:a="http://schemas.openxmlformats.org/drawingml/2006/main">
              <a:ext uri="{FF2B5EF4-FFF2-40B4-BE49-F238E27FC236}">
                <a16:creationId xmlns:a16="http://schemas.microsoft.com/office/drawing/2014/main" id="{5D366193-71D9-456C-B59F-C7971CBC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46" name="rect-1-1045">
            <a:extLst xmlns:a="http://schemas.openxmlformats.org/drawingml/2006/main">
              <a:ext uri="{FF2B5EF4-FFF2-40B4-BE49-F238E27FC236}">
                <a16:creationId xmlns:a16="http://schemas.microsoft.com/office/drawing/2014/main" id="{02651E1D-B950-41CC-805B-34A5F163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47" name="rect-1-1046">
            <a:extLst xmlns:a="http://schemas.openxmlformats.org/drawingml/2006/main">
              <a:ext uri="{FF2B5EF4-FFF2-40B4-BE49-F238E27FC236}">
                <a16:creationId xmlns:a16="http://schemas.microsoft.com/office/drawing/2014/main" id="{F1F13811-EDA5-4173-91CD-4CB2D317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48" name="rect-1-1047">
            <a:extLst xmlns:a="http://schemas.openxmlformats.org/drawingml/2006/main">
              <a:ext uri="{FF2B5EF4-FFF2-40B4-BE49-F238E27FC236}">
                <a16:creationId xmlns:a16="http://schemas.microsoft.com/office/drawing/2014/main" id="{EB34D463-531C-4457-A296-2FC7FFEF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49" name="rect-1-1048">
            <a:extLst xmlns:a="http://schemas.openxmlformats.org/drawingml/2006/main">
              <a:ext uri="{FF2B5EF4-FFF2-40B4-BE49-F238E27FC236}">
                <a16:creationId xmlns:a16="http://schemas.microsoft.com/office/drawing/2014/main" id="{7150F794-C6B0-457B-9ABD-6E071C54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50" name="rect-1-1049">
            <a:extLst xmlns:a="http://schemas.openxmlformats.org/drawingml/2006/main">
              <a:ext uri="{FF2B5EF4-FFF2-40B4-BE49-F238E27FC236}">
                <a16:creationId xmlns:a16="http://schemas.microsoft.com/office/drawing/2014/main" id="{5D49E199-68F7-408F-9ADE-4DAA17F9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51" name="rect-1-1050">
            <a:extLst xmlns:a="http://schemas.openxmlformats.org/drawingml/2006/main">
              <a:ext uri="{FF2B5EF4-FFF2-40B4-BE49-F238E27FC236}">
                <a16:creationId xmlns:a16="http://schemas.microsoft.com/office/drawing/2014/main" id="{EE30AC4F-84E9-49FB-AE79-13ECAA4B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52" name="rect-1-1051">
            <a:extLst xmlns:a="http://schemas.openxmlformats.org/drawingml/2006/main">
              <a:ext uri="{FF2B5EF4-FFF2-40B4-BE49-F238E27FC236}">
                <a16:creationId xmlns:a16="http://schemas.microsoft.com/office/drawing/2014/main" id="{0C680E67-1BCD-4012-A95D-DABACC7D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53" name="rect-1-1052">
            <a:extLst xmlns:a="http://schemas.openxmlformats.org/drawingml/2006/main">
              <a:ext uri="{FF2B5EF4-FFF2-40B4-BE49-F238E27FC236}">
                <a16:creationId xmlns:a16="http://schemas.microsoft.com/office/drawing/2014/main" id="{13F7014F-935C-4D1F-90D3-B8A1BE84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54" name="rect-1-1053">
            <a:extLst xmlns:a="http://schemas.openxmlformats.org/drawingml/2006/main">
              <a:ext uri="{FF2B5EF4-FFF2-40B4-BE49-F238E27FC236}">
                <a16:creationId xmlns:a16="http://schemas.microsoft.com/office/drawing/2014/main" id="{6F45E707-6984-47B2-9218-5237EDDA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55" name="rect-1-1054">
            <a:extLst xmlns:a="http://schemas.openxmlformats.org/drawingml/2006/main">
              <a:ext uri="{FF2B5EF4-FFF2-40B4-BE49-F238E27FC236}">
                <a16:creationId xmlns:a16="http://schemas.microsoft.com/office/drawing/2014/main" id="{6CF46858-F825-45F4-BB91-9E7E84B8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56" name="rect-1-1055">
            <a:extLst xmlns:a="http://schemas.openxmlformats.org/drawingml/2006/main">
              <a:ext uri="{FF2B5EF4-FFF2-40B4-BE49-F238E27FC236}">
                <a16:creationId xmlns:a16="http://schemas.microsoft.com/office/drawing/2014/main" id="{BFBBA47A-CF40-46EF-9D3B-A4C94D6C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57" name="rect-1-1056">
            <a:extLst xmlns:a="http://schemas.openxmlformats.org/drawingml/2006/main">
              <a:ext uri="{FF2B5EF4-FFF2-40B4-BE49-F238E27FC236}">
                <a16:creationId xmlns:a16="http://schemas.microsoft.com/office/drawing/2014/main" id="{CA0FA7F7-3E27-44DB-9E53-0B9A4736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58" name="rect-1-1057">
            <a:extLst xmlns:a="http://schemas.openxmlformats.org/drawingml/2006/main">
              <a:ext uri="{FF2B5EF4-FFF2-40B4-BE49-F238E27FC236}">
                <a16:creationId xmlns:a16="http://schemas.microsoft.com/office/drawing/2014/main" id="{BDCF27A1-0836-427C-B067-05DFDA35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59" name="rect-1-1058">
            <a:extLst xmlns:a="http://schemas.openxmlformats.org/drawingml/2006/main">
              <a:ext uri="{FF2B5EF4-FFF2-40B4-BE49-F238E27FC236}">
                <a16:creationId xmlns:a16="http://schemas.microsoft.com/office/drawing/2014/main" id="{41EC919D-238E-4419-96BD-141846FF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60" name="rect-1-1059">
            <a:extLst xmlns:a="http://schemas.openxmlformats.org/drawingml/2006/main">
              <a:ext uri="{FF2B5EF4-FFF2-40B4-BE49-F238E27FC236}">
                <a16:creationId xmlns:a16="http://schemas.microsoft.com/office/drawing/2014/main" id="{1FEF4DFC-A63B-4586-9F6C-B5B2A31D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61" name="rect-1-1060">
            <a:extLst xmlns:a="http://schemas.openxmlformats.org/drawingml/2006/main">
              <a:ext uri="{FF2B5EF4-FFF2-40B4-BE49-F238E27FC236}">
                <a16:creationId xmlns:a16="http://schemas.microsoft.com/office/drawing/2014/main" id="{323279C0-4084-4A90-ACAD-71D33327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62" name="rect-1-1061">
            <a:extLst xmlns:a="http://schemas.openxmlformats.org/drawingml/2006/main">
              <a:ext uri="{FF2B5EF4-FFF2-40B4-BE49-F238E27FC236}">
                <a16:creationId xmlns:a16="http://schemas.microsoft.com/office/drawing/2014/main" id="{E600F002-EB6D-4A2D-B1BE-396BF73D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63" name="rect-1-1062">
            <a:extLst xmlns:a="http://schemas.openxmlformats.org/drawingml/2006/main">
              <a:ext uri="{FF2B5EF4-FFF2-40B4-BE49-F238E27FC236}">
                <a16:creationId xmlns:a16="http://schemas.microsoft.com/office/drawing/2014/main" id="{82EB581D-22A6-41E0-9137-579A6080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64" name="rect-1-1063">
            <a:extLst xmlns:a="http://schemas.openxmlformats.org/drawingml/2006/main">
              <a:ext uri="{FF2B5EF4-FFF2-40B4-BE49-F238E27FC236}">
                <a16:creationId xmlns:a16="http://schemas.microsoft.com/office/drawing/2014/main" id="{9E1DD4D3-2E94-45E3-8665-7F096052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65" name="rect-1-1064">
            <a:extLst xmlns:a="http://schemas.openxmlformats.org/drawingml/2006/main">
              <a:ext uri="{FF2B5EF4-FFF2-40B4-BE49-F238E27FC236}">
                <a16:creationId xmlns:a16="http://schemas.microsoft.com/office/drawing/2014/main" id="{AC1A820A-A3D3-411F-9E97-F577FCF8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66" name="rect-1-1065">
            <a:extLst xmlns:a="http://schemas.openxmlformats.org/drawingml/2006/main">
              <a:ext uri="{FF2B5EF4-FFF2-40B4-BE49-F238E27FC236}">
                <a16:creationId xmlns:a16="http://schemas.microsoft.com/office/drawing/2014/main" id="{3799CDBB-F57F-4F19-8801-65CE92C6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67" name="rect-1-1066">
            <a:extLst xmlns:a="http://schemas.openxmlformats.org/drawingml/2006/main">
              <a:ext uri="{FF2B5EF4-FFF2-40B4-BE49-F238E27FC236}">
                <a16:creationId xmlns:a16="http://schemas.microsoft.com/office/drawing/2014/main" id="{BD4E5D74-0BEC-412C-A416-44FFB635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68" name="rect-1-1067">
            <a:extLst xmlns:a="http://schemas.openxmlformats.org/drawingml/2006/main">
              <a:ext uri="{FF2B5EF4-FFF2-40B4-BE49-F238E27FC236}">
                <a16:creationId xmlns:a16="http://schemas.microsoft.com/office/drawing/2014/main" id="{564E6C1F-DDAE-45EF-9B95-A7831B57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69" name="rect-1-1068">
            <a:extLst xmlns:a="http://schemas.openxmlformats.org/drawingml/2006/main">
              <a:ext uri="{FF2B5EF4-FFF2-40B4-BE49-F238E27FC236}">
                <a16:creationId xmlns:a16="http://schemas.microsoft.com/office/drawing/2014/main" id="{813CD0CB-7782-4336-A47B-589175ED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70" name="rect-1-1069">
            <a:extLst xmlns:a="http://schemas.openxmlformats.org/drawingml/2006/main">
              <a:ext uri="{FF2B5EF4-FFF2-40B4-BE49-F238E27FC236}">
                <a16:creationId xmlns:a16="http://schemas.microsoft.com/office/drawing/2014/main" id="{1B1CCFD8-E11A-4EF1-8124-37BD6F6C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71" name="rect-1-1070">
            <a:extLst xmlns:a="http://schemas.openxmlformats.org/drawingml/2006/main">
              <a:ext uri="{FF2B5EF4-FFF2-40B4-BE49-F238E27FC236}">
                <a16:creationId xmlns:a16="http://schemas.microsoft.com/office/drawing/2014/main" id="{BA2A2D6D-E592-4EA8-81CF-5028F87F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72" name="rect-1-1071">
            <a:extLst xmlns:a="http://schemas.openxmlformats.org/drawingml/2006/main">
              <a:ext uri="{FF2B5EF4-FFF2-40B4-BE49-F238E27FC236}">
                <a16:creationId xmlns:a16="http://schemas.microsoft.com/office/drawing/2014/main" id="{2CCB4951-8BAD-4FD4-B7C9-909CD002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73" name="rect-1-1072">
            <a:extLst xmlns:a="http://schemas.openxmlformats.org/drawingml/2006/main">
              <a:ext uri="{FF2B5EF4-FFF2-40B4-BE49-F238E27FC236}">
                <a16:creationId xmlns:a16="http://schemas.microsoft.com/office/drawing/2014/main" id="{BA21C946-E1BE-4936-9598-27A6447D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74" name="rect-1-1073">
            <a:extLst xmlns:a="http://schemas.openxmlformats.org/drawingml/2006/main">
              <a:ext uri="{FF2B5EF4-FFF2-40B4-BE49-F238E27FC236}">
                <a16:creationId xmlns:a16="http://schemas.microsoft.com/office/drawing/2014/main" id="{C6052A14-1AC4-48CA-9434-9B3AA7D6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75" name="rect-1-1074">
            <a:extLst xmlns:a="http://schemas.openxmlformats.org/drawingml/2006/main">
              <a:ext uri="{FF2B5EF4-FFF2-40B4-BE49-F238E27FC236}">
                <a16:creationId xmlns:a16="http://schemas.microsoft.com/office/drawing/2014/main" id="{E96C8C94-19F7-4E3C-8509-35F3E138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76" name="rect-1-1075">
            <a:extLst xmlns:a="http://schemas.openxmlformats.org/drawingml/2006/main">
              <a:ext uri="{FF2B5EF4-FFF2-40B4-BE49-F238E27FC236}">
                <a16:creationId xmlns:a16="http://schemas.microsoft.com/office/drawing/2014/main" id="{1AD7FB47-8337-48C2-82EF-007BC80C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77" name="rect-1-1076">
            <a:extLst xmlns:a="http://schemas.openxmlformats.org/drawingml/2006/main">
              <a:ext uri="{FF2B5EF4-FFF2-40B4-BE49-F238E27FC236}">
                <a16:creationId xmlns:a16="http://schemas.microsoft.com/office/drawing/2014/main" id="{3AA9988B-04B7-4117-BF25-70092764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78" name="rect-1-1077">
            <a:extLst xmlns:a="http://schemas.openxmlformats.org/drawingml/2006/main">
              <a:ext uri="{FF2B5EF4-FFF2-40B4-BE49-F238E27FC236}">
                <a16:creationId xmlns:a16="http://schemas.microsoft.com/office/drawing/2014/main" id="{B01E6F26-2857-46D2-ADEC-80BDA3FB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79" name="rect-1-1078">
            <a:extLst xmlns:a="http://schemas.openxmlformats.org/drawingml/2006/main">
              <a:ext uri="{FF2B5EF4-FFF2-40B4-BE49-F238E27FC236}">
                <a16:creationId xmlns:a16="http://schemas.microsoft.com/office/drawing/2014/main" id="{A9DC744A-1D05-4032-A022-D205F7FB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80" name="rect-1-1079">
            <a:extLst xmlns:a="http://schemas.openxmlformats.org/drawingml/2006/main">
              <a:ext uri="{FF2B5EF4-FFF2-40B4-BE49-F238E27FC236}">
                <a16:creationId xmlns:a16="http://schemas.microsoft.com/office/drawing/2014/main" id="{726B00DB-E616-4AB0-819E-D98EE4D0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81" name="rect-1-1080">
            <a:extLst xmlns:a="http://schemas.openxmlformats.org/drawingml/2006/main">
              <a:ext uri="{FF2B5EF4-FFF2-40B4-BE49-F238E27FC236}">
                <a16:creationId xmlns:a16="http://schemas.microsoft.com/office/drawing/2014/main" id="{9B20626E-4736-4B48-85E6-6EDCA84C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82" name="rect-1-1081">
            <a:extLst xmlns:a="http://schemas.openxmlformats.org/drawingml/2006/main">
              <a:ext uri="{FF2B5EF4-FFF2-40B4-BE49-F238E27FC236}">
                <a16:creationId xmlns:a16="http://schemas.microsoft.com/office/drawing/2014/main" id="{67DE1AEE-5955-4851-BD45-2863D1AC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83" name="rect-1-1082">
            <a:extLst xmlns:a="http://schemas.openxmlformats.org/drawingml/2006/main">
              <a:ext uri="{FF2B5EF4-FFF2-40B4-BE49-F238E27FC236}">
                <a16:creationId xmlns:a16="http://schemas.microsoft.com/office/drawing/2014/main" id="{CBA6429B-9353-471F-85AC-C3923976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84" name="rect-1-1083">
            <a:extLst xmlns:a="http://schemas.openxmlformats.org/drawingml/2006/main">
              <a:ext uri="{FF2B5EF4-FFF2-40B4-BE49-F238E27FC236}">
                <a16:creationId xmlns:a16="http://schemas.microsoft.com/office/drawing/2014/main" id="{2C8019AB-8F95-46E1-8A2F-CDB1EBF5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85" name="rect-1-1084">
            <a:extLst xmlns:a="http://schemas.openxmlformats.org/drawingml/2006/main">
              <a:ext uri="{FF2B5EF4-FFF2-40B4-BE49-F238E27FC236}">
                <a16:creationId xmlns:a16="http://schemas.microsoft.com/office/drawing/2014/main" id="{8C063969-0309-41D0-A01F-3DD02DE2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86" name="rect-1-1085">
            <a:extLst xmlns:a="http://schemas.openxmlformats.org/drawingml/2006/main">
              <a:ext uri="{FF2B5EF4-FFF2-40B4-BE49-F238E27FC236}">
                <a16:creationId xmlns:a16="http://schemas.microsoft.com/office/drawing/2014/main" id="{43203FC9-0F4E-4666-879F-3EF12278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87" name="rect-1-1086">
            <a:extLst xmlns:a="http://schemas.openxmlformats.org/drawingml/2006/main">
              <a:ext uri="{FF2B5EF4-FFF2-40B4-BE49-F238E27FC236}">
                <a16:creationId xmlns:a16="http://schemas.microsoft.com/office/drawing/2014/main" id="{2E5AD427-A903-4F18-95C1-21518278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88" name="rect-1-1087">
            <a:extLst xmlns:a="http://schemas.openxmlformats.org/drawingml/2006/main">
              <a:ext uri="{FF2B5EF4-FFF2-40B4-BE49-F238E27FC236}">
                <a16:creationId xmlns:a16="http://schemas.microsoft.com/office/drawing/2014/main" id="{EAC5AFC9-7FE0-432F-9EA7-8690E756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89" name="rect-1-1088">
            <a:extLst xmlns:a="http://schemas.openxmlformats.org/drawingml/2006/main">
              <a:ext uri="{FF2B5EF4-FFF2-40B4-BE49-F238E27FC236}">
                <a16:creationId xmlns:a16="http://schemas.microsoft.com/office/drawing/2014/main" id="{F1E5A6CC-5E4B-42AC-865D-CE63B9BD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780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90" name="rect-1-1089">
            <a:extLst xmlns:a="http://schemas.openxmlformats.org/drawingml/2006/main">
              <a:ext uri="{FF2B5EF4-FFF2-40B4-BE49-F238E27FC236}">
                <a16:creationId xmlns:a16="http://schemas.microsoft.com/office/drawing/2014/main" id="{6FAA8EAE-66B3-428B-9EF8-D04224B0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505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91" name="rect-1-1090">
            <a:extLst xmlns:a="http://schemas.openxmlformats.org/drawingml/2006/main">
              <a:ext uri="{FF2B5EF4-FFF2-40B4-BE49-F238E27FC236}">
                <a16:creationId xmlns:a16="http://schemas.microsoft.com/office/drawing/2014/main" id="{DF48FBE0-8F46-4228-8F7B-7FEB77D4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92" name="rect-1-1091">
            <a:extLst xmlns:a="http://schemas.openxmlformats.org/drawingml/2006/main">
              <a:ext uri="{FF2B5EF4-FFF2-40B4-BE49-F238E27FC236}">
                <a16:creationId xmlns:a16="http://schemas.microsoft.com/office/drawing/2014/main" id="{41836B96-4C92-4A8F-AA34-83D3E06A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93" name="rect-1-1092">
            <a:extLst xmlns:a="http://schemas.openxmlformats.org/drawingml/2006/main">
              <a:ext uri="{FF2B5EF4-FFF2-40B4-BE49-F238E27FC236}">
                <a16:creationId xmlns:a16="http://schemas.microsoft.com/office/drawing/2014/main" id="{E4226F38-5740-43E3-9C7C-289D25B2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94" name="rect-1-1093">
            <a:extLst xmlns:a="http://schemas.openxmlformats.org/drawingml/2006/main">
              <a:ext uri="{FF2B5EF4-FFF2-40B4-BE49-F238E27FC236}">
                <a16:creationId xmlns:a16="http://schemas.microsoft.com/office/drawing/2014/main" id="{8FB86353-E22B-4554-844D-2E5FB92B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95" name="rect-1-1094">
            <a:extLst xmlns:a="http://schemas.openxmlformats.org/drawingml/2006/main">
              <a:ext uri="{FF2B5EF4-FFF2-40B4-BE49-F238E27FC236}">
                <a16:creationId xmlns:a16="http://schemas.microsoft.com/office/drawing/2014/main" id="{0AB3D02D-5903-4B6F-B374-3C7793C5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96" name="rect-1-1095">
            <a:extLst xmlns:a="http://schemas.openxmlformats.org/drawingml/2006/main">
              <a:ext uri="{FF2B5EF4-FFF2-40B4-BE49-F238E27FC236}">
                <a16:creationId xmlns:a16="http://schemas.microsoft.com/office/drawing/2014/main" id="{A8B108F5-026B-4395-A193-A2050596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97" name="rect-1-1096">
            <a:extLst xmlns:a="http://schemas.openxmlformats.org/drawingml/2006/main">
              <a:ext uri="{FF2B5EF4-FFF2-40B4-BE49-F238E27FC236}">
                <a16:creationId xmlns:a16="http://schemas.microsoft.com/office/drawing/2014/main" id="{5E392DCB-9EE8-4DFE-98C4-44B083C1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98" name="rect-1-1097">
            <a:extLst xmlns:a="http://schemas.openxmlformats.org/drawingml/2006/main">
              <a:ext uri="{FF2B5EF4-FFF2-40B4-BE49-F238E27FC236}">
                <a16:creationId xmlns:a16="http://schemas.microsoft.com/office/drawing/2014/main" id="{4EF0B7AC-C51D-478E-BA2A-18720724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099" name="rect-1-1098">
            <a:extLst xmlns:a="http://schemas.openxmlformats.org/drawingml/2006/main">
              <a:ext uri="{FF2B5EF4-FFF2-40B4-BE49-F238E27FC236}">
                <a16:creationId xmlns:a16="http://schemas.microsoft.com/office/drawing/2014/main" id="{F8E9AC99-0691-4902-80B6-6E74655B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00" name="rect-1-1099">
            <a:extLst xmlns:a="http://schemas.openxmlformats.org/drawingml/2006/main">
              <a:ext uri="{FF2B5EF4-FFF2-40B4-BE49-F238E27FC236}">
                <a16:creationId xmlns:a16="http://schemas.microsoft.com/office/drawing/2014/main" id="{CE23A546-530A-442D-8667-8E713D98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01" name="rect-1-1100">
            <a:extLst xmlns:a="http://schemas.openxmlformats.org/drawingml/2006/main">
              <a:ext uri="{FF2B5EF4-FFF2-40B4-BE49-F238E27FC236}">
                <a16:creationId xmlns:a16="http://schemas.microsoft.com/office/drawing/2014/main" id="{8112430D-AB5F-45FB-9E53-24E9C6AC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02" name="rect-1-1101">
            <a:extLst xmlns:a="http://schemas.openxmlformats.org/drawingml/2006/main">
              <a:ext uri="{FF2B5EF4-FFF2-40B4-BE49-F238E27FC236}">
                <a16:creationId xmlns:a16="http://schemas.microsoft.com/office/drawing/2014/main" id="{D73F4DAD-4221-4CFD-BA95-201146E8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03" name="rect-1-1102">
            <a:extLst xmlns:a="http://schemas.openxmlformats.org/drawingml/2006/main">
              <a:ext uri="{FF2B5EF4-FFF2-40B4-BE49-F238E27FC236}">
                <a16:creationId xmlns:a16="http://schemas.microsoft.com/office/drawing/2014/main" id="{3A3FA6A7-DBB3-43C6-A1F8-1DBFAF3B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04" name="rect-1-1103">
            <a:extLst xmlns:a="http://schemas.openxmlformats.org/drawingml/2006/main">
              <a:ext uri="{FF2B5EF4-FFF2-40B4-BE49-F238E27FC236}">
                <a16:creationId xmlns:a16="http://schemas.microsoft.com/office/drawing/2014/main" id="{0E1B097E-B578-4B73-AEB7-A1C1B807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05" name="rect-1-1104">
            <a:extLst xmlns:a="http://schemas.openxmlformats.org/drawingml/2006/main">
              <a:ext uri="{FF2B5EF4-FFF2-40B4-BE49-F238E27FC236}">
                <a16:creationId xmlns:a16="http://schemas.microsoft.com/office/drawing/2014/main" id="{6C65041B-AAE1-4069-A782-B7919F65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06" name="rect-1-1105">
            <a:extLst xmlns:a="http://schemas.openxmlformats.org/drawingml/2006/main">
              <a:ext uri="{FF2B5EF4-FFF2-40B4-BE49-F238E27FC236}">
                <a16:creationId xmlns:a16="http://schemas.microsoft.com/office/drawing/2014/main" id="{15935965-1B1F-4D45-B0A5-B5C16775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07" name="rect-1-1106">
            <a:extLst xmlns:a="http://schemas.openxmlformats.org/drawingml/2006/main">
              <a:ext uri="{FF2B5EF4-FFF2-40B4-BE49-F238E27FC236}">
                <a16:creationId xmlns:a16="http://schemas.microsoft.com/office/drawing/2014/main" id="{028729A4-03DB-46E5-8330-96023B52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08" name="rect-1-1107">
            <a:extLst xmlns:a="http://schemas.openxmlformats.org/drawingml/2006/main">
              <a:ext uri="{FF2B5EF4-FFF2-40B4-BE49-F238E27FC236}">
                <a16:creationId xmlns:a16="http://schemas.microsoft.com/office/drawing/2014/main" id="{84F95615-B610-4048-A111-CC28D9E5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09" name="rect-1-1108">
            <a:extLst xmlns:a="http://schemas.openxmlformats.org/drawingml/2006/main">
              <a:ext uri="{FF2B5EF4-FFF2-40B4-BE49-F238E27FC236}">
                <a16:creationId xmlns:a16="http://schemas.microsoft.com/office/drawing/2014/main" id="{6E9724E8-5A6A-4802-8C73-2E8FFA35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10" name="rect-1-1109">
            <a:extLst xmlns:a="http://schemas.openxmlformats.org/drawingml/2006/main">
              <a:ext uri="{FF2B5EF4-FFF2-40B4-BE49-F238E27FC236}">
                <a16:creationId xmlns:a16="http://schemas.microsoft.com/office/drawing/2014/main" id="{0A8E3172-DCFA-40AB-A4CE-E17B06BD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11" name="rect-1-1110">
            <a:extLst xmlns:a="http://schemas.openxmlformats.org/drawingml/2006/main">
              <a:ext uri="{FF2B5EF4-FFF2-40B4-BE49-F238E27FC236}">
                <a16:creationId xmlns:a16="http://schemas.microsoft.com/office/drawing/2014/main" id="{A316268B-4AA7-4A87-8A08-5FE7BE27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12" name="rect-1-1111">
            <a:extLst xmlns:a="http://schemas.openxmlformats.org/drawingml/2006/main">
              <a:ext uri="{FF2B5EF4-FFF2-40B4-BE49-F238E27FC236}">
                <a16:creationId xmlns:a16="http://schemas.microsoft.com/office/drawing/2014/main" id="{55A1EDEF-1F71-4A4A-A9C9-4A835D41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13" name="rect-1-1112">
            <a:extLst xmlns:a="http://schemas.openxmlformats.org/drawingml/2006/main">
              <a:ext uri="{FF2B5EF4-FFF2-40B4-BE49-F238E27FC236}">
                <a16:creationId xmlns:a16="http://schemas.microsoft.com/office/drawing/2014/main" id="{1A63F1ED-C4F0-43F7-BEE2-34625004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14" name="rect-1-1113">
            <a:extLst xmlns:a="http://schemas.openxmlformats.org/drawingml/2006/main">
              <a:ext uri="{FF2B5EF4-FFF2-40B4-BE49-F238E27FC236}">
                <a16:creationId xmlns:a16="http://schemas.microsoft.com/office/drawing/2014/main" id="{9848D625-4CE3-4680-A1DF-713A1B90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15" name="rect-1-1114">
            <a:extLst xmlns:a="http://schemas.openxmlformats.org/drawingml/2006/main">
              <a:ext uri="{FF2B5EF4-FFF2-40B4-BE49-F238E27FC236}">
                <a16:creationId xmlns:a16="http://schemas.microsoft.com/office/drawing/2014/main" id="{94673F66-2FD0-46A1-92BF-8F8615D6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16" name="rect-1-1115">
            <a:extLst xmlns:a="http://schemas.openxmlformats.org/drawingml/2006/main">
              <a:ext uri="{FF2B5EF4-FFF2-40B4-BE49-F238E27FC236}">
                <a16:creationId xmlns:a16="http://schemas.microsoft.com/office/drawing/2014/main" id="{46F73499-995E-4F41-80D3-3A59C93B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17" name="rect-1-1116">
            <a:extLst xmlns:a="http://schemas.openxmlformats.org/drawingml/2006/main">
              <a:ext uri="{FF2B5EF4-FFF2-40B4-BE49-F238E27FC236}">
                <a16:creationId xmlns:a16="http://schemas.microsoft.com/office/drawing/2014/main" id="{714718BC-BCC5-4B15-BFDD-D7C87748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18" name="rect-1-1117">
            <a:extLst xmlns:a="http://schemas.openxmlformats.org/drawingml/2006/main">
              <a:ext uri="{FF2B5EF4-FFF2-40B4-BE49-F238E27FC236}">
                <a16:creationId xmlns:a16="http://schemas.microsoft.com/office/drawing/2014/main" id="{0A151302-E738-49CE-8EAD-02B5441B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19" name="rect-1-1118">
            <a:extLst xmlns:a="http://schemas.openxmlformats.org/drawingml/2006/main">
              <a:ext uri="{FF2B5EF4-FFF2-40B4-BE49-F238E27FC236}">
                <a16:creationId xmlns:a16="http://schemas.microsoft.com/office/drawing/2014/main" id="{A69A2186-B6ED-4B4C-9685-C48220BC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20" name="rect-1-1119">
            <a:extLst xmlns:a="http://schemas.openxmlformats.org/drawingml/2006/main">
              <a:ext uri="{FF2B5EF4-FFF2-40B4-BE49-F238E27FC236}">
                <a16:creationId xmlns:a16="http://schemas.microsoft.com/office/drawing/2014/main" id="{6D84E6C5-1E9D-48F3-9507-3CD2E724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21" name="rect-1-1120">
            <a:extLst xmlns:a="http://schemas.openxmlformats.org/drawingml/2006/main">
              <a:ext uri="{FF2B5EF4-FFF2-40B4-BE49-F238E27FC236}">
                <a16:creationId xmlns:a16="http://schemas.microsoft.com/office/drawing/2014/main" id="{9975818F-7F81-48DD-974D-C94775D5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22" name="rect-1-1121">
            <a:extLst xmlns:a="http://schemas.openxmlformats.org/drawingml/2006/main">
              <a:ext uri="{FF2B5EF4-FFF2-40B4-BE49-F238E27FC236}">
                <a16:creationId xmlns:a16="http://schemas.microsoft.com/office/drawing/2014/main" id="{B8DCC1A7-9DFD-4F3E-B63D-FE6BE15E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02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23" name="rect-1-1122">
            <a:extLst xmlns:a="http://schemas.openxmlformats.org/drawingml/2006/main">
              <a:ext uri="{FF2B5EF4-FFF2-40B4-BE49-F238E27FC236}">
                <a16:creationId xmlns:a16="http://schemas.microsoft.com/office/drawing/2014/main" id="{522B16B3-938C-4B1D-92E7-097D44B3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24" name="rect-1-1123">
            <a:extLst xmlns:a="http://schemas.openxmlformats.org/drawingml/2006/main">
              <a:ext uri="{FF2B5EF4-FFF2-40B4-BE49-F238E27FC236}">
                <a16:creationId xmlns:a16="http://schemas.microsoft.com/office/drawing/2014/main" id="{4DB54990-7E65-495B-9679-F2D6C07D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25" name="rect-1-1124">
            <a:extLst xmlns:a="http://schemas.openxmlformats.org/drawingml/2006/main">
              <a:ext uri="{FF2B5EF4-FFF2-40B4-BE49-F238E27FC236}">
                <a16:creationId xmlns:a16="http://schemas.microsoft.com/office/drawing/2014/main" id="{5C141FB3-9DF6-4A31-8330-501CF68E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26" name="rect-1-1125">
            <a:extLst xmlns:a="http://schemas.openxmlformats.org/drawingml/2006/main">
              <a:ext uri="{FF2B5EF4-FFF2-40B4-BE49-F238E27FC236}">
                <a16:creationId xmlns:a16="http://schemas.microsoft.com/office/drawing/2014/main" id="{86A2FDE4-4D35-497F-96AB-8FF05C32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27" name="rect-1-1126">
            <a:extLst xmlns:a="http://schemas.openxmlformats.org/drawingml/2006/main">
              <a:ext uri="{FF2B5EF4-FFF2-40B4-BE49-F238E27FC236}">
                <a16:creationId xmlns:a16="http://schemas.microsoft.com/office/drawing/2014/main" id="{BC3EF6A7-0216-4862-8A98-085A4106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28" name="rect-1-1127">
            <a:extLst xmlns:a="http://schemas.openxmlformats.org/drawingml/2006/main">
              <a:ext uri="{FF2B5EF4-FFF2-40B4-BE49-F238E27FC236}">
                <a16:creationId xmlns:a16="http://schemas.microsoft.com/office/drawing/2014/main" id="{41DD9B5A-C073-4892-B967-229E285F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29" name="rect-1-1128">
            <a:extLst xmlns:a="http://schemas.openxmlformats.org/drawingml/2006/main">
              <a:ext uri="{FF2B5EF4-FFF2-40B4-BE49-F238E27FC236}">
                <a16:creationId xmlns:a16="http://schemas.microsoft.com/office/drawing/2014/main" id="{AF825211-98F6-42CB-8D49-A0654834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30" name="rect-1-1129">
            <a:extLst xmlns:a="http://schemas.openxmlformats.org/drawingml/2006/main">
              <a:ext uri="{FF2B5EF4-FFF2-40B4-BE49-F238E27FC236}">
                <a16:creationId xmlns:a16="http://schemas.microsoft.com/office/drawing/2014/main" id="{B1AB66D0-90C5-41AE-A173-599A1BB5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31" name="rect-1-1130">
            <a:extLst xmlns:a="http://schemas.openxmlformats.org/drawingml/2006/main">
              <a:ext uri="{FF2B5EF4-FFF2-40B4-BE49-F238E27FC236}">
                <a16:creationId xmlns:a16="http://schemas.microsoft.com/office/drawing/2014/main" id="{AC6955B8-A0CD-4A8B-B3E0-E756AE1C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32" name="rect-1-1131">
            <a:extLst xmlns:a="http://schemas.openxmlformats.org/drawingml/2006/main">
              <a:ext uri="{FF2B5EF4-FFF2-40B4-BE49-F238E27FC236}">
                <a16:creationId xmlns:a16="http://schemas.microsoft.com/office/drawing/2014/main" id="{C6D1735A-B8A1-4994-BCF2-BF08454E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33" name="rect-1-1132">
            <a:extLst xmlns:a="http://schemas.openxmlformats.org/drawingml/2006/main">
              <a:ext uri="{FF2B5EF4-FFF2-40B4-BE49-F238E27FC236}">
                <a16:creationId xmlns:a16="http://schemas.microsoft.com/office/drawing/2014/main" id="{2FB1FF48-AE07-4D0C-A7F6-0F9AC7F4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34" name="rect-1-1133">
            <a:extLst xmlns:a="http://schemas.openxmlformats.org/drawingml/2006/main">
              <a:ext uri="{FF2B5EF4-FFF2-40B4-BE49-F238E27FC236}">
                <a16:creationId xmlns:a16="http://schemas.microsoft.com/office/drawing/2014/main" id="{94CC8578-E60E-433C-A534-C36187F7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35" name="rect-1-1134">
            <a:extLst xmlns:a="http://schemas.openxmlformats.org/drawingml/2006/main">
              <a:ext uri="{FF2B5EF4-FFF2-40B4-BE49-F238E27FC236}">
                <a16:creationId xmlns:a16="http://schemas.microsoft.com/office/drawing/2014/main" id="{6B197639-CB62-4306-BD09-9A1C113D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36" name="rect-1-1135">
            <a:extLst xmlns:a="http://schemas.openxmlformats.org/drawingml/2006/main">
              <a:ext uri="{FF2B5EF4-FFF2-40B4-BE49-F238E27FC236}">
                <a16:creationId xmlns:a16="http://schemas.microsoft.com/office/drawing/2014/main" id="{ACA185E7-CDF8-4F27-8B42-50A546DE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37" name="rect-1-1136">
            <a:extLst xmlns:a="http://schemas.openxmlformats.org/drawingml/2006/main">
              <a:ext uri="{FF2B5EF4-FFF2-40B4-BE49-F238E27FC236}">
                <a16:creationId xmlns:a16="http://schemas.microsoft.com/office/drawing/2014/main" id="{AAE9B4CD-4EE5-4C32-97F2-6DC4D32A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38" name="rect-1-1137">
            <a:extLst xmlns:a="http://schemas.openxmlformats.org/drawingml/2006/main">
              <a:ext uri="{FF2B5EF4-FFF2-40B4-BE49-F238E27FC236}">
                <a16:creationId xmlns:a16="http://schemas.microsoft.com/office/drawing/2014/main" id="{E78C2953-AC3A-46A0-8F2E-260B8615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39" name="rect-1-1138">
            <a:extLst xmlns:a="http://schemas.openxmlformats.org/drawingml/2006/main">
              <a:ext uri="{FF2B5EF4-FFF2-40B4-BE49-F238E27FC236}">
                <a16:creationId xmlns:a16="http://schemas.microsoft.com/office/drawing/2014/main" id="{21E14D02-23F1-4C23-A28C-DB5DF979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40" name="rect-1-1139">
            <a:extLst xmlns:a="http://schemas.openxmlformats.org/drawingml/2006/main">
              <a:ext uri="{FF2B5EF4-FFF2-40B4-BE49-F238E27FC236}">
                <a16:creationId xmlns:a16="http://schemas.microsoft.com/office/drawing/2014/main" id="{1DF30DBC-BC2E-4B5C-B32A-766AF145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41" name="rect-1-1140">
            <a:extLst xmlns:a="http://schemas.openxmlformats.org/drawingml/2006/main">
              <a:ext uri="{FF2B5EF4-FFF2-40B4-BE49-F238E27FC236}">
                <a16:creationId xmlns:a16="http://schemas.microsoft.com/office/drawing/2014/main" id="{41257C83-846A-43DD-ADB8-802AE983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42" name="rect-1-1141">
            <a:extLst xmlns:a="http://schemas.openxmlformats.org/drawingml/2006/main">
              <a:ext uri="{FF2B5EF4-FFF2-40B4-BE49-F238E27FC236}">
                <a16:creationId xmlns:a16="http://schemas.microsoft.com/office/drawing/2014/main" id="{25377001-52F1-40D7-B4CA-02261E15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43" name="rect-1-1142">
            <a:extLst xmlns:a="http://schemas.openxmlformats.org/drawingml/2006/main">
              <a:ext uri="{FF2B5EF4-FFF2-40B4-BE49-F238E27FC236}">
                <a16:creationId xmlns:a16="http://schemas.microsoft.com/office/drawing/2014/main" id="{B166F045-9A9C-40C0-B89B-7DBBA5A6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44" name="rect-1-1143">
            <a:extLst xmlns:a="http://schemas.openxmlformats.org/drawingml/2006/main">
              <a:ext uri="{FF2B5EF4-FFF2-40B4-BE49-F238E27FC236}">
                <a16:creationId xmlns:a16="http://schemas.microsoft.com/office/drawing/2014/main" id="{20B7248F-D8AC-4B8E-9645-9F8E2A4B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45" name="rect-1-1144">
            <a:extLst xmlns:a="http://schemas.openxmlformats.org/drawingml/2006/main">
              <a:ext uri="{FF2B5EF4-FFF2-40B4-BE49-F238E27FC236}">
                <a16:creationId xmlns:a16="http://schemas.microsoft.com/office/drawing/2014/main" id="{8A0DE1C9-B3A3-46E6-BAD5-21390C07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46" name="rect-1-1145">
            <a:extLst xmlns:a="http://schemas.openxmlformats.org/drawingml/2006/main">
              <a:ext uri="{FF2B5EF4-FFF2-40B4-BE49-F238E27FC236}">
                <a16:creationId xmlns:a16="http://schemas.microsoft.com/office/drawing/2014/main" id="{68A4E7CF-DC39-400A-AEA9-1A42CF64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47" name="rect-1-1146">
            <a:extLst xmlns:a="http://schemas.openxmlformats.org/drawingml/2006/main">
              <a:ext uri="{FF2B5EF4-FFF2-40B4-BE49-F238E27FC236}">
                <a16:creationId xmlns:a16="http://schemas.microsoft.com/office/drawing/2014/main" id="{A925C03E-C69D-48F6-AE88-D4931B93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48" name="rect-1-1147">
            <a:extLst xmlns:a="http://schemas.openxmlformats.org/drawingml/2006/main">
              <a:ext uri="{FF2B5EF4-FFF2-40B4-BE49-F238E27FC236}">
                <a16:creationId xmlns:a16="http://schemas.microsoft.com/office/drawing/2014/main" id="{E66DD5E5-CDF0-4AB0-8675-23CE0FF7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49" name="rect-1-1148">
            <a:extLst xmlns:a="http://schemas.openxmlformats.org/drawingml/2006/main">
              <a:ext uri="{FF2B5EF4-FFF2-40B4-BE49-F238E27FC236}">
                <a16:creationId xmlns:a16="http://schemas.microsoft.com/office/drawing/2014/main" id="{4E04FD1D-1784-44E6-B577-DAF8C1AC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50" name="rect-1-1149">
            <a:extLst xmlns:a="http://schemas.openxmlformats.org/drawingml/2006/main">
              <a:ext uri="{FF2B5EF4-FFF2-40B4-BE49-F238E27FC236}">
                <a16:creationId xmlns:a16="http://schemas.microsoft.com/office/drawing/2014/main" id="{58178D17-040E-4D2D-8A18-0AA50A9D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51" name="rect-1-1150">
            <a:extLst xmlns:a="http://schemas.openxmlformats.org/drawingml/2006/main">
              <a:ext uri="{FF2B5EF4-FFF2-40B4-BE49-F238E27FC236}">
                <a16:creationId xmlns:a16="http://schemas.microsoft.com/office/drawing/2014/main" id="{2EA822A7-D994-4761-8592-8F746703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52" name="rect-1-1151">
            <a:extLst xmlns:a="http://schemas.openxmlformats.org/drawingml/2006/main">
              <a:ext uri="{FF2B5EF4-FFF2-40B4-BE49-F238E27FC236}">
                <a16:creationId xmlns:a16="http://schemas.microsoft.com/office/drawing/2014/main" id="{C2883968-4779-47E9-BB71-EA8CCFB3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53" name="rect-1-1152">
            <a:extLst xmlns:a="http://schemas.openxmlformats.org/drawingml/2006/main">
              <a:ext uri="{FF2B5EF4-FFF2-40B4-BE49-F238E27FC236}">
                <a16:creationId xmlns:a16="http://schemas.microsoft.com/office/drawing/2014/main" id="{DA2748F5-179C-495D-9EFB-C03323FB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54" name="rect-1-1153">
            <a:extLst xmlns:a="http://schemas.openxmlformats.org/drawingml/2006/main">
              <a:ext uri="{FF2B5EF4-FFF2-40B4-BE49-F238E27FC236}">
                <a16:creationId xmlns:a16="http://schemas.microsoft.com/office/drawing/2014/main" id="{C411C266-B65C-47FF-832B-C6B251E0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55" name="rect-1-1154">
            <a:extLst xmlns:a="http://schemas.openxmlformats.org/drawingml/2006/main">
              <a:ext uri="{FF2B5EF4-FFF2-40B4-BE49-F238E27FC236}">
                <a16:creationId xmlns:a16="http://schemas.microsoft.com/office/drawing/2014/main" id="{1E019ABC-2FF6-4041-93C0-AFA0E5D2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56" name="rect-1-1155">
            <a:extLst xmlns:a="http://schemas.openxmlformats.org/drawingml/2006/main">
              <a:ext uri="{FF2B5EF4-FFF2-40B4-BE49-F238E27FC236}">
                <a16:creationId xmlns:a16="http://schemas.microsoft.com/office/drawing/2014/main" id="{F7DD376B-B37A-49AD-A9F2-9FEA04DB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57" name="rect-1-1156">
            <a:extLst xmlns:a="http://schemas.openxmlformats.org/drawingml/2006/main">
              <a:ext uri="{FF2B5EF4-FFF2-40B4-BE49-F238E27FC236}">
                <a16:creationId xmlns:a16="http://schemas.microsoft.com/office/drawing/2014/main" id="{47B5F3C2-B899-4626-B7E7-88644ACC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58" name="rect-1-1157">
            <a:extLst xmlns:a="http://schemas.openxmlformats.org/drawingml/2006/main">
              <a:ext uri="{FF2B5EF4-FFF2-40B4-BE49-F238E27FC236}">
                <a16:creationId xmlns:a16="http://schemas.microsoft.com/office/drawing/2014/main" id="{D2A786AB-BA10-47A8-8C6C-2DEF0D0D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59" name="rect-1-1158">
            <a:extLst xmlns:a="http://schemas.openxmlformats.org/drawingml/2006/main">
              <a:ext uri="{FF2B5EF4-FFF2-40B4-BE49-F238E27FC236}">
                <a16:creationId xmlns:a16="http://schemas.microsoft.com/office/drawing/2014/main" id="{9DC7E926-D3C2-4665-A302-864AC016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60" name="rect-1-1159">
            <a:extLst xmlns:a="http://schemas.openxmlformats.org/drawingml/2006/main">
              <a:ext uri="{FF2B5EF4-FFF2-40B4-BE49-F238E27FC236}">
                <a16:creationId xmlns:a16="http://schemas.microsoft.com/office/drawing/2014/main" id="{42A65B76-38FB-487A-B8D0-109DB292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61" name="rect-1-1160">
            <a:extLst xmlns:a="http://schemas.openxmlformats.org/drawingml/2006/main">
              <a:ext uri="{FF2B5EF4-FFF2-40B4-BE49-F238E27FC236}">
                <a16:creationId xmlns:a16="http://schemas.microsoft.com/office/drawing/2014/main" id="{A330AE7D-DC8E-4A16-A8DF-E2ACA2AA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62" name="rect-1-1161">
            <a:extLst xmlns:a="http://schemas.openxmlformats.org/drawingml/2006/main">
              <a:ext uri="{FF2B5EF4-FFF2-40B4-BE49-F238E27FC236}">
                <a16:creationId xmlns:a16="http://schemas.microsoft.com/office/drawing/2014/main" id="{9B2FC7EF-6951-4614-88AE-96169F03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055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63" name="rect-1-1162">
            <a:extLst xmlns:a="http://schemas.openxmlformats.org/drawingml/2006/main">
              <a:ext uri="{FF2B5EF4-FFF2-40B4-BE49-F238E27FC236}">
                <a16:creationId xmlns:a16="http://schemas.microsoft.com/office/drawing/2014/main" id="{46611626-4E52-40A3-9A4F-CBE065E7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527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64" name="rect-1-1163">
            <a:extLst xmlns:a="http://schemas.openxmlformats.org/drawingml/2006/main">
              <a:ext uri="{FF2B5EF4-FFF2-40B4-BE49-F238E27FC236}">
                <a16:creationId xmlns:a16="http://schemas.microsoft.com/office/drawing/2014/main" id="{ED9AD8CB-12F6-4BDE-9EAF-0BC07C6E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253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65" name="rect-1-1164">
            <a:extLst xmlns:a="http://schemas.openxmlformats.org/drawingml/2006/main">
              <a:ext uri="{FF2B5EF4-FFF2-40B4-BE49-F238E27FC236}">
                <a16:creationId xmlns:a16="http://schemas.microsoft.com/office/drawing/2014/main" id="{61AAA970-DE60-443E-8369-DEF2C547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978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66" name="rect-1-1165">
            <a:extLst xmlns:a="http://schemas.openxmlformats.org/drawingml/2006/main">
              <a:ext uri="{FF2B5EF4-FFF2-40B4-BE49-F238E27FC236}">
                <a16:creationId xmlns:a16="http://schemas.microsoft.com/office/drawing/2014/main" id="{ACBFB34B-8A66-4B75-BF2C-D4174A96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03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67" name="rect-1-1166">
            <a:extLst xmlns:a="http://schemas.openxmlformats.org/drawingml/2006/main">
              <a:ext uri="{FF2B5EF4-FFF2-40B4-BE49-F238E27FC236}">
                <a16:creationId xmlns:a16="http://schemas.microsoft.com/office/drawing/2014/main" id="{A9D43F4B-B76E-44AF-8C33-572D2BD1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68" name="rect-1-1167">
            <a:extLst xmlns:a="http://schemas.openxmlformats.org/drawingml/2006/main">
              <a:ext uri="{FF2B5EF4-FFF2-40B4-BE49-F238E27FC236}">
                <a16:creationId xmlns:a16="http://schemas.microsoft.com/office/drawing/2014/main" id="{C5720A00-0236-40F0-8218-421AAFD9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69" name="rect-1-1168">
            <a:extLst xmlns:a="http://schemas.openxmlformats.org/drawingml/2006/main">
              <a:ext uri="{FF2B5EF4-FFF2-40B4-BE49-F238E27FC236}">
                <a16:creationId xmlns:a16="http://schemas.microsoft.com/office/drawing/2014/main" id="{EF71F395-5519-441F-AF61-92533089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9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70" name="rect-1-1169">
            <a:extLst xmlns:a="http://schemas.openxmlformats.org/drawingml/2006/main">
              <a:ext uri="{FF2B5EF4-FFF2-40B4-BE49-F238E27FC236}">
                <a16:creationId xmlns:a16="http://schemas.microsoft.com/office/drawing/2014/main" id="{25454552-A911-4EC4-A9E3-27B757FF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604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71" name="rect-1-1170">
            <a:extLst xmlns:a="http://schemas.openxmlformats.org/drawingml/2006/main">
              <a:ext uri="{FF2B5EF4-FFF2-40B4-BE49-F238E27FC236}">
                <a16:creationId xmlns:a16="http://schemas.microsoft.com/office/drawing/2014/main" id="{3E93EC82-A7C3-4ACB-948A-35D9131F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330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72" name="rect-1-1171">
            <a:extLst xmlns:a="http://schemas.openxmlformats.org/drawingml/2006/main">
              <a:ext uri="{FF2B5EF4-FFF2-40B4-BE49-F238E27FC236}">
                <a16:creationId xmlns:a16="http://schemas.microsoft.com/office/drawing/2014/main" id="{BFCFF8F7-F8F0-41BC-9D29-CDAE00AB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429" y="1550769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73" name="rect-1-1172">
            <a:extLst xmlns:a="http://schemas.openxmlformats.org/drawingml/2006/main">
              <a:ext uri="{FF2B5EF4-FFF2-40B4-BE49-F238E27FC236}">
                <a16:creationId xmlns:a16="http://schemas.microsoft.com/office/drawing/2014/main" id="{C7E9DBFC-F6E1-49E1-8374-523CF867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154" y="1550769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174" name="ellipse-1-1173">
            <a:extLst xmlns:a="http://schemas.openxmlformats.org/drawingml/2006/main">
              <a:ext uri="{FF2B5EF4-FFF2-40B4-BE49-F238E27FC236}">
                <a16:creationId xmlns:a16="http://schemas.microsoft.com/office/drawing/2014/main" id="{7DE6E324-F92E-437C-A846-5564ACFD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2541" y="14535969"/>
            <a:ext cx="291402" cy="291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25240">
            <a:solidFill>
              <a:srgbClr val="0F1B1E"/>
            </a:solidFill>
          </a:ln>
        </p:spPr>
      </p:sp>
      <p:sp>
        <p:nvSpPr>
          <p:cNvPr id="1175" name="ellipse-1-1174">
            <a:extLst xmlns:a="http://schemas.openxmlformats.org/drawingml/2006/main">
              <a:ext uri="{FF2B5EF4-FFF2-40B4-BE49-F238E27FC236}">
                <a16:creationId xmlns:a16="http://schemas.microsoft.com/office/drawing/2014/main" id="{0528E784-98C4-4E5F-9EA8-6293035F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749" y="11381024"/>
            <a:ext cx="291402" cy="291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25240">
            <a:solidFill>
              <a:srgbClr val="0F1B1E"/>
            </a:solidFill>
          </a:ln>
        </p:spPr>
      </p:sp>
      <p:sp>
        <p:nvSpPr>
          <p:cNvPr id="1176" name="ellipse-1-1175">
            <a:extLst xmlns:a="http://schemas.openxmlformats.org/drawingml/2006/main">
              <a:ext uri="{FF2B5EF4-FFF2-40B4-BE49-F238E27FC236}">
                <a16:creationId xmlns:a16="http://schemas.microsoft.com/office/drawing/2014/main" id="{2DB53238-1270-453D-9A44-0C11AE4A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9112" y="11381024"/>
            <a:ext cx="291402" cy="291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25240">
            <a:solidFill>
              <a:srgbClr val="0F1B1E"/>
            </a:solidFill>
          </a:ln>
        </p:spPr>
      </p:sp>
      <p:sp>
        <p:nvSpPr>
          <p:cNvPr id="1177" name="ellipse-1-1176">
            <a:extLst xmlns:a="http://schemas.openxmlformats.org/drawingml/2006/main">
              <a:ext uri="{FF2B5EF4-FFF2-40B4-BE49-F238E27FC236}">
                <a16:creationId xmlns:a16="http://schemas.microsoft.com/office/drawing/2014/main" id="{64F14501-6F7C-4674-A090-D754EE1F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310" y="9740453"/>
            <a:ext cx="291402" cy="291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25240">
            <a:solidFill>
              <a:srgbClr val="0F1B1E"/>
            </a:solidFill>
          </a:ln>
        </p:spPr>
      </p:sp>
      <p:sp>
        <p:nvSpPr>
          <p:cNvPr id="1178" name="rect-1-1177">
            <a:extLst xmlns:a="http://schemas.openxmlformats.org/drawingml/2006/main">
              <a:ext uri="{FF2B5EF4-FFF2-40B4-BE49-F238E27FC236}">
                <a16:creationId xmlns:a16="http://schemas.microsoft.com/office/drawing/2014/main" id="{45B70F6B-8286-4F4E-84C4-4992844F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919780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B"/>
          </a:solidFill>
          <a:ln xmlns:a="http://schemas.openxmlformats.org/drawingml/2006/main" w="0">
            <a:noFill/>
          </a:ln>
        </p:spPr>
      </p:sp>
      <p:sp>
        <p:nvSpPr>
          <p:cNvPr id="1179" name="rect-1-1178">
            <a:extLst xmlns:a="http://schemas.openxmlformats.org/drawingml/2006/main">
              <a:ext uri="{FF2B5EF4-FFF2-40B4-BE49-F238E27FC236}">
                <a16:creationId xmlns:a16="http://schemas.microsoft.com/office/drawing/2014/main" id="{8E7371C7-F177-4322-93E7-58F328BF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919780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B"/>
          </a:solidFill>
          <a:ln xmlns:a="http://schemas.openxmlformats.org/drawingml/2006/main" w="0">
            <a:noFill/>
          </a:ln>
        </p:spPr>
      </p:sp>
      <p:sp>
        <p:nvSpPr>
          <p:cNvPr id="1180" name="rect-1-1179">
            <a:extLst xmlns:a="http://schemas.openxmlformats.org/drawingml/2006/main">
              <a:ext uri="{FF2B5EF4-FFF2-40B4-BE49-F238E27FC236}">
                <a16:creationId xmlns:a16="http://schemas.microsoft.com/office/drawing/2014/main" id="{0CA0738D-265D-4713-B519-E61B5544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919780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181" name="rect-1-1180">
            <a:extLst xmlns:a="http://schemas.openxmlformats.org/drawingml/2006/main">
              <a:ext uri="{FF2B5EF4-FFF2-40B4-BE49-F238E27FC236}">
                <a16:creationId xmlns:a16="http://schemas.microsoft.com/office/drawing/2014/main" id="{1904456B-1D3B-490B-94C3-0AF3DBDF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919780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1182" name="rect-1-1181">
            <a:extLst xmlns:a="http://schemas.openxmlformats.org/drawingml/2006/main">
              <a:ext uri="{FF2B5EF4-FFF2-40B4-BE49-F238E27FC236}">
                <a16:creationId xmlns:a16="http://schemas.microsoft.com/office/drawing/2014/main" id="{4FC66193-0C4F-4789-93A8-CAF183C1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919780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1183" name="rect-1-1182">
            <a:extLst xmlns:a="http://schemas.openxmlformats.org/drawingml/2006/main">
              <a:ext uri="{FF2B5EF4-FFF2-40B4-BE49-F238E27FC236}">
                <a16:creationId xmlns:a16="http://schemas.microsoft.com/office/drawing/2014/main" id="{7799C76B-ADE2-4F45-A7E1-99BAB082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EA5"/>
          </a:solidFill>
          <a:ln xmlns:a="http://schemas.openxmlformats.org/drawingml/2006/main" w="0">
            <a:noFill/>
          </a:ln>
        </p:spPr>
      </p:sp>
      <p:sp>
        <p:nvSpPr>
          <p:cNvPr id="1184" name="rect-1-1183">
            <a:extLst xmlns:a="http://schemas.openxmlformats.org/drawingml/2006/main">
              <a:ext uri="{FF2B5EF4-FFF2-40B4-BE49-F238E27FC236}">
                <a16:creationId xmlns:a16="http://schemas.microsoft.com/office/drawing/2014/main" id="{E07F184F-7B4B-4C87-B066-2D72BD8C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ACB2"/>
          </a:solidFill>
          <a:ln xmlns:a="http://schemas.openxmlformats.org/drawingml/2006/main" w="0">
            <a:noFill/>
          </a:ln>
        </p:spPr>
      </p:sp>
      <p:sp>
        <p:nvSpPr>
          <p:cNvPr id="1185" name="rect-1-1184">
            <a:extLst xmlns:a="http://schemas.openxmlformats.org/drawingml/2006/main">
              <a:ext uri="{FF2B5EF4-FFF2-40B4-BE49-F238E27FC236}">
                <a16:creationId xmlns:a16="http://schemas.microsoft.com/office/drawing/2014/main" id="{29E0EEBA-796C-406D-84D6-1FD7FB1F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B0B6"/>
          </a:solidFill>
          <a:ln xmlns:a="http://schemas.openxmlformats.org/drawingml/2006/main" w="0">
            <a:noFill/>
          </a:ln>
        </p:spPr>
      </p:sp>
      <p:sp>
        <p:nvSpPr>
          <p:cNvPr id="1186" name="rect-1-1185">
            <a:extLst xmlns:a="http://schemas.openxmlformats.org/drawingml/2006/main">
              <a:ext uri="{FF2B5EF4-FFF2-40B4-BE49-F238E27FC236}">
                <a16:creationId xmlns:a16="http://schemas.microsoft.com/office/drawing/2014/main" id="{F045B2D9-AA6E-43F4-B755-79DCD70B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FE2"/>
          </a:solidFill>
          <a:ln xmlns:a="http://schemas.openxmlformats.org/drawingml/2006/main" w="0">
            <a:noFill/>
          </a:ln>
        </p:spPr>
      </p:sp>
      <p:sp>
        <p:nvSpPr>
          <p:cNvPr id="1187" name="rect-1-1186">
            <a:extLst xmlns:a="http://schemas.openxmlformats.org/drawingml/2006/main">
              <a:ext uri="{FF2B5EF4-FFF2-40B4-BE49-F238E27FC236}">
                <a16:creationId xmlns:a16="http://schemas.microsoft.com/office/drawing/2014/main" id="{202A3CED-40C8-4E9B-8E75-D6F32A84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EE"/>
          </a:solidFill>
          <a:ln xmlns:a="http://schemas.openxmlformats.org/drawingml/2006/main" w="0">
            <a:noFill/>
          </a:ln>
        </p:spPr>
      </p:sp>
      <p:sp>
        <p:nvSpPr>
          <p:cNvPr id="1188" name="rect-1-1187">
            <a:extLst xmlns:a="http://schemas.openxmlformats.org/drawingml/2006/main">
              <a:ext uri="{FF2B5EF4-FFF2-40B4-BE49-F238E27FC236}">
                <a16:creationId xmlns:a16="http://schemas.microsoft.com/office/drawing/2014/main" id="{55D9A615-782A-4AD1-A0C0-6AA80B16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1189" name="rect-1-1188">
            <a:extLst xmlns:a="http://schemas.openxmlformats.org/drawingml/2006/main">
              <a:ext uri="{FF2B5EF4-FFF2-40B4-BE49-F238E27FC236}">
                <a16:creationId xmlns:a16="http://schemas.microsoft.com/office/drawing/2014/main" id="{0C2BBA68-18C7-42B1-9EFA-6CE8CEE5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1190" name="rect-1-1189">
            <a:extLst xmlns:a="http://schemas.openxmlformats.org/drawingml/2006/main">
              <a:ext uri="{FF2B5EF4-FFF2-40B4-BE49-F238E27FC236}">
                <a16:creationId xmlns:a16="http://schemas.microsoft.com/office/drawing/2014/main" id="{19094BC2-EFA8-40A2-962D-191BE4B5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931252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7"/>
          </a:solidFill>
          <a:ln xmlns:a="http://schemas.openxmlformats.org/drawingml/2006/main" w="0">
            <a:noFill/>
          </a:ln>
        </p:spPr>
      </p:sp>
      <p:sp>
        <p:nvSpPr>
          <p:cNvPr id="1191" name="rect-1-1190">
            <a:extLst xmlns:a="http://schemas.openxmlformats.org/drawingml/2006/main">
              <a:ext uri="{FF2B5EF4-FFF2-40B4-BE49-F238E27FC236}">
                <a16:creationId xmlns:a16="http://schemas.microsoft.com/office/drawing/2014/main" id="{0010C02E-8F92-46F4-ACCD-C2308FE9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9"/>
          </a:solidFill>
          <a:ln xmlns:a="http://schemas.openxmlformats.org/drawingml/2006/main" w="0">
            <a:noFill/>
          </a:ln>
        </p:spPr>
      </p:sp>
      <p:sp>
        <p:nvSpPr>
          <p:cNvPr id="1192" name="rect-1-1191">
            <a:extLst xmlns:a="http://schemas.openxmlformats.org/drawingml/2006/main">
              <a:ext uri="{FF2B5EF4-FFF2-40B4-BE49-F238E27FC236}">
                <a16:creationId xmlns:a16="http://schemas.microsoft.com/office/drawing/2014/main" id="{47E3D19D-0DB7-44A7-A788-6AE6BBFF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858D"/>
          </a:solidFill>
          <a:ln xmlns:a="http://schemas.openxmlformats.org/drawingml/2006/main" w="0">
            <a:noFill/>
          </a:ln>
        </p:spPr>
      </p:sp>
      <p:sp>
        <p:nvSpPr>
          <p:cNvPr id="1193" name="rect-1-1192">
            <a:extLst xmlns:a="http://schemas.openxmlformats.org/drawingml/2006/main">
              <a:ext uri="{FF2B5EF4-FFF2-40B4-BE49-F238E27FC236}">
                <a16:creationId xmlns:a16="http://schemas.microsoft.com/office/drawing/2014/main" id="{011BF204-0358-41BC-A7C6-09951E0C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2A9"/>
          </a:solidFill>
          <a:ln xmlns:a="http://schemas.openxmlformats.org/drawingml/2006/main" w="0">
            <a:noFill/>
          </a:ln>
        </p:spPr>
      </p:sp>
      <p:sp>
        <p:nvSpPr>
          <p:cNvPr id="1194" name="rect-1-1193">
            <a:extLst xmlns:a="http://schemas.openxmlformats.org/drawingml/2006/main">
              <a:ext uri="{FF2B5EF4-FFF2-40B4-BE49-F238E27FC236}">
                <a16:creationId xmlns:a16="http://schemas.microsoft.com/office/drawing/2014/main" id="{50E825B1-B9FD-4F94-8538-3E7F4421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BB2"/>
          </a:solidFill>
          <a:ln xmlns:a="http://schemas.openxmlformats.org/drawingml/2006/main" w="0">
            <a:noFill/>
          </a:ln>
        </p:spPr>
      </p:sp>
      <p:sp>
        <p:nvSpPr>
          <p:cNvPr id="1195" name="rect-1-1194">
            <a:extLst xmlns:a="http://schemas.openxmlformats.org/drawingml/2006/main">
              <a:ext uri="{FF2B5EF4-FFF2-40B4-BE49-F238E27FC236}">
                <a16:creationId xmlns:a16="http://schemas.microsoft.com/office/drawing/2014/main" id="{0699CCD1-1995-498E-A431-89D0636C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BEC3"/>
          </a:solidFill>
          <a:ln xmlns:a="http://schemas.openxmlformats.org/drawingml/2006/main" w="0">
            <a:noFill/>
          </a:ln>
        </p:spPr>
      </p:sp>
      <p:sp>
        <p:nvSpPr>
          <p:cNvPr id="1196" name="rect-1-1195">
            <a:extLst xmlns:a="http://schemas.openxmlformats.org/drawingml/2006/main">
              <a:ext uri="{FF2B5EF4-FFF2-40B4-BE49-F238E27FC236}">
                <a16:creationId xmlns:a16="http://schemas.microsoft.com/office/drawing/2014/main" id="{E67FE2A0-B52B-40FF-B8ED-76F4698A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EE"/>
          </a:solidFill>
          <a:ln xmlns:a="http://schemas.openxmlformats.org/drawingml/2006/main" w="0">
            <a:noFill/>
          </a:ln>
        </p:spPr>
      </p:sp>
      <p:sp>
        <p:nvSpPr>
          <p:cNvPr id="1197" name="rect-1-1196">
            <a:extLst xmlns:a="http://schemas.openxmlformats.org/drawingml/2006/main">
              <a:ext uri="{FF2B5EF4-FFF2-40B4-BE49-F238E27FC236}">
                <a16:creationId xmlns:a16="http://schemas.microsoft.com/office/drawing/2014/main" id="{F7F709A7-7580-4F5A-87F3-3E07D75C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1198" name="rect-1-1197">
            <a:extLst xmlns:a="http://schemas.openxmlformats.org/drawingml/2006/main">
              <a:ext uri="{FF2B5EF4-FFF2-40B4-BE49-F238E27FC236}">
                <a16:creationId xmlns:a16="http://schemas.microsoft.com/office/drawing/2014/main" id="{F4D0EA50-0C3F-4755-A4F8-703A7388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8DB"/>
          </a:solidFill>
          <a:ln xmlns:a="http://schemas.openxmlformats.org/drawingml/2006/main" w="0">
            <a:noFill/>
          </a:ln>
        </p:spPr>
      </p:sp>
      <p:sp>
        <p:nvSpPr>
          <p:cNvPr id="1199" name="rect-1-1198">
            <a:extLst xmlns:a="http://schemas.openxmlformats.org/drawingml/2006/main">
              <a:ext uri="{FF2B5EF4-FFF2-40B4-BE49-F238E27FC236}">
                <a16:creationId xmlns:a16="http://schemas.microsoft.com/office/drawing/2014/main" id="{243B0BEA-BC4C-4EB8-82C4-5AB81EE3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E0E3"/>
          </a:solidFill>
          <a:ln xmlns:a="http://schemas.openxmlformats.org/drawingml/2006/main" w="0">
            <a:noFill/>
          </a:ln>
        </p:spPr>
      </p:sp>
      <p:sp>
        <p:nvSpPr>
          <p:cNvPr id="1200" name="rect-1-1199">
            <a:extLst xmlns:a="http://schemas.openxmlformats.org/drawingml/2006/main">
              <a:ext uri="{FF2B5EF4-FFF2-40B4-BE49-F238E27FC236}">
                <a16:creationId xmlns:a16="http://schemas.microsoft.com/office/drawing/2014/main" id="{BEF9F716-E4FA-45B1-81EB-636E8DF2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942725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</a:ln>
        </p:spPr>
      </p:sp>
      <p:sp>
        <p:nvSpPr>
          <p:cNvPr id="1201" name="rect-1-1200">
            <a:extLst xmlns:a="http://schemas.openxmlformats.org/drawingml/2006/main">
              <a:ext uri="{FF2B5EF4-FFF2-40B4-BE49-F238E27FC236}">
                <a16:creationId xmlns:a16="http://schemas.microsoft.com/office/drawing/2014/main" id="{6490302C-84EA-4BC3-B3C3-7B4EAFDA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2967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1202" name="rect-1-1201">
            <a:extLst xmlns:a="http://schemas.openxmlformats.org/drawingml/2006/main">
              <a:ext uri="{FF2B5EF4-FFF2-40B4-BE49-F238E27FC236}">
                <a16:creationId xmlns:a16="http://schemas.microsoft.com/office/drawing/2014/main" id="{982A1623-706B-4ADA-B007-C2EDB0C3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AA1"/>
          </a:solidFill>
          <a:ln xmlns:a="http://schemas.openxmlformats.org/drawingml/2006/main" w="0">
            <a:noFill/>
          </a:ln>
        </p:spPr>
      </p:sp>
      <p:sp>
        <p:nvSpPr>
          <p:cNvPr id="1203" name="rect-1-1202">
            <a:extLst xmlns:a="http://schemas.openxmlformats.org/drawingml/2006/main">
              <a:ext uri="{FF2B5EF4-FFF2-40B4-BE49-F238E27FC236}">
                <a16:creationId xmlns:a16="http://schemas.microsoft.com/office/drawing/2014/main" id="{FE3B7671-5164-4F82-AE97-8826AF5B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370"/>
          </a:solidFill>
          <a:ln xmlns:a="http://schemas.openxmlformats.org/drawingml/2006/main" w="0">
            <a:noFill/>
          </a:ln>
        </p:spPr>
      </p:sp>
      <p:sp>
        <p:nvSpPr>
          <p:cNvPr id="1204" name="rect-1-1203">
            <a:extLst xmlns:a="http://schemas.openxmlformats.org/drawingml/2006/main">
              <a:ext uri="{FF2B5EF4-FFF2-40B4-BE49-F238E27FC236}">
                <a16:creationId xmlns:a16="http://schemas.microsoft.com/office/drawing/2014/main" id="{39298A98-1BCD-4F8E-B4E3-FA1AA596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3A9"/>
          </a:solidFill>
          <a:ln xmlns:a="http://schemas.openxmlformats.org/drawingml/2006/main" w="0">
            <a:noFill/>
          </a:ln>
        </p:spPr>
      </p:sp>
      <p:sp>
        <p:nvSpPr>
          <p:cNvPr id="1205" name="rect-1-1204">
            <a:extLst xmlns:a="http://schemas.openxmlformats.org/drawingml/2006/main">
              <a:ext uri="{FF2B5EF4-FFF2-40B4-BE49-F238E27FC236}">
                <a16:creationId xmlns:a16="http://schemas.microsoft.com/office/drawing/2014/main" id="{B3BB7BB2-EB74-439F-8295-A6CA256E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58E"/>
          </a:solidFill>
          <a:ln xmlns:a="http://schemas.openxmlformats.org/drawingml/2006/main" w="0">
            <a:noFill/>
          </a:ln>
        </p:spPr>
      </p:sp>
      <p:sp>
        <p:nvSpPr>
          <p:cNvPr id="1206" name="rect-1-1205">
            <a:extLst xmlns:a="http://schemas.openxmlformats.org/drawingml/2006/main">
              <a:ext uri="{FF2B5EF4-FFF2-40B4-BE49-F238E27FC236}">
                <a16:creationId xmlns:a16="http://schemas.microsoft.com/office/drawing/2014/main" id="{2B70FCA5-BCFA-4E9C-BAF0-C132C5D4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6BC"/>
          </a:solidFill>
          <a:ln xmlns:a="http://schemas.openxmlformats.org/drawingml/2006/main" w="0">
            <a:noFill/>
          </a:ln>
        </p:spPr>
      </p:sp>
      <p:sp>
        <p:nvSpPr>
          <p:cNvPr id="1207" name="rect-1-1206">
            <a:extLst xmlns:a="http://schemas.openxmlformats.org/drawingml/2006/main">
              <a:ext uri="{FF2B5EF4-FFF2-40B4-BE49-F238E27FC236}">
                <a16:creationId xmlns:a16="http://schemas.microsoft.com/office/drawing/2014/main" id="{9AE4A674-F2C1-437B-B579-577545CB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9"/>
          </a:solidFill>
          <a:ln xmlns:a="http://schemas.openxmlformats.org/drawingml/2006/main" w="0">
            <a:noFill/>
          </a:ln>
        </p:spPr>
      </p:sp>
      <p:sp>
        <p:nvSpPr>
          <p:cNvPr id="1208" name="rect-1-1207">
            <a:extLst xmlns:a="http://schemas.openxmlformats.org/drawingml/2006/main">
              <a:ext uri="{FF2B5EF4-FFF2-40B4-BE49-F238E27FC236}">
                <a16:creationId xmlns:a16="http://schemas.microsoft.com/office/drawing/2014/main" id="{04691ADF-283C-4329-AEB5-CF1D68FF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C"/>
          </a:solidFill>
          <a:ln xmlns:a="http://schemas.openxmlformats.org/drawingml/2006/main" w="0">
            <a:noFill/>
          </a:ln>
        </p:spPr>
      </p:sp>
      <p:sp>
        <p:nvSpPr>
          <p:cNvPr id="1209" name="rect-1-1208">
            <a:extLst xmlns:a="http://schemas.openxmlformats.org/drawingml/2006/main">
              <a:ext uri="{FF2B5EF4-FFF2-40B4-BE49-F238E27FC236}">
                <a16:creationId xmlns:a16="http://schemas.microsoft.com/office/drawing/2014/main" id="{91BF131A-A00C-4CDD-8157-DB51DF0C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7"/>
          </a:solidFill>
          <a:ln xmlns:a="http://schemas.openxmlformats.org/drawingml/2006/main" w="0">
            <a:noFill/>
          </a:ln>
        </p:spPr>
      </p:sp>
      <p:sp>
        <p:nvSpPr>
          <p:cNvPr id="1210" name="rect-1-1209">
            <a:extLst xmlns:a="http://schemas.openxmlformats.org/drawingml/2006/main">
              <a:ext uri="{FF2B5EF4-FFF2-40B4-BE49-F238E27FC236}">
                <a16:creationId xmlns:a16="http://schemas.microsoft.com/office/drawing/2014/main" id="{F00A3880-CBD1-4F33-B026-21AA6A0A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7"/>
          </a:solidFill>
          <a:ln xmlns:a="http://schemas.openxmlformats.org/drawingml/2006/main" w="0">
            <a:noFill/>
          </a:ln>
        </p:spPr>
      </p:sp>
      <p:sp>
        <p:nvSpPr>
          <p:cNvPr id="1211" name="rect-1-1210">
            <a:extLst xmlns:a="http://schemas.openxmlformats.org/drawingml/2006/main">
              <a:ext uri="{FF2B5EF4-FFF2-40B4-BE49-F238E27FC236}">
                <a16:creationId xmlns:a16="http://schemas.microsoft.com/office/drawing/2014/main" id="{57F49435-A23D-4D6F-AC0B-28113CBE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1212" name="rect-1-1211">
            <a:extLst xmlns:a="http://schemas.openxmlformats.org/drawingml/2006/main">
              <a:ext uri="{FF2B5EF4-FFF2-40B4-BE49-F238E27FC236}">
                <a16:creationId xmlns:a16="http://schemas.microsoft.com/office/drawing/2014/main" id="{100AC11B-FC1B-41BA-ABAF-5CB8A2EB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A"/>
          </a:solidFill>
          <a:ln xmlns:a="http://schemas.openxmlformats.org/drawingml/2006/main" w="0">
            <a:noFill/>
          </a:ln>
        </p:spPr>
      </p:sp>
      <p:sp>
        <p:nvSpPr>
          <p:cNvPr id="1213" name="rect-1-1212">
            <a:extLst xmlns:a="http://schemas.openxmlformats.org/drawingml/2006/main">
              <a:ext uri="{FF2B5EF4-FFF2-40B4-BE49-F238E27FC236}">
                <a16:creationId xmlns:a16="http://schemas.microsoft.com/office/drawing/2014/main" id="{17FFA2D1-344A-4748-BDE3-7A4B6A21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954197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1214" name="rect-1-1213">
            <a:extLst xmlns:a="http://schemas.openxmlformats.org/drawingml/2006/main">
              <a:ext uri="{FF2B5EF4-FFF2-40B4-BE49-F238E27FC236}">
                <a16:creationId xmlns:a16="http://schemas.microsoft.com/office/drawing/2014/main" id="{BA37C170-53A0-41D1-B277-EB0B8D41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2967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ADD"/>
          </a:solidFill>
          <a:ln xmlns:a="http://schemas.openxmlformats.org/drawingml/2006/main" w="0">
            <a:noFill/>
          </a:ln>
        </p:spPr>
      </p:sp>
      <p:sp>
        <p:nvSpPr>
          <p:cNvPr id="1215" name="rect-1-1214">
            <a:extLst xmlns:a="http://schemas.openxmlformats.org/drawingml/2006/main">
              <a:ext uri="{FF2B5EF4-FFF2-40B4-BE49-F238E27FC236}">
                <a16:creationId xmlns:a16="http://schemas.microsoft.com/office/drawing/2014/main" id="{CD2D7865-930B-43A5-83A2-58420340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57F"/>
          </a:solidFill>
          <a:ln xmlns:a="http://schemas.openxmlformats.org/drawingml/2006/main" w="0">
            <a:noFill/>
          </a:ln>
        </p:spPr>
      </p:sp>
      <p:sp>
        <p:nvSpPr>
          <p:cNvPr id="1216" name="rect-1-1215">
            <a:extLst xmlns:a="http://schemas.openxmlformats.org/drawingml/2006/main">
              <a:ext uri="{FF2B5EF4-FFF2-40B4-BE49-F238E27FC236}">
                <a16:creationId xmlns:a16="http://schemas.microsoft.com/office/drawing/2014/main" id="{0315E6E1-DD75-4DAF-8015-B7EA3360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370"/>
          </a:solidFill>
          <a:ln xmlns:a="http://schemas.openxmlformats.org/drawingml/2006/main" w="0">
            <a:noFill/>
          </a:ln>
        </p:spPr>
      </p:sp>
      <p:sp>
        <p:nvSpPr>
          <p:cNvPr id="1217" name="rect-1-1216">
            <a:extLst xmlns:a="http://schemas.openxmlformats.org/drawingml/2006/main">
              <a:ext uri="{FF2B5EF4-FFF2-40B4-BE49-F238E27FC236}">
                <a16:creationId xmlns:a16="http://schemas.microsoft.com/office/drawing/2014/main" id="{9399AA3F-43A0-4F43-A007-43D4539B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471"/>
          </a:solidFill>
          <a:ln xmlns:a="http://schemas.openxmlformats.org/drawingml/2006/main" w="0">
            <a:noFill/>
          </a:ln>
        </p:spPr>
      </p:sp>
      <p:sp>
        <p:nvSpPr>
          <p:cNvPr id="1218" name="rect-1-1217">
            <a:extLst xmlns:a="http://schemas.openxmlformats.org/drawingml/2006/main">
              <a:ext uri="{FF2B5EF4-FFF2-40B4-BE49-F238E27FC236}">
                <a16:creationId xmlns:a16="http://schemas.microsoft.com/office/drawing/2014/main" id="{AA7E48EC-4620-4AAC-A9B3-94557D66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891"/>
          </a:solidFill>
          <a:ln xmlns:a="http://schemas.openxmlformats.org/drawingml/2006/main" w="0">
            <a:noFill/>
          </a:ln>
        </p:spPr>
      </p:sp>
      <p:sp>
        <p:nvSpPr>
          <p:cNvPr id="1219" name="rect-1-1218">
            <a:extLst xmlns:a="http://schemas.openxmlformats.org/drawingml/2006/main">
              <a:ext uri="{FF2B5EF4-FFF2-40B4-BE49-F238E27FC236}">
                <a16:creationId xmlns:a16="http://schemas.microsoft.com/office/drawing/2014/main" id="{7C40740F-50EF-4C13-8FAE-DCA64442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9AF"/>
          </a:solidFill>
          <a:ln xmlns:a="http://schemas.openxmlformats.org/drawingml/2006/main" w="0">
            <a:noFill/>
          </a:ln>
        </p:spPr>
      </p:sp>
      <p:sp>
        <p:nvSpPr>
          <p:cNvPr id="1220" name="rect-1-1219">
            <a:extLst xmlns:a="http://schemas.openxmlformats.org/drawingml/2006/main">
              <a:ext uri="{FF2B5EF4-FFF2-40B4-BE49-F238E27FC236}">
                <a16:creationId xmlns:a16="http://schemas.microsoft.com/office/drawing/2014/main" id="{9B9F7A49-F3FE-4D41-8917-384EAA5B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E0E3"/>
          </a:solidFill>
          <a:ln xmlns:a="http://schemas.openxmlformats.org/drawingml/2006/main" w="0">
            <a:noFill/>
          </a:ln>
        </p:spPr>
      </p:sp>
      <p:sp>
        <p:nvSpPr>
          <p:cNvPr id="1221" name="rect-1-1220">
            <a:extLst xmlns:a="http://schemas.openxmlformats.org/drawingml/2006/main">
              <a:ext uri="{FF2B5EF4-FFF2-40B4-BE49-F238E27FC236}">
                <a16:creationId xmlns:a16="http://schemas.microsoft.com/office/drawing/2014/main" id="{5B224FF1-50F8-4AFF-9F26-B0BE4EA0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EF"/>
          </a:solidFill>
          <a:ln xmlns:a="http://schemas.openxmlformats.org/drawingml/2006/main" w="0">
            <a:noFill/>
          </a:ln>
        </p:spPr>
      </p:sp>
      <p:sp>
        <p:nvSpPr>
          <p:cNvPr id="1222" name="rect-1-1221">
            <a:extLst xmlns:a="http://schemas.openxmlformats.org/drawingml/2006/main">
              <a:ext uri="{FF2B5EF4-FFF2-40B4-BE49-F238E27FC236}">
                <a16:creationId xmlns:a16="http://schemas.microsoft.com/office/drawing/2014/main" id="{CFC719DA-E64C-4E46-BC69-BACD0D36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2E5"/>
          </a:solidFill>
          <a:ln xmlns:a="http://schemas.openxmlformats.org/drawingml/2006/main" w="0">
            <a:noFill/>
          </a:ln>
        </p:spPr>
      </p:sp>
      <p:sp>
        <p:nvSpPr>
          <p:cNvPr id="1223" name="rect-1-1222">
            <a:extLst xmlns:a="http://schemas.openxmlformats.org/drawingml/2006/main">
              <a:ext uri="{FF2B5EF4-FFF2-40B4-BE49-F238E27FC236}">
                <a16:creationId xmlns:a16="http://schemas.microsoft.com/office/drawing/2014/main" id="{DD272D97-A036-4B15-85EA-7ECD12A3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B"/>
          </a:solidFill>
          <a:ln xmlns:a="http://schemas.openxmlformats.org/drawingml/2006/main" w="0">
            <a:noFill/>
          </a:ln>
        </p:spPr>
      </p:sp>
      <p:sp>
        <p:nvSpPr>
          <p:cNvPr id="1224" name="rect-1-1223">
            <a:extLst xmlns:a="http://schemas.openxmlformats.org/drawingml/2006/main">
              <a:ext uri="{FF2B5EF4-FFF2-40B4-BE49-F238E27FC236}">
                <a16:creationId xmlns:a16="http://schemas.microsoft.com/office/drawing/2014/main" id="{C6BEA45E-526A-435D-943A-3F0AF17E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965670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1225" name="rect-1-1224">
            <a:extLst xmlns:a="http://schemas.openxmlformats.org/drawingml/2006/main">
              <a:ext uri="{FF2B5EF4-FFF2-40B4-BE49-F238E27FC236}">
                <a16:creationId xmlns:a16="http://schemas.microsoft.com/office/drawing/2014/main" id="{904B8AA2-25BF-4721-8C68-8186872F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8242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1226" name="rect-1-1225">
            <a:extLst xmlns:a="http://schemas.openxmlformats.org/drawingml/2006/main">
              <a:ext uri="{FF2B5EF4-FFF2-40B4-BE49-F238E27FC236}">
                <a16:creationId xmlns:a16="http://schemas.microsoft.com/office/drawing/2014/main" id="{ED172D39-1F66-4EEC-BB93-28BF9D10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2967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DA4"/>
          </a:solidFill>
          <a:ln xmlns:a="http://schemas.openxmlformats.org/drawingml/2006/main" w="0">
            <a:noFill/>
          </a:ln>
        </p:spPr>
      </p:sp>
      <p:sp>
        <p:nvSpPr>
          <p:cNvPr id="1227" name="rect-1-1226">
            <a:extLst xmlns:a="http://schemas.openxmlformats.org/drawingml/2006/main">
              <a:ext uri="{FF2B5EF4-FFF2-40B4-BE49-F238E27FC236}">
                <a16:creationId xmlns:a16="http://schemas.microsoft.com/office/drawing/2014/main" id="{3A9BB2B3-2AB8-4A73-9387-5A0EE8D6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DA4"/>
          </a:solidFill>
          <a:ln xmlns:a="http://schemas.openxmlformats.org/drawingml/2006/main" w="0">
            <a:noFill/>
          </a:ln>
        </p:spPr>
      </p:sp>
      <p:sp>
        <p:nvSpPr>
          <p:cNvPr id="1228" name="rect-1-1227">
            <a:extLst xmlns:a="http://schemas.openxmlformats.org/drawingml/2006/main">
              <a:ext uri="{FF2B5EF4-FFF2-40B4-BE49-F238E27FC236}">
                <a16:creationId xmlns:a16="http://schemas.microsoft.com/office/drawing/2014/main" id="{F5D07A9A-6889-4C1C-BDFC-4187D8C7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878F"/>
          </a:solidFill>
          <a:ln xmlns:a="http://schemas.openxmlformats.org/drawingml/2006/main" w="0">
            <a:noFill/>
          </a:ln>
        </p:spPr>
      </p:sp>
      <p:sp>
        <p:nvSpPr>
          <p:cNvPr id="1229" name="rect-1-1228">
            <a:extLst xmlns:a="http://schemas.openxmlformats.org/drawingml/2006/main">
              <a:ext uri="{FF2B5EF4-FFF2-40B4-BE49-F238E27FC236}">
                <a16:creationId xmlns:a16="http://schemas.microsoft.com/office/drawing/2014/main" id="{948A2E4B-3578-490F-9B6B-0B098C2C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818A"/>
          </a:solidFill>
          <a:ln xmlns:a="http://schemas.openxmlformats.org/drawingml/2006/main" w="0">
            <a:noFill/>
          </a:ln>
        </p:spPr>
      </p:sp>
      <p:sp>
        <p:nvSpPr>
          <p:cNvPr id="1230" name="rect-1-1229">
            <a:extLst xmlns:a="http://schemas.openxmlformats.org/drawingml/2006/main">
              <a:ext uri="{FF2B5EF4-FFF2-40B4-BE49-F238E27FC236}">
                <a16:creationId xmlns:a16="http://schemas.microsoft.com/office/drawing/2014/main" id="{08708818-3033-479D-BAA2-A8FE2C2C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0A7"/>
          </a:solidFill>
          <a:ln xmlns:a="http://schemas.openxmlformats.org/drawingml/2006/main" w="0">
            <a:noFill/>
          </a:ln>
        </p:spPr>
      </p:sp>
      <p:sp>
        <p:nvSpPr>
          <p:cNvPr id="1231" name="rect-1-1230">
            <a:extLst xmlns:a="http://schemas.openxmlformats.org/drawingml/2006/main">
              <a:ext uri="{FF2B5EF4-FFF2-40B4-BE49-F238E27FC236}">
                <a16:creationId xmlns:a16="http://schemas.microsoft.com/office/drawing/2014/main" id="{85821116-3CA1-4253-B229-3811ED28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CB2"/>
          </a:solidFill>
          <a:ln xmlns:a="http://schemas.openxmlformats.org/drawingml/2006/main" w="0">
            <a:noFill/>
          </a:ln>
        </p:spPr>
      </p:sp>
      <p:sp>
        <p:nvSpPr>
          <p:cNvPr id="1232" name="rect-1-1231">
            <a:extLst xmlns:a="http://schemas.openxmlformats.org/drawingml/2006/main">
              <a:ext uri="{FF2B5EF4-FFF2-40B4-BE49-F238E27FC236}">
                <a16:creationId xmlns:a16="http://schemas.microsoft.com/office/drawing/2014/main" id="{D32BE0FA-DA32-4E0A-84B6-07B0E212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8"/>
          </a:solidFill>
          <a:ln xmlns:a="http://schemas.openxmlformats.org/drawingml/2006/main" w="0">
            <a:noFill/>
          </a:ln>
        </p:spPr>
      </p:sp>
      <p:sp>
        <p:nvSpPr>
          <p:cNvPr id="1233" name="rect-1-1232">
            <a:extLst xmlns:a="http://schemas.openxmlformats.org/drawingml/2006/main">
              <a:ext uri="{FF2B5EF4-FFF2-40B4-BE49-F238E27FC236}">
                <a16:creationId xmlns:a16="http://schemas.microsoft.com/office/drawing/2014/main" id="{209B402B-6038-4A28-8F98-94E84EF3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1234" name="rect-1-1233">
            <a:extLst xmlns:a="http://schemas.openxmlformats.org/drawingml/2006/main">
              <a:ext uri="{FF2B5EF4-FFF2-40B4-BE49-F238E27FC236}">
                <a16:creationId xmlns:a16="http://schemas.microsoft.com/office/drawing/2014/main" id="{90BD3AC8-CA7D-42B4-94CA-9320C2B0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1235" name="rect-1-1234">
            <a:extLst xmlns:a="http://schemas.openxmlformats.org/drawingml/2006/main">
              <a:ext uri="{FF2B5EF4-FFF2-40B4-BE49-F238E27FC236}">
                <a16:creationId xmlns:a16="http://schemas.microsoft.com/office/drawing/2014/main" id="{8C9B1F03-112C-4DCE-8F64-CC57052B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0"/>
          </a:solidFill>
          <a:ln xmlns:a="http://schemas.openxmlformats.org/drawingml/2006/main" w="0">
            <a:noFill/>
          </a:ln>
        </p:spPr>
      </p:sp>
      <p:sp>
        <p:nvSpPr>
          <p:cNvPr id="1236" name="rect-1-1235">
            <a:extLst xmlns:a="http://schemas.openxmlformats.org/drawingml/2006/main">
              <a:ext uri="{FF2B5EF4-FFF2-40B4-BE49-F238E27FC236}">
                <a16:creationId xmlns:a16="http://schemas.microsoft.com/office/drawing/2014/main" id="{C836BC6E-327E-471D-87C2-3A3C889E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1237" name="rect-1-1236">
            <a:extLst xmlns:a="http://schemas.openxmlformats.org/drawingml/2006/main">
              <a:ext uri="{FF2B5EF4-FFF2-40B4-BE49-F238E27FC236}">
                <a16:creationId xmlns:a16="http://schemas.microsoft.com/office/drawing/2014/main" id="{21A73BD5-D228-48E3-BFE8-B7476080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7"/>
          </a:solidFill>
          <a:ln xmlns:a="http://schemas.openxmlformats.org/drawingml/2006/main" w="0">
            <a:noFill/>
          </a:ln>
        </p:spPr>
      </p:sp>
      <p:sp>
        <p:nvSpPr>
          <p:cNvPr id="1238" name="rect-1-1237">
            <a:extLst xmlns:a="http://schemas.openxmlformats.org/drawingml/2006/main">
              <a:ext uri="{FF2B5EF4-FFF2-40B4-BE49-F238E27FC236}">
                <a16:creationId xmlns:a16="http://schemas.microsoft.com/office/drawing/2014/main" id="{B078FA89-2AD8-4333-96A7-EE0DC103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1239" name="rect-1-1238">
            <a:extLst xmlns:a="http://schemas.openxmlformats.org/drawingml/2006/main">
              <a:ext uri="{FF2B5EF4-FFF2-40B4-BE49-F238E27FC236}">
                <a16:creationId xmlns:a16="http://schemas.microsoft.com/office/drawing/2014/main" id="{FE7AD0A8-1D79-4874-859E-98DD81B0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977142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1240" name="rect-1-1239">
            <a:extLst xmlns:a="http://schemas.openxmlformats.org/drawingml/2006/main">
              <a:ext uri="{FF2B5EF4-FFF2-40B4-BE49-F238E27FC236}">
                <a16:creationId xmlns:a16="http://schemas.microsoft.com/office/drawing/2014/main" id="{8B12FF66-20FB-45D9-8758-27DA5EBA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2967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1241" name="rect-1-1240">
            <a:extLst xmlns:a="http://schemas.openxmlformats.org/drawingml/2006/main">
              <a:ext uri="{FF2B5EF4-FFF2-40B4-BE49-F238E27FC236}">
                <a16:creationId xmlns:a16="http://schemas.microsoft.com/office/drawing/2014/main" id="{BA24D040-AB7B-463A-97B5-B7FEF025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69D"/>
          </a:solidFill>
          <a:ln xmlns:a="http://schemas.openxmlformats.org/drawingml/2006/main" w="0">
            <a:noFill/>
          </a:ln>
        </p:spPr>
      </p:sp>
      <p:sp>
        <p:nvSpPr>
          <p:cNvPr id="1242" name="rect-1-1241">
            <a:extLst xmlns:a="http://schemas.openxmlformats.org/drawingml/2006/main">
              <a:ext uri="{FF2B5EF4-FFF2-40B4-BE49-F238E27FC236}">
                <a16:creationId xmlns:a16="http://schemas.microsoft.com/office/drawing/2014/main" id="{9C757A32-11BF-4BAB-B6F3-96472842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78"/>
          </a:solidFill>
          <a:ln xmlns:a="http://schemas.openxmlformats.org/drawingml/2006/main" w="0">
            <a:noFill/>
          </a:ln>
        </p:spPr>
      </p:sp>
      <p:sp>
        <p:nvSpPr>
          <p:cNvPr id="1243" name="rect-1-1242">
            <a:extLst xmlns:a="http://schemas.openxmlformats.org/drawingml/2006/main">
              <a:ext uri="{FF2B5EF4-FFF2-40B4-BE49-F238E27FC236}">
                <a16:creationId xmlns:a16="http://schemas.microsoft.com/office/drawing/2014/main" id="{9F0F7623-C839-48BE-88D5-352DB098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1C6"/>
          </a:solidFill>
          <a:ln xmlns:a="http://schemas.openxmlformats.org/drawingml/2006/main" w="0">
            <a:noFill/>
          </a:ln>
        </p:spPr>
      </p:sp>
      <p:sp>
        <p:nvSpPr>
          <p:cNvPr id="1244" name="rect-1-1243">
            <a:extLst xmlns:a="http://schemas.openxmlformats.org/drawingml/2006/main">
              <a:ext uri="{FF2B5EF4-FFF2-40B4-BE49-F238E27FC236}">
                <a16:creationId xmlns:a16="http://schemas.microsoft.com/office/drawing/2014/main" id="{42FD0B78-BFB3-4365-BD92-7D72E9BE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7CC"/>
          </a:solidFill>
          <a:ln xmlns:a="http://schemas.openxmlformats.org/drawingml/2006/main" w="0">
            <a:noFill/>
          </a:ln>
        </p:spPr>
      </p:sp>
      <p:sp>
        <p:nvSpPr>
          <p:cNvPr id="1245" name="rect-1-1244">
            <a:extLst xmlns:a="http://schemas.openxmlformats.org/drawingml/2006/main">
              <a:ext uri="{FF2B5EF4-FFF2-40B4-BE49-F238E27FC236}">
                <a16:creationId xmlns:a16="http://schemas.microsoft.com/office/drawing/2014/main" id="{B94B3FC1-B303-44A9-9378-3F0FAD4C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DF"/>
          </a:solidFill>
          <a:ln xmlns:a="http://schemas.openxmlformats.org/drawingml/2006/main" w="0">
            <a:noFill/>
          </a:ln>
        </p:spPr>
      </p:sp>
      <p:sp>
        <p:nvSpPr>
          <p:cNvPr id="1246" name="rect-1-1245">
            <a:extLst xmlns:a="http://schemas.openxmlformats.org/drawingml/2006/main">
              <a:ext uri="{FF2B5EF4-FFF2-40B4-BE49-F238E27FC236}">
                <a16:creationId xmlns:a16="http://schemas.microsoft.com/office/drawing/2014/main" id="{C3BC2CED-42D9-4D55-9920-16893756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C"/>
          </a:solidFill>
          <a:ln xmlns:a="http://schemas.openxmlformats.org/drawingml/2006/main" w="0">
            <a:noFill/>
          </a:ln>
        </p:spPr>
      </p:sp>
      <p:sp>
        <p:nvSpPr>
          <p:cNvPr id="1247" name="rect-1-1246">
            <a:extLst xmlns:a="http://schemas.openxmlformats.org/drawingml/2006/main">
              <a:ext uri="{FF2B5EF4-FFF2-40B4-BE49-F238E27FC236}">
                <a16:creationId xmlns:a16="http://schemas.microsoft.com/office/drawing/2014/main" id="{C59867B6-566D-48D0-9912-62842F16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1248" name="rect-1-1247">
            <a:extLst xmlns:a="http://schemas.openxmlformats.org/drawingml/2006/main">
              <a:ext uri="{FF2B5EF4-FFF2-40B4-BE49-F238E27FC236}">
                <a16:creationId xmlns:a16="http://schemas.microsoft.com/office/drawing/2014/main" id="{6119BA04-CC2E-4E44-B5F2-8EEC181D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249" name="rect-1-1248">
            <a:extLst xmlns:a="http://schemas.openxmlformats.org/drawingml/2006/main">
              <a:ext uri="{FF2B5EF4-FFF2-40B4-BE49-F238E27FC236}">
                <a16:creationId xmlns:a16="http://schemas.microsoft.com/office/drawing/2014/main" id="{5DC3B8FF-9E7B-47AE-A50B-912FD617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988615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1250" name="rect-1-1249">
            <a:extLst xmlns:a="http://schemas.openxmlformats.org/drawingml/2006/main">
              <a:ext uri="{FF2B5EF4-FFF2-40B4-BE49-F238E27FC236}">
                <a16:creationId xmlns:a16="http://schemas.microsoft.com/office/drawing/2014/main" id="{1506FEC1-B1C8-4F80-892B-CAECA16F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2967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C"/>
          </a:solidFill>
          <a:ln xmlns:a="http://schemas.openxmlformats.org/drawingml/2006/main" w="0">
            <a:noFill/>
          </a:ln>
        </p:spPr>
      </p:sp>
      <p:sp>
        <p:nvSpPr>
          <p:cNvPr id="1251" name="rect-1-1250">
            <a:extLst xmlns:a="http://schemas.openxmlformats.org/drawingml/2006/main">
              <a:ext uri="{FF2B5EF4-FFF2-40B4-BE49-F238E27FC236}">
                <a16:creationId xmlns:a16="http://schemas.microsoft.com/office/drawing/2014/main" id="{84B0C12B-C26E-45A0-877C-DB468DAE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6DA"/>
          </a:solidFill>
          <a:ln xmlns:a="http://schemas.openxmlformats.org/drawingml/2006/main" w="0">
            <a:noFill/>
          </a:ln>
        </p:spPr>
      </p:sp>
      <p:sp>
        <p:nvSpPr>
          <p:cNvPr id="1252" name="rect-1-1251">
            <a:extLst xmlns:a="http://schemas.openxmlformats.org/drawingml/2006/main">
              <a:ext uri="{FF2B5EF4-FFF2-40B4-BE49-F238E27FC236}">
                <a16:creationId xmlns:a16="http://schemas.microsoft.com/office/drawing/2014/main" id="{1C0C4046-E921-4368-96FC-F069FA24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CD0"/>
          </a:solidFill>
          <a:ln xmlns:a="http://schemas.openxmlformats.org/drawingml/2006/main" w="0">
            <a:noFill/>
          </a:ln>
        </p:spPr>
      </p:sp>
      <p:sp>
        <p:nvSpPr>
          <p:cNvPr id="1253" name="rect-1-1252">
            <a:extLst xmlns:a="http://schemas.openxmlformats.org/drawingml/2006/main">
              <a:ext uri="{FF2B5EF4-FFF2-40B4-BE49-F238E27FC236}">
                <a16:creationId xmlns:a16="http://schemas.microsoft.com/office/drawing/2014/main" id="{E3894F50-25B2-4E00-8A4C-C494899D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7"/>
          </a:solidFill>
          <a:ln xmlns:a="http://schemas.openxmlformats.org/drawingml/2006/main" w="0">
            <a:noFill/>
          </a:ln>
        </p:spPr>
      </p:sp>
      <p:sp>
        <p:nvSpPr>
          <p:cNvPr id="1254" name="rect-1-1253">
            <a:extLst xmlns:a="http://schemas.openxmlformats.org/drawingml/2006/main">
              <a:ext uri="{FF2B5EF4-FFF2-40B4-BE49-F238E27FC236}">
                <a16:creationId xmlns:a16="http://schemas.microsoft.com/office/drawing/2014/main" id="{1CC0B228-0BDA-4FDF-9BC6-D065DA14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2E5"/>
          </a:solidFill>
          <a:ln xmlns:a="http://schemas.openxmlformats.org/drawingml/2006/main" w="0">
            <a:noFill/>
          </a:ln>
        </p:spPr>
      </p:sp>
      <p:sp>
        <p:nvSpPr>
          <p:cNvPr id="1255" name="rect-1-1254">
            <a:extLst xmlns:a="http://schemas.openxmlformats.org/drawingml/2006/main">
              <a:ext uri="{FF2B5EF4-FFF2-40B4-BE49-F238E27FC236}">
                <a16:creationId xmlns:a16="http://schemas.microsoft.com/office/drawing/2014/main" id="{8BB19BA1-0A52-4C31-B484-1CE05753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EE"/>
          </a:solidFill>
          <a:ln xmlns:a="http://schemas.openxmlformats.org/drawingml/2006/main" w="0">
            <a:noFill/>
          </a:ln>
        </p:spPr>
      </p:sp>
      <p:sp>
        <p:nvSpPr>
          <p:cNvPr id="1256" name="rect-1-1255">
            <a:extLst xmlns:a="http://schemas.openxmlformats.org/drawingml/2006/main">
              <a:ext uri="{FF2B5EF4-FFF2-40B4-BE49-F238E27FC236}">
                <a16:creationId xmlns:a16="http://schemas.microsoft.com/office/drawing/2014/main" id="{066BDC89-73CA-447D-B542-896D0B54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000087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1257" name="rect-1-1256">
            <a:extLst xmlns:a="http://schemas.openxmlformats.org/drawingml/2006/main">
              <a:ext uri="{FF2B5EF4-FFF2-40B4-BE49-F238E27FC236}">
                <a16:creationId xmlns:a16="http://schemas.microsoft.com/office/drawing/2014/main" id="{8A4D0A1E-D866-46EC-BF7A-CA52BB00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1011560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258" name="rect-1-1257">
            <a:extLst xmlns:a="http://schemas.openxmlformats.org/drawingml/2006/main">
              <a:ext uri="{FF2B5EF4-FFF2-40B4-BE49-F238E27FC236}">
                <a16:creationId xmlns:a16="http://schemas.microsoft.com/office/drawing/2014/main" id="{F93D5808-81DC-4831-B5D2-F9CFA2B8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011560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9"/>
          </a:solidFill>
          <a:ln xmlns:a="http://schemas.openxmlformats.org/drawingml/2006/main" w="0">
            <a:noFill/>
          </a:ln>
        </p:spPr>
      </p:sp>
      <p:sp>
        <p:nvSpPr>
          <p:cNvPr id="1259" name="rect-1-1258">
            <a:extLst xmlns:a="http://schemas.openxmlformats.org/drawingml/2006/main">
              <a:ext uri="{FF2B5EF4-FFF2-40B4-BE49-F238E27FC236}">
                <a16:creationId xmlns:a16="http://schemas.microsoft.com/office/drawing/2014/main" id="{EBFADB20-B0F0-431A-BDAB-41AC7F65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011560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C"/>
          </a:solidFill>
          <a:ln xmlns:a="http://schemas.openxmlformats.org/drawingml/2006/main" w="0">
            <a:noFill/>
          </a:ln>
        </p:spPr>
      </p:sp>
      <p:sp>
        <p:nvSpPr>
          <p:cNvPr id="1260" name="rect-1-1259">
            <a:extLst xmlns:a="http://schemas.openxmlformats.org/drawingml/2006/main">
              <a:ext uri="{FF2B5EF4-FFF2-40B4-BE49-F238E27FC236}">
                <a16:creationId xmlns:a16="http://schemas.microsoft.com/office/drawing/2014/main" id="{76A296A2-5F8A-47B1-910D-8AF36425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011560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1261" name="rect-1-1260">
            <a:extLst xmlns:a="http://schemas.openxmlformats.org/drawingml/2006/main">
              <a:ext uri="{FF2B5EF4-FFF2-40B4-BE49-F238E27FC236}">
                <a16:creationId xmlns:a16="http://schemas.microsoft.com/office/drawing/2014/main" id="{556825B9-57DD-4462-A154-319BFA6C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011560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262" name="rect-1-1261">
            <a:extLst xmlns:a="http://schemas.openxmlformats.org/drawingml/2006/main">
              <a:ext uri="{FF2B5EF4-FFF2-40B4-BE49-F238E27FC236}">
                <a16:creationId xmlns:a16="http://schemas.microsoft.com/office/drawing/2014/main" id="{BD4AC314-365E-4E03-B16A-D69E0397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B"/>
          </a:solidFill>
          <a:ln xmlns:a="http://schemas.openxmlformats.org/drawingml/2006/main" w="0">
            <a:noFill/>
          </a:ln>
        </p:spPr>
      </p:sp>
      <p:sp>
        <p:nvSpPr>
          <p:cNvPr id="1263" name="rect-1-1262">
            <a:extLst xmlns:a="http://schemas.openxmlformats.org/drawingml/2006/main">
              <a:ext uri="{FF2B5EF4-FFF2-40B4-BE49-F238E27FC236}">
                <a16:creationId xmlns:a16="http://schemas.microsoft.com/office/drawing/2014/main" id="{D5979BAC-38DA-472F-9465-F3E8287F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1264" name="rect-1-1263">
            <a:extLst xmlns:a="http://schemas.openxmlformats.org/drawingml/2006/main">
              <a:ext uri="{FF2B5EF4-FFF2-40B4-BE49-F238E27FC236}">
                <a16:creationId xmlns:a16="http://schemas.microsoft.com/office/drawing/2014/main" id="{B65FE39D-64DB-4EF5-911F-A0FC8994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1265" name="rect-1-1264">
            <a:extLst xmlns:a="http://schemas.openxmlformats.org/drawingml/2006/main">
              <a:ext uri="{FF2B5EF4-FFF2-40B4-BE49-F238E27FC236}">
                <a16:creationId xmlns:a16="http://schemas.microsoft.com/office/drawing/2014/main" id="{FCCFC61E-4065-44E2-8B91-91F108A6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266" name="rect-1-1265">
            <a:extLst xmlns:a="http://schemas.openxmlformats.org/drawingml/2006/main">
              <a:ext uri="{FF2B5EF4-FFF2-40B4-BE49-F238E27FC236}">
                <a16:creationId xmlns:a16="http://schemas.microsoft.com/office/drawing/2014/main" id="{456871C0-3A6E-4903-82F3-7BDA3997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1267" name="rect-1-1266">
            <a:extLst xmlns:a="http://schemas.openxmlformats.org/drawingml/2006/main">
              <a:ext uri="{FF2B5EF4-FFF2-40B4-BE49-F238E27FC236}">
                <a16:creationId xmlns:a16="http://schemas.microsoft.com/office/drawing/2014/main" id="{63CD186E-5C07-4654-A5DA-FB05FA6A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D8"/>
          </a:solidFill>
          <a:ln xmlns:a="http://schemas.openxmlformats.org/drawingml/2006/main" w="0">
            <a:noFill/>
          </a:ln>
        </p:spPr>
      </p:sp>
      <p:sp>
        <p:nvSpPr>
          <p:cNvPr id="1268" name="rect-1-1267">
            <a:extLst xmlns:a="http://schemas.openxmlformats.org/drawingml/2006/main">
              <a:ext uri="{FF2B5EF4-FFF2-40B4-BE49-F238E27FC236}">
                <a16:creationId xmlns:a16="http://schemas.microsoft.com/office/drawing/2014/main" id="{289DA2DE-B8BF-4F6D-930B-140D2A05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6DA"/>
          </a:solidFill>
          <a:ln xmlns:a="http://schemas.openxmlformats.org/drawingml/2006/main" w="0">
            <a:noFill/>
          </a:ln>
        </p:spPr>
      </p:sp>
      <p:sp>
        <p:nvSpPr>
          <p:cNvPr id="1269" name="rect-1-1268">
            <a:extLst xmlns:a="http://schemas.openxmlformats.org/drawingml/2006/main">
              <a:ext uri="{FF2B5EF4-FFF2-40B4-BE49-F238E27FC236}">
                <a16:creationId xmlns:a16="http://schemas.microsoft.com/office/drawing/2014/main" id="{B2ACC46E-74F4-4FF6-BE9C-E8CEF660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0"/>
          </a:solidFill>
          <a:ln xmlns:a="http://schemas.openxmlformats.org/drawingml/2006/main" w="0">
            <a:noFill/>
          </a:ln>
        </p:spPr>
      </p:sp>
      <p:sp>
        <p:nvSpPr>
          <p:cNvPr id="1270" name="rect-1-1269">
            <a:extLst xmlns:a="http://schemas.openxmlformats.org/drawingml/2006/main">
              <a:ext uri="{FF2B5EF4-FFF2-40B4-BE49-F238E27FC236}">
                <a16:creationId xmlns:a16="http://schemas.microsoft.com/office/drawing/2014/main" id="{59977D6A-DC93-4729-AD75-D3D33731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C"/>
          </a:solidFill>
          <a:ln xmlns:a="http://schemas.openxmlformats.org/drawingml/2006/main" w="0">
            <a:noFill/>
          </a:ln>
        </p:spPr>
      </p:sp>
      <p:sp>
        <p:nvSpPr>
          <p:cNvPr id="1271" name="rect-1-1270">
            <a:extLst xmlns:a="http://schemas.openxmlformats.org/drawingml/2006/main">
              <a:ext uri="{FF2B5EF4-FFF2-40B4-BE49-F238E27FC236}">
                <a16:creationId xmlns:a16="http://schemas.microsoft.com/office/drawing/2014/main" id="{F057141A-60D5-48C0-9CDF-B4989BBB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0"/>
          </a:solidFill>
          <a:ln xmlns:a="http://schemas.openxmlformats.org/drawingml/2006/main" w="0">
            <a:noFill/>
          </a:ln>
        </p:spPr>
      </p:sp>
      <p:sp>
        <p:nvSpPr>
          <p:cNvPr id="1272" name="rect-1-1271">
            <a:extLst xmlns:a="http://schemas.openxmlformats.org/drawingml/2006/main">
              <a:ext uri="{FF2B5EF4-FFF2-40B4-BE49-F238E27FC236}">
                <a16:creationId xmlns:a16="http://schemas.microsoft.com/office/drawing/2014/main" id="{14640FB0-B6EB-4339-82E8-61A28A73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1273" name="rect-1-1272">
            <a:extLst xmlns:a="http://schemas.openxmlformats.org/drawingml/2006/main">
              <a:ext uri="{FF2B5EF4-FFF2-40B4-BE49-F238E27FC236}">
                <a16:creationId xmlns:a16="http://schemas.microsoft.com/office/drawing/2014/main" id="{81A0A0F0-B4C8-4210-A3BF-A23AE881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023033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1274" name="rect-1-1273">
            <a:extLst xmlns:a="http://schemas.openxmlformats.org/drawingml/2006/main">
              <a:ext uri="{FF2B5EF4-FFF2-40B4-BE49-F238E27FC236}">
                <a16:creationId xmlns:a16="http://schemas.microsoft.com/office/drawing/2014/main" id="{45AB7052-AE2D-4807-9F11-B7A98889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2D6"/>
          </a:solidFill>
          <a:ln xmlns:a="http://schemas.openxmlformats.org/drawingml/2006/main" w="0">
            <a:noFill/>
          </a:ln>
        </p:spPr>
      </p:sp>
      <p:sp>
        <p:nvSpPr>
          <p:cNvPr id="1275" name="rect-1-1274">
            <a:extLst xmlns:a="http://schemas.openxmlformats.org/drawingml/2006/main">
              <a:ext uri="{FF2B5EF4-FFF2-40B4-BE49-F238E27FC236}">
                <a16:creationId xmlns:a16="http://schemas.microsoft.com/office/drawing/2014/main" id="{99F2E48B-C2DE-4CFE-BD61-8D2ECCFD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DC2"/>
          </a:solidFill>
          <a:ln xmlns:a="http://schemas.openxmlformats.org/drawingml/2006/main" w="0">
            <a:noFill/>
          </a:ln>
        </p:spPr>
      </p:sp>
      <p:sp>
        <p:nvSpPr>
          <p:cNvPr id="1276" name="rect-1-1275">
            <a:extLst xmlns:a="http://schemas.openxmlformats.org/drawingml/2006/main">
              <a:ext uri="{FF2B5EF4-FFF2-40B4-BE49-F238E27FC236}">
                <a16:creationId xmlns:a16="http://schemas.microsoft.com/office/drawing/2014/main" id="{37AD5FBF-4214-4785-BA7C-1784F5B7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9DD"/>
          </a:solidFill>
          <a:ln xmlns:a="http://schemas.openxmlformats.org/drawingml/2006/main" w="0">
            <a:noFill/>
          </a:ln>
        </p:spPr>
      </p:sp>
      <p:sp>
        <p:nvSpPr>
          <p:cNvPr id="1277" name="rect-1-1276">
            <a:extLst xmlns:a="http://schemas.openxmlformats.org/drawingml/2006/main">
              <a:ext uri="{FF2B5EF4-FFF2-40B4-BE49-F238E27FC236}">
                <a16:creationId xmlns:a16="http://schemas.microsoft.com/office/drawing/2014/main" id="{D23DA9AE-9705-49FA-96CE-8A83D39D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FE2"/>
          </a:solidFill>
          <a:ln xmlns:a="http://schemas.openxmlformats.org/drawingml/2006/main" w="0">
            <a:noFill/>
          </a:ln>
        </p:spPr>
      </p:sp>
      <p:sp>
        <p:nvSpPr>
          <p:cNvPr id="1278" name="rect-1-1277">
            <a:extLst xmlns:a="http://schemas.openxmlformats.org/drawingml/2006/main">
              <a:ext uri="{FF2B5EF4-FFF2-40B4-BE49-F238E27FC236}">
                <a16:creationId xmlns:a16="http://schemas.microsoft.com/office/drawing/2014/main" id="{6BBDD25C-5E6D-4824-AF87-778D9107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A93"/>
          </a:solidFill>
          <a:ln xmlns:a="http://schemas.openxmlformats.org/drawingml/2006/main" w="0">
            <a:noFill/>
          </a:ln>
        </p:spPr>
      </p:sp>
      <p:sp>
        <p:nvSpPr>
          <p:cNvPr id="1279" name="rect-1-1278">
            <a:extLst xmlns:a="http://schemas.openxmlformats.org/drawingml/2006/main">
              <a:ext uri="{FF2B5EF4-FFF2-40B4-BE49-F238E27FC236}">
                <a16:creationId xmlns:a16="http://schemas.microsoft.com/office/drawing/2014/main" id="{5573E8E7-C6F2-4240-B4A1-106DF610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79"/>
          </a:solidFill>
          <a:ln xmlns:a="http://schemas.openxmlformats.org/drawingml/2006/main" w="0">
            <a:noFill/>
          </a:ln>
        </p:spPr>
      </p:sp>
      <p:sp>
        <p:nvSpPr>
          <p:cNvPr id="1280" name="rect-1-1279">
            <a:extLst xmlns:a="http://schemas.openxmlformats.org/drawingml/2006/main">
              <a:ext uri="{FF2B5EF4-FFF2-40B4-BE49-F238E27FC236}">
                <a16:creationId xmlns:a16="http://schemas.microsoft.com/office/drawing/2014/main" id="{8B6D968F-7D97-41FD-B497-31E0806E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E87"/>
          </a:solidFill>
          <a:ln xmlns:a="http://schemas.openxmlformats.org/drawingml/2006/main" w="0">
            <a:noFill/>
          </a:ln>
        </p:spPr>
      </p:sp>
      <p:sp>
        <p:nvSpPr>
          <p:cNvPr id="1281" name="rect-1-1280">
            <a:extLst xmlns:a="http://schemas.openxmlformats.org/drawingml/2006/main">
              <a:ext uri="{FF2B5EF4-FFF2-40B4-BE49-F238E27FC236}">
                <a16:creationId xmlns:a16="http://schemas.microsoft.com/office/drawing/2014/main" id="{2B7AD368-6588-4A15-9F83-077FEAAF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6AC"/>
          </a:solidFill>
          <a:ln xmlns:a="http://schemas.openxmlformats.org/drawingml/2006/main" w="0">
            <a:noFill/>
          </a:ln>
        </p:spPr>
      </p:sp>
      <p:sp>
        <p:nvSpPr>
          <p:cNvPr id="1282" name="rect-1-1281">
            <a:extLst xmlns:a="http://schemas.openxmlformats.org/drawingml/2006/main">
              <a:ext uri="{FF2B5EF4-FFF2-40B4-BE49-F238E27FC236}">
                <a16:creationId xmlns:a16="http://schemas.microsoft.com/office/drawing/2014/main" id="{9BD74CF6-B207-433B-B0B9-3ED5A95A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3D7"/>
          </a:solidFill>
          <a:ln xmlns:a="http://schemas.openxmlformats.org/drawingml/2006/main" w="0">
            <a:noFill/>
          </a:ln>
        </p:spPr>
      </p:sp>
      <p:sp>
        <p:nvSpPr>
          <p:cNvPr id="1283" name="rect-1-1282">
            <a:extLst xmlns:a="http://schemas.openxmlformats.org/drawingml/2006/main">
              <a:ext uri="{FF2B5EF4-FFF2-40B4-BE49-F238E27FC236}">
                <a16:creationId xmlns:a16="http://schemas.microsoft.com/office/drawing/2014/main" id="{8393B240-B337-4D55-A8FC-85E45887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3D7"/>
          </a:solidFill>
          <a:ln xmlns:a="http://schemas.openxmlformats.org/drawingml/2006/main" w="0">
            <a:noFill/>
          </a:ln>
        </p:spPr>
      </p:sp>
      <p:sp>
        <p:nvSpPr>
          <p:cNvPr id="1284" name="rect-1-1283">
            <a:extLst xmlns:a="http://schemas.openxmlformats.org/drawingml/2006/main">
              <a:ext uri="{FF2B5EF4-FFF2-40B4-BE49-F238E27FC236}">
                <a16:creationId xmlns:a16="http://schemas.microsoft.com/office/drawing/2014/main" id="{137FB337-C1F8-4C60-A45F-5F12BEFF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7"/>
          </a:solidFill>
          <a:ln xmlns:a="http://schemas.openxmlformats.org/drawingml/2006/main" w="0">
            <a:noFill/>
          </a:ln>
        </p:spPr>
      </p:sp>
      <p:sp>
        <p:nvSpPr>
          <p:cNvPr id="1285" name="rect-1-1284">
            <a:extLst xmlns:a="http://schemas.openxmlformats.org/drawingml/2006/main">
              <a:ext uri="{FF2B5EF4-FFF2-40B4-BE49-F238E27FC236}">
                <a16:creationId xmlns:a16="http://schemas.microsoft.com/office/drawing/2014/main" id="{571917B6-36DC-417E-8C2A-8AF99E0E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034505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2"/>
          </a:solidFill>
          <a:ln xmlns:a="http://schemas.openxmlformats.org/drawingml/2006/main" w="0">
            <a:noFill/>
          </a:ln>
        </p:spPr>
      </p:sp>
      <p:sp>
        <p:nvSpPr>
          <p:cNvPr id="1286" name="rect-1-1285">
            <a:extLst xmlns:a="http://schemas.openxmlformats.org/drawingml/2006/main">
              <a:ext uri="{FF2B5EF4-FFF2-40B4-BE49-F238E27FC236}">
                <a16:creationId xmlns:a16="http://schemas.microsoft.com/office/drawing/2014/main" id="{61DBA3DA-E727-48F3-BB25-14B6B818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1287" name="rect-1-1286">
            <a:extLst xmlns:a="http://schemas.openxmlformats.org/drawingml/2006/main">
              <a:ext uri="{FF2B5EF4-FFF2-40B4-BE49-F238E27FC236}">
                <a16:creationId xmlns:a16="http://schemas.microsoft.com/office/drawing/2014/main" id="{D51C9C01-15BC-4506-8692-891A199E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noFill/>
          </a:ln>
        </p:spPr>
      </p:sp>
      <p:sp>
        <p:nvSpPr>
          <p:cNvPr id="1288" name="rect-1-1287">
            <a:extLst xmlns:a="http://schemas.openxmlformats.org/drawingml/2006/main">
              <a:ext uri="{FF2B5EF4-FFF2-40B4-BE49-F238E27FC236}">
                <a16:creationId xmlns:a16="http://schemas.microsoft.com/office/drawing/2014/main" id="{EDA71A01-D6A5-4EBC-AB30-3CA664B2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7AD"/>
          </a:solidFill>
          <a:ln xmlns:a="http://schemas.openxmlformats.org/drawingml/2006/main" w="0">
            <a:noFill/>
          </a:ln>
        </p:spPr>
      </p:sp>
      <p:sp>
        <p:nvSpPr>
          <p:cNvPr id="1289" name="rect-1-1288">
            <a:extLst xmlns:a="http://schemas.openxmlformats.org/drawingml/2006/main">
              <a:ext uri="{FF2B5EF4-FFF2-40B4-BE49-F238E27FC236}">
                <a16:creationId xmlns:a16="http://schemas.microsoft.com/office/drawing/2014/main" id="{A1A28449-F3F3-4E35-B422-FE3F4137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2A9"/>
          </a:solidFill>
          <a:ln xmlns:a="http://schemas.openxmlformats.org/drawingml/2006/main" w="0">
            <a:noFill/>
          </a:ln>
        </p:spPr>
      </p:sp>
      <p:sp>
        <p:nvSpPr>
          <p:cNvPr id="1290" name="rect-1-1289">
            <a:extLst xmlns:a="http://schemas.openxmlformats.org/drawingml/2006/main">
              <a:ext uri="{FF2B5EF4-FFF2-40B4-BE49-F238E27FC236}">
                <a16:creationId xmlns:a16="http://schemas.microsoft.com/office/drawing/2014/main" id="{3E995A29-FC40-435D-972F-49473FC9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3A9"/>
          </a:solidFill>
          <a:ln xmlns:a="http://schemas.openxmlformats.org/drawingml/2006/main" w="0">
            <a:noFill/>
          </a:ln>
        </p:spPr>
      </p:sp>
      <p:sp>
        <p:nvSpPr>
          <p:cNvPr id="1291" name="rect-1-1290">
            <a:extLst xmlns:a="http://schemas.openxmlformats.org/drawingml/2006/main">
              <a:ext uri="{FF2B5EF4-FFF2-40B4-BE49-F238E27FC236}">
                <a16:creationId xmlns:a16="http://schemas.microsoft.com/office/drawing/2014/main" id="{D4040E07-8091-4CD7-BE89-0352F3A8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DA4"/>
          </a:solidFill>
          <a:ln xmlns:a="http://schemas.openxmlformats.org/drawingml/2006/main" w="0">
            <a:noFill/>
          </a:ln>
        </p:spPr>
      </p:sp>
      <p:sp>
        <p:nvSpPr>
          <p:cNvPr id="1292" name="rect-1-1291">
            <a:extLst xmlns:a="http://schemas.openxmlformats.org/drawingml/2006/main">
              <a:ext uri="{FF2B5EF4-FFF2-40B4-BE49-F238E27FC236}">
                <a16:creationId xmlns:a16="http://schemas.microsoft.com/office/drawing/2014/main" id="{529AFB57-7FD8-4D13-9D52-47549CE8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A93"/>
          </a:solidFill>
          <a:ln xmlns:a="http://schemas.openxmlformats.org/drawingml/2006/main" w="0">
            <a:noFill/>
          </a:ln>
        </p:spPr>
      </p:sp>
      <p:sp>
        <p:nvSpPr>
          <p:cNvPr id="1293" name="rect-1-1292">
            <a:extLst xmlns:a="http://schemas.openxmlformats.org/drawingml/2006/main">
              <a:ext uri="{FF2B5EF4-FFF2-40B4-BE49-F238E27FC236}">
                <a16:creationId xmlns:a16="http://schemas.microsoft.com/office/drawing/2014/main" id="{D41C05BC-7E89-4BD2-8B4C-17E02DFB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A75"/>
          </a:solidFill>
          <a:ln xmlns:a="http://schemas.openxmlformats.org/drawingml/2006/main" w="0">
            <a:noFill/>
          </a:ln>
        </p:spPr>
      </p:sp>
      <p:sp>
        <p:nvSpPr>
          <p:cNvPr id="1294" name="rect-1-1293">
            <a:extLst xmlns:a="http://schemas.openxmlformats.org/drawingml/2006/main">
              <a:ext uri="{FF2B5EF4-FFF2-40B4-BE49-F238E27FC236}">
                <a16:creationId xmlns:a16="http://schemas.microsoft.com/office/drawing/2014/main" id="{F46A848F-E313-45F5-A3B0-A8AD966D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16E"/>
          </a:solidFill>
          <a:ln xmlns:a="http://schemas.openxmlformats.org/drawingml/2006/main" w="0">
            <a:noFill/>
          </a:ln>
        </p:spPr>
      </p:sp>
      <p:sp>
        <p:nvSpPr>
          <p:cNvPr id="1295" name="rect-1-1294">
            <a:extLst xmlns:a="http://schemas.openxmlformats.org/drawingml/2006/main">
              <a:ext uri="{FF2B5EF4-FFF2-40B4-BE49-F238E27FC236}">
                <a16:creationId xmlns:a16="http://schemas.microsoft.com/office/drawing/2014/main" id="{339EFBDB-429C-45E4-B661-94B5941C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868F"/>
          </a:solidFill>
          <a:ln xmlns:a="http://schemas.openxmlformats.org/drawingml/2006/main" w="0">
            <a:noFill/>
          </a:ln>
        </p:spPr>
      </p:sp>
      <p:sp>
        <p:nvSpPr>
          <p:cNvPr id="1296" name="rect-1-1295">
            <a:extLst xmlns:a="http://schemas.openxmlformats.org/drawingml/2006/main">
              <a:ext uri="{FF2B5EF4-FFF2-40B4-BE49-F238E27FC236}">
                <a16:creationId xmlns:a16="http://schemas.microsoft.com/office/drawing/2014/main" id="{199FE7AD-D4B9-4F30-894F-33F7537A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6BC"/>
          </a:solidFill>
          <a:ln xmlns:a="http://schemas.openxmlformats.org/drawingml/2006/main" w="0">
            <a:noFill/>
          </a:ln>
        </p:spPr>
      </p:sp>
      <p:sp>
        <p:nvSpPr>
          <p:cNvPr id="1297" name="rect-1-1296">
            <a:extLst xmlns:a="http://schemas.openxmlformats.org/drawingml/2006/main">
              <a:ext uri="{FF2B5EF4-FFF2-40B4-BE49-F238E27FC236}">
                <a16:creationId xmlns:a16="http://schemas.microsoft.com/office/drawing/2014/main" id="{4D84A711-BB50-4A45-9E17-D7E40358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B0B6"/>
          </a:solidFill>
          <a:ln xmlns:a="http://schemas.openxmlformats.org/drawingml/2006/main" w="0">
            <a:noFill/>
          </a:ln>
        </p:spPr>
      </p:sp>
      <p:sp>
        <p:nvSpPr>
          <p:cNvPr id="1298" name="rect-1-1297">
            <a:extLst xmlns:a="http://schemas.openxmlformats.org/drawingml/2006/main">
              <a:ext uri="{FF2B5EF4-FFF2-40B4-BE49-F238E27FC236}">
                <a16:creationId xmlns:a16="http://schemas.microsoft.com/office/drawing/2014/main" id="{ED1B3E01-ED27-44E1-8B4D-C8215BD2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DF"/>
          </a:solidFill>
          <a:ln xmlns:a="http://schemas.openxmlformats.org/drawingml/2006/main" w="0">
            <a:noFill/>
          </a:ln>
        </p:spPr>
      </p:sp>
      <p:sp>
        <p:nvSpPr>
          <p:cNvPr id="1299" name="rect-1-1298">
            <a:extLst xmlns:a="http://schemas.openxmlformats.org/drawingml/2006/main">
              <a:ext uri="{FF2B5EF4-FFF2-40B4-BE49-F238E27FC236}">
                <a16:creationId xmlns:a16="http://schemas.microsoft.com/office/drawing/2014/main" id="{AE0E6571-D26C-475E-8A60-A272FF7F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045978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1300" name="rect-1-1299">
            <a:extLst xmlns:a="http://schemas.openxmlformats.org/drawingml/2006/main">
              <a:ext uri="{FF2B5EF4-FFF2-40B4-BE49-F238E27FC236}">
                <a16:creationId xmlns:a16="http://schemas.microsoft.com/office/drawing/2014/main" id="{B8F1BCA2-C276-405E-BCB6-3E36C2A2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2E5"/>
          </a:solidFill>
          <a:ln xmlns:a="http://schemas.openxmlformats.org/drawingml/2006/main" w="0">
            <a:noFill/>
          </a:ln>
        </p:spPr>
      </p:sp>
      <p:sp>
        <p:nvSpPr>
          <p:cNvPr id="1301" name="rect-1-1300">
            <a:extLst xmlns:a="http://schemas.openxmlformats.org/drawingml/2006/main">
              <a:ext uri="{FF2B5EF4-FFF2-40B4-BE49-F238E27FC236}">
                <a16:creationId xmlns:a16="http://schemas.microsoft.com/office/drawing/2014/main" id="{389994A8-2E01-4AEC-A3BE-A4EE9EBE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0C5"/>
          </a:solidFill>
          <a:ln xmlns:a="http://schemas.openxmlformats.org/drawingml/2006/main" w="0">
            <a:noFill/>
          </a:ln>
        </p:spPr>
      </p:sp>
      <p:sp>
        <p:nvSpPr>
          <p:cNvPr id="1302" name="rect-1-1301">
            <a:extLst xmlns:a="http://schemas.openxmlformats.org/drawingml/2006/main">
              <a:ext uri="{FF2B5EF4-FFF2-40B4-BE49-F238E27FC236}">
                <a16:creationId xmlns:a16="http://schemas.microsoft.com/office/drawing/2014/main" id="{39D794F1-423B-4E22-8C31-BFE9B104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7AD"/>
          </a:solidFill>
          <a:ln xmlns:a="http://schemas.openxmlformats.org/drawingml/2006/main" w="0">
            <a:noFill/>
          </a:ln>
        </p:spPr>
      </p:sp>
      <p:sp>
        <p:nvSpPr>
          <p:cNvPr id="1303" name="rect-1-1302">
            <a:extLst xmlns:a="http://schemas.openxmlformats.org/drawingml/2006/main">
              <a:ext uri="{FF2B5EF4-FFF2-40B4-BE49-F238E27FC236}">
                <a16:creationId xmlns:a16="http://schemas.microsoft.com/office/drawing/2014/main" id="{06958AFD-1714-48B6-B26A-996C4D8D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9199"/>
          </a:solidFill>
          <a:ln xmlns:a="http://schemas.openxmlformats.org/drawingml/2006/main" w="0">
            <a:noFill/>
          </a:ln>
        </p:spPr>
      </p:sp>
      <p:sp>
        <p:nvSpPr>
          <p:cNvPr id="1304" name="rect-1-1303">
            <a:extLst xmlns:a="http://schemas.openxmlformats.org/drawingml/2006/main">
              <a:ext uri="{FF2B5EF4-FFF2-40B4-BE49-F238E27FC236}">
                <a16:creationId xmlns:a16="http://schemas.microsoft.com/office/drawing/2014/main" id="{4B989BCC-57C5-4995-8D9C-B6B460C8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95"/>
          </a:solidFill>
          <a:ln xmlns:a="http://schemas.openxmlformats.org/drawingml/2006/main" w="0">
            <a:noFill/>
          </a:ln>
        </p:spPr>
      </p:sp>
      <p:sp>
        <p:nvSpPr>
          <p:cNvPr id="1305" name="rect-1-1304">
            <a:extLst xmlns:a="http://schemas.openxmlformats.org/drawingml/2006/main">
              <a:ext uri="{FF2B5EF4-FFF2-40B4-BE49-F238E27FC236}">
                <a16:creationId xmlns:a16="http://schemas.microsoft.com/office/drawing/2014/main" id="{67D07F8B-E6B0-4D6C-B051-B6C15B8B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B76"/>
          </a:solidFill>
          <a:ln xmlns:a="http://schemas.openxmlformats.org/drawingml/2006/main" w="0">
            <a:noFill/>
          </a:ln>
        </p:spPr>
      </p:sp>
      <p:sp>
        <p:nvSpPr>
          <p:cNvPr id="1306" name="rect-1-1305">
            <a:extLst xmlns:a="http://schemas.openxmlformats.org/drawingml/2006/main">
              <a:ext uri="{FF2B5EF4-FFF2-40B4-BE49-F238E27FC236}">
                <a16:creationId xmlns:a16="http://schemas.microsoft.com/office/drawing/2014/main" id="{5D7B6703-41AF-4C83-A5EC-A54C6DF7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666"/>
          </a:solidFill>
          <a:ln xmlns:a="http://schemas.openxmlformats.org/drawingml/2006/main" w="0">
            <a:noFill/>
          </a:ln>
        </p:spPr>
      </p:sp>
      <p:sp>
        <p:nvSpPr>
          <p:cNvPr id="1307" name="rect-1-1306">
            <a:extLst xmlns:a="http://schemas.openxmlformats.org/drawingml/2006/main">
              <a:ext uri="{FF2B5EF4-FFF2-40B4-BE49-F238E27FC236}">
                <a16:creationId xmlns:a16="http://schemas.microsoft.com/office/drawing/2014/main" id="{AE8110D3-92C0-414A-98BC-8E4D9135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062"/>
          </a:solidFill>
          <a:ln xmlns:a="http://schemas.openxmlformats.org/drawingml/2006/main" w="0">
            <a:noFill/>
          </a:ln>
        </p:spPr>
      </p:sp>
      <p:sp>
        <p:nvSpPr>
          <p:cNvPr id="1308" name="rect-1-1307">
            <a:extLst xmlns:a="http://schemas.openxmlformats.org/drawingml/2006/main">
              <a:ext uri="{FF2B5EF4-FFF2-40B4-BE49-F238E27FC236}">
                <a16:creationId xmlns:a16="http://schemas.microsoft.com/office/drawing/2014/main" id="{FB7E369A-DBF5-49DC-AFF5-E8C84050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773"/>
          </a:solidFill>
          <a:ln xmlns:a="http://schemas.openxmlformats.org/drawingml/2006/main" w="0">
            <a:noFill/>
          </a:ln>
        </p:spPr>
      </p:sp>
      <p:sp>
        <p:nvSpPr>
          <p:cNvPr id="1309" name="rect-1-1308">
            <a:extLst xmlns:a="http://schemas.openxmlformats.org/drawingml/2006/main">
              <a:ext uri="{FF2B5EF4-FFF2-40B4-BE49-F238E27FC236}">
                <a16:creationId xmlns:a16="http://schemas.microsoft.com/office/drawing/2014/main" id="{5C1860B7-5A80-4958-99DA-A32B914D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B76"/>
          </a:solidFill>
          <a:ln xmlns:a="http://schemas.openxmlformats.org/drawingml/2006/main" w="0">
            <a:noFill/>
          </a:ln>
        </p:spPr>
      </p:sp>
      <p:sp>
        <p:nvSpPr>
          <p:cNvPr id="1310" name="rect-1-1309">
            <a:extLst xmlns:a="http://schemas.openxmlformats.org/drawingml/2006/main">
              <a:ext uri="{FF2B5EF4-FFF2-40B4-BE49-F238E27FC236}">
                <a16:creationId xmlns:a16="http://schemas.microsoft.com/office/drawing/2014/main" id="{30D5A552-E1EE-46CC-9F6A-19BB2085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B76"/>
          </a:solidFill>
          <a:ln xmlns:a="http://schemas.openxmlformats.org/drawingml/2006/main" w="0">
            <a:noFill/>
          </a:ln>
        </p:spPr>
      </p:sp>
      <p:sp>
        <p:nvSpPr>
          <p:cNvPr id="1311" name="rect-1-1310">
            <a:extLst xmlns:a="http://schemas.openxmlformats.org/drawingml/2006/main">
              <a:ext uri="{FF2B5EF4-FFF2-40B4-BE49-F238E27FC236}">
                <a16:creationId xmlns:a16="http://schemas.microsoft.com/office/drawing/2014/main" id="{06581D1D-04BA-409D-992B-400594CC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67F"/>
          </a:solidFill>
          <a:ln xmlns:a="http://schemas.openxmlformats.org/drawingml/2006/main" w="0">
            <a:noFill/>
          </a:ln>
        </p:spPr>
      </p:sp>
      <p:sp>
        <p:nvSpPr>
          <p:cNvPr id="1312" name="rect-1-1311">
            <a:extLst xmlns:a="http://schemas.openxmlformats.org/drawingml/2006/main">
              <a:ext uri="{FF2B5EF4-FFF2-40B4-BE49-F238E27FC236}">
                <a16:creationId xmlns:a16="http://schemas.microsoft.com/office/drawing/2014/main" id="{25B8F1C7-A65B-4B02-BA45-D9F9A042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95"/>
          </a:solidFill>
          <a:ln xmlns:a="http://schemas.openxmlformats.org/drawingml/2006/main" w="0">
            <a:noFill/>
          </a:ln>
        </p:spPr>
      </p:sp>
      <p:sp>
        <p:nvSpPr>
          <p:cNvPr id="1313" name="rect-1-1312">
            <a:extLst xmlns:a="http://schemas.openxmlformats.org/drawingml/2006/main">
              <a:ext uri="{FF2B5EF4-FFF2-40B4-BE49-F238E27FC236}">
                <a16:creationId xmlns:a16="http://schemas.microsoft.com/office/drawing/2014/main" id="{C33FC3CD-F403-4600-A45A-96658387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D8DB"/>
          </a:solidFill>
          <a:ln xmlns:a="http://schemas.openxmlformats.org/drawingml/2006/main" w="0">
            <a:noFill/>
          </a:ln>
        </p:spPr>
      </p:sp>
      <p:sp>
        <p:nvSpPr>
          <p:cNvPr id="1314" name="rect-1-1313">
            <a:extLst xmlns:a="http://schemas.openxmlformats.org/drawingml/2006/main">
              <a:ext uri="{FF2B5EF4-FFF2-40B4-BE49-F238E27FC236}">
                <a16:creationId xmlns:a16="http://schemas.microsoft.com/office/drawing/2014/main" id="{46EA0F08-0383-4C8F-9DCC-956308E0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057450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1315" name="rect-1-1314">
            <a:extLst xmlns:a="http://schemas.openxmlformats.org/drawingml/2006/main">
              <a:ext uri="{FF2B5EF4-FFF2-40B4-BE49-F238E27FC236}">
                <a16:creationId xmlns:a16="http://schemas.microsoft.com/office/drawing/2014/main" id="{95B4C746-C8B3-48E1-9558-7548BE31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2967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B"/>
          </a:solidFill>
          <a:ln xmlns:a="http://schemas.openxmlformats.org/drawingml/2006/main" w="0">
            <a:noFill/>
          </a:ln>
        </p:spPr>
      </p:sp>
      <p:sp>
        <p:nvSpPr>
          <p:cNvPr id="1316" name="rect-1-1315">
            <a:extLst xmlns:a="http://schemas.openxmlformats.org/drawingml/2006/main">
              <a:ext uri="{FF2B5EF4-FFF2-40B4-BE49-F238E27FC236}">
                <a16:creationId xmlns:a16="http://schemas.microsoft.com/office/drawing/2014/main" id="{88DA81B9-EEF5-4D74-89BB-EF910E10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BCF"/>
          </a:solidFill>
          <a:ln xmlns:a="http://schemas.openxmlformats.org/drawingml/2006/main" w="0">
            <a:noFill/>
          </a:ln>
        </p:spPr>
      </p:sp>
      <p:sp>
        <p:nvSpPr>
          <p:cNvPr id="1317" name="rect-1-1316">
            <a:extLst xmlns:a="http://schemas.openxmlformats.org/drawingml/2006/main">
              <a:ext uri="{FF2B5EF4-FFF2-40B4-BE49-F238E27FC236}">
                <a16:creationId xmlns:a16="http://schemas.microsoft.com/office/drawing/2014/main" id="{6F94D2C4-FF8C-4B6B-95C8-7B81919C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ACB3"/>
          </a:solidFill>
          <a:ln xmlns:a="http://schemas.openxmlformats.org/drawingml/2006/main" w="0">
            <a:noFill/>
          </a:ln>
        </p:spPr>
      </p:sp>
      <p:sp>
        <p:nvSpPr>
          <p:cNvPr id="1318" name="rect-1-1317">
            <a:extLst xmlns:a="http://schemas.openxmlformats.org/drawingml/2006/main">
              <a:ext uri="{FF2B5EF4-FFF2-40B4-BE49-F238E27FC236}">
                <a16:creationId xmlns:a16="http://schemas.microsoft.com/office/drawing/2014/main" id="{FD50F3DB-22AA-4195-BEA1-2EDCF3DF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ACB3"/>
          </a:solidFill>
          <a:ln xmlns:a="http://schemas.openxmlformats.org/drawingml/2006/main" w="0">
            <a:noFill/>
          </a:ln>
        </p:spPr>
      </p:sp>
      <p:sp>
        <p:nvSpPr>
          <p:cNvPr id="1319" name="rect-1-1318">
            <a:extLst xmlns:a="http://schemas.openxmlformats.org/drawingml/2006/main">
              <a:ext uri="{FF2B5EF4-FFF2-40B4-BE49-F238E27FC236}">
                <a16:creationId xmlns:a16="http://schemas.microsoft.com/office/drawing/2014/main" id="{CA346E22-862A-4FF1-B13E-4A88994C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87"/>
          </a:solidFill>
          <a:ln xmlns:a="http://schemas.openxmlformats.org/drawingml/2006/main" w="0">
            <a:noFill/>
          </a:ln>
        </p:spPr>
      </p:sp>
      <p:sp>
        <p:nvSpPr>
          <p:cNvPr id="1320" name="rect-1-1319">
            <a:extLst xmlns:a="http://schemas.openxmlformats.org/drawingml/2006/main">
              <a:ext uri="{FF2B5EF4-FFF2-40B4-BE49-F238E27FC236}">
                <a16:creationId xmlns:a16="http://schemas.microsoft.com/office/drawing/2014/main" id="{87C92174-8464-452D-B3B9-BF10DDAB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F97"/>
          </a:solidFill>
          <a:ln xmlns:a="http://schemas.openxmlformats.org/drawingml/2006/main" w="0">
            <a:noFill/>
          </a:ln>
        </p:spPr>
      </p:sp>
      <p:sp>
        <p:nvSpPr>
          <p:cNvPr id="1321" name="rect-1-1320">
            <a:extLst xmlns:a="http://schemas.openxmlformats.org/drawingml/2006/main">
              <a:ext uri="{FF2B5EF4-FFF2-40B4-BE49-F238E27FC236}">
                <a16:creationId xmlns:a16="http://schemas.microsoft.com/office/drawing/2014/main" id="{2E37ECCE-5C97-4DE1-98E1-AF2EAC51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B84"/>
          </a:solidFill>
          <a:ln xmlns:a="http://schemas.openxmlformats.org/drawingml/2006/main" w="0">
            <a:noFill/>
          </a:ln>
        </p:spPr>
      </p:sp>
      <p:sp>
        <p:nvSpPr>
          <p:cNvPr id="1322" name="rect-1-1321">
            <a:extLst xmlns:a="http://schemas.openxmlformats.org/drawingml/2006/main">
              <a:ext uri="{FF2B5EF4-FFF2-40B4-BE49-F238E27FC236}">
                <a16:creationId xmlns:a16="http://schemas.microsoft.com/office/drawing/2014/main" id="{67EAFB2F-6782-43C2-8214-2445E077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E87"/>
          </a:solidFill>
          <a:ln xmlns:a="http://schemas.openxmlformats.org/drawingml/2006/main" w="0">
            <a:noFill/>
          </a:ln>
        </p:spPr>
      </p:sp>
      <p:sp>
        <p:nvSpPr>
          <p:cNvPr id="1323" name="rect-1-1322">
            <a:extLst xmlns:a="http://schemas.openxmlformats.org/drawingml/2006/main">
              <a:ext uri="{FF2B5EF4-FFF2-40B4-BE49-F238E27FC236}">
                <a16:creationId xmlns:a16="http://schemas.microsoft.com/office/drawing/2014/main" id="{114E3E65-E3CD-4205-A99D-853DAF0F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95C"/>
          </a:solidFill>
          <a:ln xmlns:a="http://schemas.openxmlformats.org/drawingml/2006/main" w="0">
            <a:noFill/>
          </a:ln>
        </p:spPr>
      </p:sp>
      <p:sp>
        <p:nvSpPr>
          <p:cNvPr id="1324" name="rect-1-1323">
            <a:extLst xmlns:a="http://schemas.openxmlformats.org/drawingml/2006/main">
              <a:ext uri="{FF2B5EF4-FFF2-40B4-BE49-F238E27FC236}">
                <a16:creationId xmlns:a16="http://schemas.microsoft.com/office/drawing/2014/main" id="{DE1BE755-6385-4119-A010-6F22C2E2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465"/>
          </a:solidFill>
          <a:ln xmlns:a="http://schemas.openxmlformats.org/drawingml/2006/main" w="0">
            <a:noFill/>
          </a:ln>
        </p:spPr>
      </p:sp>
      <p:sp>
        <p:nvSpPr>
          <p:cNvPr id="1325" name="rect-1-1324">
            <a:extLst xmlns:a="http://schemas.openxmlformats.org/drawingml/2006/main">
              <a:ext uri="{FF2B5EF4-FFF2-40B4-BE49-F238E27FC236}">
                <a16:creationId xmlns:a16="http://schemas.microsoft.com/office/drawing/2014/main" id="{F1A300F4-C3F9-41EA-A10B-430A42F6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5062"/>
          </a:solidFill>
          <a:ln xmlns:a="http://schemas.openxmlformats.org/drawingml/2006/main" w="0">
            <a:noFill/>
          </a:ln>
        </p:spPr>
      </p:sp>
      <p:sp>
        <p:nvSpPr>
          <p:cNvPr id="1326" name="rect-1-1325">
            <a:extLst xmlns:a="http://schemas.openxmlformats.org/drawingml/2006/main">
              <a:ext uri="{FF2B5EF4-FFF2-40B4-BE49-F238E27FC236}">
                <a16:creationId xmlns:a16="http://schemas.microsoft.com/office/drawing/2014/main" id="{21482326-3DE8-4303-A854-A88B2D1D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263"/>
          </a:solidFill>
          <a:ln xmlns:a="http://schemas.openxmlformats.org/drawingml/2006/main" w="0">
            <a:noFill/>
          </a:ln>
        </p:spPr>
      </p:sp>
      <p:sp>
        <p:nvSpPr>
          <p:cNvPr id="1327" name="rect-1-1326">
            <a:extLst xmlns:a="http://schemas.openxmlformats.org/drawingml/2006/main">
              <a:ext uri="{FF2B5EF4-FFF2-40B4-BE49-F238E27FC236}">
                <a16:creationId xmlns:a16="http://schemas.microsoft.com/office/drawing/2014/main" id="{4E9AC9BF-DF6C-4245-B1CE-F5F2B4EE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969"/>
          </a:solidFill>
          <a:ln xmlns:a="http://schemas.openxmlformats.org/drawingml/2006/main" w="0">
            <a:noFill/>
          </a:ln>
        </p:spPr>
      </p:sp>
      <p:sp>
        <p:nvSpPr>
          <p:cNvPr id="1328" name="rect-1-1327">
            <a:extLst xmlns:a="http://schemas.openxmlformats.org/drawingml/2006/main">
              <a:ext uri="{FF2B5EF4-FFF2-40B4-BE49-F238E27FC236}">
                <a16:creationId xmlns:a16="http://schemas.microsoft.com/office/drawing/2014/main" id="{0B1D67CE-4A90-4A84-91CD-B828D503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848D"/>
          </a:solidFill>
          <a:ln xmlns:a="http://schemas.openxmlformats.org/drawingml/2006/main" w="0">
            <a:noFill/>
          </a:ln>
        </p:spPr>
      </p:sp>
      <p:sp>
        <p:nvSpPr>
          <p:cNvPr id="1329" name="rect-1-1328">
            <a:extLst xmlns:a="http://schemas.openxmlformats.org/drawingml/2006/main">
              <a:ext uri="{FF2B5EF4-FFF2-40B4-BE49-F238E27FC236}">
                <a16:creationId xmlns:a16="http://schemas.microsoft.com/office/drawing/2014/main" id="{2AF1BC49-64F6-4072-A457-D201CE4E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1D5"/>
          </a:solidFill>
          <a:ln xmlns:a="http://schemas.openxmlformats.org/drawingml/2006/main" w="0">
            <a:noFill/>
          </a:ln>
        </p:spPr>
      </p:sp>
      <p:sp>
        <p:nvSpPr>
          <p:cNvPr id="1330" name="rect-1-1329">
            <a:extLst xmlns:a="http://schemas.openxmlformats.org/drawingml/2006/main">
              <a:ext uri="{FF2B5EF4-FFF2-40B4-BE49-F238E27FC236}">
                <a16:creationId xmlns:a16="http://schemas.microsoft.com/office/drawing/2014/main" id="{29063F6C-E7A7-44F4-9C4E-9FC52286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1331" name="rect-1-1330">
            <a:extLst xmlns:a="http://schemas.openxmlformats.org/drawingml/2006/main">
              <a:ext uri="{FF2B5EF4-FFF2-40B4-BE49-F238E27FC236}">
                <a16:creationId xmlns:a16="http://schemas.microsoft.com/office/drawing/2014/main" id="{9E11BF80-6757-4DE5-BC8C-524A1F10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571" y="1068923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1332" name="rect-1-1331">
            <a:extLst xmlns:a="http://schemas.openxmlformats.org/drawingml/2006/main">
              <a:ext uri="{FF2B5EF4-FFF2-40B4-BE49-F238E27FC236}">
                <a16:creationId xmlns:a16="http://schemas.microsoft.com/office/drawing/2014/main" id="{0C13DA9D-3EB4-40E3-B3FA-186973E2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DF"/>
          </a:solidFill>
          <a:ln xmlns:a="http://schemas.openxmlformats.org/drawingml/2006/main" w="0">
            <a:noFill/>
          </a:ln>
        </p:spPr>
      </p:sp>
      <p:sp>
        <p:nvSpPr>
          <p:cNvPr id="1333" name="rect-1-1332">
            <a:extLst xmlns:a="http://schemas.openxmlformats.org/drawingml/2006/main">
              <a:ext uri="{FF2B5EF4-FFF2-40B4-BE49-F238E27FC236}">
                <a16:creationId xmlns:a16="http://schemas.microsoft.com/office/drawing/2014/main" id="{B9859716-73EE-452B-8D07-131FEBC6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8CC"/>
          </a:solidFill>
          <a:ln xmlns:a="http://schemas.openxmlformats.org/drawingml/2006/main" w="0">
            <a:noFill/>
          </a:ln>
        </p:spPr>
      </p:sp>
      <p:sp>
        <p:nvSpPr>
          <p:cNvPr id="1334" name="rect-1-1333">
            <a:extLst xmlns:a="http://schemas.openxmlformats.org/drawingml/2006/main">
              <a:ext uri="{FF2B5EF4-FFF2-40B4-BE49-F238E27FC236}">
                <a16:creationId xmlns:a16="http://schemas.microsoft.com/office/drawing/2014/main" id="{ED7041D7-E20E-48BF-8704-45140113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F88"/>
          </a:solidFill>
          <a:ln xmlns:a="http://schemas.openxmlformats.org/drawingml/2006/main" w="0">
            <a:noFill/>
          </a:ln>
        </p:spPr>
      </p:sp>
      <p:sp>
        <p:nvSpPr>
          <p:cNvPr id="1335" name="rect-1-1334">
            <a:extLst xmlns:a="http://schemas.openxmlformats.org/drawingml/2006/main">
              <a:ext uri="{FF2B5EF4-FFF2-40B4-BE49-F238E27FC236}">
                <a16:creationId xmlns:a16="http://schemas.microsoft.com/office/drawing/2014/main" id="{131DB029-36E5-4E8C-8D1C-32371DEF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58E"/>
          </a:solidFill>
          <a:ln xmlns:a="http://schemas.openxmlformats.org/drawingml/2006/main" w="0">
            <a:noFill/>
          </a:ln>
        </p:spPr>
      </p:sp>
      <p:sp>
        <p:nvSpPr>
          <p:cNvPr id="1336" name="rect-1-1335">
            <a:extLst xmlns:a="http://schemas.openxmlformats.org/drawingml/2006/main">
              <a:ext uri="{FF2B5EF4-FFF2-40B4-BE49-F238E27FC236}">
                <a16:creationId xmlns:a16="http://schemas.microsoft.com/office/drawing/2014/main" id="{C4E8E8CF-3983-47CC-A1D6-DE9E0ABA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0A7"/>
          </a:solidFill>
          <a:ln xmlns:a="http://schemas.openxmlformats.org/drawingml/2006/main" w="0">
            <a:noFill/>
          </a:ln>
        </p:spPr>
      </p:sp>
      <p:sp>
        <p:nvSpPr>
          <p:cNvPr id="1337" name="rect-1-1336">
            <a:extLst xmlns:a="http://schemas.openxmlformats.org/drawingml/2006/main">
              <a:ext uri="{FF2B5EF4-FFF2-40B4-BE49-F238E27FC236}">
                <a16:creationId xmlns:a16="http://schemas.microsoft.com/office/drawing/2014/main" id="{903A193F-EAD6-4E50-A410-E7424602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95"/>
          </a:solidFill>
          <a:ln xmlns:a="http://schemas.openxmlformats.org/drawingml/2006/main" w="0">
            <a:noFill/>
          </a:ln>
        </p:spPr>
      </p:sp>
      <p:sp>
        <p:nvSpPr>
          <p:cNvPr id="1338" name="rect-1-1337">
            <a:extLst xmlns:a="http://schemas.openxmlformats.org/drawingml/2006/main">
              <a:ext uri="{FF2B5EF4-FFF2-40B4-BE49-F238E27FC236}">
                <a16:creationId xmlns:a16="http://schemas.microsoft.com/office/drawing/2014/main" id="{2F3CEE4B-E6B3-46C9-B353-C3ACED7D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969"/>
          </a:solidFill>
          <a:ln xmlns:a="http://schemas.openxmlformats.org/drawingml/2006/main" w="0">
            <a:noFill/>
          </a:ln>
        </p:spPr>
      </p:sp>
      <p:sp>
        <p:nvSpPr>
          <p:cNvPr id="1339" name="rect-1-1338">
            <a:extLst xmlns:a="http://schemas.openxmlformats.org/drawingml/2006/main">
              <a:ext uri="{FF2B5EF4-FFF2-40B4-BE49-F238E27FC236}">
                <a16:creationId xmlns:a16="http://schemas.microsoft.com/office/drawing/2014/main" id="{FA833058-2D3A-4C4A-89B2-0C884666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B5E"/>
          </a:solidFill>
          <a:ln xmlns:a="http://schemas.openxmlformats.org/drawingml/2006/main" w="0">
            <a:noFill/>
          </a:ln>
        </p:spPr>
      </p:sp>
      <p:sp>
        <p:nvSpPr>
          <p:cNvPr id="1340" name="rect-1-1339">
            <a:extLst xmlns:a="http://schemas.openxmlformats.org/drawingml/2006/main">
              <a:ext uri="{FF2B5EF4-FFF2-40B4-BE49-F238E27FC236}">
                <a16:creationId xmlns:a16="http://schemas.microsoft.com/office/drawing/2014/main" id="{F5BAA050-A0FE-4551-940C-97E4F825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E60"/>
          </a:solidFill>
          <a:ln xmlns:a="http://schemas.openxmlformats.org/drawingml/2006/main" w="0">
            <a:noFill/>
          </a:ln>
        </p:spPr>
      </p:sp>
      <p:sp>
        <p:nvSpPr>
          <p:cNvPr id="1341" name="rect-1-1340">
            <a:extLst xmlns:a="http://schemas.openxmlformats.org/drawingml/2006/main">
              <a:ext uri="{FF2B5EF4-FFF2-40B4-BE49-F238E27FC236}">
                <a16:creationId xmlns:a16="http://schemas.microsoft.com/office/drawing/2014/main" id="{0EA14256-A5BE-4F23-AF68-8EED7D68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B5E"/>
          </a:solidFill>
          <a:ln xmlns:a="http://schemas.openxmlformats.org/drawingml/2006/main" w="0">
            <a:noFill/>
          </a:ln>
        </p:spPr>
      </p:sp>
      <p:sp>
        <p:nvSpPr>
          <p:cNvPr id="1342" name="rect-1-1341">
            <a:extLst xmlns:a="http://schemas.openxmlformats.org/drawingml/2006/main">
              <a:ext uri="{FF2B5EF4-FFF2-40B4-BE49-F238E27FC236}">
                <a16:creationId xmlns:a16="http://schemas.microsoft.com/office/drawing/2014/main" id="{12FDD5EC-66FB-466D-BD7E-2D125C84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270"/>
          </a:solidFill>
          <a:ln xmlns:a="http://schemas.openxmlformats.org/drawingml/2006/main" w="0">
            <a:noFill/>
          </a:ln>
        </p:spPr>
      </p:sp>
      <p:sp>
        <p:nvSpPr>
          <p:cNvPr id="1343" name="rect-1-1342">
            <a:extLst xmlns:a="http://schemas.openxmlformats.org/drawingml/2006/main">
              <a:ext uri="{FF2B5EF4-FFF2-40B4-BE49-F238E27FC236}">
                <a16:creationId xmlns:a16="http://schemas.microsoft.com/office/drawing/2014/main" id="{33BADC5C-A9E3-4F59-B87B-BD9F50F2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06E"/>
          </a:solidFill>
          <a:ln xmlns:a="http://schemas.openxmlformats.org/drawingml/2006/main" w="0">
            <a:noFill/>
          </a:ln>
        </p:spPr>
      </p:sp>
      <p:sp>
        <p:nvSpPr>
          <p:cNvPr id="1344" name="rect-1-1343">
            <a:extLst xmlns:a="http://schemas.openxmlformats.org/drawingml/2006/main">
              <a:ext uri="{FF2B5EF4-FFF2-40B4-BE49-F238E27FC236}">
                <a16:creationId xmlns:a16="http://schemas.microsoft.com/office/drawing/2014/main" id="{F9427772-5744-4605-823E-8B51ACC8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0">
            <a:noFill/>
          </a:ln>
        </p:spPr>
      </p:sp>
      <p:sp>
        <p:nvSpPr>
          <p:cNvPr id="1345" name="rect-1-1344">
            <a:extLst xmlns:a="http://schemas.openxmlformats.org/drawingml/2006/main">
              <a:ext uri="{FF2B5EF4-FFF2-40B4-BE49-F238E27FC236}">
                <a16:creationId xmlns:a16="http://schemas.microsoft.com/office/drawing/2014/main" id="{F2972DA8-CF6A-47D6-A672-4404B4BB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B0B6"/>
          </a:solidFill>
          <a:ln xmlns:a="http://schemas.openxmlformats.org/drawingml/2006/main" w="0">
            <a:noFill/>
          </a:ln>
        </p:spPr>
      </p:sp>
      <p:sp>
        <p:nvSpPr>
          <p:cNvPr id="1346" name="rect-1-1345">
            <a:extLst xmlns:a="http://schemas.openxmlformats.org/drawingml/2006/main">
              <a:ext uri="{FF2B5EF4-FFF2-40B4-BE49-F238E27FC236}">
                <a16:creationId xmlns:a16="http://schemas.microsoft.com/office/drawing/2014/main" id="{46974C03-AFDF-4D24-8AF4-0F1665C6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0"/>
          </a:solidFill>
          <a:ln xmlns:a="http://schemas.openxmlformats.org/drawingml/2006/main" w="0">
            <a:noFill/>
          </a:ln>
        </p:spPr>
      </p:sp>
      <p:sp>
        <p:nvSpPr>
          <p:cNvPr id="1347" name="rect-1-1346">
            <a:extLst xmlns:a="http://schemas.openxmlformats.org/drawingml/2006/main">
              <a:ext uri="{FF2B5EF4-FFF2-40B4-BE49-F238E27FC236}">
                <a16:creationId xmlns:a16="http://schemas.microsoft.com/office/drawing/2014/main" id="{7A7E64D0-9169-4F89-91F3-A7353337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571" y="1080395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A"/>
          </a:solidFill>
          <a:ln xmlns:a="http://schemas.openxmlformats.org/drawingml/2006/main" w="0">
            <a:noFill/>
          </a:ln>
        </p:spPr>
      </p:sp>
      <p:sp>
        <p:nvSpPr>
          <p:cNvPr id="1348" name="rect-1-1347">
            <a:extLst xmlns:a="http://schemas.openxmlformats.org/drawingml/2006/main">
              <a:ext uri="{FF2B5EF4-FFF2-40B4-BE49-F238E27FC236}">
                <a16:creationId xmlns:a16="http://schemas.microsoft.com/office/drawing/2014/main" id="{B5ECC462-C7D4-4B74-A1F1-5D0D58E8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2967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1349" name="rect-1-1348">
            <a:extLst xmlns:a="http://schemas.openxmlformats.org/drawingml/2006/main">
              <a:ext uri="{FF2B5EF4-FFF2-40B4-BE49-F238E27FC236}">
                <a16:creationId xmlns:a16="http://schemas.microsoft.com/office/drawing/2014/main" id="{831264D7-E681-478C-8443-717826C7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BDE"/>
          </a:solidFill>
          <a:ln xmlns:a="http://schemas.openxmlformats.org/drawingml/2006/main" w="0">
            <a:noFill/>
          </a:ln>
        </p:spPr>
      </p:sp>
      <p:sp>
        <p:nvSpPr>
          <p:cNvPr id="1350" name="rect-1-1349">
            <a:extLst xmlns:a="http://schemas.openxmlformats.org/drawingml/2006/main">
              <a:ext uri="{FF2B5EF4-FFF2-40B4-BE49-F238E27FC236}">
                <a16:creationId xmlns:a16="http://schemas.microsoft.com/office/drawing/2014/main" id="{22231046-9412-45A0-B9C7-E2AE72BB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8BE"/>
          </a:solidFill>
          <a:ln xmlns:a="http://schemas.openxmlformats.org/drawingml/2006/main" w="0">
            <a:noFill/>
          </a:ln>
        </p:spPr>
      </p:sp>
      <p:sp>
        <p:nvSpPr>
          <p:cNvPr id="1351" name="rect-1-1350">
            <a:extLst xmlns:a="http://schemas.openxmlformats.org/drawingml/2006/main">
              <a:ext uri="{FF2B5EF4-FFF2-40B4-BE49-F238E27FC236}">
                <a16:creationId xmlns:a16="http://schemas.microsoft.com/office/drawing/2014/main" id="{1F795F7D-D794-488B-808F-75D8B14C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EA5"/>
          </a:solidFill>
          <a:ln xmlns:a="http://schemas.openxmlformats.org/drawingml/2006/main" w="0">
            <a:noFill/>
          </a:ln>
        </p:spPr>
      </p:sp>
      <p:sp>
        <p:nvSpPr>
          <p:cNvPr id="1352" name="rect-1-1351">
            <a:extLst xmlns:a="http://schemas.openxmlformats.org/drawingml/2006/main">
              <a:ext uri="{FF2B5EF4-FFF2-40B4-BE49-F238E27FC236}">
                <a16:creationId xmlns:a16="http://schemas.microsoft.com/office/drawing/2014/main" id="{F3808C6E-A984-49B5-B881-1662052F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1A8"/>
          </a:solidFill>
          <a:ln xmlns:a="http://schemas.openxmlformats.org/drawingml/2006/main" w="0">
            <a:noFill/>
          </a:ln>
        </p:spPr>
      </p:sp>
      <p:sp>
        <p:nvSpPr>
          <p:cNvPr id="1353" name="rect-1-1352">
            <a:extLst xmlns:a="http://schemas.openxmlformats.org/drawingml/2006/main">
              <a:ext uri="{FF2B5EF4-FFF2-40B4-BE49-F238E27FC236}">
                <a16:creationId xmlns:a16="http://schemas.microsoft.com/office/drawing/2014/main" id="{8294D553-4F3D-4349-A52A-3E5BC696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80"/>
          </a:solidFill>
          <a:ln xmlns:a="http://schemas.openxmlformats.org/drawingml/2006/main" w="0">
            <a:noFill/>
          </a:ln>
        </p:spPr>
      </p:sp>
      <p:sp>
        <p:nvSpPr>
          <p:cNvPr id="1354" name="rect-1-1353">
            <a:extLst xmlns:a="http://schemas.openxmlformats.org/drawingml/2006/main">
              <a:ext uri="{FF2B5EF4-FFF2-40B4-BE49-F238E27FC236}">
                <a16:creationId xmlns:a16="http://schemas.microsoft.com/office/drawing/2014/main" id="{AF197F94-FF4D-4B4A-B192-3AF31E06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17B"/>
          </a:solidFill>
          <a:ln xmlns:a="http://schemas.openxmlformats.org/drawingml/2006/main" w="0">
            <a:noFill/>
          </a:ln>
        </p:spPr>
      </p:sp>
      <p:sp>
        <p:nvSpPr>
          <p:cNvPr id="1355" name="rect-1-1354">
            <a:extLst xmlns:a="http://schemas.openxmlformats.org/drawingml/2006/main">
              <a:ext uri="{FF2B5EF4-FFF2-40B4-BE49-F238E27FC236}">
                <a16:creationId xmlns:a16="http://schemas.microsoft.com/office/drawing/2014/main" id="{8E358F4E-2CCE-495E-82BC-0F96679E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B6A"/>
          </a:solidFill>
          <a:ln xmlns:a="http://schemas.openxmlformats.org/drawingml/2006/main" w="0">
            <a:noFill/>
          </a:ln>
        </p:spPr>
      </p:sp>
      <p:sp>
        <p:nvSpPr>
          <p:cNvPr id="1356" name="rect-1-1355">
            <a:extLst xmlns:a="http://schemas.openxmlformats.org/drawingml/2006/main">
              <a:ext uri="{FF2B5EF4-FFF2-40B4-BE49-F238E27FC236}">
                <a16:creationId xmlns:a16="http://schemas.microsoft.com/office/drawing/2014/main" id="{9BCC923A-F920-4A64-9201-DC527BC6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465"/>
          </a:solidFill>
          <a:ln xmlns:a="http://schemas.openxmlformats.org/drawingml/2006/main" w="0">
            <a:noFill/>
          </a:ln>
        </p:spPr>
      </p:sp>
      <p:sp>
        <p:nvSpPr>
          <p:cNvPr id="1357" name="rect-1-1356">
            <a:extLst xmlns:a="http://schemas.openxmlformats.org/drawingml/2006/main">
              <a:ext uri="{FF2B5EF4-FFF2-40B4-BE49-F238E27FC236}">
                <a16:creationId xmlns:a16="http://schemas.microsoft.com/office/drawing/2014/main" id="{1029414C-635E-482D-B156-8CEC40ED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54E"/>
          </a:solidFill>
          <a:ln xmlns:a="http://schemas.openxmlformats.org/drawingml/2006/main" w="0">
            <a:noFill/>
          </a:ln>
        </p:spPr>
      </p:sp>
      <p:sp>
        <p:nvSpPr>
          <p:cNvPr id="1358" name="rect-1-1357">
            <a:extLst xmlns:a="http://schemas.openxmlformats.org/drawingml/2006/main">
              <a:ext uri="{FF2B5EF4-FFF2-40B4-BE49-F238E27FC236}">
                <a16:creationId xmlns:a16="http://schemas.microsoft.com/office/drawing/2014/main" id="{0AC12582-2F48-48B3-96E3-6347E746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D60"/>
          </a:solidFill>
          <a:ln xmlns:a="http://schemas.openxmlformats.org/drawingml/2006/main" w="0">
            <a:noFill/>
          </a:ln>
        </p:spPr>
      </p:sp>
      <p:sp>
        <p:nvSpPr>
          <p:cNvPr id="1359" name="rect-1-1358">
            <a:extLst xmlns:a="http://schemas.openxmlformats.org/drawingml/2006/main">
              <a:ext uri="{FF2B5EF4-FFF2-40B4-BE49-F238E27FC236}">
                <a16:creationId xmlns:a16="http://schemas.microsoft.com/office/drawing/2014/main" id="{E82C11D9-A5B3-4793-A716-73948881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364"/>
          </a:solidFill>
          <a:ln xmlns:a="http://schemas.openxmlformats.org/drawingml/2006/main" w="0">
            <a:noFill/>
          </a:ln>
        </p:spPr>
      </p:sp>
      <p:sp>
        <p:nvSpPr>
          <p:cNvPr id="1360" name="rect-1-1359">
            <a:extLst xmlns:a="http://schemas.openxmlformats.org/drawingml/2006/main">
              <a:ext uri="{FF2B5EF4-FFF2-40B4-BE49-F238E27FC236}">
                <a16:creationId xmlns:a16="http://schemas.microsoft.com/office/drawing/2014/main" id="{DE1D3D91-1130-40D2-B232-DA24889E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471"/>
          </a:solidFill>
          <a:ln xmlns:a="http://schemas.openxmlformats.org/drawingml/2006/main" w="0">
            <a:noFill/>
          </a:ln>
        </p:spPr>
      </p:sp>
      <p:sp>
        <p:nvSpPr>
          <p:cNvPr id="1361" name="rect-1-1360">
            <a:extLst xmlns:a="http://schemas.openxmlformats.org/drawingml/2006/main">
              <a:ext uri="{FF2B5EF4-FFF2-40B4-BE49-F238E27FC236}">
                <a16:creationId xmlns:a16="http://schemas.microsoft.com/office/drawing/2014/main" id="{48BA4137-C608-4013-9202-EE6B01E7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37C"/>
          </a:solidFill>
          <a:ln xmlns:a="http://schemas.openxmlformats.org/drawingml/2006/main" w="0">
            <a:noFill/>
          </a:ln>
        </p:spPr>
      </p:sp>
      <p:sp>
        <p:nvSpPr>
          <p:cNvPr id="1362" name="rect-1-1361">
            <a:extLst xmlns:a="http://schemas.openxmlformats.org/drawingml/2006/main">
              <a:ext uri="{FF2B5EF4-FFF2-40B4-BE49-F238E27FC236}">
                <a16:creationId xmlns:a16="http://schemas.microsoft.com/office/drawing/2014/main" id="{D5ED68A9-E94A-41CF-B53B-AADA9122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98A0"/>
          </a:solidFill>
          <a:ln xmlns:a="http://schemas.openxmlformats.org/drawingml/2006/main" w="0">
            <a:noFill/>
          </a:ln>
        </p:spPr>
      </p:sp>
      <p:sp>
        <p:nvSpPr>
          <p:cNvPr id="1363" name="rect-1-1362">
            <a:extLst xmlns:a="http://schemas.openxmlformats.org/drawingml/2006/main">
              <a:ext uri="{FF2B5EF4-FFF2-40B4-BE49-F238E27FC236}">
                <a16:creationId xmlns:a16="http://schemas.microsoft.com/office/drawing/2014/main" id="{3263B73A-81BA-4C06-B055-ED776583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4D7"/>
          </a:solidFill>
          <a:ln xmlns:a="http://schemas.openxmlformats.org/drawingml/2006/main" w="0">
            <a:noFill/>
          </a:ln>
        </p:spPr>
      </p:sp>
      <p:sp>
        <p:nvSpPr>
          <p:cNvPr id="1364" name="rect-1-1363">
            <a:extLst xmlns:a="http://schemas.openxmlformats.org/drawingml/2006/main">
              <a:ext uri="{FF2B5EF4-FFF2-40B4-BE49-F238E27FC236}">
                <a16:creationId xmlns:a16="http://schemas.microsoft.com/office/drawing/2014/main" id="{B30E8FA2-87B4-4353-8EEA-A014756E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571" y="1091868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1365" name="rect-1-1364">
            <a:extLst xmlns:a="http://schemas.openxmlformats.org/drawingml/2006/main">
              <a:ext uri="{FF2B5EF4-FFF2-40B4-BE49-F238E27FC236}">
                <a16:creationId xmlns:a16="http://schemas.microsoft.com/office/drawing/2014/main" id="{65FBEE24-3CED-4F28-BD20-2CC98963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2967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1366" name="rect-1-1365">
            <a:extLst xmlns:a="http://schemas.openxmlformats.org/drawingml/2006/main">
              <a:ext uri="{FF2B5EF4-FFF2-40B4-BE49-F238E27FC236}">
                <a16:creationId xmlns:a16="http://schemas.microsoft.com/office/drawing/2014/main" id="{17EA5869-2BA2-434A-AAB9-C668A77C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EA"/>
          </a:solidFill>
          <a:ln xmlns:a="http://schemas.openxmlformats.org/drawingml/2006/main" w="0">
            <a:noFill/>
          </a:ln>
        </p:spPr>
      </p:sp>
      <p:sp>
        <p:nvSpPr>
          <p:cNvPr id="1367" name="rect-1-1366">
            <a:extLst xmlns:a="http://schemas.openxmlformats.org/drawingml/2006/main">
              <a:ext uri="{FF2B5EF4-FFF2-40B4-BE49-F238E27FC236}">
                <a16:creationId xmlns:a16="http://schemas.microsoft.com/office/drawing/2014/main" id="{80AA73E3-2D07-43E6-BC0A-FBEA4EEE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DC2"/>
          </a:solidFill>
          <a:ln xmlns:a="http://schemas.openxmlformats.org/drawingml/2006/main" w="0">
            <a:noFill/>
          </a:ln>
        </p:spPr>
      </p:sp>
      <p:sp>
        <p:nvSpPr>
          <p:cNvPr id="1368" name="rect-1-1367">
            <a:extLst xmlns:a="http://schemas.openxmlformats.org/drawingml/2006/main">
              <a:ext uri="{FF2B5EF4-FFF2-40B4-BE49-F238E27FC236}">
                <a16:creationId xmlns:a16="http://schemas.microsoft.com/office/drawing/2014/main" id="{3D023548-FA48-4086-8798-EA511A00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9A1"/>
          </a:solidFill>
          <a:ln xmlns:a="http://schemas.openxmlformats.org/drawingml/2006/main" w="0">
            <a:noFill/>
          </a:ln>
        </p:spPr>
      </p:sp>
      <p:sp>
        <p:nvSpPr>
          <p:cNvPr id="1369" name="rect-1-1368">
            <a:extLst xmlns:a="http://schemas.openxmlformats.org/drawingml/2006/main">
              <a:ext uri="{FF2B5EF4-FFF2-40B4-BE49-F238E27FC236}">
                <a16:creationId xmlns:a16="http://schemas.microsoft.com/office/drawing/2014/main" id="{48F2A744-6EAE-474D-BF17-4EFA8BA1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18A"/>
          </a:solidFill>
          <a:ln xmlns:a="http://schemas.openxmlformats.org/drawingml/2006/main" w="0">
            <a:noFill/>
          </a:ln>
        </p:spPr>
      </p:sp>
      <p:sp>
        <p:nvSpPr>
          <p:cNvPr id="1370" name="rect-1-1369">
            <a:extLst xmlns:a="http://schemas.openxmlformats.org/drawingml/2006/main">
              <a:ext uri="{FF2B5EF4-FFF2-40B4-BE49-F238E27FC236}">
                <a16:creationId xmlns:a16="http://schemas.microsoft.com/office/drawing/2014/main" id="{F148C8F8-1439-457C-B65A-34498B88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CA3"/>
          </a:solidFill>
          <a:ln xmlns:a="http://schemas.openxmlformats.org/drawingml/2006/main" w="0">
            <a:noFill/>
          </a:ln>
        </p:spPr>
      </p:sp>
      <p:sp>
        <p:nvSpPr>
          <p:cNvPr id="1371" name="rect-1-1370">
            <a:extLst xmlns:a="http://schemas.openxmlformats.org/drawingml/2006/main">
              <a:ext uri="{FF2B5EF4-FFF2-40B4-BE49-F238E27FC236}">
                <a16:creationId xmlns:a16="http://schemas.microsoft.com/office/drawing/2014/main" id="{4B6E04A0-BB3B-42F5-A0FD-4877A34C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17B"/>
          </a:solidFill>
          <a:ln xmlns:a="http://schemas.openxmlformats.org/drawingml/2006/main" w="0">
            <a:noFill/>
          </a:ln>
        </p:spPr>
      </p:sp>
      <p:sp>
        <p:nvSpPr>
          <p:cNvPr id="1372" name="rect-1-1371">
            <a:extLst xmlns:a="http://schemas.openxmlformats.org/drawingml/2006/main">
              <a:ext uri="{FF2B5EF4-FFF2-40B4-BE49-F238E27FC236}">
                <a16:creationId xmlns:a16="http://schemas.microsoft.com/office/drawing/2014/main" id="{DC11B296-8FDF-43AF-A6FC-CA8E5AAF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471"/>
          </a:solidFill>
          <a:ln xmlns:a="http://schemas.openxmlformats.org/drawingml/2006/main" w="0">
            <a:noFill/>
          </a:ln>
        </p:spPr>
      </p:sp>
      <p:sp>
        <p:nvSpPr>
          <p:cNvPr id="1373" name="rect-1-1372">
            <a:extLst xmlns:a="http://schemas.openxmlformats.org/drawingml/2006/main">
              <a:ext uri="{FF2B5EF4-FFF2-40B4-BE49-F238E27FC236}">
                <a16:creationId xmlns:a16="http://schemas.microsoft.com/office/drawing/2014/main" id="{48B32ECA-9871-4AFB-B7B7-602E415A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16E"/>
          </a:solidFill>
          <a:ln xmlns:a="http://schemas.openxmlformats.org/drawingml/2006/main" w="0">
            <a:noFill/>
          </a:ln>
        </p:spPr>
      </p:sp>
      <p:sp>
        <p:nvSpPr>
          <p:cNvPr id="1374" name="rect-1-1373">
            <a:extLst xmlns:a="http://schemas.openxmlformats.org/drawingml/2006/main">
              <a:ext uri="{FF2B5EF4-FFF2-40B4-BE49-F238E27FC236}">
                <a16:creationId xmlns:a16="http://schemas.microsoft.com/office/drawing/2014/main" id="{4203461C-6084-427B-971D-F8B82AB6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666"/>
          </a:solidFill>
          <a:ln xmlns:a="http://schemas.openxmlformats.org/drawingml/2006/main" w="0">
            <a:noFill/>
          </a:ln>
        </p:spPr>
      </p:sp>
      <p:sp>
        <p:nvSpPr>
          <p:cNvPr id="1375" name="rect-1-1374">
            <a:extLst xmlns:a="http://schemas.openxmlformats.org/drawingml/2006/main">
              <a:ext uri="{FF2B5EF4-FFF2-40B4-BE49-F238E27FC236}">
                <a16:creationId xmlns:a16="http://schemas.microsoft.com/office/drawing/2014/main" id="{C69B1446-F5FB-444F-B901-5449C8AD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4B"/>
          </a:solidFill>
          <a:ln xmlns:a="http://schemas.openxmlformats.org/drawingml/2006/main" w="0">
            <a:noFill/>
          </a:ln>
        </p:spPr>
      </p:sp>
      <p:sp>
        <p:nvSpPr>
          <p:cNvPr id="1376" name="rect-1-1375">
            <a:extLst xmlns:a="http://schemas.openxmlformats.org/drawingml/2006/main">
              <a:ext uri="{FF2B5EF4-FFF2-40B4-BE49-F238E27FC236}">
                <a16:creationId xmlns:a16="http://schemas.microsoft.com/office/drawing/2014/main" id="{C8239816-31FF-40F3-9D5D-7D9A0F38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969"/>
          </a:solidFill>
          <a:ln xmlns:a="http://schemas.openxmlformats.org/drawingml/2006/main" w="0">
            <a:noFill/>
          </a:ln>
        </p:spPr>
      </p:sp>
      <p:sp>
        <p:nvSpPr>
          <p:cNvPr id="1377" name="rect-1-1376">
            <a:extLst xmlns:a="http://schemas.openxmlformats.org/drawingml/2006/main">
              <a:ext uri="{FF2B5EF4-FFF2-40B4-BE49-F238E27FC236}">
                <a16:creationId xmlns:a16="http://schemas.microsoft.com/office/drawing/2014/main" id="{FCA62AA8-6284-4F87-91B4-FE7BD772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773"/>
          </a:solidFill>
          <a:ln xmlns:a="http://schemas.openxmlformats.org/drawingml/2006/main" w="0">
            <a:noFill/>
          </a:ln>
        </p:spPr>
      </p:sp>
      <p:sp>
        <p:nvSpPr>
          <p:cNvPr id="1378" name="rect-1-1377">
            <a:extLst xmlns:a="http://schemas.openxmlformats.org/drawingml/2006/main">
              <a:ext uri="{FF2B5EF4-FFF2-40B4-BE49-F238E27FC236}">
                <a16:creationId xmlns:a16="http://schemas.microsoft.com/office/drawing/2014/main" id="{E948F454-87C5-4014-9FA7-A707C1BD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773"/>
          </a:solidFill>
          <a:ln xmlns:a="http://schemas.openxmlformats.org/drawingml/2006/main" w="0">
            <a:noFill/>
          </a:ln>
        </p:spPr>
      </p:sp>
      <p:sp>
        <p:nvSpPr>
          <p:cNvPr id="1379" name="rect-1-1378">
            <a:extLst xmlns:a="http://schemas.openxmlformats.org/drawingml/2006/main">
              <a:ext uri="{FF2B5EF4-FFF2-40B4-BE49-F238E27FC236}">
                <a16:creationId xmlns:a16="http://schemas.microsoft.com/office/drawing/2014/main" id="{D7876E72-F604-46DE-B1E5-2201481F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D95"/>
          </a:solidFill>
          <a:ln xmlns:a="http://schemas.openxmlformats.org/drawingml/2006/main" w="0">
            <a:noFill/>
          </a:ln>
        </p:spPr>
      </p:sp>
      <p:sp>
        <p:nvSpPr>
          <p:cNvPr id="1380" name="rect-1-1379">
            <a:extLst xmlns:a="http://schemas.openxmlformats.org/drawingml/2006/main">
              <a:ext uri="{FF2B5EF4-FFF2-40B4-BE49-F238E27FC236}">
                <a16:creationId xmlns:a16="http://schemas.microsoft.com/office/drawing/2014/main" id="{04EDD9A3-8AFC-436F-9E31-E961543C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DA4"/>
          </a:solidFill>
          <a:ln xmlns:a="http://schemas.openxmlformats.org/drawingml/2006/main" w="0">
            <a:noFill/>
          </a:ln>
        </p:spPr>
      </p:sp>
      <p:sp>
        <p:nvSpPr>
          <p:cNvPr id="1381" name="rect-1-1380">
            <a:extLst xmlns:a="http://schemas.openxmlformats.org/drawingml/2006/main">
              <a:ext uri="{FF2B5EF4-FFF2-40B4-BE49-F238E27FC236}">
                <a16:creationId xmlns:a16="http://schemas.microsoft.com/office/drawing/2014/main" id="{4B9E0687-449F-42CF-B733-40057953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571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C0C5"/>
          </a:solidFill>
          <a:ln xmlns:a="http://schemas.openxmlformats.org/drawingml/2006/main" w="0">
            <a:noFill/>
          </a:ln>
        </p:spPr>
      </p:sp>
      <p:sp>
        <p:nvSpPr>
          <p:cNvPr id="1382" name="rect-1-1381">
            <a:extLst xmlns:a="http://schemas.openxmlformats.org/drawingml/2006/main">
              <a:ext uri="{FF2B5EF4-FFF2-40B4-BE49-F238E27FC236}">
                <a16:creationId xmlns:a16="http://schemas.microsoft.com/office/drawing/2014/main" id="{E4B0767D-4924-4CA6-B3D4-A5D07646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3297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ED2"/>
          </a:solidFill>
          <a:ln xmlns:a="http://schemas.openxmlformats.org/drawingml/2006/main" w="0">
            <a:noFill/>
          </a:ln>
        </p:spPr>
      </p:sp>
      <p:sp>
        <p:nvSpPr>
          <p:cNvPr id="1383" name="rect-1-1382">
            <a:extLst xmlns:a="http://schemas.openxmlformats.org/drawingml/2006/main">
              <a:ext uri="{FF2B5EF4-FFF2-40B4-BE49-F238E27FC236}">
                <a16:creationId xmlns:a16="http://schemas.microsoft.com/office/drawing/2014/main" id="{0B7E8B90-59AA-4549-8FB8-8F4B4617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8022" y="1103340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1384" name="rect-1-1383">
            <a:extLst xmlns:a="http://schemas.openxmlformats.org/drawingml/2006/main">
              <a:ext uri="{FF2B5EF4-FFF2-40B4-BE49-F238E27FC236}">
                <a16:creationId xmlns:a16="http://schemas.microsoft.com/office/drawing/2014/main" id="{26304FDD-B2E5-4221-95AA-11A4D02E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1385" name="rect-1-1384">
            <a:extLst xmlns:a="http://schemas.openxmlformats.org/drawingml/2006/main">
              <a:ext uri="{FF2B5EF4-FFF2-40B4-BE49-F238E27FC236}">
                <a16:creationId xmlns:a16="http://schemas.microsoft.com/office/drawing/2014/main" id="{80154223-72BD-4B65-98B3-43171D8C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8DB"/>
          </a:solidFill>
          <a:ln xmlns:a="http://schemas.openxmlformats.org/drawingml/2006/main" w="0">
            <a:noFill/>
          </a:ln>
        </p:spPr>
      </p:sp>
      <p:sp>
        <p:nvSpPr>
          <p:cNvPr id="1386" name="rect-1-1385">
            <a:extLst xmlns:a="http://schemas.openxmlformats.org/drawingml/2006/main">
              <a:ext uri="{FF2B5EF4-FFF2-40B4-BE49-F238E27FC236}">
                <a16:creationId xmlns:a16="http://schemas.microsoft.com/office/drawing/2014/main" id="{BA2C03BE-4EB1-4282-85CF-D82DD46B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EB4"/>
          </a:solidFill>
          <a:ln xmlns:a="http://schemas.openxmlformats.org/drawingml/2006/main" w="0">
            <a:noFill/>
          </a:ln>
        </p:spPr>
      </p:sp>
      <p:sp>
        <p:nvSpPr>
          <p:cNvPr id="1387" name="rect-1-1386">
            <a:extLst xmlns:a="http://schemas.openxmlformats.org/drawingml/2006/main">
              <a:ext uri="{FF2B5EF4-FFF2-40B4-BE49-F238E27FC236}">
                <a16:creationId xmlns:a16="http://schemas.microsoft.com/office/drawing/2014/main" id="{5813A8B8-A89E-4886-B75E-B080506F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FC4"/>
          </a:solidFill>
          <a:ln xmlns:a="http://schemas.openxmlformats.org/drawingml/2006/main" w="0">
            <a:noFill/>
          </a:ln>
        </p:spPr>
      </p:sp>
      <p:sp>
        <p:nvSpPr>
          <p:cNvPr id="1388" name="rect-1-1387">
            <a:extLst xmlns:a="http://schemas.openxmlformats.org/drawingml/2006/main">
              <a:ext uri="{FF2B5EF4-FFF2-40B4-BE49-F238E27FC236}">
                <a16:creationId xmlns:a16="http://schemas.microsoft.com/office/drawing/2014/main" id="{815114C5-F553-4506-BC86-8D8DAB7B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AF"/>
          </a:solidFill>
          <a:ln xmlns:a="http://schemas.openxmlformats.org/drawingml/2006/main" w="0">
            <a:noFill/>
          </a:ln>
        </p:spPr>
      </p:sp>
      <p:sp>
        <p:nvSpPr>
          <p:cNvPr id="1389" name="rect-1-1388">
            <a:extLst xmlns:a="http://schemas.openxmlformats.org/drawingml/2006/main">
              <a:ext uri="{FF2B5EF4-FFF2-40B4-BE49-F238E27FC236}">
                <a16:creationId xmlns:a16="http://schemas.microsoft.com/office/drawing/2014/main" id="{D9F49A06-82B3-42BC-A66B-722ADDC2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6AD"/>
          </a:solidFill>
          <a:ln xmlns:a="http://schemas.openxmlformats.org/drawingml/2006/main" w="0">
            <a:noFill/>
          </a:ln>
        </p:spPr>
      </p:sp>
      <p:sp>
        <p:nvSpPr>
          <p:cNvPr id="1390" name="rect-1-1389">
            <a:extLst xmlns:a="http://schemas.openxmlformats.org/drawingml/2006/main">
              <a:ext uri="{FF2B5EF4-FFF2-40B4-BE49-F238E27FC236}">
                <a16:creationId xmlns:a16="http://schemas.microsoft.com/office/drawing/2014/main" id="{9238BBD6-049F-4728-AB2D-24681D86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69D"/>
          </a:solidFill>
          <a:ln xmlns:a="http://schemas.openxmlformats.org/drawingml/2006/main" w="0">
            <a:noFill/>
          </a:ln>
        </p:spPr>
      </p:sp>
      <p:sp>
        <p:nvSpPr>
          <p:cNvPr id="1391" name="rect-1-1390">
            <a:extLst xmlns:a="http://schemas.openxmlformats.org/drawingml/2006/main">
              <a:ext uri="{FF2B5EF4-FFF2-40B4-BE49-F238E27FC236}">
                <a16:creationId xmlns:a16="http://schemas.microsoft.com/office/drawing/2014/main" id="{7FF58225-6A8F-4912-A7F8-0EB76325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59D"/>
          </a:solidFill>
          <a:ln xmlns:a="http://schemas.openxmlformats.org/drawingml/2006/main" w="0">
            <a:noFill/>
          </a:ln>
        </p:spPr>
      </p:sp>
      <p:sp>
        <p:nvSpPr>
          <p:cNvPr id="1392" name="rect-1-1391">
            <a:extLst xmlns:a="http://schemas.openxmlformats.org/drawingml/2006/main">
              <a:ext uri="{FF2B5EF4-FFF2-40B4-BE49-F238E27FC236}">
                <a16:creationId xmlns:a16="http://schemas.microsoft.com/office/drawing/2014/main" id="{19E6A24A-D20E-4B7D-BE5F-EEF28377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848D"/>
          </a:solidFill>
          <a:ln xmlns:a="http://schemas.openxmlformats.org/drawingml/2006/main" w="0">
            <a:noFill/>
          </a:ln>
        </p:spPr>
      </p:sp>
      <p:sp>
        <p:nvSpPr>
          <p:cNvPr id="1393" name="rect-1-1392">
            <a:extLst xmlns:a="http://schemas.openxmlformats.org/drawingml/2006/main">
              <a:ext uri="{FF2B5EF4-FFF2-40B4-BE49-F238E27FC236}">
                <a16:creationId xmlns:a16="http://schemas.microsoft.com/office/drawing/2014/main" id="{C5DB162D-561F-43CC-8548-7DECFCE2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06E"/>
          </a:solidFill>
          <a:ln xmlns:a="http://schemas.openxmlformats.org/drawingml/2006/main" w="0">
            <a:noFill/>
          </a:ln>
        </p:spPr>
      </p:sp>
      <p:sp>
        <p:nvSpPr>
          <p:cNvPr id="1394" name="rect-1-1393">
            <a:extLst xmlns:a="http://schemas.openxmlformats.org/drawingml/2006/main">
              <a:ext uri="{FF2B5EF4-FFF2-40B4-BE49-F238E27FC236}">
                <a16:creationId xmlns:a16="http://schemas.microsoft.com/office/drawing/2014/main" id="{54AA31D0-6B82-4B5B-BEC3-21C0163B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E61"/>
          </a:solidFill>
          <a:ln xmlns:a="http://schemas.openxmlformats.org/drawingml/2006/main" w="0">
            <a:noFill/>
          </a:ln>
        </p:spPr>
      </p:sp>
      <p:sp>
        <p:nvSpPr>
          <p:cNvPr id="1395" name="rect-1-1394">
            <a:extLst xmlns:a="http://schemas.openxmlformats.org/drawingml/2006/main">
              <a:ext uri="{FF2B5EF4-FFF2-40B4-BE49-F238E27FC236}">
                <a16:creationId xmlns:a16="http://schemas.microsoft.com/office/drawing/2014/main" id="{B13D4154-2F9F-4E73-B5CF-7D2AD805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6C"/>
          </a:solidFill>
          <a:ln xmlns:a="http://schemas.openxmlformats.org/drawingml/2006/main" w="0">
            <a:noFill/>
          </a:ln>
        </p:spPr>
      </p:sp>
      <p:sp>
        <p:nvSpPr>
          <p:cNvPr id="1396" name="rect-1-1395">
            <a:extLst xmlns:a="http://schemas.openxmlformats.org/drawingml/2006/main">
              <a:ext uri="{FF2B5EF4-FFF2-40B4-BE49-F238E27FC236}">
                <a16:creationId xmlns:a16="http://schemas.microsoft.com/office/drawing/2014/main" id="{800D2E0E-A9F2-4FB5-A378-ADC04034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571"/>
          </a:solidFill>
          <a:ln xmlns:a="http://schemas.openxmlformats.org/drawingml/2006/main" w="0">
            <a:noFill/>
          </a:ln>
        </p:spPr>
      </p:sp>
      <p:sp>
        <p:nvSpPr>
          <p:cNvPr id="1397" name="rect-1-1396">
            <a:extLst xmlns:a="http://schemas.openxmlformats.org/drawingml/2006/main">
              <a:ext uri="{FF2B5EF4-FFF2-40B4-BE49-F238E27FC236}">
                <a16:creationId xmlns:a16="http://schemas.microsoft.com/office/drawing/2014/main" id="{D10BEA77-B1FB-4959-9F68-543DEE08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F88"/>
          </a:solidFill>
          <a:ln xmlns:a="http://schemas.openxmlformats.org/drawingml/2006/main" w="0">
            <a:noFill/>
          </a:ln>
        </p:spPr>
      </p:sp>
      <p:sp>
        <p:nvSpPr>
          <p:cNvPr id="1398" name="rect-1-1397">
            <a:extLst xmlns:a="http://schemas.openxmlformats.org/drawingml/2006/main">
              <a:ext uri="{FF2B5EF4-FFF2-40B4-BE49-F238E27FC236}">
                <a16:creationId xmlns:a16="http://schemas.microsoft.com/office/drawing/2014/main" id="{9AD9C803-EEDA-4BD7-80F6-CD9ED328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95"/>
          </a:solidFill>
          <a:ln xmlns:a="http://schemas.openxmlformats.org/drawingml/2006/main" w="0">
            <a:noFill/>
          </a:ln>
        </p:spPr>
      </p:sp>
      <p:sp>
        <p:nvSpPr>
          <p:cNvPr id="1399" name="rect-1-1398">
            <a:extLst xmlns:a="http://schemas.openxmlformats.org/drawingml/2006/main">
              <a:ext uri="{FF2B5EF4-FFF2-40B4-BE49-F238E27FC236}">
                <a16:creationId xmlns:a16="http://schemas.microsoft.com/office/drawing/2014/main" id="{B1828EAA-229E-4094-93C0-4E52CC79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571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BB1"/>
          </a:solidFill>
          <a:ln xmlns:a="http://schemas.openxmlformats.org/drawingml/2006/main" w="0">
            <a:noFill/>
          </a:ln>
        </p:spPr>
      </p:sp>
      <p:sp>
        <p:nvSpPr>
          <p:cNvPr id="1400" name="rect-1-1399">
            <a:extLst xmlns:a="http://schemas.openxmlformats.org/drawingml/2006/main">
              <a:ext uri="{FF2B5EF4-FFF2-40B4-BE49-F238E27FC236}">
                <a16:creationId xmlns:a16="http://schemas.microsoft.com/office/drawing/2014/main" id="{82E7DF60-A2CD-4862-9D9A-0A0DCE31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3297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7DB"/>
          </a:solidFill>
          <a:ln xmlns:a="http://schemas.openxmlformats.org/drawingml/2006/main" w="0">
            <a:noFill/>
          </a:ln>
        </p:spPr>
      </p:sp>
      <p:sp>
        <p:nvSpPr>
          <p:cNvPr id="1401" name="rect-1-1400">
            <a:extLst xmlns:a="http://schemas.openxmlformats.org/drawingml/2006/main">
              <a:ext uri="{FF2B5EF4-FFF2-40B4-BE49-F238E27FC236}">
                <a16:creationId xmlns:a16="http://schemas.microsoft.com/office/drawing/2014/main" id="{255B3E1C-84A5-40D7-8186-7FA14056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8022" y="1114813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1402" name="rect-1-1401">
            <a:extLst xmlns:a="http://schemas.openxmlformats.org/drawingml/2006/main">
              <a:ext uri="{FF2B5EF4-FFF2-40B4-BE49-F238E27FC236}">
                <a16:creationId xmlns:a16="http://schemas.microsoft.com/office/drawing/2014/main" id="{8AD068CF-F1AE-4882-B315-B4D06811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1403" name="rect-1-1402">
            <a:extLst xmlns:a="http://schemas.openxmlformats.org/drawingml/2006/main">
              <a:ext uri="{FF2B5EF4-FFF2-40B4-BE49-F238E27FC236}">
                <a16:creationId xmlns:a16="http://schemas.microsoft.com/office/drawing/2014/main" id="{C1393181-C185-425A-97B1-42B31092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3E6"/>
          </a:solidFill>
          <a:ln xmlns:a="http://schemas.openxmlformats.org/drawingml/2006/main" w="0">
            <a:noFill/>
          </a:ln>
        </p:spPr>
      </p:sp>
      <p:sp>
        <p:nvSpPr>
          <p:cNvPr id="1404" name="rect-1-1403">
            <a:extLst xmlns:a="http://schemas.openxmlformats.org/drawingml/2006/main">
              <a:ext uri="{FF2B5EF4-FFF2-40B4-BE49-F238E27FC236}">
                <a16:creationId xmlns:a16="http://schemas.microsoft.com/office/drawing/2014/main" id="{49EFB2C4-6F8D-48B5-A217-93BD9BE0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3D6"/>
          </a:solidFill>
          <a:ln xmlns:a="http://schemas.openxmlformats.org/drawingml/2006/main" w="0">
            <a:noFill/>
          </a:ln>
        </p:spPr>
      </p:sp>
      <p:sp>
        <p:nvSpPr>
          <p:cNvPr id="1405" name="rect-1-1404">
            <a:extLst xmlns:a="http://schemas.openxmlformats.org/drawingml/2006/main">
              <a:ext uri="{FF2B5EF4-FFF2-40B4-BE49-F238E27FC236}">
                <a16:creationId xmlns:a16="http://schemas.microsoft.com/office/drawing/2014/main" id="{86422399-A3CA-4C5B-8873-BCD85D51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3C8"/>
          </a:solidFill>
          <a:ln xmlns:a="http://schemas.openxmlformats.org/drawingml/2006/main" w="0">
            <a:noFill/>
          </a:ln>
        </p:spPr>
      </p:sp>
      <p:sp>
        <p:nvSpPr>
          <p:cNvPr id="1406" name="rect-1-1405">
            <a:extLst xmlns:a="http://schemas.openxmlformats.org/drawingml/2006/main">
              <a:ext uri="{FF2B5EF4-FFF2-40B4-BE49-F238E27FC236}">
                <a16:creationId xmlns:a16="http://schemas.microsoft.com/office/drawing/2014/main" id="{8D9DDC95-0B8F-4F44-ACAC-1C29607A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0C5"/>
          </a:solidFill>
          <a:ln xmlns:a="http://schemas.openxmlformats.org/drawingml/2006/main" w="0">
            <a:noFill/>
          </a:ln>
        </p:spPr>
      </p:sp>
      <p:sp>
        <p:nvSpPr>
          <p:cNvPr id="1407" name="rect-1-1406">
            <a:extLst xmlns:a="http://schemas.openxmlformats.org/drawingml/2006/main">
              <a:ext uri="{FF2B5EF4-FFF2-40B4-BE49-F238E27FC236}">
                <a16:creationId xmlns:a16="http://schemas.microsoft.com/office/drawing/2014/main" id="{330F8BCE-1984-436D-98B1-0C2B4952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B6BB"/>
          </a:solidFill>
          <a:ln xmlns:a="http://schemas.openxmlformats.org/drawingml/2006/main" w="0">
            <a:noFill/>
          </a:ln>
        </p:spPr>
      </p:sp>
      <p:sp>
        <p:nvSpPr>
          <p:cNvPr id="1408" name="rect-1-1407">
            <a:extLst xmlns:a="http://schemas.openxmlformats.org/drawingml/2006/main">
              <a:ext uri="{FF2B5EF4-FFF2-40B4-BE49-F238E27FC236}">
                <a16:creationId xmlns:a16="http://schemas.microsoft.com/office/drawing/2014/main" id="{E067228E-E578-4C98-B331-16B5092F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1C6"/>
          </a:solidFill>
          <a:ln xmlns:a="http://schemas.openxmlformats.org/drawingml/2006/main" w="0">
            <a:noFill/>
          </a:ln>
        </p:spPr>
      </p:sp>
      <p:sp>
        <p:nvSpPr>
          <p:cNvPr id="1409" name="rect-1-1408">
            <a:extLst xmlns:a="http://schemas.openxmlformats.org/drawingml/2006/main">
              <a:ext uri="{FF2B5EF4-FFF2-40B4-BE49-F238E27FC236}">
                <a16:creationId xmlns:a16="http://schemas.microsoft.com/office/drawing/2014/main" id="{E87C310A-9933-45E7-AD10-CDDCDB16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49C"/>
          </a:solidFill>
          <a:ln xmlns:a="http://schemas.openxmlformats.org/drawingml/2006/main" w="0">
            <a:noFill/>
          </a:ln>
        </p:spPr>
      </p:sp>
      <p:sp>
        <p:nvSpPr>
          <p:cNvPr id="1410" name="rect-1-1409">
            <a:extLst xmlns:a="http://schemas.openxmlformats.org/drawingml/2006/main">
              <a:ext uri="{FF2B5EF4-FFF2-40B4-BE49-F238E27FC236}">
                <a16:creationId xmlns:a16="http://schemas.microsoft.com/office/drawing/2014/main" id="{0FDFF701-BCC3-4B4F-B34A-F15E5BC8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86"/>
          </a:solidFill>
          <a:ln xmlns:a="http://schemas.openxmlformats.org/drawingml/2006/main" w="0">
            <a:noFill/>
          </a:ln>
        </p:spPr>
      </p:sp>
      <p:sp>
        <p:nvSpPr>
          <p:cNvPr id="1411" name="rect-1-1410">
            <a:extLst xmlns:a="http://schemas.openxmlformats.org/drawingml/2006/main">
              <a:ext uri="{FF2B5EF4-FFF2-40B4-BE49-F238E27FC236}">
                <a16:creationId xmlns:a16="http://schemas.microsoft.com/office/drawing/2014/main" id="{306A113F-E992-45FA-B3D1-28223D65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8089"/>
          </a:solidFill>
          <a:ln xmlns:a="http://schemas.openxmlformats.org/drawingml/2006/main" w="0">
            <a:noFill/>
          </a:ln>
        </p:spPr>
      </p:sp>
      <p:sp>
        <p:nvSpPr>
          <p:cNvPr id="1412" name="rect-1-1411">
            <a:extLst xmlns:a="http://schemas.openxmlformats.org/drawingml/2006/main">
              <a:ext uri="{FF2B5EF4-FFF2-40B4-BE49-F238E27FC236}">
                <a16:creationId xmlns:a16="http://schemas.microsoft.com/office/drawing/2014/main" id="{2629DD87-1FC4-4B75-921C-E36C7B10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17B"/>
          </a:solidFill>
          <a:ln xmlns:a="http://schemas.openxmlformats.org/drawingml/2006/main" w="0">
            <a:noFill/>
          </a:ln>
        </p:spPr>
      </p:sp>
      <p:sp>
        <p:nvSpPr>
          <p:cNvPr id="1413" name="rect-1-1412">
            <a:extLst xmlns:a="http://schemas.openxmlformats.org/drawingml/2006/main">
              <a:ext uri="{FF2B5EF4-FFF2-40B4-BE49-F238E27FC236}">
                <a16:creationId xmlns:a16="http://schemas.microsoft.com/office/drawing/2014/main" id="{31315513-8D23-4F3D-9EB7-D8F0F016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67F"/>
          </a:solidFill>
          <a:ln xmlns:a="http://schemas.openxmlformats.org/drawingml/2006/main" w="0">
            <a:noFill/>
          </a:ln>
        </p:spPr>
      </p:sp>
      <p:sp>
        <p:nvSpPr>
          <p:cNvPr id="1414" name="rect-1-1413">
            <a:extLst xmlns:a="http://schemas.openxmlformats.org/drawingml/2006/main">
              <a:ext uri="{FF2B5EF4-FFF2-40B4-BE49-F238E27FC236}">
                <a16:creationId xmlns:a16="http://schemas.microsoft.com/office/drawing/2014/main" id="{1E97869F-24BF-4B0C-826C-04EFD9C4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7AD"/>
          </a:solidFill>
          <a:ln xmlns:a="http://schemas.openxmlformats.org/drawingml/2006/main" w="0">
            <a:noFill/>
          </a:ln>
        </p:spPr>
      </p:sp>
      <p:sp>
        <p:nvSpPr>
          <p:cNvPr id="1415" name="rect-1-1414">
            <a:extLst xmlns:a="http://schemas.openxmlformats.org/drawingml/2006/main">
              <a:ext uri="{FF2B5EF4-FFF2-40B4-BE49-F238E27FC236}">
                <a16:creationId xmlns:a16="http://schemas.microsoft.com/office/drawing/2014/main" id="{75D7E1AA-C92E-4115-AC2B-9DA0C850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9BA2"/>
          </a:solidFill>
          <a:ln xmlns:a="http://schemas.openxmlformats.org/drawingml/2006/main" w="0">
            <a:noFill/>
          </a:ln>
        </p:spPr>
      </p:sp>
      <p:sp>
        <p:nvSpPr>
          <p:cNvPr id="1416" name="rect-1-1415">
            <a:extLst xmlns:a="http://schemas.openxmlformats.org/drawingml/2006/main">
              <a:ext uri="{FF2B5EF4-FFF2-40B4-BE49-F238E27FC236}">
                <a16:creationId xmlns:a16="http://schemas.microsoft.com/office/drawing/2014/main" id="{15C2A43D-7E21-49CB-840F-C8A3E681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571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69E"/>
          </a:solidFill>
          <a:ln xmlns:a="http://schemas.openxmlformats.org/drawingml/2006/main" w="0">
            <a:noFill/>
          </a:ln>
        </p:spPr>
      </p:sp>
      <p:sp>
        <p:nvSpPr>
          <p:cNvPr id="1417" name="rect-1-1416">
            <a:extLst xmlns:a="http://schemas.openxmlformats.org/drawingml/2006/main">
              <a:ext uri="{FF2B5EF4-FFF2-40B4-BE49-F238E27FC236}">
                <a16:creationId xmlns:a16="http://schemas.microsoft.com/office/drawing/2014/main" id="{AEF60111-0230-4795-BDAD-3363CE4D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3297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BC0"/>
          </a:solidFill>
          <a:ln xmlns:a="http://schemas.openxmlformats.org/drawingml/2006/main" w="0">
            <a:noFill/>
          </a:ln>
        </p:spPr>
      </p:sp>
      <p:sp>
        <p:nvSpPr>
          <p:cNvPr id="1418" name="rect-1-1417">
            <a:extLst xmlns:a="http://schemas.openxmlformats.org/drawingml/2006/main">
              <a:ext uri="{FF2B5EF4-FFF2-40B4-BE49-F238E27FC236}">
                <a16:creationId xmlns:a16="http://schemas.microsoft.com/office/drawing/2014/main" id="{B63EEBA4-230F-4B6D-9E2A-35DD1A7A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8022" y="1126285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EE"/>
          </a:solidFill>
          <a:ln xmlns:a="http://schemas.openxmlformats.org/drawingml/2006/main" w="0">
            <a:noFill/>
          </a:ln>
        </p:spPr>
      </p:sp>
      <p:sp>
        <p:nvSpPr>
          <p:cNvPr id="1419" name="rect-1-1418">
            <a:extLst xmlns:a="http://schemas.openxmlformats.org/drawingml/2006/main">
              <a:ext uri="{FF2B5EF4-FFF2-40B4-BE49-F238E27FC236}">
                <a16:creationId xmlns:a16="http://schemas.microsoft.com/office/drawing/2014/main" id="{2FF58F3D-BF1E-404E-B834-12E2792A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1420" name="rect-1-1419">
            <a:extLst xmlns:a="http://schemas.openxmlformats.org/drawingml/2006/main">
              <a:ext uri="{FF2B5EF4-FFF2-40B4-BE49-F238E27FC236}">
                <a16:creationId xmlns:a16="http://schemas.microsoft.com/office/drawing/2014/main" id="{E339D977-5929-4830-B94C-3A907DA1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E7"/>
          </a:solidFill>
          <a:ln xmlns:a="http://schemas.openxmlformats.org/drawingml/2006/main" w="0">
            <a:noFill/>
          </a:ln>
        </p:spPr>
      </p:sp>
      <p:sp>
        <p:nvSpPr>
          <p:cNvPr id="1421" name="rect-1-1420">
            <a:extLst xmlns:a="http://schemas.openxmlformats.org/drawingml/2006/main">
              <a:ext uri="{FF2B5EF4-FFF2-40B4-BE49-F238E27FC236}">
                <a16:creationId xmlns:a16="http://schemas.microsoft.com/office/drawing/2014/main" id="{744E0012-313C-4EC4-84BC-8BDBE6A5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BDE"/>
          </a:solidFill>
          <a:ln xmlns:a="http://schemas.openxmlformats.org/drawingml/2006/main" w="0">
            <a:noFill/>
          </a:ln>
        </p:spPr>
      </p:sp>
      <p:sp>
        <p:nvSpPr>
          <p:cNvPr id="1422" name="rect-1-1421">
            <a:extLst xmlns:a="http://schemas.openxmlformats.org/drawingml/2006/main">
              <a:ext uri="{FF2B5EF4-FFF2-40B4-BE49-F238E27FC236}">
                <a16:creationId xmlns:a16="http://schemas.microsoft.com/office/drawing/2014/main" id="{8265E80B-020E-4B74-80D8-02E46FA7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8CC"/>
          </a:solidFill>
          <a:ln xmlns:a="http://schemas.openxmlformats.org/drawingml/2006/main" w="0">
            <a:noFill/>
          </a:ln>
        </p:spPr>
      </p:sp>
      <p:sp>
        <p:nvSpPr>
          <p:cNvPr id="1423" name="rect-1-1422">
            <a:extLst xmlns:a="http://schemas.openxmlformats.org/drawingml/2006/main">
              <a:ext uri="{FF2B5EF4-FFF2-40B4-BE49-F238E27FC236}">
                <a16:creationId xmlns:a16="http://schemas.microsoft.com/office/drawing/2014/main" id="{E4F99A7A-399D-4E09-8A95-AA398EC4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ED2"/>
          </a:solidFill>
          <a:ln xmlns:a="http://schemas.openxmlformats.org/drawingml/2006/main" w="0">
            <a:noFill/>
          </a:ln>
        </p:spPr>
      </p:sp>
      <p:sp>
        <p:nvSpPr>
          <p:cNvPr id="1424" name="rect-1-1423">
            <a:extLst xmlns:a="http://schemas.openxmlformats.org/drawingml/2006/main">
              <a:ext uri="{FF2B5EF4-FFF2-40B4-BE49-F238E27FC236}">
                <a16:creationId xmlns:a16="http://schemas.microsoft.com/office/drawing/2014/main" id="{F855F966-3650-4F33-9901-2DEE50D2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0D4"/>
          </a:solidFill>
          <a:ln xmlns:a="http://schemas.openxmlformats.org/drawingml/2006/main" w="0">
            <a:noFill/>
          </a:ln>
        </p:spPr>
      </p:sp>
      <p:sp>
        <p:nvSpPr>
          <p:cNvPr id="1425" name="rect-1-1424">
            <a:extLst xmlns:a="http://schemas.openxmlformats.org/drawingml/2006/main">
              <a:ext uri="{FF2B5EF4-FFF2-40B4-BE49-F238E27FC236}">
                <a16:creationId xmlns:a16="http://schemas.microsoft.com/office/drawing/2014/main" id="{A3D5DC42-220A-45DD-A7FD-2D67F048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1C6"/>
          </a:solidFill>
          <a:ln xmlns:a="http://schemas.openxmlformats.org/drawingml/2006/main" w="0">
            <a:noFill/>
          </a:ln>
        </p:spPr>
      </p:sp>
      <p:sp>
        <p:nvSpPr>
          <p:cNvPr id="1426" name="rect-1-1425">
            <a:extLst xmlns:a="http://schemas.openxmlformats.org/drawingml/2006/main">
              <a:ext uri="{FF2B5EF4-FFF2-40B4-BE49-F238E27FC236}">
                <a16:creationId xmlns:a16="http://schemas.microsoft.com/office/drawing/2014/main" id="{BAE891DD-74A5-484B-A4BF-78464F78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6CB"/>
          </a:solidFill>
          <a:ln xmlns:a="http://schemas.openxmlformats.org/drawingml/2006/main" w="0">
            <a:noFill/>
          </a:ln>
        </p:spPr>
      </p:sp>
      <p:sp>
        <p:nvSpPr>
          <p:cNvPr id="1427" name="rect-1-1426">
            <a:extLst xmlns:a="http://schemas.openxmlformats.org/drawingml/2006/main">
              <a:ext uri="{FF2B5EF4-FFF2-40B4-BE49-F238E27FC236}">
                <a16:creationId xmlns:a16="http://schemas.microsoft.com/office/drawing/2014/main" id="{9C3C20C8-5FC6-47E1-B104-57BDACBA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7AD"/>
          </a:solidFill>
          <a:ln xmlns:a="http://schemas.openxmlformats.org/drawingml/2006/main" w="0">
            <a:noFill/>
          </a:ln>
        </p:spPr>
      </p:sp>
      <p:sp>
        <p:nvSpPr>
          <p:cNvPr id="1428" name="rect-1-1427">
            <a:extLst xmlns:a="http://schemas.openxmlformats.org/drawingml/2006/main">
              <a:ext uri="{FF2B5EF4-FFF2-40B4-BE49-F238E27FC236}">
                <a16:creationId xmlns:a16="http://schemas.microsoft.com/office/drawing/2014/main" id="{17F03C63-0D0A-47CD-A0E1-26308789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939A"/>
          </a:solidFill>
          <a:ln xmlns:a="http://schemas.openxmlformats.org/drawingml/2006/main" w="0">
            <a:noFill/>
          </a:ln>
        </p:spPr>
      </p:sp>
      <p:sp>
        <p:nvSpPr>
          <p:cNvPr id="1429" name="rect-1-1428">
            <a:extLst xmlns:a="http://schemas.openxmlformats.org/drawingml/2006/main">
              <a:ext uri="{FF2B5EF4-FFF2-40B4-BE49-F238E27FC236}">
                <a16:creationId xmlns:a16="http://schemas.microsoft.com/office/drawing/2014/main" id="{99FE53B2-3604-4BC2-A182-E36CB5D7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1B7"/>
          </a:solidFill>
          <a:ln xmlns:a="http://schemas.openxmlformats.org/drawingml/2006/main" w="0">
            <a:noFill/>
          </a:ln>
        </p:spPr>
      </p:sp>
      <p:sp>
        <p:nvSpPr>
          <p:cNvPr id="1430" name="rect-1-1429">
            <a:extLst xmlns:a="http://schemas.openxmlformats.org/drawingml/2006/main">
              <a:ext uri="{FF2B5EF4-FFF2-40B4-BE49-F238E27FC236}">
                <a16:creationId xmlns:a16="http://schemas.microsoft.com/office/drawing/2014/main" id="{77E3D89B-D551-4C1F-82CA-96F5E766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8E96"/>
          </a:solidFill>
          <a:ln xmlns:a="http://schemas.openxmlformats.org/drawingml/2006/main" w="0">
            <a:noFill/>
          </a:ln>
        </p:spPr>
      </p:sp>
      <p:sp>
        <p:nvSpPr>
          <p:cNvPr id="1431" name="rect-1-1430">
            <a:extLst xmlns:a="http://schemas.openxmlformats.org/drawingml/2006/main">
              <a:ext uri="{FF2B5EF4-FFF2-40B4-BE49-F238E27FC236}">
                <a16:creationId xmlns:a16="http://schemas.microsoft.com/office/drawing/2014/main" id="{E85355D5-65CC-40AA-BDFE-7104629C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8991"/>
          </a:solidFill>
          <a:ln xmlns:a="http://schemas.openxmlformats.org/drawingml/2006/main" w="0">
            <a:noFill/>
          </a:ln>
        </p:spPr>
      </p:sp>
      <p:sp>
        <p:nvSpPr>
          <p:cNvPr id="1432" name="rect-1-1431">
            <a:extLst xmlns:a="http://schemas.openxmlformats.org/drawingml/2006/main">
              <a:ext uri="{FF2B5EF4-FFF2-40B4-BE49-F238E27FC236}">
                <a16:creationId xmlns:a16="http://schemas.microsoft.com/office/drawing/2014/main" id="{15F9F650-E21A-4F57-B671-56D9E134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D78"/>
          </a:solidFill>
          <a:ln xmlns:a="http://schemas.openxmlformats.org/drawingml/2006/main" w="0">
            <a:noFill/>
          </a:ln>
        </p:spPr>
      </p:sp>
      <p:sp>
        <p:nvSpPr>
          <p:cNvPr id="1433" name="rect-1-1432">
            <a:extLst xmlns:a="http://schemas.openxmlformats.org/drawingml/2006/main">
              <a:ext uri="{FF2B5EF4-FFF2-40B4-BE49-F238E27FC236}">
                <a16:creationId xmlns:a16="http://schemas.microsoft.com/office/drawing/2014/main" id="{8A19D096-C9E5-4243-8D7C-7264BEF7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571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38C"/>
          </a:solidFill>
          <a:ln xmlns:a="http://schemas.openxmlformats.org/drawingml/2006/main" w="0">
            <a:noFill/>
          </a:ln>
        </p:spPr>
      </p:sp>
      <p:sp>
        <p:nvSpPr>
          <p:cNvPr id="1434" name="rect-1-1433">
            <a:extLst xmlns:a="http://schemas.openxmlformats.org/drawingml/2006/main">
              <a:ext uri="{FF2B5EF4-FFF2-40B4-BE49-F238E27FC236}">
                <a16:creationId xmlns:a16="http://schemas.microsoft.com/office/drawing/2014/main" id="{544DFBF1-35D3-43E2-B50F-EF974784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3297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6AC"/>
          </a:solidFill>
          <a:ln xmlns:a="http://schemas.openxmlformats.org/drawingml/2006/main" w="0">
            <a:noFill/>
          </a:ln>
        </p:spPr>
      </p:sp>
      <p:sp>
        <p:nvSpPr>
          <p:cNvPr id="1435" name="rect-1-1434">
            <a:extLst xmlns:a="http://schemas.openxmlformats.org/drawingml/2006/main">
              <a:ext uri="{FF2B5EF4-FFF2-40B4-BE49-F238E27FC236}">
                <a16:creationId xmlns:a16="http://schemas.microsoft.com/office/drawing/2014/main" id="{EC4953D3-348A-47CA-A392-09153B39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8022" y="1137758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B"/>
          </a:solidFill>
          <a:ln xmlns:a="http://schemas.openxmlformats.org/drawingml/2006/main" w="0">
            <a:noFill/>
          </a:ln>
        </p:spPr>
      </p:sp>
      <p:sp>
        <p:nvSpPr>
          <p:cNvPr id="1436" name="rect-1-1435">
            <a:extLst xmlns:a="http://schemas.openxmlformats.org/drawingml/2006/main">
              <a:ext uri="{FF2B5EF4-FFF2-40B4-BE49-F238E27FC236}">
                <a16:creationId xmlns:a16="http://schemas.microsoft.com/office/drawing/2014/main" id="{4DBB79E4-8057-4C82-92E9-3343E242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1437" name="rect-1-1436">
            <a:extLst xmlns:a="http://schemas.openxmlformats.org/drawingml/2006/main">
              <a:ext uri="{FF2B5EF4-FFF2-40B4-BE49-F238E27FC236}">
                <a16:creationId xmlns:a16="http://schemas.microsoft.com/office/drawing/2014/main" id="{9319176F-EF7C-4AC1-A203-175A0678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EF"/>
          </a:solidFill>
          <a:ln xmlns:a="http://schemas.openxmlformats.org/drawingml/2006/main" w="0">
            <a:noFill/>
          </a:ln>
        </p:spPr>
      </p:sp>
      <p:sp>
        <p:nvSpPr>
          <p:cNvPr id="1438" name="rect-1-1437">
            <a:extLst xmlns:a="http://schemas.openxmlformats.org/drawingml/2006/main">
              <a:ext uri="{FF2B5EF4-FFF2-40B4-BE49-F238E27FC236}">
                <a16:creationId xmlns:a16="http://schemas.microsoft.com/office/drawing/2014/main" id="{DEB686A7-C3D7-4F49-8074-736F3490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BDE"/>
          </a:solidFill>
          <a:ln xmlns:a="http://schemas.openxmlformats.org/drawingml/2006/main" w="0">
            <a:noFill/>
          </a:ln>
        </p:spPr>
      </p:sp>
      <p:sp>
        <p:nvSpPr>
          <p:cNvPr id="1439" name="rect-1-1438">
            <a:extLst xmlns:a="http://schemas.openxmlformats.org/drawingml/2006/main">
              <a:ext uri="{FF2B5EF4-FFF2-40B4-BE49-F238E27FC236}">
                <a16:creationId xmlns:a16="http://schemas.microsoft.com/office/drawing/2014/main" id="{F56889FB-829A-4A87-BF97-AF1470F1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B"/>
          </a:solidFill>
          <a:ln xmlns:a="http://schemas.openxmlformats.org/drawingml/2006/main" w="0">
            <a:noFill/>
          </a:ln>
        </p:spPr>
      </p:sp>
      <p:sp>
        <p:nvSpPr>
          <p:cNvPr id="1440" name="rect-1-1439">
            <a:extLst xmlns:a="http://schemas.openxmlformats.org/drawingml/2006/main">
              <a:ext uri="{FF2B5EF4-FFF2-40B4-BE49-F238E27FC236}">
                <a16:creationId xmlns:a16="http://schemas.microsoft.com/office/drawing/2014/main" id="{56098058-D8D2-4827-B50E-C6B4416C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1441" name="rect-1-1440">
            <a:extLst xmlns:a="http://schemas.openxmlformats.org/drawingml/2006/main">
              <a:ext uri="{FF2B5EF4-FFF2-40B4-BE49-F238E27FC236}">
                <a16:creationId xmlns:a16="http://schemas.microsoft.com/office/drawing/2014/main" id="{748EDE11-4547-46ED-8A3E-42E7D50E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6"/>
          </a:solidFill>
          <a:ln xmlns:a="http://schemas.openxmlformats.org/drawingml/2006/main" w="0">
            <a:noFill/>
          </a:ln>
        </p:spPr>
      </p:sp>
      <p:sp>
        <p:nvSpPr>
          <p:cNvPr id="1442" name="rect-1-1441">
            <a:extLst xmlns:a="http://schemas.openxmlformats.org/drawingml/2006/main">
              <a:ext uri="{FF2B5EF4-FFF2-40B4-BE49-F238E27FC236}">
                <a16:creationId xmlns:a16="http://schemas.microsoft.com/office/drawing/2014/main" id="{4520D845-2E95-4508-AD38-AD690457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D8DC"/>
          </a:solidFill>
          <a:ln xmlns:a="http://schemas.openxmlformats.org/drawingml/2006/main" w="0">
            <a:noFill/>
          </a:ln>
        </p:spPr>
      </p:sp>
      <p:sp>
        <p:nvSpPr>
          <p:cNvPr id="1443" name="rect-1-1442">
            <a:extLst xmlns:a="http://schemas.openxmlformats.org/drawingml/2006/main">
              <a:ext uri="{FF2B5EF4-FFF2-40B4-BE49-F238E27FC236}">
                <a16:creationId xmlns:a16="http://schemas.microsoft.com/office/drawing/2014/main" id="{3C86FB8C-A257-4C51-B575-E050DCEB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DD1"/>
          </a:solidFill>
          <a:ln xmlns:a="http://schemas.openxmlformats.org/drawingml/2006/main" w="0">
            <a:noFill/>
          </a:ln>
        </p:spPr>
      </p:sp>
      <p:sp>
        <p:nvSpPr>
          <p:cNvPr id="1444" name="rect-1-1443">
            <a:extLst xmlns:a="http://schemas.openxmlformats.org/drawingml/2006/main">
              <a:ext uri="{FF2B5EF4-FFF2-40B4-BE49-F238E27FC236}">
                <a16:creationId xmlns:a16="http://schemas.microsoft.com/office/drawing/2014/main" id="{AED1BB71-BFAB-4025-93B3-8158534F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EB4"/>
          </a:solidFill>
          <a:ln xmlns:a="http://schemas.openxmlformats.org/drawingml/2006/main" w="0">
            <a:noFill/>
          </a:ln>
        </p:spPr>
      </p:sp>
      <p:sp>
        <p:nvSpPr>
          <p:cNvPr id="1445" name="rect-1-1444">
            <a:extLst xmlns:a="http://schemas.openxmlformats.org/drawingml/2006/main">
              <a:ext uri="{FF2B5EF4-FFF2-40B4-BE49-F238E27FC236}">
                <a16:creationId xmlns:a16="http://schemas.microsoft.com/office/drawing/2014/main" id="{DBE29BB3-F991-4F6A-A752-0FA6B9A2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1A8"/>
          </a:solidFill>
          <a:ln xmlns:a="http://schemas.openxmlformats.org/drawingml/2006/main" w="0">
            <a:noFill/>
          </a:ln>
        </p:spPr>
      </p:sp>
      <p:sp>
        <p:nvSpPr>
          <p:cNvPr id="1446" name="rect-1-1445">
            <a:extLst xmlns:a="http://schemas.openxmlformats.org/drawingml/2006/main">
              <a:ext uri="{FF2B5EF4-FFF2-40B4-BE49-F238E27FC236}">
                <a16:creationId xmlns:a16="http://schemas.microsoft.com/office/drawing/2014/main" id="{A2ECE08D-C779-4F4B-BC9A-90210FBD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CA4"/>
          </a:solidFill>
          <a:ln xmlns:a="http://schemas.openxmlformats.org/drawingml/2006/main" w="0">
            <a:noFill/>
          </a:ln>
        </p:spPr>
      </p:sp>
      <p:sp>
        <p:nvSpPr>
          <p:cNvPr id="1447" name="rect-1-1446">
            <a:extLst xmlns:a="http://schemas.openxmlformats.org/drawingml/2006/main">
              <a:ext uri="{FF2B5EF4-FFF2-40B4-BE49-F238E27FC236}">
                <a16:creationId xmlns:a16="http://schemas.microsoft.com/office/drawing/2014/main" id="{C9318898-6B07-4A95-95DC-07EFA33A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9B0"/>
          </a:solidFill>
          <a:ln xmlns:a="http://schemas.openxmlformats.org/drawingml/2006/main" w="0">
            <a:noFill/>
          </a:ln>
        </p:spPr>
      </p:sp>
      <p:sp>
        <p:nvSpPr>
          <p:cNvPr id="1448" name="rect-1-1447">
            <a:extLst xmlns:a="http://schemas.openxmlformats.org/drawingml/2006/main">
              <a:ext uri="{FF2B5EF4-FFF2-40B4-BE49-F238E27FC236}">
                <a16:creationId xmlns:a16="http://schemas.microsoft.com/office/drawing/2014/main" id="{07780F35-D726-4BDA-B89A-399B06E0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9B0"/>
          </a:solidFill>
          <a:ln xmlns:a="http://schemas.openxmlformats.org/drawingml/2006/main" w="0">
            <a:noFill/>
          </a:ln>
        </p:spPr>
      </p:sp>
      <p:sp>
        <p:nvSpPr>
          <p:cNvPr id="1449" name="rect-1-1448">
            <a:extLst xmlns:a="http://schemas.openxmlformats.org/drawingml/2006/main">
              <a:ext uri="{FF2B5EF4-FFF2-40B4-BE49-F238E27FC236}">
                <a16:creationId xmlns:a16="http://schemas.microsoft.com/office/drawing/2014/main" id="{7353FD73-6809-47A8-B688-A79576C7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F97"/>
          </a:solidFill>
          <a:ln xmlns:a="http://schemas.openxmlformats.org/drawingml/2006/main" w="0">
            <a:noFill/>
          </a:ln>
        </p:spPr>
      </p:sp>
      <p:sp>
        <p:nvSpPr>
          <p:cNvPr id="1450" name="rect-1-1449">
            <a:extLst xmlns:a="http://schemas.openxmlformats.org/drawingml/2006/main">
              <a:ext uri="{FF2B5EF4-FFF2-40B4-BE49-F238E27FC236}">
                <a16:creationId xmlns:a16="http://schemas.microsoft.com/office/drawing/2014/main" id="{611F47E5-CD0D-49EC-BB64-6C1E22FF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571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680"/>
          </a:solidFill>
          <a:ln xmlns:a="http://schemas.openxmlformats.org/drawingml/2006/main" w="0">
            <a:noFill/>
          </a:ln>
        </p:spPr>
      </p:sp>
      <p:sp>
        <p:nvSpPr>
          <p:cNvPr id="1451" name="rect-1-1450">
            <a:extLst xmlns:a="http://schemas.openxmlformats.org/drawingml/2006/main">
              <a:ext uri="{FF2B5EF4-FFF2-40B4-BE49-F238E27FC236}">
                <a16:creationId xmlns:a16="http://schemas.microsoft.com/office/drawing/2014/main" id="{63CF6BCA-AEED-489C-81AB-C1DDE8F0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3297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D60"/>
          </a:solidFill>
          <a:ln xmlns:a="http://schemas.openxmlformats.org/drawingml/2006/main" w="0">
            <a:noFill/>
          </a:ln>
        </p:spPr>
      </p:sp>
      <p:sp>
        <p:nvSpPr>
          <p:cNvPr id="1452" name="rect-1-1451">
            <a:extLst xmlns:a="http://schemas.openxmlformats.org/drawingml/2006/main">
              <a:ext uri="{FF2B5EF4-FFF2-40B4-BE49-F238E27FC236}">
                <a16:creationId xmlns:a16="http://schemas.microsoft.com/office/drawing/2014/main" id="{EFBFC796-F89B-4132-B9E7-071409A0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8022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1C6"/>
          </a:solidFill>
          <a:ln xmlns:a="http://schemas.openxmlformats.org/drawingml/2006/main" w="0">
            <a:noFill/>
          </a:ln>
        </p:spPr>
      </p:sp>
      <p:sp>
        <p:nvSpPr>
          <p:cNvPr id="1453" name="rect-1-1452">
            <a:extLst xmlns:a="http://schemas.openxmlformats.org/drawingml/2006/main">
              <a:ext uri="{FF2B5EF4-FFF2-40B4-BE49-F238E27FC236}">
                <a16:creationId xmlns:a16="http://schemas.microsoft.com/office/drawing/2014/main" id="{4962BB95-0779-4FD8-AFDD-FDC298B2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2747" y="1149230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B"/>
          </a:solidFill>
          <a:ln xmlns:a="http://schemas.openxmlformats.org/drawingml/2006/main" w="0">
            <a:noFill/>
          </a:ln>
        </p:spPr>
      </p:sp>
      <p:sp>
        <p:nvSpPr>
          <p:cNvPr id="1454" name="rect-1-1453">
            <a:extLst xmlns:a="http://schemas.openxmlformats.org/drawingml/2006/main">
              <a:ext uri="{FF2B5EF4-FFF2-40B4-BE49-F238E27FC236}">
                <a16:creationId xmlns:a16="http://schemas.microsoft.com/office/drawing/2014/main" id="{CB32E7BF-95D4-497A-BF3B-26334F5C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455" name="rect-1-1454">
            <a:extLst xmlns:a="http://schemas.openxmlformats.org/drawingml/2006/main">
              <a:ext uri="{FF2B5EF4-FFF2-40B4-BE49-F238E27FC236}">
                <a16:creationId xmlns:a16="http://schemas.microsoft.com/office/drawing/2014/main" id="{4CB3E712-8BE0-407E-AF68-B8AD32F1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B"/>
          </a:solidFill>
          <a:ln xmlns:a="http://schemas.openxmlformats.org/drawingml/2006/main" w="0">
            <a:noFill/>
          </a:ln>
        </p:spPr>
      </p:sp>
      <p:sp>
        <p:nvSpPr>
          <p:cNvPr id="1456" name="rect-1-1455">
            <a:extLst xmlns:a="http://schemas.openxmlformats.org/drawingml/2006/main">
              <a:ext uri="{FF2B5EF4-FFF2-40B4-BE49-F238E27FC236}">
                <a16:creationId xmlns:a16="http://schemas.microsoft.com/office/drawing/2014/main" id="{411546E7-9F10-4747-A997-0CC8E1B5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EF"/>
          </a:solidFill>
          <a:ln xmlns:a="http://schemas.openxmlformats.org/drawingml/2006/main" w="0">
            <a:noFill/>
          </a:ln>
        </p:spPr>
      </p:sp>
      <p:sp>
        <p:nvSpPr>
          <p:cNvPr id="1457" name="rect-1-1456">
            <a:extLst xmlns:a="http://schemas.openxmlformats.org/drawingml/2006/main">
              <a:ext uri="{FF2B5EF4-FFF2-40B4-BE49-F238E27FC236}">
                <a16:creationId xmlns:a16="http://schemas.microsoft.com/office/drawing/2014/main" id="{67646292-E60C-4E80-AE2A-9FA764DA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1458" name="rect-1-1457">
            <a:extLst xmlns:a="http://schemas.openxmlformats.org/drawingml/2006/main">
              <a:ext uri="{FF2B5EF4-FFF2-40B4-BE49-F238E27FC236}">
                <a16:creationId xmlns:a16="http://schemas.microsoft.com/office/drawing/2014/main" id="{967119D3-6B00-4947-B94A-B65DD627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FE2"/>
          </a:solidFill>
          <a:ln xmlns:a="http://schemas.openxmlformats.org/drawingml/2006/main" w="0">
            <a:noFill/>
          </a:ln>
        </p:spPr>
      </p:sp>
      <p:sp>
        <p:nvSpPr>
          <p:cNvPr id="1459" name="rect-1-1458">
            <a:extLst xmlns:a="http://schemas.openxmlformats.org/drawingml/2006/main">
              <a:ext uri="{FF2B5EF4-FFF2-40B4-BE49-F238E27FC236}">
                <a16:creationId xmlns:a16="http://schemas.microsoft.com/office/drawing/2014/main" id="{4F1715D6-5455-40FC-B248-A447771A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noFill/>
          </a:ln>
        </p:spPr>
      </p:sp>
      <p:sp>
        <p:nvSpPr>
          <p:cNvPr id="1460" name="rect-1-1459">
            <a:extLst xmlns:a="http://schemas.openxmlformats.org/drawingml/2006/main">
              <a:ext uri="{FF2B5EF4-FFF2-40B4-BE49-F238E27FC236}">
                <a16:creationId xmlns:a16="http://schemas.microsoft.com/office/drawing/2014/main" id="{E2895B29-1067-41BD-94D0-B6A46D38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DD1"/>
          </a:solidFill>
          <a:ln xmlns:a="http://schemas.openxmlformats.org/drawingml/2006/main" w="0">
            <a:noFill/>
          </a:ln>
        </p:spPr>
      </p:sp>
      <p:sp>
        <p:nvSpPr>
          <p:cNvPr id="1461" name="rect-1-1460">
            <a:extLst xmlns:a="http://schemas.openxmlformats.org/drawingml/2006/main">
              <a:ext uri="{FF2B5EF4-FFF2-40B4-BE49-F238E27FC236}">
                <a16:creationId xmlns:a16="http://schemas.microsoft.com/office/drawing/2014/main" id="{6F9CF1C4-18AE-423E-92C2-181D47D8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C5CA"/>
          </a:solidFill>
          <a:ln xmlns:a="http://schemas.openxmlformats.org/drawingml/2006/main" w="0">
            <a:noFill/>
          </a:ln>
        </p:spPr>
      </p:sp>
      <p:sp>
        <p:nvSpPr>
          <p:cNvPr id="1462" name="rect-1-1461">
            <a:extLst xmlns:a="http://schemas.openxmlformats.org/drawingml/2006/main">
              <a:ext uri="{FF2B5EF4-FFF2-40B4-BE49-F238E27FC236}">
                <a16:creationId xmlns:a16="http://schemas.microsoft.com/office/drawing/2014/main" id="{077F6C2A-A9CD-4182-805B-3FDAB575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3C8"/>
          </a:solidFill>
          <a:ln xmlns:a="http://schemas.openxmlformats.org/drawingml/2006/main" w="0">
            <a:noFill/>
          </a:ln>
        </p:spPr>
      </p:sp>
      <p:sp>
        <p:nvSpPr>
          <p:cNvPr id="1463" name="rect-1-1462">
            <a:extLst xmlns:a="http://schemas.openxmlformats.org/drawingml/2006/main">
              <a:ext uri="{FF2B5EF4-FFF2-40B4-BE49-F238E27FC236}">
                <a16:creationId xmlns:a16="http://schemas.microsoft.com/office/drawing/2014/main" id="{D5B97D45-97BE-4BD5-9667-F59501E0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5AB"/>
          </a:solidFill>
          <a:ln xmlns:a="http://schemas.openxmlformats.org/drawingml/2006/main" w="0">
            <a:noFill/>
          </a:ln>
        </p:spPr>
      </p:sp>
      <p:sp>
        <p:nvSpPr>
          <p:cNvPr id="1464" name="rect-1-1463">
            <a:extLst xmlns:a="http://schemas.openxmlformats.org/drawingml/2006/main">
              <a:ext uri="{FF2B5EF4-FFF2-40B4-BE49-F238E27FC236}">
                <a16:creationId xmlns:a16="http://schemas.microsoft.com/office/drawing/2014/main" id="{D3F27F44-6FCF-4898-B4D8-D2477F88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8089"/>
          </a:solidFill>
          <a:ln xmlns:a="http://schemas.openxmlformats.org/drawingml/2006/main" w="0">
            <a:noFill/>
          </a:ln>
        </p:spPr>
      </p:sp>
      <p:sp>
        <p:nvSpPr>
          <p:cNvPr id="1465" name="rect-1-1464">
            <a:extLst xmlns:a="http://schemas.openxmlformats.org/drawingml/2006/main">
              <a:ext uri="{FF2B5EF4-FFF2-40B4-BE49-F238E27FC236}">
                <a16:creationId xmlns:a16="http://schemas.microsoft.com/office/drawing/2014/main" id="{A914E8E0-998D-410F-8F22-D4295582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571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773"/>
          </a:solidFill>
          <a:ln xmlns:a="http://schemas.openxmlformats.org/drawingml/2006/main" w="0">
            <a:noFill/>
          </a:ln>
        </p:spPr>
      </p:sp>
      <p:sp>
        <p:nvSpPr>
          <p:cNvPr id="1466" name="rect-1-1465">
            <a:extLst xmlns:a="http://schemas.openxmlformats.org/drawingml/2006/main">
              <a:ext uri="{FF2B5EF4-FFF2-40B4-BE49-F238E27FC236}">
                <a16:creationId xmlns:a16="http://schemas.microsoft.com/office/drawing/2014/main" id="{7919EF53-EF8A-4898-8DDD-7034EFC1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3297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858D"/>
          </a:solidFill>
          <a:ln xmlns:a="http://schemas.openxmlformats.org/drawingml/2006/main" w="0">
            <a:noFill/>
          </a:ln>
        </p:spPr>
      </p:sp>
      <p:sp>
        <p:nvSpPr>
          <p:cNvPr id="1467" name="rect-1-1466">
            <a:extLst xmlns:a="http://schemas.openxmlformats.org/drawingml/2006/main">
              <a:ext uri="{FF2B5EF4-FFF2-40B4-BE49-F238E27FC236}">
                <a16:creationId xmlns:a16="http://schemas.microsoft.com/office/drawing/2014/main" id="{F9123E7E-80F6-462A-934B-8140F456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8022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0B6"/>
          </a:solidFill>
          <a:ln xmlns:a="http://schemas.openxmlformats.org/drawingml/2006/main" w="0">
            <a:noFill/>
          </a:ln>
        </p:spPr>
      </p:sp>
      <p:sp>
        <p:nvSpPr>
          <p:cNvPr id="1468" name="rect-1-1467">
            <a:extLst xmlns:a="http://schemas.openxmlformats.org/drawingml/2006/main">
              <a:ext uri="{FF2B5EF4-FFF2-40B4-BE49-F238E27FC236}">
                <a16:creationId xmlns:a16="http://schemas.microsoft.com/office/drawing/2014/main" id="{3AFACD0A-4C84-4928-B9D3-82604A8E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2747" y="1160703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1469" name="rect-1-1468">
            <a:extLst xmlns:a="http://schemas.openxmlformats.org/drawingml/2006/main">
              <a:ext uri="{FF2B5EF4-FFF2-40B4-BE49-F238E27FC236}">
                <a16:creationId xmlns:a16="http://schemas.microsoft.com/office/drawing/2014/main" id="{1E3DFE9D-658B-44DF-A688-3F7AC045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1470" name="rect-1-1469">
            <a:extLst xmlns:a="http://schemas.openxmlformats.org/drawingml/2006/main">
              <a:ext uri="{FF2B5EF4-FFF2-40B4-BE49-F238E27FC236}">
                <a16:creationId xmlns:a16="http://schemas.microsoft.com/office/drawing/2014/main" id="{DB02EAE1-1AA4-4E91-8FF6-82886B77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1471" name="rect-1-1470">
            <a:extLst xmlns:a="http://schemas.openxmlformats.org/drawingml/2006/main">
              <a:ext uri="{FF2B5EF4-FFF2-40B4-BE49-F238E27FC236}">
                <a16:creationId xmlns:a16="http://schemas.microsoft.com/office/drawing/2014/main" id="{0475A2E8-AF0E-4C4F-A1E2-F38D47DA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E3"/>
          </a:solidFill>
          <a:ln xmlns:a="http://schemas.openxmlformats.org/drawingml/2006/main" w="0">
            <a:noFill/>
          </a:ln>
        </p:spPr>
      </p:sp>
      <p:sp>
        <p:nvSpPr>
          <p:cNvPr id="1472" name="rect-1-1471">
            <a:extLst xmlns:a="http://schemas.openxmlformats.org/drawingml/2006/main">
              <a:ext uri="{FF2B5EF4-FFF2-40B4-BE49-F238E27FC236}">
                <a16:creationId xmlns:a16="http://schemas.microsoft.com/office/drawing/2014/main" id="{DB46C4A1-B64E-4608-8626-E88DAA04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BFC4"/>
          </a:solidFill>
          <a:ln xmlns:a="http://schemas.openxmlformats.org/drawingml/2006/main" w="0">
            <a:noFill/>
          </a:ln>
        </p:spPr>
      </p:sp>
      <p:sp>
        <p:nvSpPr>
          <p:cNvPr id="1473" name="rect-1-1472">
            <a:extLst xmlns:a="http://schemas.openxmlformats.org/drawingml/2006/main">
              <a:ext uri="{FF2B5EF4-FFF2-40B4-BE49-F238E27FC236}">
                <a16:creationId xmlns:a16="http://schemas.microsoft.com/office/drawing/2014/main" id="{DDDF0A4A-FC72-4917-A2D2-3BDC6762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B9BE"/>
          </a:solidFill>
          <a:ln xmlns:a="http://schemas.openxmlformats.org/drawingml/2006/main" w="0">
            <a:noFill/>
          </a:ln>
        </p:spPr>
      </p:sp>
      <p:sp>
        <p:nvSpPr>
          <p:cNvPr id="1474" name="rect-1-1473">
            <a:extLst xmlns:a="http://schemas.openxmlformats.org/drawingml/2006/main">
              <a:ext uri="{FF2B5EF4-FFF2-40B4-BE49-F238E27FC236}">
                <a16:creationId xmlns:a16="http://schemas.microsoft.com/office/drawing/2014/main" id="{48D4388F-DCE8-44B1-9832-2891855B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9DC"/>
          </a:solidFill>
          <a:ln xmlns:a="http://schemas.openxmlformats.org/drawingml/2006/main" w="0">
            <a:noFill/>
          </a:ln>
        </p:spPr>
      </p:sp>
      <p:sp>
        <p:nvSpPr>
          <p:cNvPr id="1475" name="rect-1-1474">
            <a:extLst xmlns:a="http://schemas.openxmlformats.org/drawingml/2006/main">
              <a:ext uri="{FF2B5EF4-FFF2-40B4-BE49-F238E27FC236}">
                <a16:creationId xmlns:a16="http://schemas.microsoft.com/office/drawing/2014/main" id="{091DB50D-C809-46D0-8308-BCDD3BD0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EE1"/>
          </a:solidFill>
          <a:ln xmlns:a="http://schemas.openxmlformats.org/drawingml/2006/main" w="0">
            <a:noFill/>
          </a:ln>
        </p:spPr>
      </p:sp>
      <p:sp>
        <p:nvSpPr>
          <p:cNvPr id="1476" name="rect-1-1475">
            <a:extLst xmlns:a="http://schemas.openxmlformats.org/drawingml/2006/main">
              <a:ext uri="{FF2B5EF4-FFF2-40B4-BE49-F238E27FC236}">
                <a16:creationId xmlns:a16="http://schemas.microsoft.com/office/drawing/2014/main" id="{548AC614-CC5D-4247-99F3-C5ED934F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C5CA"/>
          </a:solidFill>
          <a:ln xmlns:a="http://schemas.openxmlformats.org/drawingml/2006/main" w="0">
            <a:noFill/>
          </a:ln>
        </p:spPr>
      </p:sp>
      <p:sp>
        <p:nvSpPr>
          <p:cNvPr id="1477" name="rect-1-1476">
            <a:extLst xmlns:a="http://schemas.openxmlformats.org/drawingml/2006/main">
              <a:ext uri="{FF2B5EF4-FFF2-40B4-BE49-F238E27FC236}">
                <a16:creationId xmlns:a16="http://schemas.microsoft.com/office/drawing/2014/main" id="{E792EEC7-D97B-4510-A58F-C4C53BAF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571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8E96"/>
          </a:solidFill>
          <a:ln xmlns:a="http://schemas.openxmlformats.org/drawingml/2006/main" w="0">
            <a:noFill/>
          </a:ln>
        </p:spPr>
      </p:sp>
      <p:sp>
        <p:nvSpPr>
          <p:cNvPr id="1478" name="rect-1-1477">
            <a:extLst xmlns:a="http://schemas.openxmlformats.org/drawingml/2006/main">
              <a:ext uri="{FF2B5EF4-FFF2-40B4-BE49-F238E27FC236}">
                <a16:creationId xmlns:a16="http://schemas.microsoft.com/office/drawing/2014/main" id="{3B1347DC-2D37-49E7-8C18-383EF657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3297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BCF"/>
          </a:solidFill>
          <a:ln xmlns:a="http://schemas.openxmlformats.org/drawingml/2006/main" w="0">
            <a:noFill/>
          </a:ln>
        </p:spPr>
      </p:sp>
      <p:sp>
        <p:nvSpPr>
          <p:cNvPr id="1479" name="rect-1-1478">
            <a:extLst xmlns:a="http://schemas.openxmlformats.org/drawingml/2006/main">
              <a:ext uri="{FF2B5EF4-FFF2-40B4-BE49-F238E27FC236}">
                <a16:creationId xmlns:a16="http://schemas.microsoft.com/office/drawing/2014/main" id="{9FB611C3-4C4F-4164-8BB5-6C02C8A1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8022" y="1172175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9"/>
          </a:solidFill>
          <a:ln xmlns:a="http://schemas.openxmlformats.org/drawingml/2006/main" w="0">
            <a:noFill/>
          </a:ln>
        </p:spPr>
      </p:sp>
      <p:sp>
        <p:nvSpPr>
          <p:cNvPr id="1480" name="rect-1-1479">
            <a:extLst xmlns:a="http://schemas.openxmlformats.org/drawingml/2006/main">
              <a:ext uri="{FF2B5EF4-FFF2-40B4-BE49-F238E27FC236}">
                <a16:creationId xmlns:a16="http://schemas.microsoft.com/office/drawing/2014/main" id="{465AC562-03DC-403E-A010-0F14A3B8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B"/>
          </a:solidFill>
          <a:ln xmlns:a="http://schemas.openxmlformats.org/drawingml/2006/main" w="0">
            <a:noFill/>
          </a:ln>
        </p:spPr>
      </p:sp>
      <p:sp>
        <p:nvSpPr>
          <p:cNvPr id="1481" name="rect-1-1480">
            <a:extLst xmlns:a="http://schemas.openxmlformats.org/drawingml/2006/main">
              <a:ext uri="{FF2B5EF4-FFF2-40B4-BE49-F238E27FC236}">
                <a16:creationId xmlns:a16="http://schemas.microsoft.com/office/drawing/2014/main" id="{6989C57F-F85C-4FA0-B28D-B4FFC45F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FE2"/>
          </a:solidFill>
          <a:ln xmlns:a="http://schemas.openxmlformats.org/drawingml/2006/main" w="0">
            <a:noFill/>
          </a:ln>
        </p:spPr>
      </p:sp>
      <p:sp>
        <p:nvSpPr>
          <p:cNvPr id="1482" name="rect-1-1481">
            <a:extLst xmlns:a="http://schemas.openxmlformats.org/drawingml/2006/main">
              <a:ext uri="{FF2B5EF4-FFF2-40B4-BE49-F238E27FC236}">
                <a16:creationId xmlns:a16="http://schemas.microsoft.com/office/drawing/2014/main" id="{0A67C529-1E6F-44AA-BD77-D4441583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DD1"/>
          </a:solidFill>
          <a:ln xmlns:a="http://schemas.openxmlformats.org/drawingml/2006/main" w="0">
            <a:noFill/>
          </a:ln>
        </p:spPr>
      </p:sp>
      <p:sp>
        <p:nvSpPr>
          <p:cNvPr id="1483" name="rect-1-1482">
            <a:extLst xmlns:a="http://schemas.openxmlformats.org/drawingml/2006/main">
              <a:ext uri="{FF2B5EF4-FFF2-40B4-BE49-F238E27FC236}">
                <a16:creationId xmlns:a16="http://schemas.microsoft.com/office/drawing/2014/main" id="{CA3B8CF4-6F13-4409-BAF4-898D08AD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9DD"/>
          </a:solidFill>
          <a:ln xmlns:a="http://schemas.openxmlformats.org/drawingml/2006/main" w="0">
            <a:noFill/>
          </a:ln>
        </p:spPr>
      </p:sp>
      <p:sp>
        <p:nvSpPr>
          <p:cNvPr id="1484" name="rect-1-1483">
            <a:extLst xmlns:a="http://schemas.openxmlformats.org/drawingml/2006/main">
              <a:ext uri="{FF2B5EF4-FFF2-40B4-BE49-F238E27FC236}">
                <a16:creationId xmlns:a16="http://schemas.microsoft.com/office/drawing/2014/main" id="{ABD7DF9F-E01B-4997-A0F1-78B0FBDA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DD2"/>
          </a:solidFill>
          <a:ln xmlns:a="http://schemas.openxmlformats.org/drawingml/2006/main" w="0">
            <a:noFill/>
          </a:ln>
        </p:spPr>
      </p:sp>
      <p:sp>
        <p:nvSpPr>
          <p:cNvPr id="1485" name="rect-1-1484">
            <a:extLst xmlns:a="http://schemas.openxmlformats.org/drawingml/2006/main">
              <a:ext uri="{FF2B5EF4-FFF2-40B4-BE49-F238E27FC236}">
                <a16:creationId xmlns:a16="http://schemas.microsoft.com/office/drawing/2014/main" id="{B5F48549-0141-4E2D-B8D0-31A7EAD4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D9"/>
          </a:solidFill>
          <a:ln xmlns:a="http://schemas.openxmlformats.org/drawingml/2006/main" w="0">
            <a:noFill/>
          </a:ln>
        </p:spPr>
      </p:sp>
      <p:sp>
        <p:nvSpPr>
          <p:cNvPr id="1486" name="rect-1-1485">
            <a:extLst xmlns:a="http://schemas.openxmlformats.org/drawingml/2006/main">
              <a:ext uri="{FF2B5EF4-FFF2-40B4-BE49-F238E27FC236}">
                <a16:creationId xmlns:a16="http://schemas.microsoft.com/office/drawing/2014/main" id="{96287507-5D83-4EE9-BA99-9986E03B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571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C0C5"/>
          </a:solidFill>
          <a:ln xmlns:a="http://schemas.openxmlformats.org/drawingml/2006/main" w="0">
            <a:noFill/>
          </a:ln>
        </p:spPr>
      </p:sp>
      <p:sp>
        <p:nvSpPr>
          <p:cNvPr id="1487" name="rect-1-1486">
            <a:extLst xmlns:a="http://schemas.openxmlformats.org/drawingml/2006/main">
              <a:ext uri="{FF2B5EF4-FFF2-40B4-BE49-F238E27FC236}">
                <a16:creationId xmlns:a16="http://schemas.microsoft.com/office/drawing/2014/main" id="{E531C4C2-68C3-42CC-9494-C292ADAF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3297" y="1183648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C"/>
          </a:solidFill>
          <a:ln xmlns:a="http://schemas.openxmlformats.org/drawingml/2006/main" w="0">
            <a:noFill/>
          </a:ln>
        </p:spPr>
      </p:sp>
      <p:sp>
        <p:nvSpPr>
          <p:cNvPr id="1488" name="rect-1-1487">
            <a:extLst xmlns:a="http://schemas.openxmlformats.org/drawingml/2006/main">
              <a:ext uri="{FF2B5EF4-FFF2-40B4-BE49-F238E27FC236}">
                <a16:creationId xmlns:a16="http://schemas.microsoft.com/office/drawing/2014/main" id="{2F2C4B5E-6B62-47B2-8FA7-0D24FDEC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489" name="rect-1-1488">
            <a:extLst xmlns:a="http://schemas.openxmlformats.org/drawingml/2006/main">
              <a:ext uri="{FF2B5EF4-FFF2-40B4-BE49-F238E27FC236}">
                <a16:creationId xmlns:a16="http://schemas.microsoft.com/office/drawing/2014/main" id="{1CD5B4C7-53F5-4069-AA35-ABA8D8C2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1490" name="rect-1-1489">
            <a:extLst xmlns:a="http://schemas.openxmlformats.org/drawingml/2006/main">
              <a:ext uri="{FF2B5EF4-FFF2-40B4-BE49-F238E27FC236}">
                <a16:creationId xmlns:a16="http://schemas.microsoft.com/office/drawing/2014/main" id="{B2D36A84-9A4C-4F94-A932-CE837712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491" name="rect-1-1490">
            <a:extLst xmlns:a="http://schemas.openxmlformats.org/drawingml/2006/main">
              <a:ext uri="{FF2B5EF4-FFF2-40B4-BE49-F238E27FC236}">
                <a16:creationId xmlns:a16="http://schemas.microsoft.com/office/drawing/2014/main" id="{22DA0926-BC6E-42EA-B720-F9237835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ADE"/>
          </a:solidFill>
          <a:ln xmlns:a="http://schemas.openxmlformats.org/drawingml/2006/main" w="0">
            <a:noFill/>
          </a:ln>
        </p:spPr>
      </p:sp>
      <p:sp>
        <p:nvSpPr>
          <p:cNvPr id="1492" name="rect-1-1491">
            <a:extLst xmlns:a="http://schemas.openxmlformats.org/drawingml/2006/main">
              <a:ext uri="{FF2B5EF4-FFF2-40B4-BE49-F238E27FC236}">
                <a16:creationId xmlns:a16="http://schemas.microsoft.com/office/drawing/2014/main" id="{31806587-013F-4EDF-889E-784EEC59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B"/>
          </a:solidFill>
          <a:ln xmlns:a="http://schemas.openxmlformats.org/drawingml/2006/main" w="0">
            <a:noFill/>
          </a:ln>
        </p:spPr>
      </p:sp>
      <p:sp>
        <p:nvSpPr>
          <p:cNvPr id="1493" name="rect-1-1492">
            <a:extLst xmlns:a="http://schemas.openxmlformats.org/drawingml/2006/main">
              <a:ext uri="{FF2B5EF4-FFF2-40B4-BE49-F238E27FC236}">
                <a16:creationId xmlns:a16="http://schemas.microsoft.com/office/drawing/2014/main" id="{094E3CFD-0E5A-4FB1-A6F3-A0BF7944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D9"/>
          </a:solidFill>
          <a:ln xmlns:a="http://schemas.openxmlformats.org/drawingml/2006/main" w="0">
            <a:noFill/>
          </a:ln>
        </p:spPr>
      </p:sp>
      <p:sp>
        <p:nvSpPr>
          <p:cNvPr id="1494" name="rect-1-1493">
            <a:extLst xmlns:a="http://schemas.openxmlformats.org/drawingml/2006/main">
              <a:ext uri="{FF2B5EF4-FFF2-40B4-BE49-F238E27FC236}">
                <a16:creationId xmlns:a16="http://schemas.microsoft.com/office/drawing/2014/main" id="{9085C813-C2B9-47DD-9DCF-FC19B843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D9"/>
          </a:solidFill>
          <a:ln xmlns:a="http://schemas.openxmlformats.org/drawingml/2006/main" w="0">
            <a:noFill/>
          </a:ln>
        </p:spPr>
      </p:sp>
      <p:sp>
        <p:nvSpPr>
          <p:cNvPr id="1495" name="rect-1-1494">
            <a:extLst xmlns:a="http://schemas.openxmlformats.org/drawingml/2006/main">
              <a:ext uri="{FF2B5EF4-FFF2-40B4-BE49-F238E27FC236}">
                <a16:creationId xmlns:a16="http://schemas.microsoft.com/office/drawing/2014/main" id="{89042C76-94BA-4584-B7CE-909ADF6D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571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A"/>
          </a:solidFill>
          <a:ln xmlns:a="http://schemas.openxmlformats.org/drawingml/2006/main" w="0">
            <a:noFill/>
          </a:ln>
        </p:spPr>
      </p:sp>
      <p:sp>
        <p:nvSpPr>
          <p:cNvPr id="1496" name="rect-1-1495">
            <a:extLst xmlns:a="http://schemas.openxmlformats.org/drawingml/2006/main">
              <a:ext uri="{FF2B5EF4-FFF2-40B4-BE49-F238E27FC236}">
                <a16:creationId xmlns:a16="http://schemas.microsoft.com/office/drawing/2014/main" id="{21FF8390-025A-4C94-A11A-DBD5353E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3297" y="1195120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noFill/>
          </a:ln>
        </p:spPr>
      </p:sp>
      <p:sp>
        <p:nvSpPr>
          <p:cNvPr id="1497" name="rect-1-1496">
            <a:extLst xmlns:a="http://schemas.openxmlformats.org/drawingml/2006/main">
              <a:ext uri="{FF2B5EF4-FFF2-40B4-BE49-F238E27FC236}">
                <a16:creationId xmlns:a16="http://schemas.microsoft.com/office/drawing/2014/main" id="{01107F54-D507-4CAD-A87A-194A35EB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498" name="rect-1-1497">
            <a:extLst xmlns:a="http://schemas.openxmlformats.org/drawingml/2006/main">
              <a:ext uri="{FF2B5EF4-FFF2-40B4-BE49-F238E27FC236}">
                <a16:creationId xmlns:a16="http://schemas.microsoft.com/office/drawing/2014/main" id="{1531F278-1C54-4DEF-B461-CD71818E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1499" name="rect-1-1498">
            <a:extLst xmlns:a="http://schemas.openxmlformats.org/drawingml/2006/main">
              <a:ext uri="{FF2B5EF4-FFF2-40B4-BE49-F238E27FC236}">
                <a16:creationId xmlns:a16="http://schemas.microsoft.com/office/drawing/2014/main" id="{1C62A148-8A6C-42D9-B4D9-09DBA419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500" name="rect-1-1499">
            <a:extLst xmlns:a="http://schemas.openxmlformats.org/drawingml/2006/main">
              <a:ext uri="{FF2B5EF4-FFF2-40B4-BE49-F238E27FC236}">
                <a16:creationId xmlns:a16="http://schemas.microsoft.com/office/drawing/2014/main" id="{66177839-9EB2-461C-A709-28488197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4"/>
          </a:solidFill>
          <a:ln xmlns:a="http://schemas.openxmlformats.org/drawingml/2006/main" w="0">
            <a:noFill/>
          </a:ln>
        </p:spPr>
      </p:sp>
      <p:sp>
        <p:nvSpPr>
          <p:cNvPr id="1501" name="rect-1-1500">
            <a:extLst xmlns:a="http://schemas.openxmlformats.org/drawingml/2006/main">
              <a:ext uri="{FF2B5EF4-FFF2-40B4-BE49-F238E27FC236}">
                <a16:creationId xmlns:a16="http://schemas.microsoft.com/office/drawing/2014/main" id="{AFBD0AD1-3EA8-4EA6-A9B0-EAE552DB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2E5"/>
          </a:solidFill>
          <a:ln xmlns:a="http://schemas.openxmlformats.org/drawingml/2006/main" w="0">
            <a:noFill/>
          </a:ln>
        </p:spPr>
      </p:sp>
      <p:sp>
        <p:nvSpPr>
          <p:cNvPr id="1502" name="rect-1-1501">
            <a:extLst xmlns:a="http://schemas.openxmlformats.org/drawingml/2006/main">
              <a:ext uri="{FF2B5EF4-FFF2-40B4-BE49-F238E27FC236}">
                <a16:creationId xmlns:a16="http://schemas.microsoft.com/office/drawing/2014/main" id="{C2B1A311-9A18-44DD-8B73-004EFEFD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noFill/>
          </a:ln>
        </p:spPr>
      </p:sp>
      <p:sp>
        <p:nvSpPr>
          <p:cNvPr id="1503" name="rect-1-1502">
            <a:extLst xmlns:a="http://schemas.openxmlformats.org/drawingml/2006/main">
              <a:ext uri="{FF2B5EF4-FFF2-40B4-BE49-F238E27FC236}">
                <a16:creationId xmlns:a16="http://schemas.microsoft.com/office/drawing/2014/main" id="{9089B5E3-952C-4FBE-8DC5-CC83B248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571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1504" name="rect-1-1503">
            <a:extLst xmlns:a="http://schemas.openxmlformats.org/drawingml/2006/main">
              <a:ext uri="{FF2B5EF4-FFF2-40B4-BE49-F238E27FC236}">
                <a16:creationId xmlns:a16="http://schemas.microsoft.com/office/drawing/2014/main" id="{4667E760-BED4-41C9-93BC-D3A77FC6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3297" y="1206593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1505" name="rect-1-1504">
            <a:extLst xmlns:a="http://schemas.openxmlformats.org/drawingml/2006/main">
              <a:ext uri="{FF2B5EF4-FFF2-40B4-BE49-F238E27FC236}">
                <a16:creationId xmlns:a16="http://schemas.microsoft.com/office/drawing/2014/main" id="{B497195E-7B3C-4099-8061-3EC3EC59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1506" name="rect-1-1505">
            <a:extLst xmlns:a="http://schemas.openxmlformats.org/drawingml/2006/main">
              <a:ext uri="{FF2B5EF4-FFF2-40B4-BE49-F238E27FC236}">
                <a16:creationId xmlns:a16="http://schemas.microsoft.com/office/drawing/2014/main" id="{76F619F2-1B40-4D14-B60C-2B9E0F3B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1507" name="rect-1-1506">
            <a:extLst xmlns:a="http://schemas.openxmlformats.org/drawingml/2006/main">
              <a:ext uri="{FF2B5EF4-FFF2-40B4-BE49-F238E27FC236}">
                <a16:creationId xmlns:a16="http://schemas.microsoft.com/office/drawing/2014/main" id="{BE38531E-4FE3-47D3-82CB-B03E9C95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1508" name="rect-1-1507">
            <a:extLst xmlns:a="http://schemas.openxmlformats.org/drawingml/2006/main">
              <a:ext uri="{FF2B5EF4-FFF2-40B4-BE49-F238E27FC236}">
                <a16:creationId xmlns:a16="http://schemas.microsoft.com/office/drawing/2014/main" id="{FC7BBF35-B0E6-4C30-A6E1-4E45A7F9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4"/>
          </a:solidFill>
          <a:ln xmlns:a="http://schemas.openxmlformats.org/drawingml/2006/main" w="0">
            <a:noFill/>
          </a:ln>
        </p:spPr>
      </p:sp>
      <p:sp>
        <p:nvSpPr>
          <p:cNvPr id="1509" name="rect-1-1508">
            <a:extLst xmlns:a="http://schemas.openxmlformats.org/drawingml/2006/main">
              <a:ext uri="{FF2B5EF4-FFF2-40B4-BE49-F238E27FC236}">
                <a16:creationId xmlns:a16="http://schemas.microsoft.com/office/drawing/2014/main" id="{71FDBA87-60D4-4E28-9665-A322312F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B"/>
          </a:solidFill>
          <a:ln xmlns:a="http://schemas.openxmlformats.org/drawingml/2006/main" w="0">
            <a:noFill/>
          </a:ln>
        </p:spPr>
      </p:sp>
      <p:sp>
        <p:nvSpPr>
          <p:cNvPr id="1510" name="rect-1-1509">
            <a:extLst xmlns:a="http://schemas.openxmlformats.org/drawingml/2006/main">
              <a:ext uri="{FF2B5EF4-FFF2-40B4-BE49-F238E27FC236}">
                <a16:creationId xmlns:a16="http://schemas.microsoft.com/office/drawing/2014/main" id="{FC49ED32-5BFD-451A-B9C4-D08C5328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218065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B"/>
          </a:solidFill>
          <a:ln xmlns:a="http://schemas.openxmlformats.org/drawingml/2006/main" w="0">
            <a:noFill/>
          </a:ln>
        </p:spPr>
      </p:sp>
      <p:sp>
        <p:nvSpPr>
          <p:cNvPr id="1511" name="rect-1-1510">
            <a:extLst xmlns:a="http://schemas.openxmlformats.org/drawingml/2006/main">
              <a:ext uri="{FF2B5EF4-FFF2-40B4-BE49-F238E27FC236}">
                <a16:creationId xmlns:a16="http://schemas.microsoft.com/office/drawing/2014/main" id="{08363714-4110-4869-80A6-5BF4A34C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512" name="rect-1-1511">
            <a:extLst xmlns:a="http://schemas.openxmlformats.org/drawingml/2006/main">
              <a:ext uri="{FF2B5EF4-FFF2-40B4-BE49-F238E27FC236}">
                <a16:creationId xmlns:a16="http://schemas.microsoft.com/office/drawing/2014/main" id="{00700FC0-27EC-439F-8747-956EF0DD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EF"/>
          </a:solidFill>
          <a:ln xmlns:a="http://schemas.openxmlformats.org/drawingml/2006/main" w="0">
            <a:noFill/>
          </a:ln>
        </p:spPr>
      </p:sp>
      <p:sp>
        <p:nvSpPr>
          <p:cNvPr id="1513" name="rect-1-1512">
            <a:extLst xmlns:a="http://schemas.openxmlformats.org/drawingml/2006/main">
              <a:ext uri="{FF2B5EF4-FFF2-40B4-BE49-F238E27FC236}">
                <a16:creationId xmlns:a16="http://schemas.microsoft.com/office/drawing/2014/main" id="{B8361F87-6A72-4122-9C54-D003096F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8"/>
          </a:solidFill>
          <a:ln xmlns:a="http://schemas.openxmlformats.org/drawingml/2006/main" w="0">
            <a:noFill/>
          </a:ln>
        </p:spPr>
      </p:sp>
      <p:sp>
        <p:nvSpPr>
          <p:cNvPr id="1514" name="rect-1-1513">
            <a:extLst xmlns:a="http://schemas.openxmlformats.org/drawingml/2006/main">
              <a:ext uri="{FF2B5EF4-FFF2-40B4-BE49-F238E27FC236}">
                <a16:creationId xmlns:a16="http://schemas.microsoft.com/office/drawing/2014/main" id="{4DE2F10D-B187-4C30-BC99-E6677B4C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BDE"/>
          </a:solidFill>
          <a:ln xmlns:a="http://schemas.openxmlformats.org/drawingml/2006/main" w="0">
            <a:noFill/>
          </a:ln>
        </p:spPr>
      </p:sp>
      <p:sp>
        <p:nvSpPr>
          <p:cNvPr id="1515" name="rect-1-1514">
            <a:extLst xmlns:a="http://schemas.openxmlformats.org/drawingml/2006/main">
              <a:ext uri="{FF2B5EF4-FFF2-40B4-BE49-F238E27FC236}">
                <a16:creationId xmlns:a16="http://schemas.microsoft.com/office/drawing/2014/main" id="{B5625744-E9E1-432C-B9D9-3DE9258D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</a:ln>
        </p:spPr>
      </p:sp>
      <p:sp>
        <p:nvSpPr>
          <p:cNvPr id="1516" name="rect-1-1515">
            <a:extLst xmlns:a="http://schemas.openxmlformats.org/drawingml/2006/main">
              <a:ext uri="{FF2B5EF4-FFF2-40B4-BE49-F238E27FC236}">
                <a16:creationId xmlns:a16="http://schemas.microsoft.com/office/drawing/2014/main" id="{274B3E68-132E-482D-ACFB-077D5FB6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229538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517" name="rect-1-1516">
            <a:extLst xmlns:a="http://schemas.openxmlformats.org/drawingml/2006/main">
              <a:ext uri="{FF2B5EF4-FFF2-40B4-BE49-F238E27FC236}">
                <a16:creationId xmlns:a16="http://schemas.microsoft.com/office/drawing/2014/main" id="{02CFDEE4-FA3A-4294-976B-EBDC0B51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241011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1518" name="rect-1-1517">
            <a:extLst xmlns:a="http://schemas.openxmlformats.org/drawingml/2006/main">
              <a:ext uri="{FF2B5EF4-FFF2-40B4-BE49-F238E27FC236}">
                <a16:creationId xmlns:a16="http://schemas.microsoft.com/office/drawing/2014/main" id="{3EBD7B75-CF88-4694-96FF-7D4BA127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241011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1519" name="rect-1-1518">
            <a:extLst xmlns:a="http://schemas.openxmlformats.org/drawingml/2006/main">
              <a:ext uri="{FF2B5EF4-FFF2-40B4-BE49-F238E27FC236}">
                <a16:creationId xmlns:a16="http://schemas.microsoft.com/office/drawing/2014/main" id="{CAF35C9C-3942-486E-8AFF-3E01E4EA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241011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1520" name="rect-1-1519">
            <a:extLst xmlns:a="http://schemas.openxmlformats.org/drawingml/2006/main">
              <a:ext uri="{FF2B5EF4-FFF2-40B4-BE49-F238E27FC236}">
                <a16:creationId xmlns:a16="http://schemas.microsoft.com/office/drawing/2014/main" id="{C1D20ADD-FFDF-4922-B16D-0C77C007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241011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1521" name="rect-1-1520">
            <a:extLst xmlns:a="http://schemas.openxmlformats.org/drawingml/2006/main">
              <a:ext uri="{FF2B5EF4-FFF2-40B4-BE49-F238E27FC236}">
                <a16:creationId xmlns:a16="http://schemas.microsoft.com/office/drawing/2014/main" id="{0FFBFDE5-58AC-4755-85A3-7E9A5626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252483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1522" name="rect-1-1521">
            <a:extLst xmlns:a="http://schemas.openxmlformats.org/drawingml/2006/main">
              <a:ext uri="{FF2B5EF4-FFF2-40B4-BE49-F238E27FC236}">
                <a16:creationId xmlns:a16="http://schemas.microsoft.com/office/drawing/2014/main" id="{AC00988F-2D6B-443B-9BF8-5E4F4837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252483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1E4"/>
          </a:solidFill>
          <a:ln xmlns:a="http://schemas.openxmlformats.org/drawingml/2006/main" w="0">
            <a:noFill/>
          </a:ln>
        </p:spPr>
      </p:sp>
      <p:sp>
        <p:nvSpPr>
          <p:cNvPr id="1523" name="rect-1-1522">
            <a:extLst xmlns:a="http://schemas.openxmlformats.org/drawingml/2006/main">
              <a:ext uri="{FF2B5EF4-FFF2-40B4-BE49-F238E27FC236}">
                <a16:creationId xmlns:a16="http://schemas.microsoft.com/office/drawing/2014/main" id="{4D230A67-038B-4155-8D76-D037588F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252483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C"/>
          </a:solidFill>
          <a:ln xmlns:a="http://schemas.openxmlformats.org/drawingml/2006/main" w="0">
            <a:noFill/>
          </a:ln>
        </p:spPr>
      </p:sp>
      <p:sp>
        <p:nvSpPr>
          <p:cNvPr id="1524" name="rect-1-1523">
            <a:extLst xmlns:a="http://schemas.openxmlformats.org/drawingml/2006/main">
              <a:ext uri="{FF2B5EF4-FFF2-40B4-BE49-F238E27FC236}">
                <a16:creationId xmlns:a16="http://schemas.microsoft.com/office/drawing/2014/main" id="{8A209AEC-6E5D-4748-A8C5-AE785757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252483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0">
            <a:noFill/>
          </a:ln>
        </p:spPr>
      </p:sp>
      <p:sp>
        <p:nvSpPr>
          <p:cNvPr id="1525" name="rect-1-1524">
            <a:extLst xmlns:a="http://schemas.openxmlformats.org/drawingml/2006/main">
              <a:ext uri="{FF2B5EF4-FFF2-40B4-BE49-F238E27FC236}">
                <a16:creationId xmlns:a16="http://schemas.microsoft.com/office/drawing/2014/main" id="{2941FE86-61AF-42C7-9C1F-B1487509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252483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526" name="rect-1-1525">
            <a:extLst xmlns:a="http://schemas.openxmlformats.org/drawingml/2006/main">
              <a:ext uri="{FF2B5EF4-FFF2-40B4-BE49-F238E27FC236}">
                <a16:creationId xmlns:a16="http://schemas.microsoft.com/office/drawing/2014/main" id="{A4A0CD51-8F43-4F10-AF82-1572D68F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1527" name="rect-1-1526">
            <a:extLst xmlns:a="http://schemas.openxmlformats.org/drawingml/2006/main">
              <a:ext uri="{FF2B5EF4-FFF2-40B4-BE49-F238E27FC236}">
                <a16:creationId xmlns:a16="http://schemas.microsoft.com/office/drawing/2014/main" id="{20A6E426-545E-45DC-AA95-89B1AEE6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3E5"/>
          </a:solidFill>
          <a:ln xmlns:a="http://schemas.openxmlformats.org/drawingml/2006/main" w="0">
            <a:noFill/>
          </a:ln>
        </p:spPr>
      </p:sp>
      <p:sp>
        <p:nvSpPr>
          <p:cNvPr id="1528" name="rect-1-1527">
            <a:extLst xmlns:a="http://schemas.openxmlformats.org/drawingml/2006/main">
              <a:ext uri="{FF2B5EF4-FFF2-40B4-BE49-F238E27FC236}">
                <a16:creationId xmlns:a16="http://schemas.microsoft.com/office/drawing/2014/main" id="{FC87DBB8-5C41-4ABC-946A-B337968F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3D7"/>
          </a:solidFill>
          <a:ln xmlns:a="http://schemas.openxmlformats.org/drawingml/2006/main" w="0">
            <a:noFill/>
          </a:ln>
        </p:spPr>
      </p:sp>
      <p:sp>
        <p:nvSpPr>
          <p:cNvPr id="1529" name="rect-1-1528">
            <a:extLst xmlns:a="http://schemas.openxmlformats.org/drawingml/2006/main">
              <a:ext uri="{FF2B5EF4-FFF2-40B4-BE49-F238E27FC236}">
                <a16:creationId xmlns:a16="http://schemas.microsoft.com/office/drawing/2014/main" id="{4FFEC429-8B96-47FC-A82D-C52AE3CE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9"/>
          </a:solidFill>
          <a:ln xmlns:a="http://schemas.openxmlformats.org/drawingml/2006/main" w="0">
            <a:noFill/>
          </a:ln>
        </p:spPr>
      </p:sp>
      <p:sp>
        <p:nvSpPr>
          <p:cNvPr id="1530" name="rect-1-1529">
            <a:extLst xmlns:a="http://schemas.openxmlformats.org/drawingml/2006/main">
              <a:ext uri="{FF2B5EF4-FFF2-40B4-BE49-F238E27FC236}">
                <a16:creationId xmlns:a16="http://schemas.microsoft.com/office/drawing/2014/main" id="{99D7B0D0-D6E5-4C62-99C0-D79CD74B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1531" name="rect-1-1530">
            <a:extLst xmlns:a="http://schemas.openxmlformats.org/drawingml/2006/main">
              <a:ext uri="{FF2B5EF4-FFF2-40B4-BE49-F238E27FC236}">
                <a16:creationId xmlns:a16="http://schemas.microsoft.com/office/drawing/2014/main" id="{8FCD6E83-3300-46DB-BA65-7A6C0CA3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846" y="1263956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1532" name="rect-1-1531">
            <a:extLst xmlns:a="http://schemas.openxmlformats.org/drawingml/2006/main">
              <a:ext uri="{FF2B5EF4-FFF2-40B4-BE49-F238E27FC236}">
                <a16:creationId xmlns:a16="http://schemas.microsoft.com/office/drawing/2014/main" id="{6DEAA649-09BA-4651-89C1-181C0B5F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275428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E7"/>
          </a:solidFill>
          <a:ln xmlns:a="http://schemas.openxmlformats.org/drawingml/2006/main" w="0">
            <a:noFill/>
          </a:ln>
        </p:spPr>
      </p:sp>
      <p:sp>
        <p:nvSpPr>
          <p:cNvPr id="1533" name="rect-1-1532">
            <a:extLst xmlns:a="http://schemas.openxmlformats.org/drawingml/2006/main">
              <a:ext uri="{FF2B5EF4-FFF2-40B4-BE49-F238E27FC236}">
                <a16:creationId xmlns:a16="http://schemas.microsoft.com/office/drawing/2014/main" id="{2D8F569F-82D7-4C0F-8F92-97724A85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275428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CE0"/>
          </a:solidFill>
          <a:ln xmlns:a="http://schemas.openxmlformats.org/drawingml/2006/main" w="0">
            <a:noFill/>
          </a:ln>
        </p:spPr>
      </p:sp>
      <p:sp>
        <p:nvSpPr>
          <p:cNvPr id="1534" name="rect-1-1533">
            <a:extLst xmlns:a="http://schemas.openxmlformats.org/drawingml/2006/main">
              <a:ext uri="{FF2B5EF4-FFF2-40B4-BE49-F238E27FC236}">
                <a16:creationId xmlns:a16="http://schemas.microsoft.com/office/drawing/2014/main" id="{31D20589-8E04-444A-87EA-1B5F6A88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275428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D9"/>
          </a:solidFill>
          <a:ln xmlns:a="http://schemas.openxmlformats.org/drawingml/2006/main" w="0">
            <a:noFill/>
          </a:ln>
        </p:spPr>
      </p:sp>
      <p:sp>
        <p:nvSpPr>
          <p:cNvPr id="1535" name="rect-1-1534">
            <a:extLst xmlns:a="http://schemas.openxmlformats.org/drawingml/2006/main">
              <a:ext uri="{FF2B5EF4-FFF2-40B4-BE49-F238E27FC236}">
                <a16:creationId xmlns:a16="http://schemas.microsoft.com/office/drawing/2014/main" id="{DB474CDA-0CC8-48BA-ADD2-FA740E11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275428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1536" name="rect-1-1535">
            <a:extLst xmlns:a="http://schemas.openxmlformats.org/drawingml/2006/main">
              <a:ext uri="{FF2B5EF4-FFF2-40B4-BE49-F238E27FC236}">
                <a16:creationId xmlns:a16="http://schemas.microsoft.com/office/drawing/2014/main" id="{1DD4FFC0-08BF-49C7-AF4A-A32A0C58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286901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1537" name="rect-1-1536">
            <a:extLst xmlns:a="http://schemas.openxmlformats.org/drawingml/2006/main">
              <a:ext uri="{FF2B5EF4-FFF2-40B4-BE49-F238E27FC236}">
                <a16:creationId xmlns:a16="http://schemas.microsoft.com/office/drawing/2014/main" id="{05C5A15D-0437-4FB9-B29B-0F211048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286901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C"/>
          </a:solidFill>
          <a:ln xmlns:a="http://schemas.openxmlformats.org/drawingml/2006/main" w="0">
            <a:noFill/>
          </a:ln>
        </p:spPr>
      </p:sp>
      <p:sp>
        <p:nvSpPr>
          <p:cNvPr id="1538" name="rect-1-1537">
            <a:extLst xmlns:a="http://schemas.openxmlformats.org/drawingml/2006/main">
              <a:ext uri="{FF2B5EF4-FFF2-40B4-BE49-F238E27FC236}">
                <a16:creationId xmlns:a16="http://schemas.microsoft.com/office/drawing/2014/main" id="{16041325-5852-4812-8A89-24F702AE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286901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A"/>
          </a:solidFill>
          <a:ln xmlns:a="http://schemas.openxmlformats.org/drawingml/2006/main" w="0">
            <a:noFill/>
          </a:ln>
        </p:spPr>
      </p:sp>
      <p:sp>
        <p:nvSpPr>
          <p:cNvPr id="1539" name="rect-1-1538">
            <a:extLst xmlns:a="http://schemas.openxmlformats.org/drawingml/2006/main">
              <a:ext uri="{FF2B5EF4-FFF2-40B4-BE49-F238E27FC236}">
                <a16:creationId xmlns:a16="http://schemas.microsoft.com/office/drawing/2014/main" id="{C49F12A8-A302-4F26-82C3-9840EDE4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286901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7DB"/>
          </a:solidFill>
          <a:ln xmlns:a="http://schemas.openxmlformats.org/drawingml/2006/main" w="0">
            <a:noFill/>
          </a:ln>
        </p:spPr>
      </p:sp>
      <p:sp>
        <p:nvSpPr>
          <p:cNvPr id="1540" name="rect-1-1539">
            <a:extLst xmlns:a="http://schemas.openxmlformats.org/drawingml/2006/main">
              <a:ext uri="{FF2B5EF4-FFF2-40B4-BE49-F238E27FC236}">
                <a16:creationId xmlns:a16="http://schemas.microsoft.com/office/drawing/2014/main" id="{33CB7802-39DF-410F-9C55-DE901830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286901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8"/>
          </a:solidFill>
          <a:ln xmlns:a="http://schemas.openxmlformats.org/drawingml/2006/main" w="0">
            <a:noFill/>
          </a:ln>
        </p:spPr>
      </p:sp>
      <p:sp>
        <p:nvSpPr>
          <p:cNvPr id="1541" name="rect-1-1540">
            <a:extLst xmlns:a="http://schemas.openxmlformats.org/drawingml/2006/main">
              <a:ext uri="{FF2B5EF4-FFF2-40B4-BE49-F238E27FC236}">
                <a16:creationId xmlns:a16="http://schemas.microsoft.com/office/drawing/2014/main" id="{B93955D3-F1F4-4696-A970-43968692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B"/>
          </a:solidFill>
          <a:ln xmlns:a="http://schemas.openxmlformats.org/drawingml/2006/main" w="0">
            <a:noFill/>
          </a:ln>
        </p:spPr>
      </p:sp>
      <p:sp>
        <p:nvSpPr>
          <p:cNvPr id="1542" name="rect-1-1541">
            <a:extLst xmlns:a="http://schemas.openxmlformats.org/drawingml/2006/main">
              <a:ext uri="{FF2B5EF4-FFF2-40B4-BE49-F238E27FC236}">
                <a16:creationId xmlns:a16="http://schemas.microsoft.com/office/drawing/2014/main" id="{DC9C5BEA-3E63-4329-954C-EF30C52B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B"/>
          </a:solidFill>
          <a:ln xmlns:a="http://schemas.openxmlformats.org/drawingml/2006/main" w="0">
            <a:noFill/>
          </a:ln>
        </p:spPr>
      </p:sp>
      <p:sp>
        <p:nvSpPr>
          <p:cNvPr id="1543" name="rect-1-1542">
            <a:extLst xmlns:a="http://schemas.openxmlformats.org/drawingml/2006/main">
              <a:ext uri="{FF2B5EF4-FFF2-40B4-BE49-F238E27FC236}">
                <a16:creationId xmlns:a16="http://schemas.microsoft.com/office/drawing/2014/main" id="{EC448230-FEC9-4EC9-A5A8-7EC9F905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noFill/>
          </a:ln>
        </p:spPr>
      </p:sp>
      <p:sp>
        <p:nvSpPr>
          <p:cNvPr id="1544" name="rect-1-1543">
            <a:extLst xmlns:a="http://schemas.openxmlformats.org/drawingml/2006/main">
              <a:ext uri="{FF2B5EF4-FFF2-40B4-BE49-F238E27FC236}">
                <a16:creationId xmlns:a16="http://schemas.microsoft.com/office/drawing/2014/main" id="{C1875B94-83F3-4BE8-959C-F283B5C9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1545" name="rect-1-1544">
            <a:extLst xmlns:a="http://schemas.openxmlformats.org/drawingml/2006/main">
              <a:ext uri="{FF2B5EF4-FFF2-40B4-BE49-F238E27FC236}">
                <a16:creationId xmlns:a16="http://schemas.microsoft.com/office/drawing/2014/main" id="{C9A72737-C1A4-4EDE-9799-BE04B90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3E6"/>
          </a:solidFill>
          <a:ln xmlns:a="http://schemas.openxmlformats.org/drawingml/2006/main" w="0">
            <a:noFill/>
          </a:ln>
        </p:spPr>
      </p:sp>
      <p:sp>
        <p:nvSpPr>
          <p:cNvPr id="1546" name="rect-1-1545">
            <a:extLst xmlns:a="http://schemas.openxmlformats.org/drawingml/2006/main">
              <a:ext uri="{FF2B5EF4-FFF2-40B4-BE49-F238E27FC236}">
                <a16:creationId xmlns:a16="http://schemas.microsoft.com/office/drawing/2014/main" id="{8C962957-5179-4EDC-A69C-C9FC53A2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298373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D9DC"/>
          </a:solidFill>
          <a:ln xmlns:a="http://schemas.openxmlformats.org/drawingml/2006/main" w="0">
            <a:noFill/>
          </a:ln>
        </p:spPr>
      </p:sp>
      <p:sp>
        <p:nvSpPr>
          <p:cNvPr id="1547" name="rect-1-1546">
            <a:extLst xmlns:a="http://schemas.openxmlformats.org/drawingml/2006/main">
              <a:ext uri="{FF2B5EF4-FFF2-40B4-BE49-F238E27FC236}">
                <a16:creationId xmlns:a16="http://schemas.microsoft.com/office/drawing/2014/main" id="{EE77D219-FABB-4147-B010-BC68EEFD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309846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B"/>
          </a:solidFill>
          <a:ln xmlns:a="http://schemas.openxmlformats.org/drawingml/2006/main" w="0">
            <a:noFill/>
          </a:ln>
        </p:spPr>
      </p:sp>
      <p:sp>
        <p:nvSpPr>
          <p:cNvPr id="1548" name="rect-1-1547">
            <a:extLst xmlns:a="http://schemas.openxmlformats.org/drawingml/2006/main">
              <a:ext uri="{FF2B5EF4-FFF2-40B4-BE49-F238E27FC236}">
                <a16:creationId xmlns:a16="http://schemas.microsoft.com/office/drawing/2014/main" id="{9B068252-3C4F-416E-AC89-3EBAD67E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309846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EA"/>
          </a:solidFill>
          <a:ln xmlns:a="http://schemas.openxmlformats.org/drawingml/2006/main" w="0">
            <a:noFill/>
          </a:ln>
        </p:spPr>
      </p:sp>
      <p:sp>
        <p:nvSpPr>
          <p:cNvPr id="1549" name="rect-1-1548">
            <a:extLst xmlns:a="http://schemas.openxmlformats.org/drawingml/2006/main">
              <a:ext uri="{FF2B5EF4-FFF2-40B4-BE49-F238E27FC236}">
                <a16:creationId xmlns:a16="http://schemas.microsoft.com/office/drawing/2014/main" id="{EA711472-AD94-428A-B419-92181804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309846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EE"/>
          </a:solidFill>
          <a:ln xmlns:a="http://schemas.openxmlformats.org/drawingml/2006/main" w="0">
            <a:noFill/>
          </a:ln>
        </p:spPr>
      </p:sp>
      <p:sp>
        <p:nvSpPr>
          <p:cNvPr id="1550" name="rect-1-1549">
            <a:extLst xmlns:a="http://schemas.openxmlformats.org/drawingml/2006/main">
              <a:ext uri="{FF2B5EF4-FFF2-40B4-BE49-F238E27FC236}">
                <a16:creationId xmlns:a16="http://schemas.microsoft.com/office/drawing/2014/main" id="{5F5A9A1F-F897-4B9E-9E3E-04969554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309846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B"/>
          </a:solidFill>
          <a:ln xmlns:a="http://schemas.openxmlformats.org/drawingml/2006/main" w="0">
            <a:noFill/>
          </a:ln>
        </p:spPr>
      </p:sp>
      <p:sp>
        <p:nvSpPr>
          <p:cNvPr id="1551" name="rect-1-1550">
            <a:extLst xmlns:a="http://schemas.openxmlformats.org/drawingml/2006/main">
              <a:ext uri="{FF2B5EF4-FFF2-40B4-BE49-F238E27FC236}">
                <a16:creationId xmlns:a16="http://schemas.microsoft.com/office/drawing/2014/main" id="{4C4515BC-A834-418A-99AC-51E81B78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309846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</a:ln>
        </p:spPr>
      </p:sp>
      <p:sp>
        <p:nvSpPr>
          <p:cNvPr id="1552" name="rect-1-1551">
            <a:extLst xmlns:a="http://schemas.openxmlformats.org/drawingml/2006/main">
              <a:ext uri="{FF2B5EF4-FFF2-40B4-BE49-F238E27FC236}">
                <a16:creationId xmlns:a16="http://schemas.microsoft.com/office/drawing/2014/main" id="{D1B68235-16BF-416D-B215-4859C3DF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321318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1553" name="rect-1-1552">
            <a:extLst xmlns:a="http://schemas.openxmlformats.org/drawingml/2006/main">
              <a:ext uri="{FF2B5EF4-FFF2-40B4-BE49-F238E27FC236}">
                <a16:creationId xmlns:a16="http://schemas.microsoft.com/office/drawing/2014/main" id="{301299C0-A138-4489-8A46-444BF625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321318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EA"/>
          </a:solidFill>
          <a:ln xmlns:a="http://schemas.openxmlformats.org/drawingml/2006/main" w="0">
            <a:noFill/>
          </a:ln>
        </p:spPr>
      </p:sp>
      <p:sp>
        <p:nvSpPr>
          <p:cNvPr id="1554" name="rect-1-1553">
            <a:extLst xmlns:a="http://schemas.openxmlformats.org/drawingml/2006/main">
              <a:ext uri="{FF2B5EF4-FFF2-40B4-BE49-F238E27FC236}">
                <a16:creationId xmlns:a16="http://schemas.microsoft.com/office/drawing/2014/main" id="{10987E9D-30C9-446E-A6B5-49270E9D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321318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7"/>
          </a:solidFill>
          <a:ln xmlns:a="http://schemas.openxmlformats.org/drawingml/2006/main" w="0">
            <a:noFill/>
          </a:ln>
        </p:spPr>
      </p:sp>
      <p:sp>
        <p:nvSpPr>
          <p:cNvPr id="1555" name="rect-1-1554">
            <a:extLst xmlns:a="http://schemas.openxmlformats.org/drawingml/2006/main">
              <a:ext uri="{FF2B5EF4-FFF2-40B4-BE49-F238E27FC236}">
                <a16:creationId xmlns:a16="http://schemas.microsoft.com/office/drawing/2014/main" id="{91F93E25-5337-4C60-86D1-665525B4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321318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1556" name="rect-1-1555">
            <a:extLst xmlns:a="http://schemas.openxmlformats.org/drawingml/2006/main">
              <a:ext uri="{FF2B5EF4-FFF2-40B4-BE49-F238E27FC236}">
                <a16:creationId xmlns:a16="http://schemas.microsoft.com/office/drawing/2014/main" id="{316116FD-3B3A-4913-BE11-6C983E29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332791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1557" name="rect-1-1556">
            <a:extLst xmlns:a="http://schemas.openxmlformats.org/drawingml/2006/main">
              <a:ext uri="{FF2B5EF4-FFF2-40B4-BE49-F238E27FC236}">
                <a16:creationId xmlns:a16="http://schemas.microsoft.com/office/drawing/2014/main" id="{5773A72C-B2C9-402B-B095-E461ED34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332791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7"/>
          </a:solidFill>
          <a:ln xmlns:a="http://schemas.openxmlformats.org/drawingml/2006/main" w="0">
            <a:noFill/>
          </a:ln>
        </p:spPr>
      </p:sp>
      <p:sp>
        <p:nvSpPr>
          <p:cNvPr id="1558" name="rect-1-1557">
            <a:extLst xmlns:a="http://schemas.openxmlformats.org/drawingml/2006/main">
              <a:ext uri="{FF2B5EF4-FFF2-40B4-BE49-F238E27FC236}">
                <a16:creationId xmlns:a16="http://schemas.microsoft.com/office/drawing/2014/main" id="{472659ED-9F38-4C0D-A6FB-7150C368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332791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3E5"/>
          </a:solidFill>
          <a:ln xmlns:a="http://schemas.openxmlformats.org/drawingml/2006/main" w="0">
            <a:noFill/>
          </a:ln>
        </p:spPr>
      </p:sp>
      <p:sp>
        <p:nvSpPr>
          <p:cNvPr id="1559" name="rect-1-1558">
            <a:extLst xmlns:a="http://schemas.openxmlformats.org/drawingml/2006/main">
              <a:ext uri="{FF2B5EF4-FFF2-40B4-BE49-F238E27FC236}">
                <a16:creationId xmlns:a16="http://schemas.microsoft.com/office/drawing/2014/main" id="{DB8F6E2C-D3A4-415A-B317-4F20AD8F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332791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9"/>
          </a:solidFill>
          <a:ln xmlns:a="http://schemas.openxmlformats.org/drawingml/2006/main" w="0">
            <a:noFill/>
          </a:ln>
        </p:spPr>
      </p:sp>
      <p:sp>
        <p:nvSpPr>
          <p:cNvPr id="1560" name="rect-1-1559">
            <a:extLst xmlns:a="http://schemas.openxmlformats.org/drawingml/2006/main">
              <a:ext uri="{FF2B5EF4-FFF2-40B4-BE49-F238E27FC236}">
                <a16:creationId xmlns:a16="http://schemas.microsoft.com/office/drawing/2014/main" id="{1ADBD58B-C9C3-4871-B2EE-AF74202E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1561" name="rect-1-1560">
            <a:extLst xmlns:a="http://schemas.openxmlformats.org/drawingml/2006/main">
              <a:ext uri="{FF2B5EF4-FFF2-40B4-BE49-F238E27FC236}">
                <a16:creationId xmlns:a16="http://schemas.microsoft.com/office/drawing/2014/main" id="{3812BA39-7D13-4F5B-816F-5066C929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1E4"/>
          </a:solidFill>
          <a:ln xmlns:a="http://schemas.openxmlformats.org/drawingml/2006/main" w="0">
            <a:noFill/>
          </a:ln>
        </p:spPr>
      </p:sp>
      <p:sp>
        <p:nvSpPr>
          <p:cNvPr id="1562" name="rect-1-1561">
            <a:extLst xmlns:a="http://schemas.openxmlformats.org/drawingml/2006/main">
              <a:ext uri="{FF2B5EF4-FFF2-40B4-BE49-F238E27FC236}">
                <a16:creationId xmlns:a16="http://schemas.microsoft.com/office/drawing/2014/main" id="{2382D579-F0BA-4C48-AD22-2684772E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7"/>
          </a:solidFill>
          <a:ln xmlns:a="http://schemas.openxmlformats.org/drawingml/2006/main" w="0">
            <a:noFill/>
          </a:ln>
        </p:spPr>
      </p:sp>
      <p:sp>
        <p:nvSpPr>
          <p:cNvPr id="1563" name="rect-1-1562">
            <a:extLst xmlns:a="http://schemas.openxmlformats.org/drawingml/2006/main">
              <a:ext uri="{FF2B5EF4-FFF2-40B4-BE49-F238E27FC236}">
                <a16:creationId xmlns:a16="http://schemas.microsoft.com/office/drawing/2014/main" id="{18B36B87-2073-4DFF-907C-5E9F5453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9"/>
          </a:solidFill>
          <a:ln xmlns:a="http://schemas.openxmlformats.org/drawingml/2006/main" w="0">
            <a:noFill/>
          </a:ln>
        </p:spPr>
      </p:sp>
      <p:sp>
        <p:nvSpPr>
          <p:cNvPr id="1564" name="rect-1-1563">
            <a:extLst xmlns:a="http://schemas.openxmlformats.org/drawingml/2006/main">
              <a:ext uri="{FF2B5EF4-FFF2-40B4-BE49-F238E27FC236}">
                <a16:creationId xmlns:a16="http://schemas.microsoft.com/office/drawing/2014/main" id="{C5DF4B91-12C0-459D-8AF8-3D63ED6A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ADE"/>
          </a:solidFill>
          <a:ln xmlns:a="http://schemas.openxmlformats.org/drawingml/2006/main" w="0">
            <a:noFill/>
          </a:ln>
        </p:spPr>
      </p:sp>
      <p:sp>
        <p:nvSpPr>
          <p:cNvPr id="1565" name="rect-1-1564">
            <a:extLst xmlns:a="http://schemas.openxmlformats.org/drawingml/2006/main">
              <a:ext uri="{FF2B5EF4-FFF2-40B4-BE49-F238E27FC236}">
                <a16:creationId xmlns:a16="http://schemas.microsoft.com/office/drawing/2014/main" id="{D125E32C-67FB-4888-843A-6158F947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3E6"/>
          </a:solidFill>
          <a:ln xmlns:a="http://schemas.openxmlformats.org/drawingml/2006/main" w="0">
            <a:noFill/>
          </a:ln>
        </p:spPr>
      </p:sp>
      <p:sp>
        <p:nvSpPr>
          <p:cNvPr id="1566" name="rect-1-1565">
            <a:extLst xmlns:a="http://schemas.openxmlformats.org/drawingml/2006/main">
              <a:ext uri="{FF2B5EF4-FFF2-40B4-BE49-F238E27FC236}">
                <a16:creationId xmlns:a16="http://schemas.microsoft.com/office/drawing/2014/main" id="{D810F1D4-A897-4213-8ADC-B357AB52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344263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1567" name="rect-1-1566">
            <a:extLst xmlns:a="http://schemas.openxmlformats.org/drawingml/2006/main">
              <a:ext uri="{FF2B5EF4-FFF2-40B4-BE49-F238E27FC236}">
                <a16:creationId xmlns:a16="http://schemas.microsoft.com/office/drawing/2014/main" id="{AF1EFC06-DD14-49E9-8613-F87991CE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</a:ln>
        </p:spPr>
      </p:sp>
      <p:sp>
        <p:nvSpPr>
          <p:cNvPr id="1568" name="rect-1-1567">
            <a:extLst xmlns:a="http://schemas.openxmlformats.org/drawingml/2006/main">
              <a:ext uri="{FF2B5EF4-FFF2-40B4-BE49-F238E27FC236}">
                <a16:creationId xmlns:a16="http://schemas.microsoft.com/office/drawing/2014/main" id="{EF814619-7C8D-4326-A37C-541B1852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569" name="rect-1-1568">
            <a:extLst xmlns:a="http://schemas.openxmlformats.org/drawingml/2006/main">
              <a:ext uri="{FF2B5EF4-FFF2-40B4-BE49-F238E27FC236}">
                <a16:creationId xmlns:a16="http://schemas.microsoft.com/office/drawing/2014/main" id="{FE5DFC02-D012-414D-A711-6B2B4470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1570" name="rect-1-1569">
            <a:extLst xmlns:a="http://schemas.openxmlformats.org/drawingml/2006/main">
              <a:ext uri="{FF2B5EF4-FFF2-40B4-BE49-F238E27FC236}">
                <a16:creationId xmlns:a16="http://schemas.microsoft.com/office/drawing/2014/main" id="{2AF69111-770D-4BD0-B837-F450ACFB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1571" name="rect-1-1570">
            <a:extLst xmlns:a="http://schemas.openxmlformats.org/drawingml/2006/main">
              <a:ext uri="{FF2B5EF4-FFF2-40B4-BE49-F238E27FC236}">
                <a16:creationId xmlns:a16="http://schemas.microsoft.com/office/drawing/2014/main" id="{9FC0F9A8-B74F-45BF-B3BE-78D46646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</a:ln>
        </p:spPr>
      </p:sp>
      <p:sp>
        <p:nvSpPr>
          <p:cNvPr id="1572" name="rect-1-1571">
            <a:extLst xmlns:a="http://schemas.openxmlformats.org/drawingml/2006/main">
              <a:ext uri="{FF2B5EF4-FFF2-40B4-BE49-F238E27FC236}">
                <a16:creationId xmlns:a16="http://schemas.microsoft.com/office/drawing/2014/main" id="{D0DCC405-EF4F-4E7F-88EE-D518738D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E4"/>
          </a:solidFill>
          <a:ln xmlns:a="http://schemas.openxmlformats.org/drawingml/2006/main" w="0">
            <a:noFill/>
          </a:ln>
        </p:spPr>
      </p:sp>
      <p:sp>
        <p:nvSpPr>
          <p:cNvPr id="1573" name="rect-1-1572">
            <a:extLst xmlns:a="http://schemas.openxmlformats.org/drawingml/2006/main">
              <a:ext uri="{FF2B5EF4-FFF2-40B4-BE49-F238E27FC236}">
                <a16:creationId xmlns:a16="http://schemas.microsoft.com/office/drawing/2014/main" id="{172FE526-AF29-4B70-9BD3-ADE9110E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0"/>
          </a:solidFill>
          <a:ln xmlns:a="http://schemas.openxmlformats.org/drawingml/2006/main" w="0">
            <a:noFill/>
          </a:ln>
        </p:spPr>
      </p:sp>
      <p:sp>
        <p:nvSpPr>
          <p:cNvPr id="1574" name="rect-1-1573">
            <a:extLst xmlns:a="http://schemas.openxmlformats.org/drawingml/2006/main">
              <a:ext uri="{FF2B5EF4-FFF2-40B4-BE49-F238E27FC236}">
                <a16:creationId xmlns:a16="http://schemas.microsoft.com/office/drawing/2014/main" id="{2386EB87-8A2D-433B-990D-809281CA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D9"/>
          </a:solidFill>
          <a:ln xmlns:a="http://schemas.openxmlformats.org/drawingml/2006/main" w="0">
            <a:noFill/>
          </a:ln>
        </p:spPr>
      </p:sp>
      <p:sp>
        <p:nvSpPr>
          <p:cNvPr id="1575" name="rect-1-1574">
            <a:extLst xmlns:a="http://schemas.openxmlformats.org/drawingml/2006/main">
              <a:ext uri="{FF2B5EF4-FFF2-40B4-BE49-F238E27FC236}">
                <a16:creationId xmlns:a16="http://schemas.microsoft.com/office/drawing/2014/main" id="{8716B805-184A-4FDE-814A-2BB9BCF4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</a:ln>
        </p:spPr>
      </p:sp>
      <p:sp>
        <p:nvSpPr>
          <p:cNvPr id="1576" name="rect-1-1575">
            <a:extLst xmlns:a="http://schemas.openxmlformats.org/drawingml/2006/main">
              <a:ext uri="{FF2B5EF4-FFF2-40B4-BE49-F238E27FC236}">
                <a16:creationId xmlns:a16="http://schemas.microsoft.com/office/drawing/2014/main" id="{85E178AC-ECD6-405D-AD47-01DC4633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EA"/>
          </a:solidFill>
          <a:ln xmlns:a="http://schemas.openxmlformats.org/drawingml/2006/main" w="0">
            <a:noFill/>
          </a:ln>
        </p:spPr>
      </p:sp>
      <p:sp>
        <p:nvSpPr>
          <p:cNvPr id="1577" name="rect-1-1576">
            <a:extLst xmlns:a="http://schemas.openxmlformats.org/drawingml/2006/main">
              <a:ext uri="{FF2B5EF4-FFF2-40B4-BE49-F238E27FC236}">
                <a16:creationId xmlns:a16="http://schemas.microsoft.com/office/drawing/2014/main" id="{36882090-55F9-47D1-A76B-640CDF05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355736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B"/>
          </a:solidFill>
          <a:ln xmlns:a="http://schemas.openxmlformats.org/drawingml/2006/main" w="0">
            <a:noFill/>
          </a:ln>
        </p:spPr>
      </p:sp>
      <p:sp>
        <p:nvSpPr>
          <p:cNvPr id="1578" name="rect-1-1577">
            <a:extLst xmlns:a="http://schemas.openxmlformats.org/drawingml/2006/main">
              <a:ext uri="{FF2B5EF4-FFF2-40B4-BE49-F238E27FC236}">
                <a16:creationId xmlns:a16="http://schemas.microsoft.com/office/drawing/2014/main" id="{BAE08B2E-E899-42A0-86C5-693F8020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1579" name="rect-1-1578">
            <a:extLst xmlns:a="http://schemas.openxmlformats.org/drawingml/2006/main">
              <a:ext uri="{FF2B5EF4-FFF2-40B4-BE49-F238E27FC236}">
                <a16:creationId xmlns:a16="http://schemas.microsoft.com/office/drawing/2014/main" id="{2F1A69AA-1803-4B4D-BBDB-25782AD9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ED"/>
          </a:solidFill>
          <a:ln xmlns:a="http://schemas.openxmlformats.org/drawingml/2006/main" w="0">
            <a:noFill/>
          </a:ln>
        </p:spPr>
      </p:sp>
      <p:sp>
        <p:nvSpPr>
          <p:cNvPr id="1580" name="rect-1-1579">
            <a:extLst xmlns:a="http://schemas.openxmlformats.org/drawingml/2006/main">
              <a:ext uri="{FF2B5EF4-FFF2-40B4-BE49-F238E27FC236}">
                <a16:creationId xmlns:a16="http://schemas.microsoft.com/office/drawing/2014/main" id="{423FD47A-2F40-49B9-BBC0-5D76D897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B"/>
          </a:solidFill>
          <a:ln xmlns:a="http://schemas.openxmlformats.org/drawingml/2006/main" w="0">
            <a:noFill/>
          </a:ln>
        </p:spPr>
      </p:sp>
      <p:sp>
        <p:nvSpPr>
          <p:cNvPr id="1581" name="rect-1-1580">
            <a:extLst xmlns:a="http://schemas.openxmlformats.org/drawingml/2006/main">
              <a:ext uri="{FF2B5EF4-FFF2-40B4-BE49-F238E27FC236}">
                <a16:creationId xmlns:a16="http://schemas.microsoft.com/office/drawing/2014/main" id="{6A41B137-E553-4EAC-A61F-4373E5ED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9"/>
          </a:solidFill>
          <a:ln xmlns:a="http://schemas.openxmlformats.org/drawingml/2006/main" w="0">
            <a:noFill/>
          </a:ln>
        </p:spPr>
      </p:sp>
      <p:sp>
        <p:nvSpPr>
          <p:cNvPr id="1582" name="rect-1-1581">
            <a:extLst xmlns:a="http://schemas.openxmlformats.org/drawingml/2006/main">
              <a:ext uri="{FF2B5EF4-FFF2-40B4-BE49-F238E27FC236}">
                <a16:creationId xmlns:a16="http://schemas.microsoft.com/office/drawing/2014/main" id="{7501CD24-A9D6-409E-A3C4-C4CA5764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7DB"/>
          </a:solidFill>
          <a:ln xmlns:a="http://schemas.openxmlformats.org/drawingml/2006/main" w="0">
            <a:noFill/>
          </a:ln>
        </p:spPr>
      </p:sp>
      <p:sp>
        <p:nvSpPr>
          <p:cNvPr id="1583" name="rect-1-1582">
            <a:extLst xmlns:a="http://schemas.openxmlformats.org/drawingml/2006/main">
              <a:ext uri="{FF2B5EF4-FFF2-40B4-BE49-F238E27FC236}">
                <a16:creationId xmlns:a16="http://schemas.microsoft.com/office/drawing/2014/main" id="{980F79AB-FB0E-4876-8F5E-F9C95CA3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ADD"/>
          </a:solidFill>
          <a:ln xmlns:a="http://schemas.openxmlformats.org/drawingml/2006/main" w="0">
            <a:noFill/>
          </a:ln>
        </p:spPr>
      </p:sp>
      <p:sp>
        <p:nvSpPr>
          <p:cNvPr id="1584" name="rect-1-1583">
            <a:extLst xmlns:a="http://schemas.openxmlformats.org/drawingml/2006/main">
              <a:ext uri="{FF2B5EF4-FFF2-40B4-BE49-F238E27FC236}">
                <a16:creationId xmlns:a16="http://schemas.microsoft.com/office/drawing/2014/main" id="{CDDEF987-525C-4013-A2C9-7C6033A7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2E5"/>
          </a:solidFill>
          <a:ln xmlns:a="http://schemas.openxmlformats.org/drawingml/2006/main" w="0">
            <a:noFill/>
          </a:ln>
        </p:spPr>
      </p:sp>
      <p:sp>
        <p:nvSpPr>
          <p:cNvPr id="1585" name="rect-1-1584">
            <a:extLst xmlns:a="http://schemas.openxmlformats.org/drawingml/2006/main">
              <a:ext uri="{FF2B5EF4-FFF2-40B4-BE49-F238E27FC236}">
                <a16:creationId xmlns:a16="http://schemas.microsoft.com/office/drawing/2014/main" id="{E1CD867B-14CE-45CE-BD9D-2DB64464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4"/>
          </a:solidFill>
          <a:ln xmlns:a="http://schemas.openxmlformats.org/drawingml/2006/main" w="0">
            <a:noFill/>
          </a:ln>
        </p:spPr>
      </p:sp>
      <p:sp>
        <p:nvSpPr>
          <p:cNvPr id="1586" name="rect-1-1585">
            <a:extLst xmlns:a="http://schemas.openxmlformats.org/drawingml/2006/main">
              <a:ext uri="{FF2B5EF4-FFF2-40B4-BE49-F238E27FC236}">
                <a16:creationId xmlns:a16="http://schemas.microsoft.com/office/drawing/2014/main" id="{947EF59F-6FCC-42F4-96CA-93263225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9DC"/>
          </a:solidFill>
          <a:ln xmlns:a="http://schemas.openxmlformats.org/drawingml/2006/main" w="0">
            <a:noFill/>
          </a:ln>
        </p:spPr>
      </p:sp>
      <p:sp>
        <p:nvSpPr>
          <p:cNvPr id="1587" name="rect-1-1586">
            <a:extLst xmlns:a="http://schemas.openxmlformats.org/drawingml/2006/main">
              <a:ext uri="{FF2B5EF4-FFF2-40B4-BE49-F238E27FC236}">
                <a16:creationId xmlns:a16="http://schemas.microsoft.com/office/drawing/2014/main" id="{9D84392D-F916-4768-8422-53BEC4DD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1588" name="rect-1-1587">
            <a:extLst xmlns:a="http://schemas.openxmlformats.org/drawingml/2006/main">
              <a:ext uri="{FF2B5EF4-FFF2-40B4-BE49-F238E27FC236}">
                <a16:creationId xmlns:a16="http://schemas.microsoft.com/office/drawing/2014/main" id="{82DA36D0-BBBD-4C63-9B2C-C6E62163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367208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589" name="rect-1-1588">
            <a:extLst xmlns:a="http://schemas.openxmlformats.org/drawingml/2006/main">
              <a:ext uri="{FF2B5EF4-FFF2-40B4-BE49-F238E27FC236}">
                <a16:creationId xmlns:a16="http://schemas.microsoft.com/office/drawing/2014/main" id="{0AF35C1A-4A79-4FA3-B976-5C74E9CA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1590" name="rect-1-1589">
            <a:extLst xmlns:a="http://schemas.openxmlformats.org/drawingml/2006/main">
              <a:ext uri="{FF2B5EF4-FFF2-40B4-BE49-F238E27FC236}">
                <a16:creationId xmlns:a16="http://schemas.microsoft.com/office/drawing/2014/main" id="{1358D3C0-0B6F-410F-9D65-52BCE42C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DF"/>
          </a:solidFill>
          <a:ln xmlns:a="http://schemas.openxmlformats.org/drawingml/2006/main" w="0">
            <a:noFill/>
          </a:ln>
        </p:spPr>
      </p:sp>
      <p:sp>
        <p:nvSpPr>
          <p:cNvPr id="1591" name="rect-1-1590">
            <a:extLst xmlns:a="http://schemas.openxmlformats.org/drawingml/2006/main">
              <a:ext uri="{FF2B5EF4-FFF2-40B4-BE49-F238E27FC236}">
                <a16:creationId xmlns:a16="http://schemas.microsoft.com/office/drawing/2014/main" id="{463580AB-D206-47EC-94AE-CB366889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4D8"/>
          </a:solidFill>
          <a:ln xmlns:a="http://schemas.openxmlformats.org/drawingml/2006/main" w="0">
            <a:noFill/>
          </a:ln>
        </p:spPr>
      </p:sp>
      <p:sp>
        <p:nvSpPr>
          <p:cNvPr id="1592" name="rect-1-1591">
            <a:extLst xmlns:a="http://schemas.openxmlformats.org/drawingml/2006/main">
              <a:ext uri="{FF2B5EF4-FFF2-40B4-BE49-F238E27FC236}">
                <a16:creationId xmlns:a16="http://schemas.microsoft.com/office/drawing/2014/main" id="{7F92053F-41FA-45BF-92D5-97C499AF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4D8"/>
          </a:solidFill>
          <a:ln xmlns:a="http://schemas.openxmlformats.org/drawingml/2006/main" w="0">
            <a:noFill/>
          </a:ln>
        </p:spPr>
      </p:sp>
      <p:sp>
        <p:nvSpPr>
          <p:cNvPr id="1593" name="rect-1-1592">
            <a:extLst xmlns:a="http://schemas.openxmlformats.org/drawingml/2006/main">
              <a:ext uri="{FF2B5EF4-FFF2-40B4-BE49-F238E27FC236}">
                <a16:creationId xmlns:a16="http://schemas.microsoft.com/office/drawing/2014/main" id="{D7737F2D-D4E2-4940-A133-05118A5B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BC1"/>
          </a:solidFill>
          <a:ln xmlns:a="http://schemas.openxmlformats.org/drawingml/2006/main" w="0">
            <a:noFill/>
          </a:ln>
        </p:spPr>
      </p:sp>
      <p:sp>
        <p:nvSpPr>
          <p:cNvPr id="1594" name="rect-1-1593">
            <a:extLst xmlns:a="http://schemas.openxmlformats.org/drawingml/2006/main">
              <a:ext uri="{FF2B5EF4-FFF2-40B4-BE49-F238E27FC236}">
                <a16:creationId xmlns:a16="http://schemas.microsoft.com/office/drawing/2014/main" id="{26568C2A-844A-4260-ACD8-B89C1E83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CFD3"/>
          </a:solidFill>
          <a:ln xmlns:a="http://schemas.openxmlformats.org/drawingml/2006/main" w="0">
            <a:noFill/>
          </a:ln>
        </p:spPr>
      </p:sp>
      <p:sp>
        <p:nvSpPr>
          <p:cNvPr id="1595" name="rect-1-1594">
            <a:extLst xmlns:a="http://schemas.openxmlformats.org/drawingml/2006/main">
              <a:ext uri="{FF2B5EF4-FFF2-40B4-BE49-F238E27FC236}">
                <a16:creationId xmlns:a16="http://schemas.microsoft.com/office/drawing/2014/main" id="{44EC445D-C93D-4391-B733-6476F29D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7CC"/>
          </a:solidFill>
          <a:ln xmlns:a="http://schemas.openxmlformats.org/drawingml/2006/main" w="0">
            <a:noFill/>
          </a:ln>
        </p:spPr>
      </p:sp>
      <p:sp>
        <p:nvSpPr>
          <p:cNvPr id="1596" name="rect-1-1595">
            <a:extLst xmlns:a="http://schemas.openxmlformats.org/drawingml/2006/main">
              <a:ext uri="{FF2B5EF4-FFF2-40B4-BE49-F238E27FC236}">
                <a16:creationId xmlns:a16="http://schemas.microsoft.com/office/drawing/2014/main" id="{6C9FF906-76DB-4199-A36C-BA53DEA4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FE2"/>
          </a:solidFill>
          <a:ln xmlns:a="http://schemas.openxmlformats.org/drawingml/2006/main" w="0">
            <a:noFill/>
          </a:ln>
        </p:spPr>
      </p:sp>
      <p:sp>
        <p:nvSpPr>
          <p:cNvPr id="1597" name="rect-1-1596">
            <a:extLst xmlns:a="http://schemas.openxmlformats.org/drawingml/2006/main">
              <a:ext uri="{FF2B5EF4-FFF2-40B4-BE49-F238E27FC236}">
                <a16:creationId xmlns:a16="http://schemas.microsoft.com/office/drawing/2014/main" id="{B931EDA1-07FD-479E-9E6B-76421DAB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BDE"/>
          </a:solidFill>
          <a:ln xmlns:a="http://schemas.openxmlformats.org/drawingml/2006/main" w="0">
            <a:noFill/>
          </a:ln>
        </p:spPr>
      </p:sp>
      <p:sp>
        <p:nvSpPr>
          <p:cNvPr id="1598" name="rect-1-1597">
            <a:extLst xmlns:a="http://schemas.openxmlformats.org/drawingml/2006/main">
              <a:ext uri="{FF2B5EF4-FFF2-40B4-BE49-F238E27FC236}">
                <a16:creationId xmlns:a16="http://schemas.microsoft.com/office/drawing/2014/main" id="{83DF7F47-A019-435B-BEAA-EB038C43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A"/>
          </a:solidFill>
          <a:ln xmlns:a="http://schemas.openxmlformats.org/drawingml/2006/main" w="0">
            <a:noFill/>
          </a:ln>
        </p:spPr>
      </p:sp>
      <p:sp>
        <p:nvSpPr>
          <p:cNvPr id="1599" name="rect-1-1598">
            <a:extLst xmlns:a="http://schemas.openxmlformats.org/drawingml/2006/main">
              <a:ext uri="{FF2B5EF4-FFF2-40B4-BE49-F238E27FC236}">
                <a16:creationId xmlns:a16="http://schemas.microsoft.com/office/drawing/2014/main" id="{DE0A099F-E9AC-445E-8215-488ABBE5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3786813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EF"/>
          </a:solidFill>
          <a:ln xmlns:a="http://schemas.openxmlformats.org/drawingml/2006/main" w="0">
            <a:noFill/>
          </a:ln>
        </p:spPr>
      </p:sp>
      <p:sp>
        <p:nvSpPr>
          <p:cNvPr id="1600" name="rect-1-1599">
            <a:extLst xmlns:a="http://schemas.openxmlformats.org/drawingml/2006/main">
              <a:ext uri="{FF2B5EF4-FFF2-40B4-BE49-F238E27FC236}">
                <a16:creationId xmlns:a16="http://schemas.microsoft.com/office/drawing/2014/main" id="{454147C5-EDBF-4C95-825F-74A5C2FA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601" name="rect-1-1600">
            <a:extLst xmlns:a="http://schemas.openxmlformats.org/drawingml/2006/main">
              <a:ext uri="{FF2B5EF4-FFF2-40B4-BE49-F238E27FC236}">
                <a16:creationId xmlns:a16="http://schemas.microsoft.com/office/drawing/2014/main" id="{18270CBA-F371-4B25-8141-518D9763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1602" name="rect-1-1601">
            <a:extLst xmlns:a="http://schemas.openxmlformats.org/drawingml/2006/main">
              <a:ext uri="{FF2B5EF4-FFF2-40B4-BE49-F238E27FC236}">
                <a16:creationId xmlns:a16="http://schemas.microsoft.com/office/drawing/2014/main" id="{FF299705-3B93-4B28-9756-42499A13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7DB"/>
          </a:solidFill>
          <a:ln xmlns:a="http://schemas.openxmlformats.org/drawingml/2006/main" w="0">
            <a:noFill/>
          </a:ln>
        </p:spPr>
      </p:sp>
      <p:sp>
        <p:nvSpPr>
          <p:cNvPr id="1603" name="rect-1-1602">
            <a:extLst xmlns:a="http://schemas.openxmlformats.org/drawingml/2006/main">
              <a:ext uri="{FF2B5EF4-FFF2-40B4-BE49-F238E27FC236}">
                <a16:creationId xmlns:a16="http://schemas.microsoft.com/office/drawing/2014/main" id="{8C53BC0C-AF4E-489A-BAB5-B9F5BA01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ABF"/>
          </a:solidFill>
          <a:ln xmlns:a="http://schemas.openxmlformats.org/drawingml/2006/main" w="0">
            <a:noFill/>
          </a:ln>
        </p:spPr>
      </p:sp>
      <p:sp>
        <p:nvSpPr>
          <p:cNvPr id="1604" name="rect-1-1603">
            <a:extLst xmlns:a="http://schemas.openxmlformats.org/drawingml/2006/main">
              <a:ext uri="{FF2B5EF4-FFF2-40B4-BE49-F238E27FC236}">
                <a16:creationId xmlns:a16="http://schemas.microsoft.com/office/drawing/2014/main" id="{A025016B-E1AF-4E5A-A5EB-DFC7F35D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9CD"/>
          </a:solidFill>
          <a:ln xmlns:a="http://schemas.openxmlformats.org/drawingml/2006/main" w="0">
            <a:noFill/>
          </a:ln>
        </p:spPr>
      </p:sp>
      <p:sp>
        <p:nvSpPr>
          <p:cNvPr id="1605" name="rect-1-1604">
            <a:extLst xmlns:a="http://schemas.openxmlformats.org/drawingml/2006/main">
              <a:ext uri="{FF2B5EF4-FFF2-40B4-BE49-F238E27FC236}">
                <a16:creationId xmlns:a16="http://schemas.microsoft.com/office/drawing/2014/main" id="{B0CE046C-4D89-46FB-AAA7-6F4BBB0F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AC0"/>
          </a:solidFill>
          <a:ln xmlns:a="http://schemas.openxmlformats.org/drawingml/2006/main" w="0">
            <a:noFill/>
          </a:ln>
        </p:spPr>
      </p:sp>
      <p:sp>
        <p:nvSpPr>
          <p:cNvPr id="1606" name="rect-1-1605">
            <a:extLst xmlns:a="http://schemas.openxmlformats.org/drawingml/2006/main">
              <a:ext uri="{FF2B5EF4-FFF2-40B4-BE49-F238E27FC236}">
                <a16:creationId xmlns:a16="http://schemas.microsoft.com/office/drawing/2014/main" id="{1B3963BC-EB5F-4FF5-ADFB-088D6F27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9AF"/>
          </a:solidFill>
          <a:ln xmlns:a="http://schemas.openxmlformats.org/drawingml/2006/main" w="0">
            <a:noFill/>
          </a:ln>
        </p:spPr>
      </p:sp>
      <p:sp>
        <p:nvSpPr>
          <p:cNvPr id="1607" name="rect-1-1606">
            <a:extLst xmlns:a="http://schemas.openxmlformats.org/drawingml/2006/main">
              <a:ext uri="{FF2B5EF4-FFF2-40B4-BE49-F238E27FC236}">
                <a16:creationId xmlns:a16="http://schemas.microsoft.com/office/drawing/2014/main" id="{4D615C80-2D6E-4CD8-B0D6-9B2D555F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BCF"/>
          </a:solidFill>
          <a:ln xmlns:a="http://schemas.openxmlformats.org/drawingml/2006/main" w="0">
            <a:noFill/>
          </a:ln>
        </p:spPr>
      </p:sp>
      <p:sp>
        <p:nvSpPr>
          <p:cNvPr id="1608" name="rect-1-1607">
            <a:extLst xmlns:a="http://schemas.openxmlformats.org/drawingml/2006/main">
              <a:ext uri="{FF2B5EF4-FFF2-40B4-BE49-F238E27FC236}">
                <a16:creationId xmlns:a16="http://schemas.microsoft.com/office/drawing/2014/main" id="{0ED5ED72-2BF4-4956-BEE9-4CD186B5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BCC1"/>
          </a:solidFill>
          <a:ln xmlns:a="http://schemas.openxmlformats.org/drawingml/2006/main" w="0">
            <a:noFill/>
          </a:ln>
        </p:spPr>
      </p:sp>
      <p:sp>
        <p:nvSpPr>
          <p:cNvPr id="1609" name="rect-1-1608">
            <a:extLst xmlns:a="http://schemas.openxmlformats.org/drawingml/2006/main">
              <a:ext uri="{FF2B5EF4-FFF2-40B4-BE49-F238E27FC236}">
                <a16:creationId xmlns:a16="http://schemas.microsoft.com/office/drawing/2014/main" id="{7E0BA375-872D-4859-A4FE-D0320848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ACE"/>
          </a:solidFill>
          <a:ln xmlns:a="http://schemas.openxmlformats.org/drawingml/2006/main" w="0">
            <a:noFill/>
          </a:ln>
        </p:spPr>
      </p:sp>
      <p:sp>
        <p:nvSpPr>
          <p:cNvPr id="1610" name="rect-1-1609">
            <a:extLst xmlns:a="http://schemas.openxmlformats.org/drawingml/2006/main">
              <a:ext uri="{FF2B5EF4-FFF2-40B4-BE49-F238E27FC236}">
                <a16:creationId xmlns:a16="http://schemas.microsoft.com/office/drawing/2014/main" id="{2A242D8C-0E9B-4E6E-A8B8-4EF85ED7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D9"/>
          </a:solidFill>
          <a:ln xmlns:a="http://schemas.openxmlformats.org/drawingml/2006/main" w="0">
            <a:noFill/>
          </a:ln>
        </p:spPr>
      </p:sp>
      <p:sp>
        <p:nvSpPr>
          <p:cNvPr id="1611" name="rect-1-1610">
            <a:extLst xmlns:a="http://schemas.openxmlformats.org/drawingml/2006/main">
              <a:ext uri="{FF2B5EF4-FFF2-40B4-BE49-F238E27FC236}">
                <a16:creationId xmlns:a16="http://schemas.microsoft.com/office/drawing/2014/main" id="{99C899ED-188D-4961-8912-4F9AB2A6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D9"/>
          </a:solidFill>
          <a:ln xmlns:a="http://schemas.openxmlformats.org/drawingml/2006/main" w="0">
            <a:noFill/>
          </a:ln>
        </p:spPr>
      </p:sp>
      <p:sp>
        <p:nvSpPr>
          <p:cNvPr id="1612" name="rect-1-1611">
            <a:extLst xmlns:a="http://schemas.openxmlformats.org/drawingml/2006/main">
              <a:ext uri="{FF2B5EF4-FFF2-40B4-BE49-F238E27FC236}">
                <a16:creationId xmlns:a16="http://schemas.microsoft.com/office/drawing/2014/main" id="{EAFF7BF4-1F78-4650-8D20-678C7258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noFill/>
          </a:ln>
        </p:spPr>
      </p:sp>
      <p:sp>
        <p:nvSpPr>
          <p:cNvPr id="1613" name="rect-1-1612">
            <a:extLst xmlns:a="http://schemas.openxmlformats.org/drawingml/2006/main">
              <a:ext uri="{FF2B5EF4-FFF2-40B4-BE49-F238E27FC236}">
                <a16:creationId xmlns:a16="http://schemas.microsoft.com/office/drawing/2014/main" id="{92B2052C-B5C7-42B7-804C-750CE57F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3901538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614" name="rect-1-1613">
            <a:extLst xmlns:a="http://schemas.openxmlformats.org/drawingml/2006/main">
              <a:ext uri="{FF2B5EF4-FFF2-40B4-BE49-F238E27FC236}">
                <a16:creationId xmlns:a16="http://schemas.microsoft.com/office/drawing/2014/main" id="{33F957FE-C860-48C1-AA70-46C7802B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692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1615" name="rect-1-1614">
            <a:extLst xmlns:a="http://schemas.openxmlformats.org/drawingml/2006/main">
              <a:ext uri="{FF2B5EF4-FFF2-40B4-BE49-F238E27FC236}">
                <a16:creationId xmlns:a16="http://schemas.microsoft.com/office/drawing/2014/main" id="{0E89BFD0-DEE8-4585-9AD5-0DD8591B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A"/>
          </a:solidFill>
          <a:ln xmlns:a="http://schemas.openxmlformats.org/drawingml/2006/main" w="0">
            <a:noFill/>
          </a:ln>
        </p:spPr>
      </p:sp>
      <p:sp>
        <p:nvSpPr>
          <p:cNvPr id="1616" name="rect-1-1615">
            <a:extLst xmlns:a="http://schemas.openxmlformats.org/drawingml/2006/main">
              <a:ext uri="{FF2B5EF4-FFF2-40B4-BE49-F238E27FC236}">
                <a16:creationId xmlns:a16="http://schemas.microsoft.com/office/drawing/2014/main" id="{E4FFB017-5FA0-4AEF-845C-6AAE418D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4BA"/>
          </a:solidFill>
          <a:ln xmlns:a="http://schemas.openxmlformats.org/drawingml/2006/main" w="0">
            <a:noFill/>
          </a:ln>
        </p:spPr>
      </p:sp>
      <p:sp>
        <p:nvSpPr>
          <p:cNvPr id="1617" name="rect-1-1616">
            <a:extLst xmlns:a="http://schemas.openxmlformats.org/drawingml/2006/main">
              <a:ext uri="{FF2B5EF4-FFF2-40B4-BE49-F238E27FC236}">
                <a16:creationId xmlns:a16="http://schemas.microsoft.com/office/drawing/2014/main" id="{C1E21E15-7707-403B-A1CF-B0BACE28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4BA"/>
          </a:solidFill>
          <a:ln xmlns:a="http://schemas.openxmlformats.org/drawingml/2006/main" w="0">
            <a:noFill/>
          </a:ln>
        </p:spPr>
      </p:sp>
      <p:sp>
        <p:nvSpPr>
          <p:cNvPr id="1618" name="rect-1-1617">
            <a:extLst xmlns:a="http://schemas.openxmlformats.org/drawingml/2006/main">
              <a:ext uri="{FF2B5EF4-FFF2-40B4-BE49-F238E27FC236}">
                <a16:creationId xmlns:a16="http://schemas.microsoft.com/office/drawing/2014/main" id="{F411DB44-463C-4011-BFD2-3E6F5C23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CB2"/>
          </a:solidFill>
          <a:ln xmlns:a="http://schemas.openxmlformats.org/drawingml/2006/main" w="0">
            <a:noFill/>
          </a:ln>
        </p:spPr>
      </p:sp>
      <p:sp>
        <p:nvSpPr>
          <p:cNvPr id="1619" name="rect-1-1618">
            <a:extLst xmlns:a="http://schemas.openxmlformats.org/drawingml/2006/main">
              <a:ext uri="{FF2B5EF4-FFF2-40B4-BE49-F238E27FC236}">
                <a16:creationId xmlns:a16="http://schemas.microsoft.com/office/drawing/2014/main" id="{3E9946A2-3D96-4427-9DA7-B92BF157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8991"/>
          </a:solidFill>
          <a:ln xmlns:a="http://schemas.openxmlformats.org/drawingml/2006/main" w="0">
            <a:noFill/>
          </a:ln>
        </p:spPr>
      </p:sp>
      <p:sp>
        <p:nvSpPr>
          <p:cNvPr id="1620" name="rect-1-1619">
            <a:extLst xmlns:a="http://schemas.openxmlformats.org/drawingml/2006/main">
              <a:ext uri="{FF2B5EF4-FFF2-40B4-BE49-F238E27FC236}">
                <a16:creationId xmlns:a16="http://schemas.microsoft.com/office/drawing/2014/main" id="{5EAC177B-C87F-44AE-B87B-3CC3F565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89F"/>
          </a:solidFill>
          <a:ln xmlns:a="http://schemas.openxmlformats.org/drawingml/2006/main" w="0">
            <a:noFill/>
          </a:ln>
        </p:spPr>
      </p:sp>
      <p:sp>
        <p:nvSpPr>
          <p:cNvPr id="1621" name="rect-1-1620">
            <a:extLst xmlns:a="http://schemas.openxmlformats.org/drawingml/2006/main">
              <a:ext uri="{FF2B5EF4-FFF2-40B4-BE49-F238E27FC236}">
                <a16:creationId xmlns:a16="http://schemas.microsoft.com/office/drawing/2014/main" id="{9EC08DFD-9594-40E1-A074-99461DCA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868F"/>
          </a:solidFill>
          <a:ln xmlns:a="http://schemas.openxmlformats.org/drawingml/2006/main" w="0">
            <a:noFill/>
          </a:ln>
        </p:spPr>
      </p:sp>
      <p:sp>
        <p:nvSpPr>
          <p:cNvPr id="1622" name="rect-1-1621">
            <a:extLst xmlns:a="http://schemas.openxmlformats.org/drawingml/2006/main">
              <a:ext uri="{FF2B5EF4-FFF2-40B4-BE49-F238E27FC236}">
                <a16:creationId xmlns:a16="http://schemas.microsoft.com/office/drawing/2014/main" id="{0D2C4FA7-A376-4A75-BB63-9212D4EA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B3B9"/>
          </a:solidFill>
          <a:ln xmlns:a="http://schemas.openxmlformats.org/drawingml/2006/main" w="0">
            <a:noFill/>
          </a:ln>
        </p:spPr>
      </p:sp>
      <p:sp>
        <p:nvSpPr>
          <p:cNvPr id="1623" name="rect-1-1622">
            <a:extLst xmlns:a="http://schemas.openxmlformats.org/drawingml/2006/main">
              <a:ext uri="{FF2B5EF4-FFF2-40B4-BE49-F238E27FC236}">
                <a16:creationId xmlns:a16="http://schemas.microsoft.com/office/drawing/2014/main" id="{E1823FB4-61E8-4F02-A132-D38385E4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3C8"/>
          </a:solidFill>
          <a:ln xmlns:a="http://schemas.openxmlformats.org/drawingml/2006/main" w="0">
            <a:noFill/>
          </a:ln>
        </p:spPr>
      </p:sp>
      <p:sp>
        <p:nvSpPr>
          <p:cNvPr id="1624" name="rect-1-1623">
            <a:extLst xmlns:a="http://schemas.openxmlformats.org/drawingml/2006/main">
              <a:ext uri="{FF2B5EF4-FFF2-40B4-BE49-F238E27FC236}">
                <a16:creationId xmlns:a16="http://schemas.microsoft.com/office/drawing/2014/main" id="{6E5E15B7-0754-4C34-8A03-A45CA249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B9BE"/>
          </a:solidFill>
          <a:ln xmlns:a="http://schemas.openxmlformats.org/drawingml/2006/main" w="0">
            <a:noFill/>
          </a:ln>
        </p:spPr>
      </p:sp>
      <p:sp>
        <p:nvSpPr>
          <p:cNvPr id="1625" name="rect-1-1624">
            <a:extLst xmlns:a="http://schemas.openxmlformats.org/drawingml/2006/main">
              <a:ext uri="{FF2B5EF4-FFF2-40B4-BE49-F238E27FC236}">
                <a16:creationId xmlns:a16="http://schemas.microsoft.com/office/drawing/2014/main" id="{EF4A8BD9-500A-40B1-A14D-1557E4C4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ED2"/>
          </a:solidFill>
          <a:ln xmlns:a="http://schemas.openxmlformats.org/drawingml/2006/main" w="0">
            <a:noFill/>
          </a:ln>
        </p:spPr>
      </p:sp>
      <p:sp>
        <p:nvSpPr>
          <p:cNvPr id="1626" name="rect-1-1625">
            <a:extLst xmlns:a="http://schemas.openxmlformats.org/drawingml/2006/main">
              <a:ext uri="{FF2B5EF4-FFF2-40B4-BE49-F238E27FC236}">
                <a16:creationId xmlns:a16="http://schemas.microsoft.com/office/drawing/2014/main" id="{CDBE722F-DB9A-4830-A401-1523C012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401626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1627" name="rect-1-1626">
            <a:extLst xmlns:a="http://schemas.openxmlformats.org/drawingml/2006/main">
              <a:ext uri="{FF2B5EF4-FFF2-40B4-BE49-F238E27FC236}">
                <a16:creationId xmlns:a16="http://schemas.microsoft.com/office/drawing/2014/main" id="{64E99D83-ACB3-489B-B920-E7B6D2F0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FB5"/>
          </a:solidFill>
          <a:ln xmlns:a="http://schemas.openxmlformats.org/drawingml/2006/main" w="0">
            <a:noFill/>
          </a:ln>
        </p:spPr>
      </p:sp>
      <p:sp>
        <p:nvSpPr>
          <p:cNvPr id="1628" name="rect-1-1627">
            <a:extLst xmlns:a="http://schemas.openxmlformats.org/drawingml/2006/main">
              <a:ext uri="{FF2B5EF4-FFF2-40B4-BE49-F238E27FC236}">
                <a16:creationId xmlns:a16="http://schemas.microsoft.com/office/drawing/2014/main" id="{D842D796-13C1-4834-BE87-7DE133CE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98A0"/>
          </a:solidFill>
          <a:ln xmlns:a="http://schemas.openxmlformats.org/drawingml/2006/main" w="0">
            <a:noFill/>
          </a:ln>
        </p:spPr>
      </p:sp>
      <p:sp>
        <p:nvSpPr>
          <p:cNvPr id="1629" name="rect-1-1628">
            <a:extLst xmlns:a="http://schemas.openxmlformats.org/drawingml/2006/main">
              <a:ext uri="{FF2B5EF4-FFF2-40B4-BE49-F238E27FC236}">
                <a16:creationId xmlns:a16="http://schemas.microsoft.com/office/drawing/2014/main" id="{3DD9929D-C440-4FC3-99CF-F7CE87C5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87"/>
          </a:solidFill>
          <a:ln xmlns:a="http://schemas.openxmlformats.org/drawingml/2006/main" w="0">
            <a:noFill/>
          </a:ln>
        </p:spPr>
      </p:sp>
      <p:sp>
        <p:nvSpPr>
          <p:cNvPr id="1630" name="rect-1-1629">
            <a:extLst xmlns:a="http://schemas.openxmlformats.org/drawingml/2006/main">
              <a:ext uri="{FF2B5EF4-FFF2-40B4-BE49-F238E27FC236}">
                <a16:creationId xmlns:a16="http://schemas.microsoft.com/office/drawing/2014/main" id="{9E71DCC4-EB5A-417F-8C82-E1D0C11A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87"/>
          </a:solidFill>
          <a:ln xmlns:a="http://schemas.openxmlformats.org/drawingml/2006/main" w="0">
            <a:noFill/>
          </a:ln>
        </p:spPr>
      </p:sp>
      <p:sp>
        <p:nvSpPr>
          <p:cNvPr id="1631" name="rect-1-1630">
            <a:extLst xmlns:a="http://schemas.openxmlformats.org/drawingml/2006/main">
              <a:ext uri="{FF2B5EF4-FFF2-40B4-BE49-F238E27FC236}">
                <a16:creationId xmlns:a16="http://schemas.microsoft.com/office/drawing/2014/main" id="{729DBEAA-DB04-4B1E-ABD6-525B9B06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17B"/>
          </a:solidFill>
          <a:ln xmlns:a="http://schemas.openxmlformats.org/drawingml/2006/main" w="0">
            <a:noFill/>
          </a:ln>
        </p:spPr>
      </p:sp>
      <p:sp>
        <p:nvSpPr>
          <p:cNvPr id="1632" name="rect-1-1631">
            <a:extLst xmlns:a="http://schemas.openxmlformats.org/drawingml/2006/main">
              <a:ext uri="{FF2B5EF4-FFF2-40B4-BE49-F238E27FC236}">
                <a16:creationId xmlns:a16="http://schemas.microsoft.com/office/drawing/2014/main" id="{9D000077-C158-458D-B58F-E46227A4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57F"/>
          </a:solidFill>
          <a:ln xmlns:a="http://schemas.openxmlformats.org/drawingml/2006/main" w="0">
            <a:noFill/>
          </a:ln>
        </p:spPr>
      </p:sp>
      <p:sp>
        <p:nvSpPr>
          <p:cNvPr id="1633" name="rect-1-1632">
            <a:extLst xmlns:a="http://schemas.openxmlformats.org/drawingml/2006/main">
              <a:ext uri="{FF2B5EF4-FFF2-40B4-BE49-F238E27FC236}">
                <a16:creationId xmlns:a16="http://schemas.microsoft.com/office/drawing/2014/main" id="{5822F3AF-5285-4A3A-9CAB-5EE6B5A6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CA4"/>
          </a:solidFill>
          <a:ln xmlns:a="http://schemas.openxmlformats.org/drawingml/2006/main" w="0">
            <a:noFill/>
          </a:ln>
        </p:spPr>
      </p:sp>
      <p:sp>
        <p:nvSpPr>
          <p:cNvPr id="1634" name="rect-1-1633">
            <a:extLst xmlns:a="http://schemas.openxmlformats.org/drawingml/2006/main">
              <a:ext uri="{FF2B5EF4-FFF2-40B4-BE49-F238E27FC236}">
                <a16:creationId xmlns:a16="http://schemas.microsoft.com/office/drawing/2014/main" id="{D9B15BD6-730B-4DFF-A119-920E4A26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6BC"/>
          </a:solidFill>
          <a:ln xmlns:a="http://schemas.openxmlformats.org/drawingml/2006/main" w="0">
            <a:noFill/>
          </a:ln>
        </p:spPr>
      </p:sp>
      <p:sp>
        <p:nvSpPr>
          <p:cNvPr id="1635" name="rect-1-1634">
            <a:extLst xmlns:a="http://schemas.openxmlformats.org/drawingml/2006/main">
              <a:ext uri="{FF2B5EF4-FFF2-40B4-BE49-F238E27FC236}">
                <a16:creationId xmlns:a16="http://schemas.microsoft.com/office/drawing/2014/main" id="{39323DFA-4024-4FCB-A173-88677527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B9BE"/>
          </a:solidFill>
          <a:ln xmlns:a="http://schemas.openxmlformats.org/drawingml/2006/main" w="0">
            <a:noFill/>
          </a:ln>
        </p:spPr>
      </p:sp>
      <p:sp>
        <p:nvSpPr>
          <p:cNvPr id="1636" name="rect-1-1635">
            <a:extLst xmlns:a="http://schemas.openxmlformats.org/drawingml/2006/main">
              <a:ext uri="{FF2B5EF4-FFF2-40B4-BE49-F238E27FC236}">
                <a16:creationId xmlns:a16="http://schemas.microsoft.com/office/drawing/2014/main" id="{CA85557E-C096-46DF-A2C1-B8724C50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4130989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3D7"/>
          </a:solidFill>
          <a:ln xmlns:a="http://schemas.openxmlformats.org/drawingml/2006/main" w="0">
            <a:noFill/>
          </a:ln>
        </p:spPr>
      </p:sp>
      <p:sp>
        <p:nvSpPr>
          <p:cNvPr id="1637" name="rect-1-1636">
            <a:extLst xmlns:a="http://schemas.openxmlformats.org/drawingml/2006/main">
              <a:ext uri="{FF2B5EF4-FFF2-40B4-BE49-F238E27FC236}">
                <a16:creationId xmlns:a16="http://schemas.microsoft.com/office/drawing/2014/main" id="{D35C06A8-3E3F-41C1-B7C9-E3323D4E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9"/>
          </a:solidFill>
          <a:ln xmlns:a="http://schemas.openxmlformats.org/drawingml/2006/main" w="0">
            <a:noFill/>
          </a:ln>
        </p:spPr>
      </p:sp>
      <p:sp>
        <p:nvSpPr>
          <p:cNvPr id="1638" name="rect-1-1637">
            <a:extLst xmlns:a="http://schemas.openxmlformats.org/drawingml/2006/main">
              <a:ext uri="{FF2B5EF4-FFF2-40B4-BE49-F238E27FC236}">
                <a16:creationId xmlns:a16="http://schemas.microsoft.com/office/drawing/2014/main" id="{F9C6B590-1A49-4CF4-ABDA-B57C9EDD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8E96"/>
          </a:solidFill>
          <a:ln xmlns:a="http://schemas.openxmlformats.org/drawingml/2006/main" w="0">
            <a:noFill/>
          </a:ln>
        </p:spPr>
      </p:sp>
      <p:sp>
        <p:nvSpPr>
          <p:cNvPr id="1639" name="rect-1-1638">
            <a:extLst xmlns:a="http://schemas.openxmlformats.org/drawingml/2006/main">
              <a:ext uri="{FF2B5EF4-FFF2-40B4-BE49-F238E27FC236}">
                <a16:creationId xmlns:a16="http://schemas.microsoft.com/office/drawing/2014/main" id="{A6613474-6845-4066-AF70-D7DA6113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F88"/>
          </a:solidFill>
          <a:ln xmlns:a="http://schemas.openxmlformats.org/drawingml/2006/main" w="0">
            <a:noFill/>
          </a:ln>
        </p:spPr>
      </p:sp>
      <p:sp>
        <p:nvSpPr>
          <p:cNvPr id="1640" name="rect-1-1639">
            <a:extLst xmlns:a="http://schemas.openxmlformats.org/drawingml/2006/main">
              <a:ext uri="{FF2B5EF4-FFF2-40B4-BE49-F238E27FC236}">
                <a16:creationId xmlns:a16="http://schemas.microsoft.com/office/drawing/2014/main" id="{3F9B681A-607C-4013-B19C-A992A73F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B76"/>
          </a:solidFill>
          <a:ln xmlns:a="http://schemas.openxmlformats.org/drawingml/2006/main" w="0">
            <a:noFill/>
          </a:ln>
        </p:spPr>
      </p:sp>
      <p:sp>
        <p:nvSpPr>
          <p:cNvPr id="1641" name="rect-1-1640">
            <a:extLst xmlns:a="http://schemas.openxmlformats.org/drawingml/2006/main">
              <a:ext uri="{FF2B5EF4-FFF2-40B4-BE49-F238E27FC236}">
                <a16:creationId xmlns:a16="http://schemas.microsoft.com/office/drawing/2014/main" id="{DDEA1647-B2B7-42F1-8002-6BCD7983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F97"/>
          </a:solidFill>
          <a:ln xmlns:a="http://schemas.openxmlformats.org/drawingml/2006/main" w="0">
            <a:noFill/>
          </a:ln>
        </p:spPr>
      </p:sp>
      <p:sp>
        <p:nvSpPr>
          <p:cNvPr id="1642" name="rect-1-1641">
            <a:extLst xmlns:a="http://schemas.openxmlformats.org/drawingml/2006/main">
              <a:ext uri="{FF2B5EF4-FFF2-40B4-BE49-F238E27FC236}">
                <a16:creationId xmlns:a16="http://schemas.microsoft.com/office/drawing/2014/main" id="{8E473256-66BE-472D-864F-36A0B1BD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C94"/>
          </a:solidFill>
          <a:ln xmlns:a="http://schemas.openxmlformats.org/drawingml/2006/main" w="0">
            <a:noFill/>
          </a:ln>
        </p:spPr>
      </p:sp>
      <p:sp>
        <p:nvSpPr>
          <p:cNvPr id="1643" name="rect-1-1642">
            <a:extLst xmlns:a="http://schemas.openxmlformats.org/drawingml/2006/main">
              <a:ext uri="{FF2B5EF4-FFF2-40B4-BE49-F238E27FC236}">
                <a16:creationId xmlns:a16="http://schemas.microsoft.com/office/drawing/2014/main" id="{B140F82B-ACCC-4054-B65A-DA5F2A7F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59D"/>
          </a:solidFill>
          <a:ln xmlns:a="http://schemas.openxmlformats.org/drawingml/2006/main" w="0">
            <a:noFill/>
          </a:ln>
        </p:spPr>
      </p:sp>
      <p:sp>
        <p:nvSpPr>
          <p:cNvPr id="1644" name="rect-1-1643">
            <a:extLst xmlns:a="http://schemas.openxmlformats.org/drawingml/2006/main">
              <a:ext uri="{FF2B5EF4-FFF2-40B4-BE49-F238E27FC236}">
                <a16:creationId xmlns:a16="http://schemas.microsoft.com/office/drawing/2014/main" id="{A545CA06-9D0C-4A89-A5F4-0AE041A6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8991"/>
          </a:solidFill>
          <a:ln xmlns:a="http://schemas.openxmlformats.org/drawingml/2006/main" w="0">
            <a:noFill/>
          </a:ln>
        </p:spPr>
      </p:sp>
      <p:sp>
        <p:nvSpPr>
          <p:cNvPr id="1645" name="rect-1-1644">
            <a:extLst xmlns:a="http://schemas.openxmlformats.org/drawingml/2006/main">
              <a:ext uri="{FF2B5EF4-FFF2-40B4-BE49-F238E27FC236}">
                <a16:creationId xmlns:a16="http://schemas.microsoft.com/office/drawing/2014/main" id="{E5CF3DBF-3A13-48A9-8F0D-FD6A5695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DB3"/>
          </a:solidFill>
          <a:ln xmlns:a="http://schemas.openxmlformats.org/drawingml/2006/main" w="0">
            <a:noFill/>
          </a:ln>
        </p:spPr>
      </p:sp>
      <p:sp>
        <p:nvSpPr>
          <p:cNvPr id="1646" name="rect-1-1645">
            <a:extLst xmlns:a="http://schemas.openxmlformats.org/drawingml/2006/main">
              <a:ext uri="{FF2B5EF4-FFF2-40B4-BE49-F238E27FC236}">
                <a16:creationId xmlns:a16="http://schemas.microsoft.com/office/drawing/2014/main" id="{B9B9F094-DF09-4FFD-8694-8B69F0CB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BDC3"/>
          </a:solidFill>
          <a:ln xmlns:a="http://schemas.openxmlformats.org/drawingml/2006/main" w="0">
            <a:noFill/>
          </a:ln>
        </p:spPr>
      </p:sp>
      <p:sp>
        <p:nvSpPr>
          <p:cNvPr id="1647" name="rect-1-1646">
            <a:extLst xmlns:a="http://schemas.openxmlformats.org/drawingml/2006/main">
              <a:ext uri="{FF2B5EF4-FFF2-40B4-BE49-F238E27FC236}">
                <a16:creationId xmlns:a16="http://schemas.microsoft.com/office/drawing/2014/main" id="{02117EA0-8591-4938-A671-343972ED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4245714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7DB"/>
          </a:solidFill>
          <a:ln xmlns:a="http://schemas.openxmlformats.org/drawingml/2006/main" w="0">
            <a:noFill/>
          </a:ln>
        </p:spPr>
      </p:sp>
      <p:sp>
        <p:nvSpPr>
          <p:cNvPr id="1648" name="rect-1-1647">
            <a:extLst xmlns:a="http://schemas.openxmlformats.org/drawingml/2006/main">
              <a:ext uri="{FF2B5EF4-FFF2-40B4-BE49-F238E27FC236}">
                <a16:creationId xmlns:a16="http://schemas.microsoft.com/office/drawing/2014/main" id="{5408B136-A445-47E8-A408-645974AB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6DA"/>
          </a:solidFill>
          <a:ln xmlns:a="http://schemas.openxmlformats.org/drawingml/2006/main" w="0">
            <a:noFill/>
          </a:ln>
        </p:spPr>
      </p:sp>
      <p:sp>
        <p:nvSpPr>
          <p:cNvPr id="1649" name="rect-1-1648">
            <a:extLst xmlns:a="http://schemas.openxmlformats.org/drawingml/2006/main">
              <a:ext uri="{FF2B5EF4-FFF2-40B4-BE49-F238E27FC236}">
                <a16:creationId xmlns:a16="http://schemas.microsoft.com/office/drawing/2014/main" id="{ACA7997D-7F9B-4FD1-BA37-7451B104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8890"/>
          </a:solidFill>
          <a:ln xmlns:a="http://schemas.openxmlformats.org/drawingml/2006/main" w="0">
            <a:noFill/>
          </a:ln>
        </p:spPr>
      </p:sp>
      <p:sp>
        <p:nvSpPr>
          <p:cNvPr id="1650" name="rect-1-1649">
            <a:extLst xmlns:a="http://schemas.openxmlformats.org/drawingml/2006/main">
              <a:ext uri="{FF2B5EF4-FFF2-40B4-BE49-F238E27FC236}">
                <a16:creationId xmlns:a16="http://schemas.microsoft.com/office/drawing/2014/main" id="{0031B5F3-1AF7-4D01-B370-FACDB03F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A75"/>
          </a:solidFill>
          <a:ln xmlns:a="http://schemas.openxmlformats.org/drawingml/2006/main" w="0">
            <a:noFill/>
          </a:ln>
        </p:spPr>
      </p:sp>
      <p:sp>
        <p:nvSpPr>
          <p:cNvPr id="1651" name="rect-1-1650">
            <a:extLst xmlns:a="http://schemas.openxmlformats.org/drawingml/2006/main">
              <a:ext uri="{FF2B5EF4-FFF2-40B4-BE49-F238E27FC236}">
                <a16:creationId xmlns:a16="http://schemas.microsoft.com/office/drawing/2014/main" id="{143A78AB-5240-4319-95C0-45559261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B6A"/>
          </a:solidFill>
          <a:ln xmlns:a="http://schemas.openxmlformats.org/drawingml/2006/main" w="0">
            <a:noFill/>
          </a:ln>
        </p:spPr>
      </p:sp>
      <p:sp>
        <p:nvSpPr>
          <p:cNvPr id="1652" name="rect-1-1651">
            <a:extLst xmlns:a="http://schemas.openxmlformats.org/drawingml/2006/main">
              <a:ext uri="{FF2B5EF4-FFF2-40B4-BE49-F238E27FC236}">
                <a16:creationId xmlns:a16="http://schemas.microsoft.com/office/drawing/2014/main" id="{BBC50B26-7CFF-48E5-B5DC-C8677514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365"/>
          </a:solidFill>
          <a:ln xmlns:a="http://schemas.openxmlformats.org/drawingml/2006/main" w="0">
            <a:noFill/>
          </a:ln>
        </p:spPr>
      </p:sp>
      <p:sp>
        <p:nvSpPr>
          <p:cNvPr id="1653" name="rect-1-1652">
            <a:extLst xmlns:a="http://schemas.openxmlformats.org/drawingml/2006/main">
              <a:ext uri="{FF2B5EF4-FFF2-40B4-BE49-F238E27FC236}">
                <a16:creationId xmlns:a16="http://schemas.microsoft.com/office/drawing/2014/main" id="{9B3E2A54-6416-47A6-B600-E3E6115B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C94"/>
          </a:solidFill>
          <a:ln xmlns:a="http://schemas.openxmlformats.org/drawingml/2006/main" w="0">
            <a:noFill/>
          </a:ln>
        </p:spPr>
      </p:sp>
      <p:sp>
        <p:nvSpPr>
          <p:cNvPr id="1654" name="rect-1-1653">
            <a:extLst xmlns:a="http://schemas.openxmlformats.org/drawingml/2006/main">
              <a:ext uri="{FF2B5EF4-FFF2-40B4-BE49-F238E27FC236}">
                <a16:creationId xmlns:a16="http://schemas.microsoft.com/office/drawing/2014/main" id="{6DCBC6DF-C5E7-4AB4-A8AB-91BCD855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848D"/>
          </a:solidFill>
          <a:ln xmlns:a="http://schemas.openxmlformats.org/drawingml/2006/main" w="0">
            <a:noFill/>
          </a:ln>
        </p:spPr>
      </p:sp>
      <p:sp>
        <p:nvSpPr>
          <p:cNvPr id="1655" name="rect-1-1654">
            <a:extLst xmlns:a="http://schemas.openxmlformats.org/drawingml/2006/main">
              <a:ext uri="{FF2B5EF4-FFF2-40B4-BE49-F238E27FC236}">
                <a16:creationId xmlns:a16="http://schemas.microsoft.com/office/drawing/2014/main" id="{91DC3910-9D39-417D-9E91-598E26F5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28B"/>
          </a:solidFill>
          <a:ln xmlns:a="http://schemas.openxmlformats.org/drawingml/2006/main" w="0">
            <a:noFill/>
          </a:ln>
        </p:spPr>
      </p:sp>
      <p:sp>
        <p:nvSpPr>
          <p:cNvPr id="1656" name="rect-1-1655">
            <a:extLst xmlns:a="http://schemas.openxmlformats.org/drawingml/2006/main">
              <a:ext uri="{FF2B5EF4-FFF2-40B4-BE49-F238E27FC236}">
                <a16:creationId xmlns:a16="http://schemas.microsoft.com/office/drawing/2014/main" id="{44B2E84C-61EB-4BA4-9807-E89DAC9E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A2"/>
          </a:solidFill>
          <a:ln xmlns:a="http://schemas.openxmlformats.org/drawingml/2006/main" w="0">
            <a:noFill/>
          </a:ln>
        </p:spPr>
      </p:sp>
      <p:sp>
        <p:nvSpPr>
          <p:cNvPr id="1657" name="rect-1-1656">
            <a:extLst xmlns:a="http://schemas.openxmlformats.org/drawingml/2006/main">
              <a:ext uri="{FF2B5EF4-FFF2-40B4-BE49-F238E27FC236}">
                <a16:creationId xmlns:a16="http://schemas.microsoft.com/office/drawing/2014/main" id="{D156F1B2-A03E-4329-9090-6C0EAFBF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0A7"/>
          </a:solidFill>
          <a:ln xmlns:a="http://schemas.openxmlformats.org/drawingml/2006/main" w="0">
            <a:noFill/>
          </a:ln>
        </p:spPr>
      </p:sp>
      <p:sp>
        <p:nvSpPr>
          <p:cNvPr id="1658" name="rect-1-1657">
            <a:extLst xmlns:a="http://schemas.openxmlformats.org/drawingml/2006/main">
              <a:ext uri="{FF2B5EF4-FFF2-40B4-BE49-F238E27FC236}">
                <a16:creationId xmlns:a16="http://schemas.microsoft.com/office/drawing/2014/main" id="{44417542-E18C-4479-81BC-53FAD8ED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2E5"/>
          </a:solidFill>
          <a:ln xmlns:a="http://schemas.openxmlformats.org/drawingml/2006/main" w="0">
            <a:noFill/>
          </a:ln>
        </p:spPr>
      </p:sp>
      <p:sp>
        <p:nvSpPr>
          <p:cNvPr id="1659" name="rect-1-1658">
            <a:extLst xmlns:a="http://schemas.openxmlformats.org/drawingml/2006/main">
              <a:ext uri="{FF2B5EF4-FFF2-40B4-BE49-F238E27FC236}">
                <a16:creationId xmlns:a16="http://schemas.microsoft.com/office/drawing/2014/main" id="{3659A8F6-DE4C-4680-A782-EA546081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2E5"/>
          </a:solidFill>
          <a:ln xmlns:a="http://schemas.openxmlformats.org/drawingml/2006/main" w="0">
            <a:noFill/>
          </a:ln>
        </p:spPr>
      </p:sp>
      <p:sp>
        <p:nvSpPr>
          <p:cNvPr id="1660" name="rect-1-1659">
            <a:extLst xmlns:a="http://schemas.openxmlformats.org/drawingml/2006/main">
              <a:ext uri="{FF2B5EF4-FFF2-40B4-BE49-F238E27FC236}">
                <a16:creationId xmlns:a16="http://schemas.microsoft.com/office/drawing/2014/main" id="{12BD4B64-9E6A-4C85-8CE2-06C6CA66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436044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1661" name="rect-1-1660">
            <a:extLst xmlns:a="http://schemas.openxmlformats.org/drawingml/2006/main">
              <a:ext uri="{FF2B5EF4-FFF2-40B4-BE49-F238E27FC236}">
                <a16:creationId xmlns:a16="http://schemas.microsoft.com/office/drawing/2014/main" id="{EF292587-3366-487C-9ACF-966841AB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9CD"/>
          </a:solidFill>
          <a:ln xmlns:a="http://schemas.openxmlformats.org/drawingml/2006/main" w="0">
            <a:noFill/>
          </a:ln>
        </p:spPr>
      </p:sp>
      <p:sp>
        <p:nvSpPr>
          <p:cNvPr id="1662" name="rect-1-1661">
            <a:extLst xmlns:a="http://schemas.openxmlformats.org/drawingml/2006/main">
              <a:ext uri="{FF2B5EF4-FFF2-40B4-BE49-F238E27FC236}">
                <a16:creationId xmlns:a16="http://schemas.microsoft.com/office/drawing/2014/main" id="{75EA89AE-D890-45B8-94F2-3EA7EA1A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8890"/>
          </a:solidFill>
          <a:ln xmlns:a="http://schemas.openxmlformats.org/drawingml/2006/main" w="0">
            <a:noFill/>
          </a:ln>
        </p:spPr>
      </p:sp>
      <p:sp>
        <p:nvSpPr>
          <p:cNvPr id="1663" name="rect-1-1662">
            <a:extLst xmlns:a="http://schemas.openxmlformats.org/drawingml/2006/main">
              <a:ext uri="{FF2B5EF4-FFF2-40B4-BE49-F238E27FC236}">
                <a16:creationId xmlns:a16="http://schemas.microsoft.com/office/drawing/2014/main" id="{2CC510DF-A071-4124-898D-E2BA0EA8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D77"/>
          </a:solidFill>
          <a:ln xmlns:a="http://schemas.openxmlformats.org/drawingml/2006/main" w="0">
            <a:noFill/>
          </a:ln>
        </p:spPr>
      </p:sp>
      <p:sp>
        <p:nvSpPr>
          <p:cNvPr id="1664" name="rect-1-1663">
            <a:extLst xmlns:a="http://schemas.openxmlformats.org/drawingml/2006/main">
              <a:ext uri="{FF2B5EF4-FFF2-40B4-BE49-F238E27FC236}">
                <a16:creationId xmlns:a16="http://schemas.microsoft.com/office/drawing/2014/main" id="{C91AA09E-7420-431F-8C98-FE5BEDDF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D77"/>
          </a:solidFill>
          <a:ln xmlns:a="http://schemas.openxmlformats.org/drawingml/2006/main" w="0">
            <a:noFill/>
          </a:ln>
        </p:spPr>
      </p:sp>
      <p:sp>
        <p:nvSpPr>
          <p:cNvPr id="1665" name="rect-1-1664">
            <a:extLst xmlns:a="http://schemas.openxmlformats.org/drawingml/2006/main">
              <a:ext uri="{FF2B5EF4-FFF2-40B4-BE49-F238E27FC236}">
                <a16:creationId xmlns:a16="http://schemas.microsoft.com/office/drawing/2014/main" id="{58F75F58-6AC3-4F3E-8C52-C5363321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78"/>
          </a:solidFill>
          <a:ln xmlns:a="http://schemas.openxmlformats.org/drawingml/2006/main" w="0">
            <a:noFill/>
          </a:ln>
        </p:spPr>
      </p:sp>
      <p:sp>
        <p:nvSpPr>
          <p:cNvPr id="1666" name="rect-1-1665">
            <a:extLst xmlns:a="http://schemas.openxmlformats.org/drawingml/2006/main">
              <a:ext uri="{FF2B5EF4-FFF2-40B4-BE49-F238E27FC236}">
                <a16:creationId xmlns:a16="http://schemas.microsoft.com/office/drawing/2014/main" id="{1C8F037D-FFE8-454C-8E48-C363B092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57F"/>
          </a:solidFill>
          <a:ln xmlns:a="http://schemas.openxmlformats.org/drawingml/2006/main" w="0">
            <a:noFill/>
          </a:ln>
        </p:spPr>
      </p:sp>
      <p:sp>
        <p:nvSpPr>
          <p:cNvPr id="1667" name="rect-1-1666">
            <a:extLst xmlns:a="http://schemas.openxmlformats.org/drawingml/2006/main">
              <a:ext uri="{FF2B5EF4-FFF2-40B4-BE49-F238E27FC236}">
                <a16:creationId xmlns:a16="http://schemas.microsoft.com/office/drawing/2014/main" id="{DB924AC2-F742-4CD4-9619-785919FE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975"/>
          </a:solidFill>
          <a:ln xmlns:a="http://schemas.openxmlformats.org/drawingml/2006/main" w="0">
            <a:noFill/>
          </a:ln>
        </p:spPr>
      </p:sp>
      <p:sp>
        <p:nvSpPr>
          <p:cNvPr id="1668" name="rect-1-1667">
            <a:extLst xmlns:a="http://schemas.openxmlformats.org/drawingml/2006/main">
              <a:ext uri="{FF2B5EF4-FFF2-40B4-BE49-F238E27FC236}">
                <a16:creationId xmlns:a16="http://schemas.microsoft.com/office/drawing/2014/main" id="{39FBDBB9-C60C-41A1-9652-5822F977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67F"/>
          </a:solidFill>
          <a:ln xmlns:a="http://schemas.openxmlformats.org/drawingml/2006/main" w="0">
            <a:noFill/>
          </a:ln>
        </p:spPr>
      </p:sp>
      <p:sp>
        <p:nvSpPr>
          <p:cNvPr id="1669" name="rect-1-1668">
            <a:extLst xmlns:a="http://schemas.openxmlformats.org/drawingml/2006/main">
              <a:ext uri="{FF2B5EF4-FFF2-40B4-BE49-F238E27FC236}">
                <a16:creationId xmlns:a16="http://schemas.microsoft.com/office/drawing/2014/main" id="{29504694-FE65-404C-A8C2-02970EB9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8C94"/>
          </a:solidFill>
          <a:ln xmlns:a="http://schemas.openxmlformats.org/drawingml/2006/main" w="0">
            <a:noFill/>
          </a:ln>
        </p:spPr>
      </p:sp>
      <p:sp>
        <p:nvSpPr>
          <p:cNvPr id="1670" name="rect-1-1669">
            <a:extLst xmlns:a="http://schemas.openxmlformats.org/drawingml/2006/main">
              <a:ext uri="{FF2B5EF4-FFF2-40B4-BE49-F238E27FC236}">
                <a16:creationId xmlns:a16="http://schemas.microsoft.com/office/drawing/2014/main" id="{C062A006-498E-41B8-8668-F236012F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BA2"/>
          </a:solidFill>
          <a:ln xmlns:a="http://schemas.openxmlformats.org/drawingml/2006/main" w="0">
            <a:noFill/>
          </a:ln>
        </p:spPr>
      </p:sp>
      <p:sp>
        <p:nvSpPr>
          <p:cNvPr id="1671" name="rect-1-1670">
            <a:extLst xmlns:a="http://schemas.openxmlformats.org/drawingml/2006/main">
              <a:ext uri="{FF2B5EF4-FFF2-40B4-BE49-F238E27FC236}">
                <a16:creationId xmlns:a16="http://schemas.microsoft.com/office/drawing/2014/main" id="{96ADEA5F-F3D4-4ED8-B893-C3C4420D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2D6"/>
          </a:solidFill>
          <a:ln xmlns:a="http://schemas.openxmlformats.org/drawingml/2006/main" w="0">
            <a:noFill/>
          </a:ln>
        </p:spPr>
      </p:sp>
      <p:sp>
        <p:nvSpPr>
          <p:cNvPr id="1672" name="rect-1-1671">
            <a:extLst xmlns:a="http://schemas.openxmlformats.org/drawingml/2006/main">
              <a:ext uri="{FF2B5EF4-FFF2-40B4-BE49-F238E27FC236}">
                <a16:creationId xmlns:a16="http://schemas.microsoft.com/office/drawing/2014/main" id="{370D6E94-4214-4FF5-B145-FF3981BB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96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C"/>
          </a:solidFill>
          <a:ln xmlns:a="http://schemas.openxmlformats.org/drawingml/2006/main" w="0">
            <a:noFill/>
          </a:ln>
        </p:spPr>
      </p:sp>
      <p:sp>
        <p:nvSpPr>
          <p:cNvPr id="1673" name="rect-1-1672">
            <a:extLst xmlns:a="http://schemas.openxmlformats.org/drawingml/2006/main">
              <a:ext uri="{FF2B5EF4-FFF2-40B4-BE49-F238E27FC236}">
                <a16:creationId xmlns:a16="http://schemas.microsoft.com/office/drawing/2014/main" id="{DE5106BD-8EEE-4D39-81AA-AEDCECCC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121" y="1447516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1674" name="rect-1-1673">
            <a:extLst xmlns:a="http://schemas.openxmlformats.org/drawingml/2006/main">
              <a:ext uri="{FF2B5EF4-FFF2-40B4-BE49-F238E27FC236}">
                <a16:creationId xmlns:a16="http://schemas.microsoft.com/office/drawing/2014/main" id="{0F2257BF-CCA0-4797-8A6A-51F1AAE9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2C7"/>
          </a:solidFill>
          <a:ln xmlns:a="http://schemas.openxmlformats.org/drawingml/2006/main" w="0">
            <a:noFill/>
          </a:ln>
        </p:spPr>
      </p:sp>
      <p:sp>
        <p:nvSpPr>
          <p:cNvPr id="1675" name="rect-1-1674">
            <a:extLst xmlns:a="http://schemas.openxmlformats.org/drawingml/2006/main">
              <a:ext uri="{FF2B5EF4-FFF2-40B4-BE49-F238E27FC236}">
                <a16:creationId xmlns:a16="http://schemas.microsoft.com/office/drawing/2014/main" id="{8FAAADA8-A2E3-469A-B459-1B8982F7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0">
            <a:noFill/>
          </a:ln>
        </p:spPr>
      </p:sp>
      <p:sp>
        <p:nvSpPr>
          <p:cNvPr id="1676" name="rect-1-1675">
            <a:extLst xmlns:a="http://schemas.openxmlformats.org/drawingml/2006/main">
              <a:ext uri="{FF2B5EF4-FFF2-40B4-BE49-F238E27FC236}">
                <a16:creationId xmlns:a16="http://schemas.microsoft.com/office/drawing/2014/main" id="{76D4FFD1-56B8-4068-8349-1C4916B0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874"/>
          </a:solidFill>
          <a:ln xmlns:a="http://schemas.openxmlformats.org/drawingml/2006/main" w="0">
            <a:noFill/>
          </a:ln>
        </p:spPr>
      </p:sp>
      <p:sp>
        <p:nvSpPr>
          <p:cNvPr id="1677" name="rect-1-1676">
            <a:extLst xmlns:a="http://schemas.openxmlformats.org/drawingml/2006/main">
              <a:ext uri="{FF2B5EF4-FFF2-40B4-BE49-F238E27FC236}">
                <a16:creationId xmlns:a16="http://schemas.microsoft.com/office/drawing/2014/main" id="{9F8B8DED-BF36-4AA8-8E71-003D29F5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6B"/>
          </a:solidFill>
          <a:ln xmlns:a="http://schemas.openxmlformats.org/drawingml/2006/main" w="0">
            <a:noFill/>
          </a:ln>
        </p:spPr>
      </p:sp>
      <p:sp>
        <p:nvSpPr>
          <p:cNvPr id="1678" name="rect-1-1677">
            <a:extLst xmlns:a="http://schemas.openxmlformats.org/drawingml/2006/main">
              <a:ext uri="{FF2B5EF4-FFF2-40B4-BE49-F238E27FC236}">
                <a16:creationId xmlns:a16="http://schemas.microsoft.com/office/drawing/2014/main" id="{7AE38E0F-5B37-448F-AB80-4D5DBCAE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47E"/>
          </a:solidFill>
          <a:ln xmlns:a="http://schemas.openxmlformats.org/drawingml/2006/main" w="0">
            <a:noFill/>
          </a:ln>
        </p:spPr>
      </p:sp>
      <p:sp>
        <p:nvSpPr>
          <p:cNvPr id="1679" name="rect-1-1678">
            <a:extLst xmlns:a="http://schemas.openxmlformats.org/drawingml/2006/main">
              <a:ext uri="{FF2B5EF4-FFF2-40B4-BE49-F238E27FC236}">
                <a16:creationId xmlns:a16="http://schemas.microsoft.com/office/drawing/2014/main" id="{BA3A084F-546F-4CBD-AC00-61BC1409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B76"/>
          </a:solidFill>
          <a:ln xmlns:a="http://schemas.openxmlformats.org/drawingml/2006/main" w="0">
            <a:noFill/>
          </a:ln>
        </p:spPr>
      </p:sp>
      <p:sp>
        <p:nvSpPr>
          <p:cNvPr id="1680" name="rect-1-1679">
            <a:extLst xmlns:a="http://schemas.openxmlformats.org/drawingml/2006/main">
              <a:ext uri="{FF2B5EF4-FFF2-40B4-BE49-F238E27FC236}">
                <a16:creationId xmlns:a16="http://schemas.microsoft.com/office/drawing/2014/main" id="{8F42C0C4-3BF5-4007-A747-EF49C094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C94"/>
          </a:solidFill>
          <a:ln xmlns:a="http://schemas.openxmlformats.org/drawingml/2006/main" w="0">
            <a:noFill/>
          </a:ln>
        </p:spPr>
      </p:sp>
      <p:sp>
        <p:nvSpPr>
          <p:cNvPr id="1681" name="rect-1-1680">
            <a:extLst xmlns:a="http://schemas.openxmlformats.org/drawingml/2006/main">
              <a:ext uri="{FF2B5EF4-FFF2-40B4-BE49-F238E27FC236}">
                <a16:creationId xmlns:a16="http://schemas.microsoft.com/office/drawing/2014/main" id="{CEFAB877-2431-4DE5-BC08-CA2C6479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07A"/>
          </a:solidFill>
          <a:ln xmlns:a="http://schemas.openxmlformats.org/drawingml/2006/main" w="0">
            <a:noFill/>
          </a:ln>
        </p:spPr>
      </p:sp>
      <p:sp>
        <p:nvSpPr>
          <p:cNvPr id="1682" name="rect-1-1681">
            <a:extLst xmlns:a="http://schemas.openxmlformats.org/drawingml/2006/main">
              <a:ext uri="{FF2B5EF4-FFF2-40B4-BE49-F238E27FC236}">
                <a16:creationId xmlns:a16="http://schemas.microsoft.com/office/drawing/2014/main" id="{27784C3E-553B-4ABE-8609-A6B309A9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8E96"/>
          </a:solidFill>
          <a:ln xmlns:a="http://schemas.openxmlformats.org/drawingml/2006/main" w="0">
            <a:noFill/>
          </a:ln>
        </p:spPr>
      </p:sp>
      <p:sp>
        <p:nvSpPr>
          <p:cNvPr id="1683" name="rect-1-1682">
            <a:extLst xmlns:a="http://schemas.openxmlformats.org/drawingml/2006/main">
              <a:ext uri="{FF2B5EF4-FFF2-40B4-BE49-F238E27FC236}">
                <a16:creationId xmlns:a16="http://schemas.microsoft.com/office/drawing/2014/main" id="{9AF7D39C-F704-43D6-AFA2-CEAF070C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4589890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4"/>
          </a:solidFill>
          <a:ln xmlns:a="http://schemas.openxmlformats.org/drawingml/2006/main" w="0">
            <a:noFill/>
          </a:ln>
        </p:spPr>
      </p:sp>
      <p:sp>
        <p:nvSpPr>
          <p:cNvPr id="1684" name="rect-1-1683">
            <a:extLst xmlns:a="http://schemas.openxmlformats.org/drawingml/2006/main">
              <a:ext uri="{FF2B5EF4-FFF2-40B4-BE49-F238E27FC236}">
                <a16:creationId xmlns:a16="http://schemas.microsoft.com/office/drawing/2014/main" id="{C84B8685-A0CA-4D81-91FF-40A6B4AB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D"/>
          </a:solidFill>
          <a:ln xmlns:a="http://schemas.openxmlformats.org/drawingml/2006/main" w="0">
            <a:noFill/>
          </a:ln>
        </p:spPr>
      </p:sp>
      <p:sp>
        <p:nvSpPr>
          <p:cNvPr id="1685" name="rect-1-1684">
            <a:extLst xmlns:a="http://schemas.openxmlformats.org/drawingml/2006/main">
              <a:ext uri="{FF2B5EF4-FFF2-40B4-BE49-F238E27FC236}">
                <a16:creationId xmlns:a16="http://schemas.microsoft.com/office/drawing/2014/main" id="{2249A2D3-FF01-47F1-A05D-06B7DEF8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BFC4"/>
          </a:solidFill>
          <a:ln xmlns:a="http://schemas.openxmlformats.org/drawingml/2006/main" w="0">
            <a:noFill/>
          </a:ln>
        </p:spPr>
      </p:sp>
      <p:sp>
        <p:nvSpPr>
          <p:cNvPr id="1686" name="rect-1-1685">
            <a:extLst xmlns:a="http://schemas.openxmlformats.org/drawingml/2006/main">
              <a:ext uri="{FF2B5EF4-FFF2-40B4-BE49-F238E27FC236}">
                <a16:creationId xmlns:a16="http://schemas.microsoft.com/office/drawing/2014/main" id="{6CD145FB-D05A-4737-9D53-B3CC63B8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C77"/>
          </a:solidFill>
          <a:ln xmlns:a="http://schemas.openxmlformats.org/drawingml/2006/main" w="0">
            <a:noFill/>
          </a:ln>
        </p:spPr>
      </p:sp>
      <p:sp>
        <p:nvSpPr>
          <p:cNvPr id="1687" name="rect-1-1686">
            <a:extLst xmlns:a="http://schemas.openxmlformats.org/drawingml/2006/main">
              <a:ext uri="{FF2B5EF4-FFF2-40B4-BE49-F238E27FC236}">
                <a16:creationId xmlns:a16="http://schemas.microsoft.com/office/drawing/2014/main" id="{0D3C200E-8408-4821-A464-C37859C2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06E"/>
          </a:solidFill>
          <a:ln xmlns:a="http://schemas.openxmlformats.org/drawingml/2006/main" w="0">
            <a:noFill/>
          </a:ln>
        </p:spPr>
      </p:sp>
      <p:sp>
        <p:nvSpPr>
          <p:cNvPr id="1688" name="rect-1-1687">
            <a:extLst xmlns:a="http://schemas.openxmlformats.org/drawingml/2006/main">
              <a:ext uri="{FF2B5EF4-FFF2-40B4-BE49-F238E27FC236}">
                <a16:creationId xmlns:a16="http://schemas.microsoft.com/office/drawing/2014/main" id="{6258EFEE-2FEF-4F84-9A5D-1D9A2DDD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471"/>
          </a:solidFill>
          <a:ln xmlns:a="http://schemas.openxmlformats.org/drawingml/2006/main" w="0">
            <a:noFill/>
          </a:ln>
        </p:spPr>
      </p:sp>
      <p:sp>
        <p:nvSpPr>
          <p:cNvPr id="1689" name="rect-1-1688">
            <a:extLst xmlns:a="http://schemas.openxmlformats.org/drawingml/2006/main">
              <a:ext uri="{FF2B5EF4-FFF2-40B4-BE49-F238E27FC236}">
                <a16:creationId xmlns:a16="http://schemas.microsoft.com/office/drawing/2014/main" id="{90A8A0AC-1EDE-4ECA-8426-34ABB19A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07A"/>
          </a:solidFill>
          <a:ln xmlns:a="http://schemas.openxmlformats.org/drawingml/2006/main" w="0">
            <a:noFill/>
          </a:ln>
        </p:spPr>
      </p:sp>
      <p:sp>
        <p:nvSpPr>
          <p:cNvPr id="1690" name="rect-1-1689">
            <a:extLst xmlns:a="http://schemas.openxmlformats.org/drawingml/2006/main">
              <a:ext uri="{FF2B5EF4-FFF2-40B4-BE49-F238E27FC236}">
                <a16:creationId xmlns:a16="http://schemas.microsoft.com/office/drawing/2014/main" id="{7B354BC0-3415-44D2-B711-FE6ADCF1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95"/>
          </a:solidFill>
          <a:ln xmlns:a="http://schemas.openxmlformats.org/drawingml/2006/main" w="0">
            <a:noFill/>
          </a:ln>
        </p:spPr>
      </p:sp>
      <p:sp>
        <p:nvSpPr>
          <p:cNvPr id="1691" name="rect-1-1690">
            <a:extLst xmlns:a="http://schemas.openxmlformats.org/drawingml/2006/main">
              <a:ext uri="{FF2B5EF4-FFF2-40B4-BE49-F238E27FC236}">
                <a16:creationId xmlns:a16="http://schemas.microsoft.com/office/drawing/2014/main" id="{7408697F-7629-4D1D-94E6-9EF01B69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0">
            <a:noFill/>
          </a:ln>
        </p:spPr>
      </p:sp>
      <p:sp>
        <p:nvSpPr>
          <p:cNvPr id="1692" name="rect-1-1691">
            <a:extLst xmlns:a="http://schemas.openxmlformats.org/drawingml/2006/main">
              <a:ext uri="{FF2B5EF4-FFF2-40B4-BE49-F238E27FC236}">
                <a16:creationId xmlns:a16="http://schemas.microsoft.com/office/drawing/2014/main" id="{0A3E4E59-0891-43AF-ACEF-732AAB40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58E"/>
          </a:solidFill>
          <a:ln xmlns:a="http://schemas.openxmlformats.org/drawingml/2006/main" w="0">
            <a:noFill/>
          </a:ln>
        </p:spPr>
      </p:sp>
      <p:sp>
        <p:nvSpPr>
          <p:cNvPr id="1693" name="rect-1-1692">
            <a:extLst xmlns:a="http://schemas.openxmlformats.org/drawingml/2006/main">
              <a:ext uri="{FF2B5EF4-FFF2-40B4-BE49-F238E27FC236}">
                <a16:creationId xmlns:a16="http://schemas.microsoft.com/office/drawing/2014/main" id="{C0D90FE4-7688-4C7F-93ED-7655BA6B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6AC"/>
          </a:solidFill>
          <a:ln xmlns:a="http://schemas.openxmlformats.org/drawingml/2006/main" w="0">
            <a:noFill/>
          </a:ln>
        </p:spPr>
      </p:sp>
      <p:sp>
        <p:nvSpPr>
          <p:cNvPr id="1694" name="rect-1-1693">
            <a:extLst xmlns:a="http://schemas.openxmlformats.org/drawingml/2006/main">
              <a:ext uri="{FF2B5EF4-FFF2-40B4-BE49-F238E27FC236}">
                <a16:creationId xmlns:a16="http://schemas.microsoft.com/office/drawing/2014/main" id="{E184EB1A-6FE2-4702-8A56-69BAE7FE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4704615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EC"/>
          </a:solidFill>
          <a:ln xmlns:a="http://schemas.openxmlformats.org/drawingml/2006/main" w="0">
            <a:noFill/>
          </a:ln>
        </p:spPr>
      </p:sp>
      <p:sp>
        <p:nvSpPr>
          <p:cNvPr id="1695" name="rect-1-1694">
            <a:extLst xmlns:a="http://schemas.openxmlformats.org/drawingml/2006/main">
              <a:ext uri="{FF2B5EF4-FFF2-40B4-BE49-F238E27FC236}">
                <a16:creationId xmlns:a16="http://schemas.microsoft.com/office/drawing/2014/main" id="{D1980C10-0A44-4F23-9CED-16B8A076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EE2"/>
          </a:solidFill>
          <a:ln xmlns:a="http://schemas.openxmlformats.org/drawingml/2006/main" w="0">
            <a:noFill/>
          </a:ln>
        </p:spPr>
      </p:sp>
      <p:sp>
        <p:nvSpPr>
          <p:cNvPr id="1696" name="rect-1-1695">
            <a:extLst xmlns:a="http://schemas.openxmlformats.org/drawingml/2006/main">
              <a:ext uri="{FF2B5EF4-FFF2-40B4-BE49-F238E27FC236}">
                <a16:creationId xmlns:a16="http://schemas.microsoft.com/office/drawing/2014/main" id="{D7B1C39B-6943-4A2E-90EE-51B369AD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4AB"/>
          </a:solidFill>
          <a:ln xmlns:a="http://schemas.openxmlformats.org/drawingml/2006/main" w="0">
            <a:noFill/>
          </a:ln>
        </p:spPr>
      </p:sp>
      <p:sp>
        <p:nvSpPr>
          <p:cNvPr id="1697" name="rect-1-1696">
            <a:extLst xmlns:a="http://schemas.openxmlformats.org/drawingml/2006/main">
              <a:ext uri="{FF2B5EF4-FFF2-40B4-BE49-F238E27FC236}">
                <a16:creationId xmlns:a16="http://schemas.microsoft.com/office/drawing/2014/main" id="{5B78F2A0-6B35-46D4-855A-86AD5146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C85"/>
          </a:solidFill>
          <a:ln xmlns:a="http://schemas.openxmlformats.org/drawingml/2006/main" w="0">
            <a:noFill/>
          </a:ln>
        </p:spPr>
      </p:sp>
      <p:sp>
        <p:nvSpPr>
          <p:cNvPr id="1698" name="rect-1-1697">
            <a:extLst xmlns:a="http://schemas.openxmlformats.org/drawingml/2006/main">
              <a:ext uri="{FF2B5EF4-FFF2-40B4-BE49-F238E27FC236}">
                <a16:creationId xmlns:a16="http://schemas.microsoft.com/office/drawing/2014/main" id="{1B3606D3-6793-47FA-BA06-3F23D3B6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87"/>
          </a:solidFill>
          <a:ln xmlns:a="http://schemas.openxmlformats.org/drawingml/2006/main" w="0">
            <a:noFill/>
          </a:ln>
        </p:spPr>
      </p:sp>
      <p:sp>
        <p:nvSpPr>
          <p:cNvPr id="1699" name="rect-1-1698">
            <a:extLst xmlns:a="http://schemas.openxmlformats.org/drawingml/2006/main">
              <a:ext uri="{FF2B5EF4-FFF2-40B4-BE49-F238E27FC236}">
                <a16:creationId xmlns:a16="http://schemas.microsoft.com/office/drawing/2014/main" id="{2B2258F4-A2D7-4ECE-9D94-EAE3FAB0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680"/>
          </a:solidFill>
          <a:ln xmlns:a="http://schemas.openxmlformats.org/drawingml/2006/main" w="0">
            <a:noFill/>
          </a:ln>
        </p:spPr>
      </p:sp>
      <p:sp>
        <p:nvSpPr>
          <p:cNvPr id="1700" name="rect-1-1699">
            <a:extLst xmlns:a="http://schemas.openxmlformats.org/drawingml/2006/main">
              <a:ext uri="{FF2B5EF4-FFF2-40B4-BE49-F238E27FC236}">
                <a16:creationId xmlns:a16="http://schemas.microsoft.com/office/drawing/2014/main" id="{0F98343E-1D0D-4D81-A78E-39ACF30C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B93"/>
          </a:solidFill>
          <a:ln xmlns:a="http://schemas.openxmlformats.org/drawingml/2006/main" w="0">
            <a:noFill/>
          </a:ln>
        </p:spPr>
      </p:sp>
      <p:sp>
        <p:nvSpPr>
          <p:cNvPr id="1701" name="rect-1-1700">
            <a:extLst xmlns:a="http://schemas.openxmlformats.org/drawingml/2006/main">
              <a:ext uri="{FF2B5EF4-FFF2-40B4-BE49-F238E27FC236}">
                <a16:creationId xmlns:a16="http://schemas.microsoft.com/office/drawing/2014/main" id="{E334ED28-46FA-4245-89B2-6A09FD44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86"/>
          </a:solidFill>
          <a:ln xmlns:a="http://schemas.openxmlformats.org/drawingml/2006/main" w="0">
            <a:noFill/>
          </a:ln>
        </p:spPr>
      </p:sp>
      <p:sp>
        <p:nvSpPr>
          <p:cNvPr id="1702" name="rect-1-1701">
            <a:extLst xmlns:a="http://schemas.openxmlformats.org/drawingml/2006/main">
              <a:ext uri="{FF2B5EF4-FFF2-40B4-BE49-F238E27FC236}">
                <a16:creationId xmlns:a16="http://schemas.microsoft.com/office/drawing/2014/main" id="{5285D2C8-9F62-48D1-B389-B47E2733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83"/>
          </a:solidFill>
          <a:ln xmlns:a="http://schemas.openxmlformats.org/drawingml/2006/main" w="0">
            <a:noFill/>
          </a:ln>
        </p:spPr>
      </p:sp>
      <p:sp>
        <p:nvSpPr>
          <p:cNvPr id="1703" name="rect-1-1702">
            <a:extLst xmlns:a="http://schemas.openxmlformats.org/drawingml/2006/main">
              <a:ext uri="{FF2B5EF4-FFF2-40B4-BE49-F238E27FC236}">
                <a16:creationId xmlns:a16="http://schemas.microsoft.com/office/drawing/2014/main" id="{CA65BFF6-8509-48B6-9F65-0B9FDA8F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9BA2"/>
          </a:solidFill>
          <a:ln xmlns:a="http://schemas.openxmlformats.org/drawingml/2006/main" w="0">
            <a:noFill/>
          </a:ln>
        </p:spPr>
      </p:sp>
      <p:sp>
        <p:nvSpPr>
          <p:cNvPr id="1704" name="rect-1-1703">
            <a:extLst xmlns:a="http://schemas.openxmlformats.org/drawingml/2006/main">
              <a:ext uri="{FF2B5EF4-FFF2-40B4-BE49-F238E27FC236}">
                <a16:creationId xmlns:a16="http://schemas.microsoft.com/office/drawing/2014/main" id="{1A22781D-73FE-4111-B37D-E590AA54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481934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29A"/>
          </a:solidFill>
          <a:ln xmlns:a="http://schemas.openxmlformats.org/drawingml/2006/main" w="0">
            <a:noFill/>
          </a:ln>
        </p:spPr>
      </p:sp>
      <p:sp>
        <p:nvSpPr>
          <p:cNvPr id="1705" name="rect-1-1704">
            <a:extLst xmlns:a="http://schemas.openxmlformats.org/drawingml/2006/main">
              <a:ext uri="{FF2B5EF4-FFF2-40B4-BE49-F238E27FC236}">
                <a16:creationId xmlns:a16="http://schemas.microsoft.com/office/drawing/2014/main" id="{CBF38CC3-796C-4DEA-8BD8-29466AEA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418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B"/>
          </a:solidFill>
          <a:ln xmlns:a="http://schemas.openxmlformats.org/drawingml/2006/main" w="0">
            <a:noFill/>
          </a:ln>
        </p:spPr>
      </p:sp>
      <p:sp>
        <p:nvSpPr>
          <p:cNvPr id="1706" name="rect-1-1705">
            <a:extLst xmlns:a="http://schemas.openxmlformats.org/drawingml/2006/main">
              <a:ext uri="{FF2B5EF4-FFF2-40B4-BE49-F238E27FC236}">
                <a16:creationId xmlns:a16="http://schemas.microsoft.com/office/drawing/2014/main" id="{A1B170BC-8136-4D62-B74C-700E5D26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EB4"/>
          </a:solidFill>
          <a:ln xmlns:a="http://schemas.openxmlformats.org/drawingml/2006/main" w="0">
            <a:noFill/>
          </a:ln>
        </p:spPr>
      </p:sp>
      <p:sp>
        <p:nvSpPr>
          <p:cNvPr id="1707" name="rect-1-1706">
            <a:extLst xmlns:a="http://schemas.openxmlformats.org/drawingml/2006/main">
              <a:ext uri="{FF2B5EF4-FFF2-40B4-BE49-F238E27FC236}">
                <a16:creationId xmlns:a16="http://schemas.microsoft.com/office/drawing/2014/main" id="{BCE00A93-14DE-424A-94BB-A56968ED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9098"/>
          </a:solidFill>
          <a:ln xmlns:a="http://schemas.openxmlformats.org/drawingml/2006/main" w="0">
            <a:noFill/>
          </a:ln>
        </p:spPr>
      </p:sp>
      <p:sp>
        <p:nvSpPr>
          <p:cNvPr id="1708" name="rect-1-1707">
            <a:extLst xmlns:a="http://schemas.openxmlformats.org/drawingml/2006/main">
              <a:ext uri="{FF2B5EF4-FFF2-40B4-BE49-F238E27FC236}">
                <a16:creationId xmlns:a16="http://schemas.microsoft.com/office/drawing/2014/main" id="{921506B1-8F91-45F4-A78E-494EB065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78"/>
          </a:solidFill>
          <a:ln xmlns:a="http://schemas.openxmlformats.org/drawingml/2006/main" w="0">
            <a:noFill/>
          </a:ln>
        </p:spPr>
      </p:sp>
      <p:sp>
        <p:nvSpPr>
          <p:cNvPr id="1709" name="rect-1-1708">
            <a:extLst xmlns:a="http://schemas.openxmlformats.org/drawingml/2006/main">
              <a:ext uri="{FF2B5EF4-FFF2-40B4-BE49-F238E27FC236}">
                <a16:creationId xmlns:a16="http://schemas.microsoft.com/office/drawing/2014/main" id="{7B7ADA49-9206-44B3-A1E1-B6146175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78"/>
          </a:solidFill>
          <a:ln xmlns:a="http://schemas.openxmlformats.org/drawingml/2006/main" w="0">
            <a:noFill/>
          </a:ln>
        </p:spPr>
      </p:sp>
      <p:sp>
        <p:nvSpPr>
          <p:cNvPr id="1710" name="rect-1-1709">
            <a:extLst xmlns:a="http://schemas.openxmlformats.org/drawingml/2006/main">
              <a:ext uri="{FF2B5EF4-FFF2-40B4-BE49-F238E27FC236}">
                <a16:creationId xmlns:a16="http://schemas.microsoft.com/office/drawing/2014/main" id="{FAA6897E-0F89-4827-8A19-51928DEB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17B"/>
          </a:solidFill>
          <a:ln xmlns:a="http://schemas.openxmlformats.org/drawingml/2006/main" w="0">
            <a:noFill/>
          </a:ln>
        </p:spPr>
      </p:sp>
      <p:sp>
        <p:nvSpPr>
          <p:cNvPr id="1711" name="rect-1-1710">
            <a:extLst xmlns:a="http://schemas.openxmlformats.org/drawingml/2006/main">
              <a:ext uri="{FF2B5EF4-FFF2-40B4-BE49-F238E27FC236}">
                <a16:creationId xmlns:a16="http://schemas.microsoft.com/office/drawing/2014/main" id="{7ADF5A8F-0B2D-40A7-B8F3-8DE0CEAC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B76"/>
          </a:solidFill>
          <a:ln xmlns:a="http://schemas.openxmlformats.org/drawingml/2006/main" w="0">
            <a:noFill/>
          </a:ln>
        </p:spPr>
      </p:sp>
      <p:sp>
        <p:nvSpPr>
          <p:cNvPr id="1712" name="rect-1-1711">
            <a:extLst xmlns:a="http://schemas.openxmlformats.org/drawingml/2006/main">
              <a:ext uri="{FF2B5EF4-FFF2-40B4-BE49-F238E27FC236}">
                <a16:creationId xmlns:a16="http://schemas.microsoft.com/office/drawing/2014/main" id="{DBA79770-8B46-4B02-9322-81D3789D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07A"/>
          </a:solidFill>
          <a:ln xmlns:a="http://schemas.openxmlformats.org/drawingml/2006/main" w="0">
            <a:noFill/>
          </a:ln>
        </p:spPr>
      </p:sp>
      <p:sp>
        <p:nvSpPr>
          <p:cNvPr id="1713" name="rect-1-1712">
            <a:extLst xmlns:a="http://schemas.openxmlformats.org/drawingml/2006/main">
              <a:ext uri="{FF2B5EF4-FFF2-40B4-BE49-F238E27FC236}">
                <a16:creationId xmlns:a16="http://schemas.microsoft.com/office/drawing/2014/main" id="{1276051A-5F3D-445F-938B-78841406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1B7"/>
          </a:solidFill>
          <a:ln xmlns:a="http://schemas.openxmlformats.org/drawingml/2006/main" w="0">
            <a:noFill/>
          </a:ln>
        </p:spPr>
      </p:sp>
      <p:sp>
        <p:nvSpPr>
          <p:cNvPr id="1714" name="rect-1-1713">
            <a:extLst xmlns:a="http://schemas.openxmlformats.org/drawingml/2006/main">
              <a:ext uri="{FF2B5EF4-FFF2-40B4-BE49-F238E27FC236}">
                <a16:creationId xmlns:a16="http://schemas.microsoft.com/office/drawing/2014/main" id="{8D0EC8A1-25E6-4E87-AC61-E8F31186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3C8"/>
          </a:solidFill>
          <a:ln xmlns:a="http://schemas.openxmlformats.org/drawingml/2006/main" w="0">
            <a:noFill/>
          </a:ln>
        </p:spPr>
      </p:sp>
      <p:sp>
        <p:nvSpPr>
          <p:cNvPr id="1715" name="rect-1-1714">
            <a:extLst xmlns:a="http://schemas.openxmlformats.org/drawingml/2006/main">
              <a:ext uri="{FF2B5EF4-FFF2-40B4-BE49-F238E27FC236}">
                <a16:creationId xmlns:a16="http://schemas.microsoft.com/office/drawing/2014/main" id="{E8F0AA2C-317B-4309-A93D-319F4FA9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493406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EE"/>
          </a:solidFill>
          <a:ln xmlns:a="http://schemas.openxmlformats.org/drawingml/2006/main" w="0">
            <a:noFill/>
          </a:ln>
        </p:spPr>
      </p:sp>
      <p:sp>
        <p:nvSpPr>
          <p:cNvPr id="1716" name="rect-1-1715">
            <a:extLst xmlns:a="http://schemas.openxmlformats.org/drawingml/2006/main">
              <a:ext uri="{FF2B5EF4-FFF2-40B4-BE49-F238E27FC236}">
                <a16:creationId xmlns:a16="http://schemas.microsoft.com/office/drawing/2014/main" id="{44663819-18A2-4201-8858-B8F4C33E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B"/>
          </a:solidFill>
          <a:ln xmlns:a="http://schemas.openxmlformats.org/drawingml/2006/main" w="0">
            <a:noFill/>
          </a:ln>
        </p:spPr>
      </p:sp>
      <p:sp>
        <p:nvSpPr>
          <p:cNvPr id="1717" name="rect-1-1716">
            <a:extLst xmlns:a="http://schemas.openxmlformats.org/drawingml/2006/main">
              <a:ext uri="{FF2B5EF4-FFF2-40B4-BE49-F238E27FC236}">
                <a16:creationId xmlns:a16="http://schemas.microsoft.com/office/drawing/2014/main" id="{AEE4F764-1C29-474F-849C-7CB170C2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FE2"/>
          </a:solidFill>
          <a:ln xmlns:a="http://schemas.openxmlformats.org/drawingml/2006/main" w="0">
            <a:noFill/>
          </a:ln>
        </p:spPr>
      </p:sp>
      <p:sp>
        <p:nvSpPr>
          <p:cNvPr id="1718" name="rect-1-1717">
            <a:extLst xmlns:a="http://schemas.openxmlformats.org/drawingml/2006/main">
              <a:ext uri="{FF2B5EF4-FFF2-40B4-BE49-F238E27FC236}">
                <a16:creationId xmlns:a16="http://schemas.microsoft.com/office/drawing/2014/main" id="{494F894F-2595-47F8-9B67-7A8C0BCD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3B9"/>
          </a:solidFill>
          <a:ln xmlns:a="http://schemas.openxmlformats.org/drawingml/2006/main" w="0">
            <a:noFill/>
          </a:ln>
        </p:spPr>
      </p:sp>
      <p:sp>
        <p:nvSpPr>
          <p:cNvPr id="1719" name="rect-1-1718">
            <a:extLst xmlns:a="http://schemas.openxmlformats.org/drawingml/2006/main">
              <a:ext uri="{FF2B5EF4-FFF2-40B4-BE49-F238E27FC236}">
                <a16:creationId xmlns:a16="http://schemas.microsoft.com/office/drawing/2014/main" id="{69C15EFD-0523-4F4D-8E69-6C4E4B38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18A"/>
          </a:solidFill>
          <a:ln xmlns:a="http://schemas.openxmlformats.org/drawingml/2006/main" w="0">
            <a:noFill/>
          </a:ln>
        </p:spPr>
      </p:sp>
      <p:sp>
        <p:nvSpPr>
          <p:cNvPr id="1720" name="rect-1-1719">
            <a:extLst xmlns:a="http://schemas.openxmlformats.org/drawingml/2006/main">
              <a:ext uri="{FF2B5EF4-FFF2-40B4-BE49-F238E27FC236}">
                <a16:creationId xmlns:a16="http://schemas.microsoft.com/office/drawing/2014/main" id="{C02405BD-135A-45E1-B2D8-321B1582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8089"/>
          </a:solidFill>
          <a:ln xmlns:a="http://schemas.openxmlformats.org/drawingml/2006/main" w="0">
            <a:noFill/>
          </a:ln>
        </p:spPr>
      </p:sp>
      <p:sp>
        <p:nvSpPr>
          <p:cNvPr id="1721" name="rect-1-1720">
            <a:extLst xmlns:a="http://schemas.openxmlformats.org/drawingml/2006/main">
              <a:ext uri="{FF2B5EF4-FFF2-40B4-BE49-F238E27FC236}">
                <a16:creationId xmlns:a16="http://schemas.microsoft.com/office/drawing/2014/main" id="{BACE0EC4-F286-4E88-B090-CF7A2804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A92"/>
          </a:solidFill>
          <a:ln xmlns:a="http://schemas.openxmlformats.org/drawingml/2006/main" w="0">
            <a:noFill/>
          </a:ln>
        </p:spPr>
      </p:sp>
      <p:sp>
        <p:nvSpPr>
          <p:cNvPr id="1722" name="rect-1-1721">
            <a:extLst xmlns:a="http://schemas.openxmlformats.org/drawingml/2006/main">
              <a:ext uri="{FF2B5EF4-FFF2-40B4-BE49-F238E27FC236}">
                <a16:creationId xmlns:a16="http://schemas.microsoft.com/office/drawing/2014/main" id="{20A22E08-13EA-4A7E-A0EF-9D5D49D4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EA5"/>
          </a:solidFill>
          <a:ln xmlns:a="http://schemas.openxmlformats.org/drawingml/2006/main" w="0">
            <a:noFill/>
          </a:ln>
        </p:spPr>
      </p:sp>
      <p:sp>
        <p:nvSpPr>
          <p:cNvPr id="1723" name="rect-1-1722">
            <a:extLst xmlns:a="http://schemas.openxmlformats.org/drawingml/2006/main">
              <a:ext uri="{FF2B5EF4-FFF2-40B4-BE49-F238E27FC236}">
                <a16:creationId xmlns:a16="http://schemas.microsoft.com/office/drawing/2014/main" id="{57F30705-7A68-4B5F-B099-764DE9FC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CC1"/>
          </a:solidFill>
          <a:ln xmlns:a="http://schemas.openxmlformats.org/drawingml/2006/main" w="0">
            <a:noFill/>
          </a:ln>
        </p:spPr>
      </p:sp>
      <p:sp>
        <p:nvSpPr>
          <p:cNvPr id="1724" name="rect-1-1723">
            <a:extLst xmlns:a="http://schemas.openxmlformats.org/drawingml/2006/main">
              <a:ext uri="{FF2B5EF4-FFF2-40B4-BE49-F238E27FC236}">
                <a16:creationId xmlns:a16="http://schemas.microsoft.com/office/drawing/2014/main" id="{CB2F94BE-9CE6-44E5-80AE-26814CE6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3D7"/>
          </a:solidFill>
          <a:ln xmlns:a="http://schemas.openxmlformats.org/drawingml/2006/main" w="0">
            <a:noFill/>
          </a:ln>
        </p:spPr>
      </p:sp>
      <p:sp>
        <p:nvSpPr>
          <p:cNvPr id="1725" name="rect-1-1724">
            <a:extLst xmlns:a="http://schemas.openxmlformats.org/drawingml/2006/main">
              <a:ext uri="{FF2B5EF4-FFF2-40B4-BE49-F238E27FC236}">
                <a16:creationId xmlns:a16="http://schemas.microsoft.com/office/drawing/2014/main" id="{26094F45-0F54-418C-9BA0-8E3BD753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5048791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EE"/>
          </a:solidFill>
          <a:ln xmlns:a="http://schemas.openxmlformats.org/drawingml/2006/main" w="0">
            <a:noFill/>
          </a:ln>
        </p:spPr>
      </p:sp>
      <p:sp>
        <p:nvSpPr>
          <p:cNvPr id="1726" name="rect-1-1725">
            <a:extLst xmlns:a="http://schemas.openxmlformats.org/drawingml/2006/main">
              <a:ext uri="{FF2B5EF4-FFF2-40B4-BE49-F238E27FC236}">
                <a16:creationId xmlns:a16="http://schemas.microsoft.com/office/drawing/2014/main" id="{B3ECB23A-9679-4C2C-9D38-BCF73353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727" name="rect-1-1726">
            <a:extLst xmlns:a="http://schemas.openxmlformats.org/drawingml/2006/main">
              <a:ext uri="{FF2B5EF4-FFF2-40B4-BE49-F238E27FC236}">
                <a16:creationId xmlns:a16="http://schemas.microsoft.com/office/drawing/2014/main" id="{4E3E511A-838B-4888-BC9C-0767AC3C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ED"/>
          </a:solidFill>
          <a:ln xmlns:a="http://schemas.openxmlformats.org/drawingml/2006/main" w="0">
            <a:noFill/>
          </a:ln>
        </p:spPr>
      </p:sp>
      <p:sp>
        <p:nvSpPr>
          <p:cNvPr id="1728" name="rect-1-1727">
            <a:extLst xmlns:a="http://schemas.openxmlformats.org/drawingml/2006/main">
              <a:ext uri="{FF2B5EF4-FFF2-40B4-BE49-F238E27FC236}">
                <a16:creationId xmlns:a16="http://schemas.microsoft.com/office/drawing/2014/main" id="{20EBEB72-32C0-4AB0-9DA7-CFB18792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0D4"/>
          </a:solidFill>
          <a:ln xmlns:a="http://schemas.openxmlformats.org/drawingml/2006/main" w="0">
            <a:noFill/>
          </a:ln>
        </p:spPr>
      </p:sp>
      <p:sp>
        <p:nvSpPr>
          <p:cNvPr id="1729" name="rect-1-1728">
            <a:extLst xmlns:a="http://schemas.openxmlformats.org/drawingml/2006/main">
              <a:ext uri="{FF2B5EF4-FFF2-40B4-BE49-F238E27FC236}">
                <a16:creationId xmlns:a16="http://schemas.microsoft.com/office/drawing/2014/main" id="{6E95C5D5-6379-4A51-80DE-D97ABBAB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C5CA"/>
          </a:solidFill>
          <a:ln xmlns:a="http://schemas.openxmlformats.org/drawingml/2006/main" w="0">
            <a:noFill/>
          </a:ln>
        </p:spPr>
      </p:sp>
      <p:sp>
        <p:nvSpPr>
          <p:cNvPr id="1730" name="rect-1-1729">
            <a:extLst xmlns:a="http://schemas.openxmlformats.org/drawingml/2006/main">
              <a:ext uri="{FF2B5EF4-FFF2-40B4-BE49-F238E27FC236}">
                <a16:creationId xmlns:a16="http://schemas.microsoft.com/office/drawing/2014/main" id="{9E145351-6924-415A-91F1-35B8326C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BB2"/>
          </a:solidFill>
          <a:ln xmlns:a="http://schemas.openxmlformats.org/drawingml/2006/main" w="0">
            <a:noFill/>
          </a:ln>
        </p:spPr>
      </p:sp>
      <p:sp>
        <p:nvSpPr>
          <p:cNvPr id="1731" name="rect-1-1730">
            <a:extLst xmlns:a="http://schemas.openxmlformats.org/drawingml/2006/main">
              <a:ext uri="{FF2B5EF4-FFF2-40B4-BE49-F238E27FC236}">
                <a16:creationId xmlns:a16="http://schemas.microsoft.com/office/drawing/2014/main" id="{28E0B814-C598-4E70-80C8-B5782C32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FD3"/>
          </a:solidFill>
          <a:ln xmlns:a="http://schemas.openxmlformats.org/drawingml/2006/main" w="0">
            <a:noFill/>
          </a:ln>
        </p:spPr>
      </p:sp>
      <p:sp>
        <p:nvSpPr>
          <p:cNvPr id="1732" name="rect-1-1731">
            <a:extLst xmlns:a="http://schemas.openxmlformats.org/drawingml/2006/main">
              <a:ext uri="{FF2B5EF4-FFF2-40B4-BE49-F238E27FC236}">
                <a16:creationId xmlns:a16="http://schemas.microsoft.com/office/drawing/2014/main" id="{1E728DE0-0510-4BC6-94EB-59DE0F79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7DA"/>
          </a:solidFill>
          <a:ln xmlns:a="http://schemas.openxmlformats.org/drawingml/2006/main" w="0">
            <a:noFill/>
          </a:ln>
        </p:spPr>
      </p:sp>
      <p:sp>
        <p:nvSpPr>
          <p:cNvPr id="1733" name="rect-1-1732">
            <a:extLst xmlns:a="http://schemas.openxmlformats.org/drawingml/2006/main">
              <a:ext uri="{FF2B5EF4-FFF2-40B4-BE49-F238E27FC236}">
                <a16:creationId xmlns:a16="http://schemas.microsoft.com/office/drawing/2014/main" id="{3A00A8C5-19DA-4882-8929-ED26110D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2E5"/>
          </a:solidFill>
          <a:ln xmlns:a="http://schemas.openxmlformats.org/drawingml/2006/main" w="0">
            <a:noFill/>
          </a:ln>
        </p:spPr>
      </p:sp>
      <p:sp>
        <p:nvSpPr>
          <p:cNvPr id="1734" name="rect-1-1733">
            <a:extLst xmlns:a="http://schemas.openxmlformats.org/drawingml/2006/main">
              <a:ext uri="{FF2B5EF4-FFF2-40B4-BE49-F238E27FC236}">
                <a16:creationId xmlns:a16="http://schemas.microsoft.com/office/drawing/2014/main" id="{CD56C1AA-A68D-4223-B64E-98370EC3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1735" name="rect-1-1734">
            <a:extLst xmlns:a="http://schemas.openxmlformats.org/drawingml/2006/main">
              <a:ext uri="{FF2B5EF4-FFF2-40B4-BE49-F238E27FC236}">
                <a16:creationId xmlns:a16="http://schemas.microsoft.com/office/drawing/2014/main" id="{ED6458F1-2D56-4A3E-B52D-62DEE307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5163516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1736" name="rect-1-1735">
            <a:extLst xmlns:a="http://schemas.openxmlformats.org/drawingml/2006/main">
              <a:ext uri="{FF2B5EF4-FFF2-40B4-BE49-F238E27FC236}">
                <a16:creationId xmlns:a16="http://schemas.microsoft.com/office/drawing/2014/main" id="{8782422D-C6E0-4019-97E9-0891414B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1737" name="rect-1-1736">
            <a:extLst xmlns:a="http://schemas.openxmlformats.org/drawingml/2006/main">
              <a:ext uri="{FF2B5EF4-FFF2-40B4-BE49-F238E27FC236}">
                <a16:creationId xmlns:a16="http://schemas.microsoft.com/office/drawing/2014/main" id="{419D0E6A-59C7-4C01-A12D-0DC17AE2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1738" name="rect-1-1737">
            <a:extLst xmlns:a="http://schemas.openxmlformats.org/drawingml/2006/main">
              <a:ext uri="{FF2B5EF4-FFF2-40B4-BE49-F238E27FC236}">
                <a16:creationId xmlns:a16="http://schemas.microsoft.com/office/drawing/2014/main" id="{4957CCBF-EFB1-493A-854F-B23565FA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1739" name="rect-1-1738">
            <a:extLst xmlns:a="http://schemas.openxmlformats.org/drawingml/2006/main">
              <a:ext uri="{FF2B5EF4-FFF2-40B4-BE49-F238E27FC236}">
                <a16:creationId xmlns:a16="http://schemas.microsoft.com/office/drawing/2014/main" id="{D6DAFA11-1862-46AA-9F97-64E332BF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3E6"/>
          </a:solidFill>
          <a:ln xmlns:a="http://schemas.openxmlformats.org/drawingml/2006/main" w="0">
            <a:noFill/>
          </a:ln>
        </p:spPr>
      </p:sp>
      <p:sp>
        <p:nvSpPr>
          <p:cNvPr id="1740" name="rect-1-1739">
            <a:extLst xmlns:a="http://schemas.openxmlformats.org/drawingml/2006/main">
              <a:ext uri="{FF2B5EF4-FFF2-40B4-BE49-F238E27FC236}">
                <a16:creationId xmlns:a16="http://schemas.microsoft.com/office/drawing/2014/main" id="{AB494A7C-62E2-4E8D-A979-DC48B244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0D4"/>
          </a:solidFill>
          <a:ln xmlns:a="http://schemas.openxmlformats.org/drawingml/2006/main" w="0">
            <a:noFill/>
          </a:ln>
        </p:spPr>
      </p:sp>
      <p:sp>
        <p:nvSpPr>
          <p:cNvPr id="1741" name="rect-1-1740">
            <a:extLst xmlns:a="http://schemas.openxmlformats.org/drawingml/2006/main">
              <a:ext uri="{FF2B5EF4-FFF2-40B4-BE49-F238E27FC236}">
                <a16:creationId xmlns:a16="http://schemas.microsoft.com/office/drawing/2014/main" id="{E58832C5-9361-4013-8CC5-21EFDB39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FD3"/>
          </a:solidFill>
          <a:ln xmlns:a="http://schemas.openxmlformats.org/drawingml/2006/main" w="0">
            <a:noFill/>
          </a:ln>
        </p:spPr>
      </p:sp>
      <p:sp>
        <p:nvSpPr>
          <p:cNvPr id="1742" name="rect-1-1741">
            <a:extLst xmlns:a="http://schemas.openxmlformats.org/drawingml/2006/main">
              <a:ext uri="{FF2B5EF4-FFF2-40B4-BE49-F238E27FC236}">
                <a16:creationId xmlns:a16="http://schemas.microsoft.com/office/drawing/2014/main" id="{542C51E4-0608-4343-9CEC-1778DF7E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1"/>
          </a:solidFill>
          <a:ln xmlns:a="http://schemas.openxmlformats.org/drawingml/2006/main" w="0">
            <a:noFill/>
          </a:ln>
        </p:spPr>
      </p:sp>
      <p:sp>
        <p:nvSpPr>
          <p:cNvPr id="1743" name="rect-1-1742">
            <a:extLst xmlns:a="http://schemas.openxmlformats.org/drawingml/2006/main">
              <a:ext uri="{FF2B5EF4-FFF2-40B4-BE49-F238E27FC236}">
                <a16:creationId xmlns:a16="http://schemas.microsoft.com/office/drawing/2014/main" id="{549DE92C-67CD-46C0-B903-A6CEB6E7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3E6"/>
          </a:solidFill>
          <a:ln xmlns:a="http://schemas.openxmlformats.org/drawingml/2006/main" w="0">
            <a:noFill/>
          </a:ln>
        </p:spPr>
      </p:sp>
      <p:sp>
        <p:nvSpPr>
          <p:cNvPr id="1744" name="rect-1-1743">
            <a:extLst xmlns:a="http://schemas.openxmlformats.org/drawingml/2006/main">
              <a:ext uri="{FF2B5EF4-FFF2-40B4-BE49-F238E27FC236}">
                <a16:creationId xmlns:a16="http://schemas.microsoft.com/office/drawing/2014/main" id="{0C65E5A0-4045-4350-B680-AD81462F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C"/>
          </a:solidFill>
          <a:ln xmlns:a="http://schemas.openxmlformats.org/drawingml/2006/main" w="0">
            <a:noFill/>
          </a:ln>
        </p:spPr>
      </p:sp>
      <p:sp>
        <p:nvSpPr>
          <p:cNvPr id="1745" name="rect-1-1744">
            <a:extLst xmlns:a="http://schemas.openxmlformats.org/drawingml/2006/main">
              <a:ext uri="{FF2B5EF4-FFF2-40B4-BE49-F238E27FC236}">
                <a16:creationId xmlns:a16="http://schemas.microsoft.com/office/drawing/2014/main" id="{4D4D1CC5-51C8-4E92-A92E-C93C0C6C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9670" y="1527824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1746" name="rect-1-1745">
            <a:extLst xmlns:a="http://schemas.openxmlformats.org/drawingml/2006/main">
              <a:ext uri="{FF2B5EF4-FFF2-40B4-BE49-F238E27FC236}">
                <a16:creationId xmlns:a16="http://schemas.microsoft.com/office/drawing/2014/main" id="{2E29C1DB-ADD8-44D5-88D9-E020228B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7143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747" name="rect-1-1746">
            <a:extLst xmlns:a="http://schemas.openxmlformats.org/drawingml/2006/main">
              <a:ext uri="{FF2B5EF4-FFF2-40B4-BE49-F238E27FC236}">
                <a16:creationId xmlns:a16="http://schemas.microsoft.com/office/drawing/2014/main" id="{7DEA4539-F18B-4F3E-BC98-9274BF4E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1868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1748" name="rect-1-1747">
            <a:extLst xmlns:a="http://schemas.openxmlformats.org/drawingml/2006/main">
              <a:ext uri="{FF2B5EF4-FFF2-40B4-BE49-F238E27FC236}">
                <a16:creationId xmlns:a16="http://schemas.microsoft.com/office/drawing/2014/main" id="{A90E5EB0-6843-474A-A9E7-11C6D1A4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93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EF"/>
          </a:solidFill>
          <a:ln xmlns:a="http://schemas.openxmlformats.org/drawingml/2006/main" w="0">
            <a:noFill/>
          </a:ln>
        </p:spPr>
      </p:sp>
      <p:sp>
        <p:nvSpPr>
          <p:cNvPr id="1749" name="rect-1-1748">
            <a:extLst xmlns:a="http://schemas.openxmlformats.org/drawingml/2006/main">
              <a:ext uri="{FF2B5EF4-FFF2-40B4-BE49-F238E27FC236}">
                <a16:creationId xmlns:a16="http://schemas.microsoft.com/office/drawing/2014/main" id="{20C50F77-1165-4AD5-80F3-74D910AD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1319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</a:ln>
        </p:spPr>
      </p:sp>
      <p:sp>
        <p:nvSpPr>
          <p:cNvPr id="1750" name="rect-1-1749">
            <a:extLst xmlns:a="http://schemas.openxmlformats.org/drawingml/2006/main">
              <a:ext uri="{FF2B5EF4-FFF2-40B4-BE49-F238E27FC236}">
                <a16:creationId xmlns:a16="http://schemas.microsoft.com/office/drawing/2014/main" id="{0B2E886F-209D-4607-98F8-3AD43BB2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</a:ln>
        </p:spPr>
      </p:sp>
      <p:sp>
        <p:nvSpPr>
          <p:cNvPr id="1751" name="rect-1-1750">
            <a:extLst xmlns:a="http://schemas.openxmlformats.org/drawingml/2006/main">
              <a:ext uri="{FF2B5EF4-FFF2-40B4-BE49-F238E27FC236}">
                <a16:creationId xmlns:a16="http://schemas.microsoft.com/office/drawing/2014/main" id="{B6BAFC7F-0B7D-4A1E-AF1B-6D6F7488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4"/>
          </a:solidFill>
          <a:ln xmlns:a="http://schemas.openxmlformats.org/drawingml/2006/main" w="0">
            <a:noFill/>
          </a:ln>
        </p:spPr>
      </p:sp>
      <p:sp>
        <p:nvSpPr>
          <p:cNvPr id="1752" name="rect-1-1751">
            <a:extLst xmlns:a="http://schemas.openxmlformats.org/drawingml/2006/main">
              <a:ext uri="{FF2B5EF4-FFF2-40B4-BE49-F238E27FC236}">
                <a16:creationId xmlns:a16="http://schemas.microsoft.com/office/drawing/2014/main" id="{0C6FBF39-8D0C-4236-8666-928C6474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5495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1753" name="rect-1-1752">
            <a:extLst xmlns:a="http://schemas.openxmlformats.org/drawingml/2006/main">
              <a:ext uri="{FF2B5EF4-FFF2-40B4-BE49-F238E27FC236}">
                <a16:creationId xmlns:a16="http://schemas.microsoft.com/office/drawing/2014/main" id="{A5E0882A-4EAA-458C-865A-4A12DAEA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220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F"/>
          </a:solidFill>
          <a:ln xmlns:a="http://schemas.openxmlformats.org/drawingml/2006/main" w="0">
            <a:noFill/>
          </a:ln>
        </p:spPr>
      </p:sp>
      <p:sp>
        <p:nvSpPr>
          <p:cNvPr id="1754" name="rect-1-1753">
            <a:extLst xmlns:a="http://schemas.openxmlformats.org/drawingml/2006/main">
              <a:ext uri="{FF2B5EF4-FFF2-40B4-BE49-F238E27FC236}">
                <a16:creationId xmlns:a16="http://schemas.microsoft.com/office/drawing/2014/main" id="{AA1C54E2-CC38-45B1-901D-E9F4DEB8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45" y="15392967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1"/>
          </a:solidFill>
          <a:ln xmlns:a="http://schemas.openxmlformats.org/drawingml/2006/main" w="0">
            <a:noFill/>
          </a:ln>
        </p:spPr>
      </p:sp>
      <p:sp>
        <p:nvSpPr>
          <p:cNvPr id="1755" name="rect-1-1754">
            <a:extLst xmlns:a="http://schemas.openxmlformats.org/drawingml/2006/main">
              <a:ext uri="{FF2B5EF4-FFF2-40B4-BE49-F238E27FC236}">
                <a16:creationId xmlns:a16="http://schemas.microsoft.com/office/drawing/2014/main" id="{D39D4978-9EE2-4C30-9E37-1BEC5046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6044" y="1550769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1"/>
          </a:solidFill>
          <a:ln xmlns:a="http://schemas.openxmlformats.org/drawingml/2006/main" w="0">
            <a:noFill/>
          </a:ln>
        </p:spPr>
      </p:sp>
      <p:sp>
        <p:nvSpPr>
          <p:cNvPr id="1756" name="rect-1-1755">
            <a:extLst xmlns:a="http://schemas.openxmlformats.org/drawingml/2006/main">
              <a:ext uri="{FF2B5EF4-FFF2-40B4-BE49-F238E27FC236}">
                <a16:creationId xmlns:a16="http://schemas.microsoft.com/office/drawing/2014/main" id="{45743481-8E55-449B-B9A2-DC8672FE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769" y="15507692"/>
            <a:ext cx="115022" cy="115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0"/>
          </a:solidFill>
          <a:ln xmlns:a="http://schemas.openxmlformats.org/drawingml/2006/main" w="0">
            <a:noFill/>
          </a:ln>
        </p:spPr>
      </p:sp>
      <p:sp>
        <p:nvSpPr>
          <p:cNvPr id="1757" name="ellipse-1-1756">
            <a:extLst xmlns:a="http://schemas.openxmlformats.org/drawingml/2006/main">
              <a:ext uri="{FF2B5EF4-FFF2-40B4-BE49-F238E27FC236}">
                <a16:creationId xmlns:a16="http://schemas.microsoft.com/office/drawing/2014/main" id="{F30250F3-EDDE-4551-9D7C-2F3B2EE4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7156" y="14535969"/>
            <a:ext cx="291402" cy="291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736">
            <a:solidFill>
              <a:srgbClr val="0F1B1E"/>
            </a:solidFill>
          </a:ln>
        </p:spPr>
      </p:sp>
      <p:sp>
        <p:nvSpPr>
          <p:cNvPr id="1758" name="ellipse-1-1757">
            <a:extLst xmlns:a="http://schemas.openxmlformats.org/drawingml/2006/main">
              <a:ext uri="{FF2B5EF4-FFF2-40B4-BE49-F238E27FC236}">
                <a16:creationId xmlns:a16="http://schemas.microsoft.com/office/drawing/2014/main" id="{F8E67BEB-C58E-41B5-B6FB-04614EBA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2365" y="11381024"/>
            <a:ext cx="291402" cy="291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736">
            <a:solidFill>
              <a:srgbClr val="0F1B1E"/>
            </a:solidFill>
          </a:ln>
        </p:spPr>
      </p:sp>
      <p:sp>
        <p:nvSpPr>
          <p:cNvPr id="1759" name="ellipse-1-1758">
            <a:extLst xmlns:a="http://schemas.openxmlformats.org/drawingml/2006/main">
              <a:ext uri="{FF2B5EF4-FFF2-40B4-BE49-F238E27FC236}">
                <a16:creationId xmlns:a16="http://schemas.microsoft.com/office/drawing/2014/main" id="{A0C4E4E6-049C-451A-8A63-001B07C1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3727" y="11381024"/>
            <a:ext cx="291402" cy="291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736">
            <a:solidFill>
              <a:srgbClr val="0F1B1E"/>
            </a:solidFill>
          </a:ln>
        </p:spPr>
      </p:sp>
      <p:sp>
        <p:nvSpPr>
          <p:cNvPr id="1760" name="ellipse-1-1759">
            <a:extLst xmlns:a="http://schemas.openxmlformats.org/drawingml/2006/main">
              <a:ext uri="{FF2B5EF4-FFF2-40B4-BE49-F238E27FC236}">
                <a16:creationId xmlns:a16="http://schemas.microsoft.com/office/drawing/2014/main" id="{99FC204A-5025-4E86-B9A8-62D353C0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5925" y="9740453"/>
            <a:ext cx="291402" cy="291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736">
            <a:solidFill>
              <a:srgbClr val="0F1B1E"/>
            </a:solidFill>
          </a:ln>
        </p:spPr>
      </p:sp>
      <p:sp>
        <p:nvSpPr>
          <p:cNvPr id="1761" name="line-1-1760">
            <a:extLst xmlns:a="http://schemas.openxmlformats.org/drawingml/2006/main">
              <a:ext uri="{FF2B5EF4-FFF2-40B4-BE49-F238E27FC236}">
                <a16:creationId xmlns:a16="http://schemas.microsoft.com/office/drawing/2014/main" id="{C040ABB2-D9C2-41DF-9958-E4A2F5BF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989" y="12105495"/>
            <a:ext cx="1859341" cy="95"/>
          </a:xfrm>
          <a:custGeom xmlns:a="http://schemas.openxmlformats.org/drawingml/2006/main">
            <a:pathLst>
              <a:path w="1859341" h="95">
                <a:moveTo>
                  <a:pt x="0" y="0"/>
                </a:moveTo>
                <a:lnTo>
                  <a:pt x="1859341" y="95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762" name="line-1-1761">
            <a:extLst xmlns:a="http://schemas.openxmlformats.org/drawingml/2006/main">
              <a:ext uri="{FF2B5EF4-FFF2-40B4-BE49-F238E27FC236}">
                <a16:creationId xmlns:a16="http://schemas.microsoft.com/office/drawing/2014/main" id="{0F954BA7-D617-4D1F-8F24-CBBE285E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101" y="12105495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0"/>
                </a:moveTo>
                <a:lnTo>
                  <a:pt x="0" y="85348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763" name="line-1-1762">
            <a:extLst xmlns:a="http://schemas.openxmlformats.org/drawingml/2006/main">
              <a:ext uri="{FF2B5EF4-FFF2-40B4-BE49-F238E27FC236}">
                <a16:creationId xmlns:a16="http://schemas.microsoft.com/office/drawing/2014/main" id="{293F2404-EDCD-4A7C-8E72-3EE0DABA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101" y="12020146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85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764" name="text-1-1763">
            <a:extLst xmlns:a="http://schemas.openxmlformats.org/drawingml/2006/main">
              <a:ext uri="{FF2B5EF4-FFF2-40B4-BE49-F238E27FC236}">
                <a16:creationId xmlns:a16="http://schemas.microsoft.com/office/drawing/2014/main" id="{C861CBE0-6CE3-472F-8FF8-9557F4DD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352" y="11492308"/>
            <a:ext cx="1859341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rPr>
              <a:t>sample</a:t>
            </a:r>
          </a:p>
        </p:txBody>
      </p:sp>
      <p:sp>
        <p:nvSpPr>
          <p:cNvPr id="1765" name="line-1-1764">
            <a:extLst xmlns:a="http://schemas.openxmlformats.org/drawingml/2006/main">
              <a:ext uri="{FF2B5EF4-FFF2-40B4-BE49-F238E27FC236}">
                <a16:creationId xmlns:a16="http://schemas.microsoft.com/office/drawing/2014/main" id="{9660C0D5-04D9-467A-B6FA-53396DBF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5604" y="12105495"/>
            <a:ext cx="1859341" cy="95"/>
          </a:xfrm>
          <a:custGeom xmlns:a="http://schemas.openxmlformats.org/drawingml/2006/main">
            <a:pathLst>
              <a:path w="1859341" h="95">
                <a:moveTo>
                  <a:pt x="0" y="0"/>
                </a:moveTo>
                <a:lnTo>
                  <a:pt x="1859341" y="95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766" name="line-1-1765">
            <a:extLst xmlns:a="http://schemas.openxmlformats.org/drawingml/2006/main">
              <a:ext uri="{FF2B5EF4-FFF2-40B4-BE49-F238E27FC236}">
                <a16:creationId xmlns:a16="http://schemas.microsoft.com/office/drawing/2014/main" id="{6BC21D29-CF74-461B-AC16-DD0C40B8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716" y="12105495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0"/>
                </a:moveTo>
                <a:lnTo>
                  <a:pt x="0" y="85348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767" name="line-1-1766">
            <a:extLst xmlns:a="http://schemas.openxmlformats.org/drawingml/2006/main">
              <a:ext uri="{FF2B5EF4-FFF2-40B4-BE49-F238E27FC236}">
                <a16:creationId xmlns:a16="http://schemas.microsoft.com/office/drawing/2014/main" id="{33E2899E-4778-431A-A3F3-B2D66A41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716" y="12020146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85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768" name="text-1-1767">
            <a:extLst xmlns:a="http://schemas.openxmlformats.org/drawingml/2006/main">
              <a:ext uri="{FF2B5EF4-FFF2-40B4-BE49-F238E27FC236}">
                <a16:creationId xmlns:a16="http://schemas.microsoft.com/office/drawing/2014/main" id="{55EACE4E-0549-4214-B456-91E73B13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6703" y="11353846"/>
            <a:ext cx="2195604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rPr>
              <a:t>outside discs</a:t>
            </a:r>
          </a:p>
        </p:txBody>
      </p:sp>
      <p:sp>
        <p:nvSpPr>
          <p:cNvPr id="1769" name="line-1-1768">
            <a:extLst xmlns:a="http://schemas.openxmlformats.org/drawingml/2006/main">
              <a:ext uri="{FF2B5EF4-FFF2-40B4-BE49-F238E27FC236}">
                <a16:creationId xmlns:a16="http://schemas.microsoft.com/office/drawing/2014/main" id="{7C8BC763-73A7-42A7-862B-D601568F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264" y="16279121"/>
            <a:ext cx="1147253" cy="95"/>
          </a:xfrm>
          <a:custGeom xmlns:a="http://schemas.openxmlformats.org/drawingml/2006/main">
            <a:pathLst>
              <a:path w="1147253" h="95">
                <a:moveTo>
                  <a:pt x="0" y="0"/>
                </a:moveTo>
                <a:lnTo>
                  <a:pt x="1147253" y="95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14314B"/>
            </a:solidFill>
          </a:ln>
        </p:spPr>
      </p:sp>
      <p:sp>
        <p:nvSpPr>
          <p:cNvPr id="1770" name="line-1-1769">
            <a:extLst xmlns:a="http://schemas.openxmlformats.org/drawingml/2006/main">
              <a:ext uri="{FF2B5EF4-FFF2-40B4-BE49-F238E27FC236}">
                <a16:creationId xmlns:a16="http://schemas.microsoft.com/office/drawing/2014/main" id="{27DFC6C5-481C-4424-82A5-7C89E0B2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264" y="16200000"/>
            <a:ext cx="95" cy="158242"/>
          </a:xfrm>
          <a:custGeom xmlns:a="http://schemas.openxmlformats.org/drawingml/2006/main">
            <a:pathLst>
              <a:path w="95" h="158242">
                <a:moveTo>
                  <a:pt x="0" y="0"/>
                </a:moveTo>
                <a:lnTo>
                  <a:pt x="95" y="158242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14314B"/>
            </a:solidFill>
          </a:ln>
        </p:spPr>
      </p:sp>
      <p:sp>
        <p:nvSpPr>
          <p:cNvPr id="1771" name="line-1-1770">
            <a:extLst xmlns:a="http://schemas.openxmlformats.org/drawingml/2006/main">
              <a:ext uri="{FF2B5EF4-FFF2-40B4-BE49-F238E27FC236}">
                <a16:creationId xmlns:a16="http://schemas.microsoft.com/office/drawing/2014/main" id="{025D7BF5-F18C-45E7-A004-E6A6F9BA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516" y="16200000"/>
            <a:ext cx="95" cy="158242"/>
          </a:xfrm>
          <a:custGeom xmlns:a="http://schemas.openxmlformats.org/drawingml/2006/main">
            <a:pathLst>
              <a:path w="95" h="158242">
                <a:moveTo>
                  <a:pt x="0" y="0"/>
                </a:moveTo>
                <a:lnTo>
                  <a:pt x="95" y="158242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14314B"/>
            </a:solidFill>
          </a:ln>
        </p:spPr>
      </p:sp>
      <p:sp>
        <p:nvSpPr>
          <p:cNvPr id="1772" name="text-1-1771">
            <a:extLst xmlns:a="http://schemas.openxmlformats.org/drawingml/2006/main">
              <a:ext uri="{FF2B5EF4-FFF2-40B4-BE49-F238E27FC236}">
                <a16:creationId xmlns:a16="http://schemas.microsoft.com/office/drawing/2014/main" id="{F59A8496-76C1-403C-B3B3-A5A2EA48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264" y="16437363"/>
            <a:ext cx="2373626" cy="445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6" b="0">
                <a:solidFill>
                  <a:srgbClr val="5A6C72"/>
                </a:solidFill>
                <a:latin typeface="IBM Plex Mono"/>
                <a:ea typeface="IBM Plex Mono"/>
                <a:cs typeface="IBM Plex Mono"/>
              </a:defRPr>
            </a:pPr>
            <a:r>
              <a:rPr sz="2336" b="0">
                <a:solidFill>
                  <a:srgbClr val="5A6C72"/>
                </a:solidFill>
                <a:latin typeface="IBM Plex Mono"/>
                <a:ea typeface="IBM Plex Mono"/>
                <a:cs typeface="IBM Plex Mono"/>
              </a:rPr>
              <a:t>50 mm</a:t>
            </a:r>
          </a:p>
        </p:txBody>
      </p:sp>
      <p:sp>
        <p:nvSpPr>
          <p:cNvPr id="1773" name="line-1-1772">
            <a:extLst xmlns:a="http://schemas.openxmlformats.org/drawingml/2006/main">
              <a:ext uri="{FF2B5EF4-FFF2-40B4-BE49-F238E27FC236}">
                <a16:creationId xmlns:a16="http://schemas.microsoft.com/office/drawing/2014/main" id="{32047751-F662-4022-BAC6-FD327F93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879" y="16279121"/>
            <a:ext cx="1147253" cy="95"/>
          </a:xfrm>
          <a:custGeom xmlns:a="http://schemas.openxmlformats.org/drawingml/2006/main">
            <a:pathLst>
              <a:path w="1147253" h="95">
                <a:moveTo>
                  <a:pt x="0" y="0"/>
                </a:moveTo>
                <a:lnTo>
                  <a:pt x="1147253" y="95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14314B"/>
            </a:solidFill>
          </a:ln>
        </p:spPr>
      </p:sp>
      <p:sp>
        <p:nvSpPr>
          <p:cNvPr id="1774" name="line-1-1773">
            <a:extLst xmlns:a="http://schemas.openxmlformats.org/drawingml/2006/main">
              <a:ext uri="{FF2B5EF4-FFF2-40B4-BE49-F238E27FC236}">
                <a16:creationId xmlns:a16="http://schemas.microsoft.com/office/drawing/2014/main" id="{D5F0DA63-513E-4216-B3C8-BB5296E4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879" y="16200000"/>
            <a:ext cx="95" cy="158242"/>
          </a:xfrm>
          <a:custGeom xmlns:a="http://schemas.openxmlformats.org/drawingml/2006/main">
            <a:pathLst>
              <a:path w="95" h="158242">
                <a:moveTo>
                  <a:pt x="0" y="0"/>
                </a:moveTo>
                <a:lnTo>
                  <a:pt x="95" y="158242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14314B"/>
            </a:solidFill>
          </a:ln>
        </p:spPr>
      </p:sp>
      <p:sp>
        <p:nvSpPr>
          <p:cNvPr id="1775" name="line-1-1774">
            <a:extLst xmlns:a="http://schemas.openxmlformats.org/drawingml/2006/main">
              <a:ext uri="{FF2B5EF4-FFF2-40B4-BE49-F238E27FC236}">
                <a16:creationId xmlns:a16="http://schemas.microsoft.com/office/drawing/2014/main" id="{7E001ED4-501D-4D6D-961C-1F198749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32" y="16200000"/>
            <a:ext cx="95" cy="158242"/>
          </a:xfrm>
          <a:custGeom xmlns:a="http://schemas.openxmlformats.org/drawingml/2006/main">
            <a:pathLst>
              <a:path w="95" h="158242">
                <a:moveTo>
                  <a:pt x="0" y="0"/>
                </a:moveTo>
                <a:lnTo>
                  <a:pt x="95" y="158242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14314B"/>
            </a:solidFill>
          </a:ln>
        </p:spPr>
      </p:sp>
      <p:sp>
        <p:nvSpPr>
          <p:cNvPr id="1776" name="text-1-1775">
            <a:extLst xmlns:a="http://schemas.openxmlformats.org/drawingml/2006/main">
              <a:ext uri="{FF2B5EF4-FFF2-40B4-BE49-F238E27FC236}">
                <a16:creationId xmlns:a16="http://schemas.microsoft.com/office/drawing/2014/main" id="{342DEF85-D5BA-4421-99C2-7C99B260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879" y="16437363"/>
            <a:ext cx="2373626" cy="445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6" b="0">
                <a:solidFill>
                  <a:srgbClr val="5A6C72"/>
                </a:solidFill>
                <a:latin typeface="IBM Plex Mono"/>
                <a:ea typeface="IBM Plex Mono"/>
                <a:cs typeface="IBM Plex Mono"/>
              </a:defRPr>
            </a:pPr>
            <a:r>
              <a:rPr sz="2336" b="0">
                <a:solidFill>
                  <a:srgbClr val="5A6C72"/>
                </a:solidFill>
                <a:latin typeface="IBM Plex Mono"/>
                <a:ea typeface="IBM Plex Mono"/>
                <a:cs typeface="IBM Plex Mono"/>
              </a:rPr>
              <a:t>50 mm</a:t>
            </a:r>
          </a:p>
        </p:txBody>
      </p:sp>
      <p:sp>
        <p:nvSpPr>
          <p:cNvPr id="1777" name="line-1-1776">
            <a:extLst xmlns:a="http://schemas.openxmlformats.org/drawingml/2006/main">
              <a:ext uri="{FF2B5EF4-FFF2-40B4-BE49-F238E27FC236}">
                <a16:creationId xmlns:a16="http://schemas.microsoft.com/office/drawing/2014/main" id="{AA1D2CBE-8F42-46D1-A3D9-6BBD8DCD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495" y="16279121"/>
            <a:ext cx="1147253" cy="95"/>
          </a:xfrm>
          <a:custGeom xmlns:a="http://schemas.openxmlformats.org/drawingml/2006/main">
            <a:pathLst>
              <a:path w="1147253" h="95">
                <a:moveTo>
                  <a:pt x="0" y="0"/>
                </a:moveTo>
                <a:lnTo>
                  <a:pt x="1147253" y="95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14314B"/>
            </a:solidFill>
          </a:ln>
        </p:spPr>
      </p:sp>
      <p:sp>
        <p:nvSpPr>
          <p:cNvPr id="1778" name="line-1-1777">
            <a:extLst xmlns:a="http://schemas.openxmlformats.org/drawingml/2006/main">
              <a:ext uri="{FF2B5EF4-FFF2-40B4-BE49-F238E27FC236}">
                <a16:creationId xmlns:a16="http://schemas.microsoft.com/office/drawing/2014/main" id="{BD85DAA9-F071-4327-895F-5A2D253D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495" y="16200000"/>
            <a:ext cx="95" cy="158242"/>
          </a:xfrm>
          <a:custGeom xmlns:a="http://schemas.openxmlformats.org/drawingml/2006/main">
            <a:pathLst>
              <a:path w="95" h="158242">
                <a:moveTo>
                  <a:pt x="0" y="0"/>
                </a:moveTo>
                <a:lnTo>
                  <a:pt x="95" y="158242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14314B"/>
            </a:solidFill>
          </a:ln>
        </p:spPr>
      </p:sp>
      <p:sp>
        <p:nvSpPr>
          <p:cNvPr id="1779" name="line-1-1778">
            <a:extLst xmlns:a="http://schemas.openxmlformats.org/drawingml/2006/main">
              <a:ext uri="{FF2B5EF4-FFF2-40B4-BE49-F238E27FC236}">
                <a16:creationId xmlns:a16="http://schemas.microsoft.com/office/drawing/2014/main" id="{FDD571A0-710C-4E9B-A46A-E18AE19A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2747" y="16200000"/>
            <a:ext cx="95" cy="158242"/>
          </a:xfrm>
          <a:custGeom xmlns:a="http://schemas.openxmlformats.org/drawingml/2006/main">
            <a:pathLst>
              <a:path w="95" h="158242">
                <a:moveTo>
                  <a:pt x="0" y="0"/>
                </a:moveTo>
                <a:lnTo>
                  <a:pt x="95" y="158242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14314B"/>
            </a:solidFill>
          </a:ln>
        </p:spPr>
      </p:sp>
      <p:sp>
        <p:nvSpPr>
          <p:cNvPr id="1780" name="text-1-1779">
            <a:extLst xmlns:a="http://schemas.openxmlformats.org/drawingml/2006/main">
              <a:ext uri="{FF2B5EF4-FFF2-40B4-BE49-F238E27FC236}">
                <a16:creationId xmlns:a16="http://schemas.microsoft.com/office/drawing/2014/main" id="{01B95040-4351-47DF-98E7-78BDCDE2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495" y="16437363"/>
            <a:ext cx="2373626" cy="445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6" b="0">
                <a:solidFill>
                  <a:srgbClr val="5A6C72"/>
                </a:solidFill>
                <a:latin typeface="IBM Plex Mono"/>
                <a:ea typeface="IBM Plex Mono"/>
                <a:cs typeface="IBM Plex Mono"/>
              </a:defRPr>
            </a:pPr>
            <a:r>
              <a:rPr sz="2336" b="0">
                <a:solidFill>
                  <a:srgbClr val="5A6C72"/>
                </a:solidFill>
                <a:latin typeface="IBM Plex Mono"/>
                <a:ea typeface="IBM Plex Mono"/>
                <a:cs typeface="IBM Plex Mono"/>
              </a:rPr>
              <a:t>50 mm</a:t>
            </a:r>
          </a:p>
        </p:txBody>
      </p:sp>
      <p:sp>
        <p:nvSpPr>
          <p:cNvPr id="1781" name="text-1-1780">
            <a:extLst xmlns:a="http://schemas.openxmlformats.org/drawingml/2006/main">
              <a:ext uri="{FF2B5EF4-FFF2-40B4-BE49-F238E27FC236}">
                <a16:creationId xmlns:a16="http://schemas.microsoft.com/office/drawing/2014/main" id="{3031BA26-1882-4013-B12A-53A2C0D2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17327473"/>
            <a:ext cx="5815385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Dense reference</a:t>
            </a:r>
          </a:p>
        </p:txBody>
      </p:sp>
      <p:sp>
        <p:nvSpPr>
          <p:cNvPr id="1782" name="text-1-1781">
            <a:extLst xmlns:a="http://schemas.openxmlformats.org/drawingml/2006/main">
              <a:ext uri="{FF2B5EF4-FFF2-40B4-BE49-F238E27FC236}">
                <a16:creationId xmlns:a16="http://schemas.microsoft.com/office/drawing/2014/main" id="{25F9F154-EDBC-4BFB-833F-85277DE2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374" y="17327473"/>
            <a:ext cx="5934066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4 assumed discs</a:t>
            </a:r>
          </a:p>
        </p:txBody>
      </p:sp>
      <p:sp>
        <p:nvSpPr>
          <p:cNvPr id="1783" name="text-1-1782">
            <a:extLst xmlns:a="http://schemas.openxmlformats.org/drawingml/2006/main">
              <a:ext uri="{FF2B5EF4-FFF2-40B4-BE49-F238E27FC236}">
                <a16:creationId xmlns:a16="http://schemas.microsoft.com/office/drawing/2014/main" id="{8C1BBDDD-6990-46C2-A2A3-6A1247F9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0989" y="17327473"/>
            <a:ext cx="6349451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No direct measurement</a:t>
            </a:r>
          </a:p>
        </p:txBody>
      </p:sp>
      <p:sp>
        <p:nvSpPr>
          <p:cNvPr id="1784" name="rect-1-1783">
            <a:extLst xmlns:a="http://schemas.openxmlformats.org/drawingml/2006/main">
              <a:ext uri="{FF2B5EF4-FFF2-40B4-BE49-F238E27FC236}">
                <a16:creationId xmlns:a16="http://schemas.microsoft.com/office/drawing/2014/main" id="{29C6D013-7CE6-4745-968E-BE44591C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4066" y="6290110"/>
            <a:ext cx="8624176" cy="11512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4B"/>
          </a:solidFill>
          <a:ln xmlns:a="http://schemas.openxmlformats.org/drawingml/2006/main" w="0">
            <a:noFill/>
          </a:ln>
        </p:spPr>
      </p:sp>
      <p:sp>
        <p:nvSpPr>
          <p:cNvPr id="1785" name="text-1-1784">
            <a:extLst xmlns:a="http://schemas.openxmlformats.org/drawingml/2006/main">
              <a:ext uri="{FF2B5EF4-FFF2-40B4-BE49-F238E27FC236}">
                <a16:creationId xmlns:a16="http://schemas.microsoft.com/office/drawing/2014/main" id="{9B071AA5-1684-4346-9D61-5802A8B8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132" y="6764835"/>
            <a:ext cx="7556044" cy="652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26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3426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R2 / SPATIAL COVERAGE</a:t>
            </a:r>
          </a:p>
        </p:txBody>
      </p:sp>
      <p:sp>
        <p:nvSpPr>
          <p:cNvPr id="1786" name="text-1-1785">
            <a:extLst xmlns:a="http://schemas.openxmlformats.org/drawingml/2006/main">
              <a:ext uri="{FF2B5EF4-FFF2-40B4-BE49-F238E27FC236}">
                <a16:creationId xmlns:a16="http://schemas.microsoft.com/office/drawing/2014/main" id="{57608034-AF32-4A8C-B3A9-C82F624E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132" y="7516484"/>
            <a:ext cx="7556044" cy="4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92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492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COMPLETED SUBSET ANALYSIS</a:t>
            </a:r>
          </a:p>
        </p:txBody>
      </p:sp>
      <p:sp>
        <p:nvSpPr>
          <p:cNvPr id="1787" name="text-1-1786">
            <a:extLst xmlns:a="http://schemas.openxmlformats.org/drawingml/2006/main">
              <a:ext uri="{FF2B5EF4-FFF2-40B4-BE49-F238E27FC236}">
                <a16:creationId xmlns:a16="http://schemas.microsoft.com/office/drawing/2014/main" id="{161073B4-65E9-4844-8B33-BAC95654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132" y="8406593"/>
            <a:ext cx="7556044" cy="231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148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12148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3.55%</a:t>
            </a:r>
          </a:p>
        </p:txBody>
      </p:sp>
      <p:sp>
        <p:nvSpPr>
          <p:cNvPr id="1788" name="text-1-1787">
            <a:extLst xmlns:a="http://schemas.openxmlformats.org/drawingml/2006/main">
              <a:ext uri="{FF2B5EF4-FFF2-40B4-BE49-F238E27FC236}">
                <a16:creationId xmlns:a16="http://schemas.microsoft.com/office/drawing/2014/main" id="{26D6D246-597D-4332-A55D-91FC94F8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132" y="10285714"/>
            <a:ext cx="7556044" cy="771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49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4049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Barefoot (BF)</a:t>
            </a:r>
          </a:p>
        </p:txBody>
      </p:sp>
      <p:sp>
        <p:nvSpPr>
          <p:cNvPr id="1789" name="text-1-1788">
            <a:extLst xmlns:a="http://schemas.openxmlformats.org/drawingml/2006/main">
              <a:ext uri="{FF2B5EF4-FFF2-40B4-BE49-F238E27FC236}">
                <a16:creationId xmlns:a16="http://schemas.microsoft.com/office/drawing/2014/main" id="{71C47F66-4763-46DE-917E-96247192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132" y="11096703"/>
            <a:ext cx="7556044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648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Range 2.76–4.25%</a:t>
            </a:r>
          </a:p>
        </p:txBody>
      </p:sp>
      <p:sp>
        <p:nvSpPr>
          <p:cNvPr id="1790" name="line-1-1789">
            <a:extLst xmlns:a="http://schemas.openxmlformats.org/drawingml/2006/main">
              <a:ext uri="{FF2B5EF4-FFF2-40B4-BE49-F238E27FC236}">
                <a16:creationId xmlns:a16="http://schemas.microsoft.com/office/drawing/2014/main" id="{A9DFFA5E-CD5F-44A6-82F9-4DEB82BD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132" y="11887912"/>
            <a:ext cx="7556044" cy="95"/>
          </a:xfrm>
          <a:custGeom xmlns:a="http://schemas.openxmlformats.org/drawingml/2006/main">
            <a:pathLst>
              <a:path w="7556044" h="95">
                <a:moveTo>
                  <a:pt x="0" y="0"/>
                </a:moveTo>
                <a:lnTo>
                  <a:pt x="7556044" y="95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791" name="text-1-1790">
            <a:extLst xmlns:a="http://schemas.openxmlformats.org/drawingml/2006/main">
              <a:ext uri="{FF2B5EF4-FFF2-40B4-BE49-F238E27FC236}">
                <a16:creationId xmlns:a16="http://schemas.microsoft.com/office/drawing/2014/main" id="{B8093E58-6D53-41BB-8B60-03D264B7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132" y="12303297"/>
            <a:ext cx="7556044" cy="231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148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12148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2.18%</a:t>
            </a:r>
          </a:p>
        </p:txBody>
      </p:sp>
      <p:sp>
        <p:nvSpPr>
          <p:cNvPr id="1792" name="text-1-1791">
            <a:extLst xmlns:a="http://schemas.openxmlformats.org/drawingml/2006/main">
              <a:ext uri="{FF2B5EF4-FFF2-40B4-BE49-F238E27FC236}">
                <a16:creationId xmlns:a16="http://schemas.microsoft.com/office/drawing/2014/main" id="{8C64E273-6968-4D3A-BDC7-0AD4DA13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132" y="14182418"/>
            <a:ext cx="7556044" cy="771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49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4049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Sneaker (ST)</a:t>
            </a:r>
          </a:p>
        </p:txBody>
      </p:sp>
      <p:sp>
        <p:nvSpPr>
          <p:cNvPr id="1793" name="text-1-1792">
            <a:extLst xmlns:a="http://schemas.openxmlformats.org/drawingml/2006/main">
              <a:ext uri="{FF2B5EF4-FFF2-40B4-BE49-F238E27FC236}">
                <a16:creationId xmlns:a16="http://schemas.microsoft.com/office/drawing/2014/main" id="{DD5D397C-B7F5-4F30-B650-1A3CA063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132" y="14993407"/>
            <a:ext cx="7556044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648" b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Range 1.66–2.81%</a:t>
            </a:r>
          </a:p>
        </p:txBody>
      </p:sp>
      <p:sp>
        <p:nvSpPr>
          <p:cNvPr id="1794" name="text-1-1793">
            <a:extLst xmlns:a="http://schemas.openxmlformats.org/drawingml/2006/main">
              <a:ext uri="{FF2B5EF4-FFF2-40B4-BE49-F238E27FC236}">
                <a16:creationId xmlns:a16="http://schemas.microsoft.com/office/drawing/2014/main" id="{57BDA21A-BEB0-47F1-916F-13245154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132" y="16081319"/>
            <a:ext cx="7556044" cy="5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3" b="0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803" b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Mean loaded area observed.</a:t>
            </a:r>
          </a:p>
        </p:txBody>
      </p:sp>
      <p:sp>
        <p:nvSpPr>
          <p:cNvPr id="1795" name="text-1-1794">
            <a:extLst xmlns:a="http://schemas.openxmlformats.org/drawingml/2006/main">
              <a:ext uri="{FF2B5EF4-FFF2-40B4-BE49-F238E27FC236}">
                <a16:creationId xmlns:a16="http://schemas.microsoft.com/office/drawing/2014/main" id="{7581C12A-E6FE-4F6B-AD5B-6E8711C0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132" y="16519253"/>
            <a:ext cx="7556044" cy="5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3" b="0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803" b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Ranges show participant variation,</a:t>
            </a:r>
          </a:p>
        </p:txBody>
      </p:sp>
      <p:sp>
        <p:nvSpPr>
          <p:cNvPr id="1796" name="text-1-1795">
            <a:extLst xmlns:a="http://schemas.openxmlformats.org/drawingml/2006/main">
              <a:ext uri="{FF2B5EF4-FFF2-40B4-BE49-F238E27FC236}">
                <a16:creationId xmlns:a16="http://schemas.microsoft.com/office/drawing/2014/main" id="{A62CC34E-134F-4C75-8F2D-52090ACC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132" y="16957187"/>
            <a:ext cx="7556044" cy="5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3" b="0">
                <a:solidFill>
                  <a:srgbClr val="FFFFFF"/>
                </a:solidFill>
                <a:latin typeface="IBM Plex Sans"/>
                <a:ea typeface="IBM Plex Sans"/>
                <a:cs typeface="IBM Plex Sans"/>
              </a:defRPr>
            </a:pPr>
            <a:r>
              <a:rPr sz="2803" b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not confidence intervals.</a:t>
            </a:r>
          </a:p>
        </p:txBody>
      </p:sp>
      <p:sp>
        <p:nvSpPr>
          <p:cNvPr id="1797" name="rect-1-1796">
            <a:extLst xmlns:a="http://schemas.openxmlformats.org/drawingml/2006/main">
              <a:ext uri="{FF2B5EF4-FFF2-40B4-BE49-F238E27FC236}">
                <a16:creationId xmlns:a16="http://schemas.microsoft.com/office/drawing/2014/main" id="{21E41E6E-97C2-4C3F-BC56-9B4124AC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1798" name="rect-1-1797">
            <a:extLst xmlns:a="http://schemas.openxmlformats.org/drawingml/2006/main">
              <a:ext uri="{FF2B5EF4-FFF2-40B4-BE49-F238E27FC236}">
                <a16:creationId xmlns:a16="http://schemas.microsoft.com/office/drawing/2014/main" id="{CE814B17-A2B7-43DC-9550-17FCC8F2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97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EF"/>
          </a:solidFill>
          <a:ln xmlns:a="http://schemas.openxmlformats.org/drawingml/2006/main" w="0">
            <a:noFill/>
          </a:ln>
        </p:spPr>
      </p:sp>
      <p:sp>
        <p:nvSpPr>
          <p:cNvPr id="1799" name="rect-1-1798">
            <a:extLst xmlns:a="http://schemas.openxmlformats.org/drawingml/2006/main">
              <a:ext uri="{FF2B5EF4-FFF2-40B4-BE49-F238E27FC236}">
                <a16:creationId xmlns:a16="http://schemas.microsoft.com/office/drawing/2014/main" id="{6F8B58F9-C298-4134-A91C-83E24820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835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EC"/>
          </a:solidFill>
          <a:ln xmlns:a="http://schemas.openxmlformats.org/drawingml/2006/main" w="0">
            <a:noFill/>
          </a:ln>
        </p:spPr>
      </p:sp>
      <p:sp>
        <p:nvSpPr>
          <p:cNvPr id="1800" name="rect-1-1799">
            <a:extLst xmlns:a="http://schemas.openxmlformats.org/drawingml/2006/main">
              <a:ext uri="{FF2B5EF4-FFF2-40B4-BE49-F238E27FC236}">
                <a16:creationId xmlns:a16="http://schemas.microsoft.com/office/drawing/2014/main" id="{FDC1E47A-3520-415A-82DE-0348493A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374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9"/>
          </a:solidFill>
          <a:ln xmlns:a="http://schemas.openxmlformats.org/drawingml/2006/main" w="0">
            <a:noFill/>
          </a:ln>
        </p:spPr>
      </p:sp>
      <p:sp>
        <p:nvSpPr>
          <p:cNvPr id="1801" name="rect-1-1800">
            <a:extLst xmlns:a="http://schemas.openxmlformats.org/drawingml/2006/main">
              <a:ext uri="{FF2B5EF4-FFF2-40B4-BE49-F238E27FC236}">
                <a16:creationId xmlns:a16="http://schemas.microsoft.com/office/drawing/2014/main" id="{8675B8BF-6389-4D36-99A3-F362DC3E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912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3E6"/>
          </a:solidFill>
          <a:ln xmlns:a="http://schemas.openxmlformats.org/drawingml/2006/main" w="0">
            <a:noFill/>
          </a:ln>
        </p:spPr>
      </p:sp>
      <p:sp>
        <p:nvSpPr>
          <p:cNvPr id="1802" name="rect-1-1801">
            <a:extLst xmlns:a="http://schemas.openxmlformats.org/drawingml/2006/main">
              <a:ext uri="{FF2B5EF4-FFF2-40B4-BE49-F238E27FC236}">
                <a16:creationId xmlns:a16="http://schemas.microsoft.com/office/drawing/2014/main" id="{596BC1FE-3B22-402E-98F0-779639CC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451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E0E3"/>
          </a:solidFill>
          <a:ln xmlns:a="http://schemas.openxmlformats.org/drawingml/2006/main" w="0">
            <a:noFill/>
          </a:ln>
        </p:spPr>
      </p:sp>
      <p:sp>
        <p:nvSpPr>
          <p:cNvPr id="1803" name="rect-1-1802">
            <a:extLst xmlns:a="http://schemas.openxmlformats.org/drawingml/2006/main">
              <a:ext uri="{FF2B5EF4-FFF2-40B4-BE49-F238E27FC236}">
                <a16:creationId xmlns:a16="http://schemas.microsoft.com/office/drawing/2014/main" id="{D79867E6-6F00-49E7-AC28-B7008EF8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989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noFill/>
          </a:ln>
        </p:spPr>
      </p:sp>
      <p:sp>
        <p:nvSpPr>
          <p:cNvPr id="1804" name="rect-1-1803">
            <a:extLst xmlns:a="http://schemas.openxmlformats.org/drawingml/2006/main">
              <a:ext uri="{FF2B5EF4-FFF2-40B4-BE49-F238E27FC236}">
                <a16:creationId xmlns:a16="http://schemas.microsoft.com/office/drawing/2014/main" id="{C926F162-04DF-4329-B2A1-247AE431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527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9DD"/>
          </a:solidFill>
          <a:ln xmlns:a="http://schemas.openxmlformats.org/drawingml/2006/main" w="0">
            <a:noFill/>
          </a:ln>
        </p:spPr>
      </p:sp>
      <p:sp>
        <p:nvSpPr>
          <p:cNvPr id="1805" name="rect-1-1804">
            <a:extLst xmlns:a="http://schemas.openxmlformats.org/drawingml/2006/main">
              <a:ext uri="{FF2B5EF4-FFF2-40B4-BE49-F238E27FC236}">
                <a16:creationId xmlns:a16="http://schemas.microsoft.com/office/drawing/2014/main" id="{E1350299-7E42-4920-966F-FE80C9E7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066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6DA"/>
          </a:solidFill>
          <a:ln xmlns:a="http://schemas.openxmlformats.org/drawingml/2006/main" w="0">
            <a:noFill/>
          </a:ln>
        </p:spPr>
      </p:sp>
      <p:sp>
        <p:nvSpPr>
          <p:cNvPr id="1806" name="rect-1-1805">
            <a:extLst xmlns:a="http://schemas.openxmlformats.org/drawingml/2006/main">
              <a:ext uri="{FF2B5EF4-FFF2-40B4-BE49-F238E27FC236}">
                <a16:creationId xmlns:a16="http://schemas.microsoft.com/office/drawing/2014/main" id="{05351F63-2165-452D-B1C3-B411051C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604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3D7"/>
          </a:solidFill>
          <a:ln xmlns:a="http://schemas.openxmlformats.org/drawingml/2006/main" w="0">
            <a:noFill/>
          </a:ln>
        </p:spPr>
      </p:sp>
      <p:sp>
        <p:nvSpPr>
          <p:cNvPr id="1807" name="rect-1-1806">
            <a:extLst xmlns:a="http://schemas.openxmlformats.org/drawingml/2006/main">
              <a:ext uri="{FF2B5EF4-FFF2-40B4-BE49-F238E27FC236}">
                <a16:creationId xmlns:a16="http://schemas.microsoft.com/office/drawing/2014/main" id="{EAF6E045-C2A8-498F-8FBC-A8058E85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143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0D4"/>
          </a:solidFill>
          <a:ln xmlns:a="http://schemas.openxmlformats.org/drawingml/2006/main" w="0">
            <a:noFill/>
          </a:ln>
        </p:spPr>
      </p:sp>
      <p:sp>
        <p:nvSpPr>
          <p:cNvPr id="1808" name="rect-1-1807">
            <a:extLst xmlns:a="http://schemas.openxmlformats.org/drawingml/2006/main">
              <a:ext uri="{FF2B5EF4-FFF2-40B4-BE49-F238E27FC236}">
                <a16:creationId xmlns:a16="http://schemas.microsoft.com/office/drawing/2014/main" id="{DF377F6E-B562-4851-B150-04345536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681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DD1"/>
          </a:solidFill>
          <a:ln xmlns:a="http://schemas.openxmlformats.org/drawingml/2006/main" w="0">
            <a:noFill/>
          </a:ln>
        </p:spPr>
      </p:sp>
      <p:sp>
        <p:nvSpPr>
          <p:cNvPr id="1809" name="rect-1-1808">
            <a:extLst xmlns:a="http://schemas.openxmlformats.org/drawingml/2006/main">
              <a:ext uri="{FF2B5EF4-FFF2-40B4-BE49-F238E27FC236}">
                <a16:creationId xmlns:a16="http://schemas.microsoft.com/office/drawing/2014/main" id="{DD96D2C6-8F49-4742-A7B1-83A869DD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220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9CE"/>
          </a:solidFill>
          <a:ln xmlns:a="http://schemas.openxmlformats.org/drawingml/2006/main" w="0">
            <a:noFill/>
          </a:ln>
        </p:spPr>
      </p:sp>
      <p:sp>
        <p:nvSpPr>
          <p:cNvPr id="1810" name="rect-1-1809">
            <a:extLst xmlns:a="http://schemas.openxmlformats.org/drawingml/2006/main">
              <a:ext uri="{FF2B5EF4-FFF2-40B4-BE49-F238E27FC236}">
                <a16:creationId xmlns:a16="http://schemas.microsoft.com/office/drawing/2014/main" id="{04C89D19-A6D4-4130-A65A-CA7C76D9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758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6CB"/>
          </a:solidFill>
          <a:ln xmlns:a="http://schemas.openxmlformats.org/drawingml/2006/main" w="0">
            <a:noFill/>
          </a:ln>
        </p:spPr>
      </p:sp>
      <p:sp>
        <p:nvSpPr>
          <p:cNvPr id="1811" name="rect-1-1810">
            <a:extLst xmlns:a="http://schemas.openxmlformats.org/drawingml/2006/main">
              <a:ext uri="{FF2B5EF4-FFF2-40B4-BE49-F238E27FC236}">
                <a16:creationId xmlns:a16="http://schemas.microsoft.com/office/drawing/2014/main" id="{A6931247-D871-481D-A067-A9B231BF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297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3C8"/>
          </a:solidFill>
          <a:ln xmlns:a="http://schemas.openxmlformats.org/drawingml/2006/main" w="0">
            <a:noFill/>
          </a:ln>
        </p:spPr>
      </p:sp>
      <p:sp>
        <p:nvSpPr>
          <p:cNvPr id="1812" name="rect-1-1811">
            <a:extLst xmlns:a="http://schemas.openxmlformats.org/drawingml/2006/main">
              <a:ext uri="{FF2B5EF4-FFF2-40B4-BE49-F238E27FC236}">
                <a16:creationId xmlns:a16="http://schemas.microsoft.com/office/drawing/2014/main" id="{736ACDA2-0834-4886-9F35-E0F94FF9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835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C0C5"/>
          </a:solidFill>
          <a:ln xmlns:a="http://schemas.openxmlformats.org/drawingml/2006/main" w="0">
            <a:noFill/>
          </a:ln>
        </p:spPr>
      </p:sp>
      <p:sp>
        <p:nvSpPr>
          <p:cNvPr id="1813" name="rect-1-1812">
            <a:extLst xmlns:a="http://schemas.openxmlformats.org/drawingml/2006/main">
              <a:ext uri="{FF2B5EF4-FFF2-40B4-BE49-F238E27FC236}">
                <a16:creationId xmlns:a16="http://schemas.microsoft.com/office/drawing/2014/main" id="{9CD968C5-B66E-4CC3-8707-25BEF969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374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CC2"/>
          </a:solidFill>
          <a:ln xmlns:a="http://schemas.openxmlformats.org/drawingml/2006/main" w="0">
            <a:noFill/>
          </a:ln>
        </p:spPr>
      </p:sp>
      <p:sp>
        <p:nvSpPr>
          <p:cNvPr id="1814" name="rect-1-1813">
            <a:extLst xmlns:a="http://schemas.openxmlformats.org/drawingml/2006/main">
              <a:ext uri="{FF2B5EF4-FFF2-40B4-BE49-F238E27FC236}">
                <a16:creationId xmlns:a16="http://schemas.microsoft.com/office/drawing/2014/main" id="{2DDFF598-2EEB-43DB-85F4-AE8ED13A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912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B9BF"/>
          </a:solidFill>
          <a:ln xmlns:a="http://schemas.openxmlformats.org/drawingml/2006/main" w="0">
            <a:noFill/>
          </a:ln>
        </p:spPr>
      </p:sp>
      <p:sp>
        <p:nvSpPr>
          <p:cNvPr id="1815" name="rect-1-1814">
            <a:extLst xmlns:a="http://schemas.openxmlformats.org/drawingml/2006/main">
              <a:ext uri="{FF2B5EF4-FFF2-40B4-BE49-F238E27FC236}">
                <a16:creationId xmlns:a16="http://schemas.microsoft.com/office/drawing/2014/main" id="{B86E9E1B-81B2-4B38-A884-21114AA6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451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6BC"/>
          </a:solidFill>
          <a:ln xmlns:a="http://schemas.openxmlformats.org/drawingml/2006/main" w="0">
            <a:noFill/>
          </a:ln>
        </p:spPr>
      </p:sp>
      <p:sp>
        <p:nvSpPr>
          <p:cNvPr id="1816" name="rect-1-1815">
            <a:extLst xmlns:a="http://schemas.openxmlformats.org/drawingml/2006/main">
              <a:ext uri="{FF2B5EF4-FFF2-40B4-BE49-F238E27FC236}">
                <a16:creationId xmlns:a16="http://schemas.microsoft.com/office/drawing/2014/main" id="{4E7B7F6E-C139-4F8A-8099-221F96D2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989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B3B9"/>
          </a:solidFill>
          <a:ln xmlns:a="http://schemas.openxmlformats.org/drawingml/2006/main" w="0">
            <a:noFill/>
          </a:ln>
        </p:spPr>
      </p:sp>
      <p:sp>
        <p:nvSpPr>
          <p:cNvPr id="1817" name="rect-1-1816">
            <a:extLst xmlns:a="http://schemas.openxmlformats.org/drawingml/2006/main">
              <a:ext uri="{FF2B5EF4-FFF2-40B4-BE49-F238E27FC236}">
                <a16:creationId xmlns:a16="http://schemas.microsoft.com/office/drawing/2014/main" id="{1B71D0F8-990A-44DA-BA0E-641CC508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527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0B6"/>
          </a:solidFill>
          <a:ln xmlns:a="http://schemas.openxmlformats.org/drawingml/2006/main" w="0">
            <a:noFill/>
          </a:ln>
        </p:spPr>
      </p:sp>
      <p:sp>
        <p:nvSpPr>
          <p:cNvPr id="1818" name="rect-1-1817">
            <a:extLst xmlns:a="http://schemas.openxmlformats.org/drawingml/2006/main">
              <a:ext uri="{FF2B5EF4-FFF2-40B4-BE49-F238E27FC236}">
                <a16:creationId xmlns:a16="http://schemas.microsoft.com/office/drawing/2014/main" id="{D3D0E91A-8F65-498E-8DEF-4D3B474E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066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ACB2"/>
          </a:solidFill>
          <a:ln xmlns:a="http://schemas.openxmlformats.org/drawingml/2006/main" w="0">
            <a:noFill/>
          </a:ln>
        </p:spPr>
      </p:sp>
      <p:sp>
        <p:nvSpPr>
          <p:cNvPr id="1819" name="rect-1-1818">
            <a:extLst xmlns:a="http://schemas.openxmlformats.org/drawingml/2006/main">
              <a:ext uri="{FF2B5EF4-FFF2-40B4-BE49-F238E27FC236}">
                <a16:creationId xmlns:a16="http://schemas.microsoft.com/office/drawing/2014/main" id="{543098B3-9FCB-47EC-AE61-BFAC9845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604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9AF"/>
          </a:solidFill>
          <a:ln xmlns:a="http://schemas.openxmlformats.org/drawingml/2006/main" w="0">
            <a:noFill/>
          </a:ln>
        </p:spPr>
      </p:sp>
      <p:sp>
        <p:nvSpPr>
          <p:cNvPr id="1820" name="rect-1-1819">
            <a:extLst xmlns:a="http://schemas.openxmlformats.org/drawingml/2006/main">
              <a:ext uri="{FF2B5EF4-FFF2-40B4-BE49-F238E27FC236}">
                <a16:creationId xmlns:a16="http://schemas.microsoft.com/office/drawing/2014/main" id="{A8A2B17F-D74F-483C-8E9F-5564BE74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143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6AC"/>
          </a:solidFill>
          <a:ln xmlns:a="http://schemas.openxmlformats.org/drawingml/2006/main" w="0">
            <a:noFill/>
          </a:ln>
        </p:spPr>
      </p:sp>
      <p:sp>
        <p:nvSpPr>
          <p:cNvPr id="1821" name="rect-1-1820">
            <a:extLst xmlns:a="http://schemas.openxmlformats.org/drawingml/2006/main">
              <a:ext uri="{FF2B5EF4-FFF2-40B4-BE49-F238E27FC236}">
                <a16:creationId xmlns:a16="http://schemas.microsoft.com/office/drawing/2014/main" id="{33F78E47-8008-4746-BC5B-B23BD4AB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81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3A9"/>
          </a:solidFill>
          <a:ln xmlns:a="http://schemas.openxmlformats.org/drawingml/2006/main" w="0">
            <a:noFill/>
          </a:ln>
        </p:spPr>
      </p:sp>
      <p:sp>
        <p:nvSpPr>
          <p:cNvPr id="1822" name="rect-1-1821">
            <a:extLst xmlns:a="http://schemas.openxmlformats.org/drawingml/2006/main">
              <a:ext uri="{FF2B5EF4-FFF2-40B4-BE49-F238E27FC236}">
                <a16:creationId xmlns:a16="http://schemas.microsoft.com/office/drawing/2014/main" id="{17582DD9-2372-4C6B-A0B9-6026D3CD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220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FA6"/>
          </a:solidFill>
          <a:ln xmlns:a="http://schemas.openxmlformats.org/drawingml/2006/main" w="0">
            <a:noFill/>
          </a:ln>
        </p:spPr>
      </p:sp>
      <p:sp>
        <p:nvSpPr>
          <p:cNvPr id="1823" name="rect-1-1822">
            <a:extLst xmlns:a="http://schemas.openxmlformats.org/drawingml/2006/main">
              <a:ext uri="{FF2B5EF4-FFF2-40B4-BE49-F238E27FC236}">
                <a16:creationId xmlns:a16="http://schemas.microsoft.com/office/drawing/2014/main" id="{2B3792A5-022C-450F-82D6-8D9EA6FD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758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CA3"/>
          </a:solidFill>
          <a:ln xmlns:a="http://schemas.openxmlformats.org/drawingml/2006/main" w="0">
            <a:noFill/>
          </a:ln>
        </p:spPr>
      </p:sp>
      <p:sp>
        <p:nvSpPr>
          <p:cNvPr id="1824" name="rect-1-1823">
            <a:extLst xmlns:a="http://schemas.openxmlformats.org/drawingml/2006/main">
              <a:ext uri="{FF2B5EF4-FFF2-40B4-BE49-F238E27FC236}">
                <a16:creationId xmlns:a16="http://schemas.microsoft.com/office/drawing/2014/main" id="{31E9532A-0A45-419A-8AA6-4ABE58A5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297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99A0"/>
          </a:solidFill>
          <a:ln xmlns:a="http://schemas.openxmlformats.org/drawingml/2006/main" w="0">
            <a:noFill/>
          </a:ln>
        </p:spPr>
      </p:sp>
      <p:sp>
        <p:nvSpPr>
          <p:cNvPr id="1825" name="rect-1-1824">
            <a:extLst xmlns:a="http://schemas.openxmlformats.org/drawingml/2006/main">
              <a:ext uri="{FF2B5EF4-FFF2-40B4-BE49-F238E27FC236}">
                <a16:creationId xmlns:a16="http://schemas.microsoft.com/office/drawing/2014/main" id="{2580FB10-1473-4DFD-9995-E7129F06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4835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69D"/>
          </a:solidFill>
          <a:ln xmlns:a="http://schemas.openxmlformats.org/drawingml/2006/main" w="0">
            <a:noFill/>
          </a:ln>
        </p:spPr>
      </p:sp>
      <p:sp>
        <p:nvSpPr>
          <p:cNvPr id="1826" name="rect-1-1825">
            <a:extLst xmlns:a="http://schemas.openxmlformats.org/drawingml/2006/main">
              <a:ext uri="{FF2B5EF4-FFF2-40B4-BE49-F238E27FC236}">
                <a16:creationId xmlns:a16="http://schemas.microsoft.com/office/drawing/2014/main" id="{C66AA2F9-E22E-4061-8836-85C2387E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374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29A"/>
          </a:solidFill>
          <a:ln xmlns:a="http://schemas.openxmlformats.org/drawingml/2006/main" w="0">
            <a:noFill/>
          </a:ln>
        </p:spPr>
      </p:sp>
      <p:sp>
        <p:nvSpPr>
          <p:cNvPr id="1827" name="rect-1-1826">
            <a:extLst xmlns:a="http://schemas.openxmlformats.org/drawingml/2006/main">
              <a:ext uri="{FF2B5EF4-FFF2-40B4-BE49-F238E27FC236}">
                <a16:creationId xmlns:a16="http://schemas.microsoft.com/office/drawing/2014/main" id="{D4995D48-FFF1-40C8-8A7C-0EC9CB9B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912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F97"/>
          </a:solidFill>
          <a:ln xmlns:a="http://schemas.openxmlformats.org/drawingml/2006/main" w="0">
            <a:noFill/>
          </a:ln>
        </p:spPr>
      </p:sp>
      <p:sp>
        <p:nvSpPr>
          <p:cNvPr id="1828" name="rect-1-1827">
            <a:extLst xmlns:a="http://schemas.openxmlformats.org/drawingml/2006/main">
              <a:ext uri="{FF2B5EF4-FFF2-40B4-BE49-F238E27FC236}">
                <a16:creationId xmlns:a16="http://schemas.microsoft.com/office/drawing/2014/main" id="{0865DF42-A754-42C3-8B90-68A850A7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451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C94"/>
          </a:solidFill>
          <a:ln xmlns:a="http://schemas.openxmlformats.org/drawingml/2006/main" w="0">
            <a:noFill/>
          </a:ln>
        </p:spPr>
      </p:sp>
      <p:sp>
        <p:nvSpPr>
          <p:cNvPr id="1829" name="rect-1-1828">
            <a:extLst xmlns:a="http://schemas.openxmlformats.org/drawingml/2006/main">
              <a:ext uri="{FF2B5EF4-FFF2-40B4-BE49-F238E27FC236}">
                <a16:creationId xmlns:a16="http://schemas.microsoft.com/office/drawing/2014/main" id="{79E867DA-52C2-429E-94D8-660C70A3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989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8991"/>
          </a:solidFill>
          <a:ln xmlns:a="http://schemas.openxmlformats.org/drawingml/2006/main" w="0">
            <a:noFill/>
          </a:ln>
        </p:spPr>
      </p:sp>
      <p:sp>
        <p:nvSpPr>
          <p:cNvPr id="1830" name="rect-1-1829">
            <a:extLst xmlns:a="http://schemas.openxmlformats.org/drawingml/2006/main">
              <a:ext uri="{FF2B5EF4-FFF2-40B4-BE49-F238E27FC236}">
                <a16:creationId xmlns:a16="http://schemas.microsoft.com/office/drawing/2014/main" id="{29CA0CAC-6C17-4D0E-94C4-6B78FD85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527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868E"/>
          </a:solidFill>
          <a:ln xmlns:a="http://schemas.openxmlformats.org/drawingml/2006/main" w="0">
            <a:noFill/>
          </a:ln>
        </p:spPr>
      </p:sp>
      <p:sp>
        <p:nvSpPr>
          <p:cNvPr id="1831" name="rect-1-1830">
            <a:extLst xmlns:a="http://schemas.openxmlformats.org/drawingml/2006/main">
              <a:ext uri="{FF2B5EF4-FFF2-40B4-BE49-F238E27FC236}">
                <a16:creationId xmlns:a16="http://schemas.microsoft.com/office/drawing/2014/main" id="{66FA2CBD-C76E-4AB7-926A-17FC6700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066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28B"/>
          </a:solidFill>
          <a:ln xmlns:a="http://schemas.openxmlformats.org/drawingml/2006/main" w="0">
            <a:noFill/>
          </a:ln>
        </p:spPr>
      </p:sp>
      <p:sp>
        <p:nvSpPr>
          <p:cNvPr id="1832" name="rect-1-1831">
            <a:extLst xmlns:a="http://schemas.openxmlformats.org/drawingml/2006/main">
              <a:ext uri="{FF2B5EF4-FFF2-40B4-BE49-F238E27FC236}">
                <a16:creationId xmlns:a16="http://schemas.microsoft.com/office/drawing/2014/main" id="{02A7C6C9-35DE-41E8-BE74-2EAB4EC8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604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F88"/>
          </a:solidFill>
          <a:ln xmlns:a="http://schemas.openxmlformats.org/drawingml/2006/main" w="0">
            <a:noFill/>
          </a:ln>
        </p:spPr>
      </p:sp>
      <p:sp>
        <p:nvSpPr>
          <p:cNvPr id="1833" name="rect-1-1832">
            <a:extLst xmlns:a="http://schemas.openxmlformats.org/drawingml/2006/main">
              <a:ext uri="{FF2B5EF4-FFF2-40B4-BE49-F238E27FC236}">
                <a16:creationId xmlns:a16="http://schemas.microsoft.com/office/drawing/2014/main" id="{E186C14D-C37D-489D-8493-8CC0ADC0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143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C85"/>
          </a:solidFill>
          <a:ln xmlns:a="http://schemas.openxmlformats.org/drawingml/2006/main" w="0">
            <a:noFill/>
          </a:ln>
        </p:spPr>
      </p:sp>
      <p:sp>
        <p:nvSpPr>
          <p:cNvPr id="1834" name="rect-1-1833">
            <a:extLst xmlns:a="http://schemas.openxmlformats.org/drawingml/2006/main">
              <a:ext uri="{FF2B5EF4-FFF2-40B4-BE49-F238E27FC236}">
                <a16:creationId xmlns:a16="http://schemas.microsoft.com/office/drawing/2014/main" id="{F3517A53-858C-4FE4-8EE1-185C550A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681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982"/>
          </a:solidFill>
          <a:ln xmlns:a="http://schemas.openxmlformats.org/drawingml/2006/main" w="0">
            <a:noFill/>
          </a:ln>
        </p:spPr>
      </p:sp>
      <p:sp>
        <p:nvSpPr>
          <p:cNvPr id="1835" name="rect-1-1834">
            <a:extLst xmlns:a="http://schemas.openxmlformats.org/drawingml/2006/main">
              <a:ext uri="{FF2B5EF4-FFF2-40B4-BE49-F238E27FC236}">
                <a16:creationId xmlns:a16="http://schemas.microsoft.com/office/drawing/2014/main" id="{A19AC8C2-036A-4C12-9FB9-2D697E55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220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57F"/>
          </a:solidFill>
          <a:ln xmlns:a="http://schemas.openxmlformats.org/drawingml/2006/main" w="0">
            <a:noFill/>
          </a:ln>
        </p:spPr>
      </p:sp>
      <p:sp>
        <p:nvSpPr>
          <p:cNvPr id="1836" name="rect-1-1835">
            <a:extLst xmlns:a="http://schemas.openxmlformats.org/drawingml/2006/main">
              <a:ext uri="{FF2B5EF4-FFF2-40B4-BE49-F238E27FC236}">
                <a16:creationId xmlns:a16="http://schemas.microsoft.com/office/drawing/2014/main" id="{DD82723B-F8AB-410B-AF6E-C9EB0CD8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758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27C"/>
          </a:solidFill>
          <a:ln xmlns:a="http://schemas.openxmlformats.org/drawingml/2006/main" w="0">
            <a:noFill/>
          </a:ln>
        </p:spPr>
      </p:sp>
      <p:sp>
        <p:nvSpPr>
          <p:cNvPr id="1837" name="rect-1-1836">
            <a:extLst xmlns:a="http://schemas.openxmlformats.org/drawingml/2006/main">
              <a:ext uri="{FF2B5EF4-FFF2-40B4-BE49-F238E27FC236}">
                <a16:creationId xmlns:a16="http://schemas.microsoft.com/office/drawing/2014/main" id="{2FEFB2B2-C789-4B90-85D1-097386D1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297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0">
            <a:noFill/>
          </a:ln>
        </p:spPr>
      </p:sp>
      <p:sp>
        <p:nvSpPr>
          <p:cNvPr id="1838" name="rect-1-1837">
            <a:extLst xmlns:a="http://schemas.openxmlformats.org/drawingml/2006/main">
              <a:ext uri="{FF2B5EF4-FFF2-40B4-BE49-F238E27FC236}">
                <a16:creationId xmlns:a16="http://schemas.microsoft.com/office/drawing/2014/main" id="{C483A0A4-D554-43F8-828A-3108A733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835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D78"/>
          </a:solidFill>
          <a:ln xmlns:a="http://schemas.openxmlformats.org/drawingml/2006/main" w="0">
            <a:noFill/>
          </a:ln>
        </p:spPr>
      </p:sp>
      <p:sp>
        <p:nvSpPr>
          <p:cNvPr id="1839" name="rect-1-1838">
            <a:extLst xmlns:a="http://schemas.openxmlformats.org/drawingml/2006/main">
              <a:ext uri="{FF2B5EF4-FFF2-40B4-BE49-F238E27FC236}">
                <a16:creationId xmlns:a16="http://schemas.microsoft.com/office/drawing/2014/main" id="{AF90C32F-DA15-48EF-B628-4B7F8F84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374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C77"/>
          </a:solidFill>
          <a:ln xmlns:a="http://schemas.openxmlformats.org/drawingml/2006/main" w="0">
            <a:noFill/>
          </a:ln>
        </p:spPr>
      </p:sp>
      <p:sp>
        <p:nvSpPr>
          <p:cNvPr id="1840" name="rect-1-1839">
            <a:extLst xmlns:a="http://schemas.openxmlformats.org/drawingml/2006/main">
              <a:ext uri="{FF2B5EF4-FFF2-40B4-BE49-F238E27FC236}">
                <a16:creationId xmlns:a16="http://schemas.microsoft.com/office/drawing/2014/main" id="{9B9BCC6A-126E-4032-8862-F13B3EF8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12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A76"/>
          </a:solidFill>
          <a:ln xmlns:a="http://schemas.openxmlformats.org/drawingml/2006/main" w="0">
            <a:noFill/>
          </a:ln>
        </p:spPr>
      </p:sp>
      <p:sp>
        <p:nvSpPr>
          <p:cNvPr id="1841" name="rect-1-1840">
            <a:extLst xmlns:a="http://schemas.openxmlformats.org/drawingml/2006/main">
              <a:ext uri="{FF2B5EF4-FFF2-40B4-BE49-F238E27FC236}">
                <a16:creationId xmlns:a16="http://schemas.microsoft.com/office/drawing/2014/main" id="{FF3709C3-8FCB-4075-AAB0-550D57C8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451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974"/>
          </a:solidFill>
          <a:ln xmlns:a="http://schemas.openxmlformats.org/drawingml/2006/main" w="0">
            <a:noFill/>
          </a:ln>
        </p:spPr>
      </p:sp>
      <p:sp>
        <p:nvSpPr>
          <p:cNvPr id="1842" name="rect-1-1841">
            <a:extLst xmlns:a="http://schemas.openxmlformats.org/drawingml/2006/main">
              <a:ext uri="{FF2B5EF4-FFF2-40B4-BE49-F238E27FC236}">
                <a16:creationId xmlns:a16="http://schemas.microsoft.com/office/drawing/2014/main" id="{B4C31260-95C0-491A-8D45-80A41E9E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989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773"/>
          </a:solidFill>
          <a:ln xmlns:a="http://schemas.openxmlformats.org/drawingml/2006/main" w="0">
            <a:noFill/>
          </a:ln>
        </p:spPr>
      </p:sp>
      <p:sp>
        <p:nvSpPr>
          <p:cNvPr id="1843" name="rect-1-1842">
            <a:extLst xmlns:a="http://schemas.openxmlformats.org/drawingml/2006/main">
              <a:ext uri="{FF2B5EF4-FFF2-40B4-BE49-F238E27FC236}">
                <a16:creationId xmlns:a16="http://schemas.microsoft.com/office/drawing/2014/main" id="{49F25DEF-272A-4409-B86F-0C107314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527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6672"/>
          </a:solidFill>
          <a:ln xmlns:a="http://schemas.openxmlformats.org/drawingml/2006/main" w="0">
            <a:noFill/>
          </a:ln>
        </p:spPr>
      </p:sp>
      <p:sp>
        <p:nvSpPr>
          <p:cNvPr id="1844" name="rect-1-1843">
            <a:extLst xmlns:a="http://schemas.openxmlformats.org/drawingml/2006/main">
              <a:ext uri="{FF2B5EF4-FFF2-40B4-BE49-F238E27FC236}">
                <a16:creationId xmlns:a16="http://schemas.microsoft.com/office/drawing/2014/main" id="{E13A1AEA-7FD8-4D15-B151-F08E083D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066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471"/>
          </a:solidFill>
          <a:ln xmlns:a="http://schemas.openxmlformats.org/drawingml/2006/main" w="0">
            <a:noFill/>
          </a:ln>
        </p:spPr>
      </p:sp>
      <p:sp>
        <p:nvSpPr>
          <p:cNvPr id="1845" name="rect-1-1844">
            <a:extLst xmlns:a="http://schemas.openxmlformats.org/drawingml/2006/main">
              <a:ext uri="{FF2B5EF4-FFF2-40B4-BE49-F238E27FC236}">
                <a16:creationId xmlns:a16="http://schemas.microsoft.com/office/drawing/2014/main" id="{16775A72-A39B-4B7E-8420-C776F70F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4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370"/>
          </a:solidFill>
          <a:ln xmlns:a="http://schemas.openxmlformats.org/drawingml/2006/main" w="0">
            <a:noFill/>
          </a:ln>
        </p:spPr>
      </p:sp>
      <p:sp>
        <p:nvSpPr>
          <p:cNvPr id="1846" name="rect-1-1845">
            <a:extLst xmlns:a="http://schemas.openxmlformats.org/drawingml/2006/main">
              <a:ext uri="{FF2B5EF4-FFF2-40B4-BE49-F238E27FC236}">
                <a16:creationId xmlns:a16="http://schemas.microsoft.com/office/drawing/2014/main" id="{F7A0B2FD-2C80-4771-A4D9-DA22C9EE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143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16F"/>
          </a:solidFill>
          <a:ln xmlns:a="http://schemas.openxmlformats.org/drawingml/2006/main" w="0">
            <a:noFill/>
          </a:ln>
        </p:spPr>
      </p:sp>
      <p:sp>
        <p:nvSpPr>
          <p:cNvPr id="1847" name="rect-1-1846">
            <a:extLst xmlns:a="http://schemas.openxmlformats.org/drawingml/2006/main">
              <a:ext uri="{FF2B5EF4-FFF2-40B4-BE49-F238E27FC236}">
                <a16:creationId xmlns:a16="http://schemas.microsoft.com/office/drawing/2014/main" id="{3F773E0D-BDEE-4B4B-A51A-303132DB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681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06E"/>
          </a:solidFill>
          <a:ln xmlns:a="http://schemas.openxmlformats.org/drawingml/2006/main" w="0">
            <a:noFill/>
          </a:ln>
        </p:spPr>
      </p:sp>
      <p:sp>
        <p:nvSpPr>
          <p:cNvPr id="1848" name="rect-1-1847">
            <a:extLst xmlns:a="http://schemas.openxmlformats.org/drawingml/2006/main">
              <a:ext uri="{FF2B5EF4-FFF2-40B4-BE49-F238E27FC236}">
                <a16:creationId xmlns:a16="http://schemas.microsoft.com/office/drawing/2014/main" id="{E996C028-95E0-40BD-BBD2-C00D4E2B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220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E6C"/>
          </a:solidFill>
          <a:ln xmlns:a="http://schemas.openxmlformats.org/drawingml/2006/main" w="0">
            <a:noFill/>
          </a:ln>
        </p:spPr>
      </p:sp>
      <p:sp>
        <p:nvSpPr>
          <p:cNvPr id="1849" name="rect-1-1848">
            <a:extLst xmlns:a="http://schemas.openxmlformats.org/drawingml/2006/main">
              <a:ext uri="{FF2B5EF4-FFF2-40B4-BE49-F238E27FC236}">
                <a16:creationId xmlns:a16="http://schemas.microsoft.com/office/drawing/2014/main" id="{04ACC166-F33B-4E68-A9AB-A947C8DC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758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C6B"/>
          </a:solidFill>
          <a:ln xmlns:a="http://schemas.openxmlformats.org/drawingml/2006/main" w="0">
            <a:noFill/>
          </a:ln>
        </p:spPr>
      </p:sp>
      <p:sp>
        <p:nvSpPr>
          <p:cNvPr id="1850" name="rect-1-1849">
            <a:extLst xmlns:a="http://schemas.openxmlformats.org/drawingml/2006/main">
              <a:ext uri="{FF2B5EF4-FFF2-40B4-BE49-F238E27FC236}">
                <a16:creationId xmlns:a16="http://schemas.microsoft.com/office/drawing/2014/main" id="{AE6DEF39-B5C5-44DF-9E30-3FF915E1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297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B6A"/>
          </a:solidFill>
          <a:ln xmlns:a="http://schemas.openxmlformats.org/drawingml/2006/main" w="0">
            <a:noFill/>
          </a:ln>
        </p:spPr>
      </p:sp>
      <p:sp>
        <p:nvSpPr>
          <p:cNvPr id="1851" name="rect-1-1850">
            <a:extLst xmlns:a="http://schemas.openxmlformats.org/drawingml/2006/main">
              <a:ext uri="{FF2B5EF4-FFF2-40B4-BE49-F238E27FC236}">
                <a16:creationId xmlns:a16="http://schemas.microsoft.com/office/drawing/2014/main" id="{27D0D3BF-5DDB-4D9A-A613-46CD8853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4835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969"/>
          </a:solidFill>
          <a:ln xmlns:a="http://schemas.openxmlformats.org/drawingml/2006/main" w="0">
            <a:noFill/>
          </a:ln>
        </p:spPr>
      </p:sp>
      <p:sp>
        <p:nvSpPr>
          <p:cNvPr id="1852" name="rect-1-1851">
            <a:extLst xmlns:a="http://schemas.openxmlformats.org/drawingml/2006/main">
              <a:ext uri="{FF2B5EF4-FFF2-40B4-BE49-F238E27FC236}">
                <a16:creationId xmlns:a16="http://schemas.microsoft.com/office/drawing/2014/main" id="{85F76095-21A0-4FDE-A670-B2026DC6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374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868"/>
          </a:solidFill>
          <a:ln xmlns:a="http://schemas.openxmlformats.org/drawingml/2006/main" w="0">
            <a:noFill/>
          </a:ln>
        </p:spPr>
      </p:sp>
      <p:sp>
        <p:nvSpPr>
          <p:cNvPr id="1853" name="rect-1-1852">
            <a:extLst xmlns:a="http://schemas.openxmlformats.org/drawingml/2006/main">
              <a:ext uri="{FF2B5EF4-FFF2-40B4-BE49-F238E27FC236}">
                <a16:creationId xmlns:a16="http://schemas.microsoft.com/office/drawing/2014/main" id="{95002EDD-DCE5-4755-9DFB-77B19174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912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667"/>
          </a:solidFill>
          <a:ln xmlns:a="http://schemas.openxmlformats.org/drawingml/2006/main" w="0">
            <a:noFill/>
          </a:ln>
        </p:spPr>
      </p:sp>
      <p:sp>
        <p:nvSpPr>
          <p:cNvPr id="1854" name="rect-1-1853">
            <a:extLst xmlns:a="http://schemas.openxmlformats.org/drawingml/2006/main">
              <a:ext uri="{FF2B5EF4-FFF2-40B4-BE49-F238E27FC236}">
                <a16:creationId xmlns:a16="http://schemas.microsoft.com/office/drawing/2014/main" id="{3F081DFD-FEB7-426D-A86E-2A10C319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451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565"/>
          </a:solidFill>
          <a:ln xmlns:a="http://schemas.openxmlformats.org/drawingml/2006/main" w="0">
            <a:noFill/>
          </a:ln>
        </p:spPr>
      </p:sp>
      <p:sp>
        <p:nvSpPr>
          <p:cNvPr id="1855" name="rect-1-1854">
            <a:extLst xmlns:a="http://schemas.openxmlformats.org/drawingml/2006/main">
              <a:ext uri="{FF2B5EF4-FFF2-40B4-BE49-F238E27FC236}">
                <a16:creationId xmlns:a16="http://schemas.microsoft.com/office/drawing/2014/main" id="{9BCACDB1-A2A5-4D67-B452-18077963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89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364"/>
          </a:solidFill>
          <a:ln xmlns:a="http://schemas.openxmlformats.org/drawingml/2006/main" w="0">
            <a:noFill/>
          </a:ln>
        </p:spPr>
      </p:sp>
      <p:sp>
        <p:nvSpPr>
          <p:cNvPr id="1856" name="rect-1-1855">
            <a:extLst xmlns:a="http://schemas.openxmlformats.org/drawingml/2006/main">
              <a:ext uri="{FF2B5EF4-FFF2-40B4-BE49-F238E27FC236}">
                <a16:creationId xmlns:a16="http://schemas.microsoft.com/office/drawing/2014/main" id="{18CBDAE8-4323-4AC2-8180-D8134C62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527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263"/>
          </a:solidFill>
          <a:ln xmlns:a="http://schemas.openxmlformats.org/drawingml/2006/main" w="0">
            <a:noFill/>
          </a:ln>
        </p:spPr>
      </p:sp>
      <p:sp>
        <p:nvSpPr>
          <p:cNvPr id="1857" name="rect-1-1856">
            <a:extLst xmlns:a="http://schemas.openxmlformats.org/drawingml/2006/main">
              <a:ext uri="{FF2B5EF4-FFF2-40B4-BE49-F238E27FC236}">
                <a16:creationId xmlns:a16="http://schemas.microsoft.com/office/drawing/2014/main" id="{1E1C9B50-F688-4DF1-981B-7DB7A207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66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5062"/>
          </a:solidFill>
          <a:ln xmlns:a="http://schemas.openxmlformats.org/drawingml/2006/main" w="0">
            <a:noFill/>
          </a:ln>
        </p:spPr>
      </p:sp>
      <p:sp>
        <p:nvSpPr>
          <p:cNvPr id="1858" name="rect-1-1857">
            <a:extLst xmlns:a="http://schemas.openxmlformats.org/drawingml/2006/main">
              <a:ext uri="{FF2B5EF4-FFF2-40B4-BE49-F238E27FC236}">
                <a16:creationId xmlns:a16="http://schemas.microsoft.com/office/drawing/2014/main" id="{DC791041-1C14-4811-9E4B-8415F4B8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604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E61"/>
          </a:solidFill>
          <a:ln xmlns:a="http://schemas.openxmlformats.org/drawingml/2006/main" w="0">
            <a:noFill/>
          </a:ln>
        </p:spPr>
      </p:sp>
      <p:sp>
        <p:nvSpPr>
          <p:cNvPr id="1859" name="rect-1-1858">
            <a:extLst xmlns:a="http://schemas.openxmlformats.org/drawingml/2006/main">
              <a:ext uri="{FF2B5EF4-FFF2-40B4-BE49-F238E27FC236}">
                <a16:creationId xmlns:a16="http://schemas.microsoft.com/office/drawing/2014/main" id="{E0D2EB6A-5E05-4D06-A74A-269C5B79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143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D60"/>
          </a:solidFill>
          <a:ln xmlns:a="http://schemas.openxmlformats.org/drawingml/2006/main" w="0">
            <a:noFill/>
          </a:ln>
        </p:spPr>
      </p:sp>
      <p:sp>
        <p:nvSpPr>
          <p:cNvPr id="1860" name="rect-1-1859">
            <a:extLst xmlns:a="http://schemas.openxmlformats.org/drawingml/2006/main">
              <a:ext uri="{FF2B5EF4-FFF2-40B4-BE49-F238E27FC236}">
                <a16:creationId xmlns:a16="http://schemas.microsoft.com/office/drawing/2014/main" id="{FD59395A-9465-4456-8F65-BF4447A6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681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B5F"/>
          </a:solidFill>
          <a:ln xmlns:a="http://schemas.openxmlformats.org/drawingml/2006/main" w="0">
            <a:noFill/>
          </a:ln>
        </p:spPr>
      </p:sp>
      <p:sp>
        <p:nvSpPr>
          <p:cNvPr id="1861" name="rect-1-1860">
            <a:extLst xmlns:a="http://schemas.openxmlformats.org/drawingml/2006/main">
              <a:ext uri="{FF2B5EF4-FFF2-40B4-BE49-F238E27FC236}">
                <a16:creationId xmlns:a16="http://schemas.microsoft.com/office/drawing/2014/main" id="{26348F8E-CF8A-4D17-89BD-18C78B13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220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A5D"/>
          </a:solidFill>
          <a:ln xmlns:a="http://schemas.openxmlformats.org/drawingml/2006/main" w="0">
            <a:noFill/>
          </a:ln>
        </p:spPr>
      </p:sp>
      <p:sp>
        <p:nvSpPr>
          <p:cNvPr id="1862" name="rect-1-1861">
            <a:extLst xmlns:a="http://schemas.openxmlformats.org/drawingml/2006/main">
              <a:ext uri="{FF2B5EF4-FFF2-40B4-BE49-F238E27FC236}">
                <a16:creationId xmlns:a16="http://schemas.microsoft.com/office/drawing/2014/main" id="{09734C14-818F-49D8-BCD1-70778FA8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58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85C"/>
          </a:solidFill>
          <a:ln xmlns:a="http://schemas.openxmlformats.org/drawingml/2006/main" w="0">
            <a:noFill/>
          </a:ln>
        </p:spPr>
      </p:sp>
      <p:sp>
        <p:nvSpPr>
          <p:cNvPr id="1863" name="rect-1-1862">
            <a:extLst xmlns:a="http://schemas.openxmlformats.org/drawingml/2006/main">
              <a:ext uri="{FF2B5EF4-FFF2-40B4-BE49-F238E27FC236}">
                <a16:creationId xmlns:a16="http://schemas.microsoft.com/office/drawing/2014/main" id="{6517A78C-249F-4976-A6DB-B9CF9E07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297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75B"/>
          </a:solidFill>
          <a:ln xmlns:a="http://schemas.openxmlformats.org/drawingml/2006/main" w="0">
            <a:noFill/>
          </a:ln>
        </p:spPr>
      </p:sp>
      <p:sp>
        <p:nvSpPr>
          <p:cNvPr id="1864" name="rect-1-1863">
            <a:extLst xmlns:a="http://schemas.openxmlformats.org/drawingml/2006/main">
              <a:ext uri="{FF2B5EF4-FFF2-40B4-BE49-F238E27FC236}">
                <a16:creationId xmlns:a16="http://schemas.microsoft.com/office/drawing/2014/main" id="{88B48C73-7DB8-4C18-9423-21C7BDFB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835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55A"/>
          </a:solidFill>
          <a:ln xmlns:a="http://schemas.openxmlformats.org/drawingml/2006/main" w="0">
            <a:noFill/>
          </a:ln>
        </p:spPr>
      </p:sp>
      <p:sp>
        <p:nvSpPr>
          <p:cNvPr id="1865" name="rect-1-1864">
            <a:extLst xmlns:a="http://schemas.openxmlformats.org/drawingml/2006/main">
              <a:ext uri="{FF2B5EF4-FFF2-40B4-BE49-F238E27FC236}">
                <a16:creationId xmlns:a16="http://schemas.microsoft.com/office/drawing/2014/main" id="{FB82A4F1-2AE8-4E8E-BDBE-062009DD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6374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459"/>
          </a:solidFill>
          <a:ln xmlns:a="http://schemas.openxmlformats.org/drawingml/2006/main" w="0">
            <a:noFill/>
          </a:ln>
        </p:spPr>
      </p:sp>
      <p:sp>
        <p:nvSpPr>
          <p:cNvPr id="1866" name="rect-1-1865">
            <a:extLst xmlns:a="http://schemas.openxmlformats.org/drawingml/2006/main">
              <a:ext uri="{FF2B5EF4-FFF2-40B4-BE49-F238E27FC236}">
                <a16:creationId xmlns:a16="http://schemas.microsoft.com/office/drawing/2014/main" id="{9819339B-12E4-429D-A543-A7313B8B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912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258"/>
          </a:solidFill>
          <a:ln xmlns:a="http://schemas.openxmlformats.org/drawingml/2006/main" w="0">
            <a:noFill/>
          </a:ln>
        </p:spPr>
      </p:sp>
      <p:sp>
        <p:nvSpPr>
          <p:cNvPr id="1867" name="rect-1-1866">
            <a:extLst xmlns:a="http://schemas.openxmlformats.org/drawingml/2006/main">
              <a:ext uri="{FF2B5EF4-FFF2-40B4-BE49-F238E27FC236}">
                <a16:creationId xmlns:a16="http://schemas.microsoft.com/office/drawing/2014/main" id="{E63660AF-1977-4792-8B8A-1C748E61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451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157"/>
          </a:solidFill>
          <a:ln xmlns:a="http://schemas.openxmlformats.org/drawingml/2006/main" w="0">
            <a:noFill/>
          </a:ln>
        </p:spPr>
      </p:sp>
      <p:sp>
        <p:nvSpPr>
          <p:cNvPr id="1868" name="rect-1-1867">
            <a:extLst xmlns:a="http://schemas.openxmlformats.org/drawingml/2006/main">
              <a:ext uri="{FF2B5EF4-FFF2-40B4-BE49-F238E27FC236}">
                <a16:creationId xmlns:a16="http://schemas.microsoft.com/office/drawing/2014/main" id="{03C4EEAF-A452-4393-961A-71599C53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0989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55"/>
          </a:solidFill>
          <a:ln xmlns:a="http://schemas.openxmlformats.org/drawingml/2006/main" w="0">
            <a:noFill/>
          </a:ln>
        </p:spPr>
      </p:sp>
      <p:sp>
        <p:nvSpPr>
          <p:cNvPr id="1869" name="rect-1-1868">
            <a:extLst xmlns:a="http://schemas.openxmlformats.org/drawingml/2006/main">
              <a:ext uri="{FF2B5EF4-FFF2-40B4-BE49-F238E27FC236}">
                <a16:creationId xmlns:a16="http://schemas.microsoft.com/office/drawing/2014/main" id="{D3FB86B9-F4D0-454B-8403-499C851F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27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54"/>
          </a:solidFill>
          <a:ln xmlns:a="http://schemas.openxmlformats.org/drawingml/2006/main" w="0">
            <a:noFill/>
          </a:ln>
        </p:spPr>
      </p:sp>
      <p:sp>
        <p:nvSpPr>
          <p:cNvPr id="1870" name="rect-1-1869">
            <a:extLst xmlns:a="http://schemas.openxmlformats.org/drawingml/2006/main">
              <a:ext uri="{FF2B5EF4-FFF2-40B4-BE49-F238E27FC236}">
                <a16:creationId xmlns:a16="http://schemas.microsoft.com/office/drawing/2014/main" id="{0A5B13E6-29AA-4CD7-AE48-BD02EFE8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066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53"/>
          </a:solidFill>
          <a:ln xmlns:a="http://schemas.openxmlformats.org/drawingml/2006/main" w="0">
            <a:noFill/>
          </a:ln>
        </p:spPr>
      </p:sp>
      <p:sp>
        <p:nvSpPr>
          <p:cNvPr id="1871" name="rect-1-1870">
            <a:extLst xmlns:a="http://schemas.openxmlformats.org/drawingml/2006/main">
              <a:ext uri="{FF2B5EF4-FFF2-40B4-BE49-F238E27FC236}">
                <a16:creationId xmlns:a16="http://schemas.microsoft.com/office/drawing/2014/main" id="{22831487-84D1-4250-A3AB-25EDBC4A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604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A52"/>
          </a:solidFill>
          <a:ln xmlns:a="http://schemas.openxmlformats.org/drawingml/2006/main" w="0">
            <a:noFill/>
          </a:ln>
        </p:spPr>
      </p:sp>
      <p:sp>
        <p:nvSpPr>
          <p:cNvPr id="1872" name="rect-1-1871">
            <a:extLst xmlns:a="http://schemas.openxmlformats.org/drawingml/2006/main">
              <a:ext uri="{FF2B5EF4-FFF2-40B4-BE49-F238E27FC236}">
                <a16:creationId xmlns:a16="http://schemas.microsoft.com/office/drawing/2014/main" id="{9A177EB7-2431-4019-912A-7074D776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143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951"/>
          </a:solidFill>
          <a:ln xmlns:a="http://schemas.openxmlformats.org/drawingml/2006/main" w="0">
            <a:noFill/>
          </a:ln>
        </p:spPr>
      </p:sp>
      <p:sp>
        <p:nvSpPr>
          <p:cNvPr id="1873" name="rect-1-1872">
            <a:extLst xmlns:a="http://schemas.openxmlformats.org/drawingml/2006/main">
              <a:ext uri="{FF2B5EF4-FFF2-40B4-BE49-F238E27FC236}">
                <a16:creationId xmlns:a16="http://schemas.microsoft.com/office/drawing/2014/main" id="{CF9C4DB3-94A8-4AF1-9C2A-1309375D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681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750"/>
          </a:solidFill>
          <a:ln xmlns:a="http://schemas.openxmlformats.org/drawingml/2006/main" w="0">
            <a:noFill/>
          </a:ln>
        </p:spPr>
      </p:sp>
      <p:sp>
        <p:nvSpPr>
          <p:cNvPr id="1874" name="rect-1-1873">
            <a:extLst xmlns:a="http://schemas.openxmlformats.org/drawingml/2006/main">
              <a:ext uri="{FF2B5EF4-FFF2-40B4-BE49-F238E27FC236}">
                <a16:creationId xmlns:a16="http://schemas.microsoft.com/office/drawing/2014/main" id="{04DCF156-819B-40A5-B274-A5CBF5AF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0220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64E"/>
          </a:solidFill>
          <a:ln xmlns:a="http://schemas.openxmlformats.org/drawingml/2006/main" w="0">
            <a:noFill/>
          </a:ln>
        </p:spPr>
      </p:sp>
      <p:sp>
        <p:nvSpPr>
          <p:cNvPr id="1875" name="rect-1-1874">
            <a:extLst xmlns:a="http://schemas.openxmlformats.org/drawingml/2006/main">
              <a:ext uri="{FF2B5EF4-FFF2-40B4-BE49-F238E27FC236}">
                <a16:creationId xmlns:a16="http://schemas.microsoft.com/office/drawing/2014/main" id="{6EF3D2BE-AB53-4221-BB80-3C025BFD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58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44D"/>
          </a:solidFill>
          <a:ln xmlns:a="http://schemas.openxmlformats.org/drawingml/2006/main" w="0">
            <a:noFill/>
          </a:ln>
        </p:spPr>
      </p:sp>
      <p:sp>
        <p:nvSpPr>
          <p:cNvPr id="1876" name="rect-1-1875">
            <a:extLst xmlns:a="http://schemas.openxmlformats.org/drawingml/2006/main">
              <a:ext uri="{FF2B5EF4-FFF2-40B4-BE49-F238E27FC236}">
                <a16:creationId xmlns:a16="http://schemas.microsoft.com/office/drawing/2014/main" id="{276D2895-6685-4FE7-99BE-4C452139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297" y="18395604"/>
            <a:ext cx="4193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34C"/>
          </a:solidFill>
          <a:ln xmlns:a="http://schemas.openxmlformats.org/drawingml/2006/main" w="0">
            <a:noFill/>
          </a:ln>
        </p:spPr>
      </p:sp>
      <p:sp>
        <p:nvSpPr>
          <p:cNvPr id="1877" name="text-1-1876">
            <a:extLst xmlns:a="http://schemas.openxmlformats.org/drawingml/2006/main">
              <a:ext uri="{FF2B5EF4-FFF2-40B4-BE49-F238E27FC236}">
                <a16:creationId xmlns:a16="http://schemas.microsoft.com/office/drawing/2014/main" id="{07DD3687-6F96-4FD0-825F-2214BB1C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18731868"/>
            <a:ext cx="949451" cy="38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A6C72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0">
                <a:solidFill>
                  <a:srgbClr val="5A6C72"/>
                </a:solidFill>
                <a:latin typeface="IBM Plex Mono"/>
                <a:ea typeface="IBM Plex Mono"/>
                <a:cs typeface="IBM Plex Mono"/>
              </a:rPr>
              <a:t>0</a:t>
            </a:r>
          </a:p>
        </p:txBody>
      </p:sp>
      <p:sp>
        <p:nvSpPr>
          <p:cNvPr id="1878" name="text-1-1877">
            <a:extLst xmlns:a="http://schemas.openxmlformats.org/drawingml/2006/main">
              <a:ext uri="{FF2B5EF4-FFF2-40B4-BE49-F238E27FC236}">
                <a16:creationId xmlns:a16="http://schemas.microsoft.com/office/drawing/2014/main" id="{E62658A4-A933-4174-BDEF-BDB5E47B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516" y="18731868"/>
            <a:ext cx="2610989" cy="38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A6C72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0">
                <a:solidFill>
                  <a:srgbClr val="5A6C72"/>
                </a:solidFill>
                <a:latin typeface="IBM Plex Mono"/>
                <a:ea typeface="IBM Plex Mono"/>
                <a:cs typeface="IBM Plex Mono"/>
              </a:rPr>
              <a:t>129.1 kPa</a:t>
            </a:r>
          </a:p>
        </p:txBody>
      </p:sp>
      <p:sp>
        <p:nvSpPr>
          <p:cNvPr id="1879" name="text-1-1878">
            <a:extLst xmlns:a="http://schemas.openxmlformats.org/drawingml/2006/main">
              <a:ext uri="{FF2B5EF4-FFF2-40B4-BE49-F238E27FC236}">
                <a16:creationId xmlns:a16="http://schemas.microsoft.com/office/drawing/2014/main" id="{7B0B5640-A070-48F3-9B32-60E5AFAA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363" y="18316484"/>
            <a:ext cx="5241758" cy="4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Stance-mean pressure</a:t>
            </a:r>
          </a:p>
        </p:txBody>
      </p:sp>
      <p:sp>
        <p:nvSpPr>
          <p:cNvPr id="1880" name="text-1-1879">
            <a:extLst xmlns:a="http://schemas.openxmlformats.org/drawingml/2006/main">
              <a:ext uri="{FF2B5EF4-FFF2-40B4-BE49-F238E27FC236}">
                <a16:creationId xmlns:a16="http://schemas.microsoft.com/office/drawing/2014/main" id="{669CEB71-95B5-41C9-A072-9C320108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3846" y="18237363"/>
            <a:ext cx="10246154" cy="4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Same right-foot example: participant 002, BF/W1, step 1.</a:t>
            </a:r>
          </a:p>
        </p:txBody>
      </p:sp>
      <p:sp>
        <p:nvSpPr>
          <p:cNvPr id="1881" name="text-1-1880">
            <a:extLst xmlns:a="http://schemas.openxmlformats.org/drawingml/2006/main">
              <a:ext uri="{FF2B5EF4-FFF2-40B4-BE49-F238E27FC236}">
                <a16:creationId xmlns:a16="http://schemas.microsoft.com/office/drawing/2014/main" id="{6FB6278E-D74B-43DC-A805-A7A37360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3846" y="18626637"/>
            <a:ext cx="10246154" cy="4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5 mm/cell, 12.7 mm discs. Toes up; medial side left.</a:t>
            </a:r>
          </a:p>
        </p:txBody>
      </p:sp>
      <p:sp>
        <p:nvSpPr>
          <p:cNvPr id="1882" name="text-1-1881">
            <a:extLst xmlns:a="http://schemas.openxmlformats.org/drawingml/2006/main">
              <a:ext uri="{FF2B5EF4-FFF2-40B4-BE49-F238E27FC236}">
                <a16:creationId xmlns:a16="http://schemas.microsoft.com/office/drawing/2014/main" id="{14A3A8EB-A3D5-4121-B3A8-6A8901B9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4066" y="18316484"/>
            <a:ext cx="8624176" cy="652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26" b="1">
                <a:solidFill>
                  <a:srgbClr val="08535B"/>
                </a:solidFill>
                <a:latin typeface="IBM Plex Sans"/>
                <a:ea typeface="IBM Plex Sans"/>
                <a:cs typeface="IBM Plex Sans"/>
              </a:defRPr>
            </a:pPr>
            <a:r>
              <a:rPr sz="3426" b="1">
                <a:solidFill>
                  <a:srgbClr val="08535B"/>
                </a:solidFill>
                <a:latin typeface="IBM Plex Sans"/>
                <a:ea typeface="IBM Plex Sans"/>
                <a:cs typeface="IBM Plex Sans"/>
              </a:rPr>
              <a:t>The four-sensor model observes</a:t>
            </a:r>
          </a:p>
        </p:txBody>
      </p:sp>
      <p:sp>
        <p:nvSpPr>
          <p:cNvPr id="1883" name="text-1-1882">
            <a:extLst xmlns:a="http://schemas.openxmlformats.org/drawingml/2006/main">
              <a:ext uri="{FF2B5EF4-FFF2-40B4-BE49-F238E27FC236}">
                <a16:creationId xmlns:a16="http://schemas.microsoft.com/office/drawing/2014/main" id="{EFA7B32D-2794-48ED-B793-AD1DE6FD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4066" y="18851736"/>
            <a:ext cx="8624176" cy="652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26" b="1">
                <a:solidFill>
                  <a:srgbClr val="08535B"/>
                </a:solidFill>
                <a:latin typeface="IBM Plex Sans"/>
                <a:ea typeface="IBM Plex Sans"/>
                <a:cs typeface="IBM Plex Sans"/>
              </a:defRPr>
            </a:pPr>
            <a:r>
              <a:rPr sz="3426" b="1">
                <a:solidFill>
                  <a:srgbClr val="08535B"/>
                </a:solidFill>
                <a:latin typeface="IBM Plex Sans"/>
                <a:ea typeface="IBM Plex Sans"/>
                <a:cs typeface="IBM Plex Sans"/>
              </a:rPr>
              <a:t>only a small fraction of loaded area.</a:t>
            </a:r>
          </a:p>
        </p:txBody>
      </p:sp>
      <p:sp>
        <p:nvSpPr>
          <p:cNvPr id="1884" name="line-1-1883">
            <a:extLst xmlns:a="http://schemas.openxmlformats.org/drawingml/2006/main">
              <a:ext uri="{FF2B5EF4-FFF2-40B4-BE49-F238E27FC236}">
                <a16:creationId xmlns:a16="http://schemas.microsoft.com/office/drawing/2014/main" id="{A4F5F7FA-DC2A-4748-9189-058CF168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19740659"/>
            <a:ext cx="29116484" cy="95"/>
          </a:xfrm>
          <a:custGeom xmlns:a="http://schemas.openxmlformats.org/drawingml/2006/main">
            <a:pathLst>
              <a:path w="29116484" h="95">
                <a:moveTo>
                  <a:pt x="0" y="0"/>
                </a:moveTo>
                <a:lnTo>
                  <a:pt x="29116484" y="95"/>
                </a:lnTo>
              </a:path>
            </a:pathLst>
          </a:cu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885" name="text-1-1884">
            <a:extLst xmlns:a="http://schemas.openxmlformats.org/drawingml/2006/main">
              <a:ext uri="{FF2B5EF4-FFF2-40B4-BE49-F238E27FC236}">
                <a16:creationId xmlns:a16="http://schemas.microsoft.com/office/drawing/2014/main" id="{41753400-2445-42C8-B2D1-25C0FA8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20076923"/>
            <a:ext cx="29116484" cy="623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71" b="1">
                <a:solidFill>
                  <a:srgbClr val="0B6F79"/>
                </a:solidFill>
                <a:latin typeface="IBM Plex Sans"/>
                <a:ea typeface="IBM Plex Sans"/>
                <a:cs typeface="IBM Plex Sans"/>
              </a:defRPr>
            </a:pPr>
            <a:r>
              <a:rPr sz="3271" b="1">
                <a:solidFill>
                  <a:srgbClr val="0B6F79"/>
                </a:solidFill>
                <a:latin typeface="IBM Plex Sans"/>
                <a:ea typeface="IBM Plex Sans"/>
                <a:cs typeface="IBM Plex Sans"/>
              </a:rPr>
              <a:t>02 / HOW WE MEASURED IT</a:t>
            </a:r>
          </a:p>
        </p:txBody>
      </p:sp>
      <p:sp>
        <p:nvSpPr>
          <p:cNvPr id="1886" name="rect-1-1885">
            <a:extLst xmlns:a="http://schemas.openxmlformats.org/drawingml/2006/main">
              <a:ext uri="{FF2B5EF4-FFF2-40B4-BE49-F238E27FC236}">
                <a16:creationId xmlns:a16="http://schemas.microsoft.com/office/drawing/2014/main" id="{513BCADE-C98E-4736-97F4-1528920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681" y="21164835"/>
            <a:ext cx="1048352" cy="90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9670">
            <a:solidFill>
              <a:srgbClr val="14314B"/>
            </a:solidFill>
          </a:ln>
        </p:spPr>
      </p:sp>
      <p:sp>
        <p:nvSpPr>
          <p:cNvPr id="1887" name="rect-1-1886">
            <a:extLst xmlns:a="http://schemas.openxmlformats.org/drawingml/2006/main">
              <a:ext uri="{FF2B5EF4-FFF2-40B4-BE49-F238E27FC236}">
                <a16:creationId xmlns:a16="http://schemas.microsoft.com/office/drawing/2014/main" id="{C4BD900B-B6AB-40ED-B3B7-3AF976BF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220" y="21065934"/>
            <a:ext cx="1048352" cy="90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9670">
            <a:solidFill>
              <a:srgbClr val="14314B"/>
            </a:solidFill>
          </a:ln>
        </p:spPr>
      </p:sp>
      <p:sp>
        <p:nvSpPr>
          <p:cNvPr id="1888" name="rect-1-1887">
            <a:extLst xmlns:a="http://schemas.openxmlformats.org/drawingml/2006/main">
              <a:ext uri="{FF2B5EF4-FFF2-40B4-BE49-F238E27FC236}">
                <a16:creationId xmlns:a16="http://schemas.microsoft.com/office/drawing/2014/main" id="{63B16D38-89E3-4301-AD01-FB58EEB3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20967033"/>
            <a:ext cx="1048352" cy="90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9670">
            <a:solidFill>
              <a:srgbClr val="14314B"/>
            </a:solidFill>
          </a:ln>
        </p:spPr>
      </p:sp>
      <p:sp>
        <p:nvSpPr>
          <p:cNvPr id="1889" name="line-1-1888">
            <a:extLst xmlns:a="http://schemas.openxmlformats.org/drawingml/2006/main">
              <a:ext uri="{FF2B5EF4-FFF2-40B4-BE49-F238E27FC236}">
                <a16:creationId xmlns:a16="http://schemas.microsoft.com/office/drawing/2014/main" id="{6CCEA5A6-AD5C-4DF9-92E4-4473F829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60" y="21224176"/>
            <a:ext cx="632967" cy="95"/>
          </a:xfrm>
          <a:custGeom xmlns:a="http://schemas.openxmlformats.org/drawingml/2006/main">
            <a:pathLst>
              <a:path w="632967" h="95">
                <a:moveTo>
                  <a:pt x="0" y="0"/>
                </a:moveTo>
                <a:lnTo>
                  <a:pt x="632967" y="95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890" name="line-1-1889">
            <a:extLst xmlns:a="http://schemas.openxmlformats.org/drawingml/2006/main">
              <a:ext uri="{FF2B5EF4-FFF2-40B4-BE49-F238E27FC236}">
                <a16:creationId xmlns:a16="http://schemas.microsoft.com/office/drawing/2014/main" id="{6F32A06C-3B82-40E8-90BA-1D3F6937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60" y="21421978"/>
            <a:ext cx="632967" cy="95"/>
          </a:xfrm>
          <a:custGeom xmlns:a="http://schemas.openxmlformats.org/drawingml/2006/main">
            <a:pathLst>
              <a:path w="632967" h="95">
                <a:moveTo>
                  <a:pt x="0" y="0"/>
                </a:moveTo>
                <a:lnTo>
                  <a:pt x="632967" y="95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891" name="line-1-1890">
            <a:extLst xmlns:a="http://schemas.openxmlformats.org/drawingml/2006/main">
              <a:ext uri="{FF2B5EF4-FFF2-40B4-BE49-F238E27FC236}">
                <a16:creationId xmlns:a16="http://schemas.microsoft.com/office/drawing/2014/main" id="{6E85B755-1B3F-4D2D-B98F-01CB3ED5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60" y="21619780"/>
            <a:ext cx="632967" cy="95"/>
          </a:xfrm>
          <a:custGeom xmlns:a="http://schemas.openxmlformats.org/drawingml/2006/main">
            <a:pathLst>
              <a:path w="632967" h="95">
                <a:moveTo>
                  <a:pt x="0" y="0"/>
                </a:moveTo>
                <a:lnTo>
                  <a:pt x="632967" y="95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892" name="rect-1-1891">
            <a:extLst xmlns:a="http://schemas.openxmlformats.org/drawingml/2006/main">
              <a:ext uri="{FF2B5EF4-FFF2-40B4-BE49-F238E27FC236}">
                <a16:creationId xmlns:a16="http://schemas.microsoft.com/office/drawing/2014/main" id="{71B3625A-0423-4B48-8EA4-7497D0B8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45" y="20967033"/>
            <a:ext cx="969231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893" name="line-1-1892">
            <a:extLst xmlns:a="http://schemas.openxmlformats.org/drawingml/2006/main">
              <a:ext uri="{FF2B5EF4-FFF2-40B4-BE49-F238E27FC236}">
                <a16:creationId xmlns:a16="http://schemas.microsoft.com/office/drawing/2014/main" id="{9000E57A-C37C-499E-A984-CB78C159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198" y="21065934"/>
            <a:ext cx="98901" cy="98901"/>
          </a:xfrm>
          <a:custGeom xmlns:a="http://schemas.openxmlformats.org/drawingml/2006/main">
            <a:pathLst>
              <a:path w="98901" h="98901">
                <a:moveTo>
                  <a:pt x="0" y="0"/>
                </a:moveTo>
                <a:lnTo>
                  <a:pt x="98901" y="98901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894" name="line-1-1893">
            <a:extLst xmlns:a="http://schemas.openxmlformats.org/drawingml/2006/main">
              <a:ext uri="{FF2B5EF4-FFF2-40B4-BE49-F238E27FC236}">
                <a16:creationId xmlns:a16="http://schemas.microsoft.com/office/drawing/2014/main" id="{30AD1A47-F76F-4F26-BB61-50CA4FA2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099" y="20967033"/>
            <a:ext cx="197802" cy="197802"/>
          </a:xfrm>
          <a:custGeom xmlns:a="http://schemas.openxmlformats.org/drawingml/2006/main">
            <a:pathLst>
              <a:path w="197802" h="197802">
                <a:moveTo>
                  <a:pt x="0" y="197802"/>
                </a:moveTo>
                <a:lnTo>
                  <a:pt x="197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895" name="rect-1-1894">
            <a:extLst xmlns:a="http://schemas.openxmlformats.org/drawingml/2006/main">
              <a:ext uri="{FF2B5EF4-FFF2-40B4-BE49-F238E27FC236}">
                <a16:creationId xmlns:a16="http://schemas.microsoft.com/office/drawing/2014/main" id="{437192BA-4D5E-4796-ACE9-C35D04D0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45" y="21323077"/>
            <a:ext cx="969231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896" name="line-1-1895">
            <a:extLst xmlns:a="http://schemas.openxmlformats.org/drawingml/2006/main">
              <a:ext uri="{FF2B5EF4-FFF2-40B4-BE49-F238E27FC236}">
                <a16:creationId xmlns:a16="http://schemas.microsoft.com/office/drawing/2014/main" id="{7BC1BE41-7361-42DA-9662-96F5A0F4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198" y="21421978"/>
            <a:ext cx="98901" cy="98901"/>
          </a:xfrm>
          <a:custGeom xmlns:a="http://schemas.openxmlformats.org/drawingml/2006/main">
            <a:pathLst>
              <a:path w="98901" h="98901">
                <a:moveTo>
                  <a:pt x="0" y="0"/>
                </a:moveTo>
                <a:lnTo>
                  <a:pt x="98901" y="98901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897" name="line-1-1896">
            <a:extLst xmlns:a="http://schemas.openxmlformats.org/drawingml/2006/main">
              <a:ext uri="{FF2B5EF4-FFF2-40B4-BE49-F238E27FC236}">
                <a16:creationId xmlns:a16="http://schemas.microsoft.com/office/drawing/2014/main" id="{110D109D-C616-4015-A0AD-56327F57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099" y="21323077"/>
            <a:ext cx="197802" cy="197802"/>
          </a:xfrm>
          <a:custGeom xmlns:a="http://schemas.openxmlformats.org/drawingml/2006/main">
            <a:pathLst>
              <a:path w="197802" h="197802">
                <a:moveTo>
                  <a:pt x="0" y="197802"/>
                </a:moveTo>
                <a:lnTo>
                  <a:pt x="197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898" name="rect-1-1897">
            <a:extLst xmlns:a="http://schemas.openxmlformats.org/drawingml/2006/main">
              <a:ext uri="{FF2B5EF4-FFF2-40B4-BE49-F238E27FC236}">
                <a16:creationId xmlns:a16="http://schemas.microsoft.com/office/drawing/2014/main" id="{756E309C-C8A1-4A76-9D29-5CD03FCC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45" y="21679121"/>
            <a:ext cx="969231" cy="237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899" name="rect-1-1898">
            <a:extLst xmlns:a="http://schemas.openxmlformats.org/drawingml/2006/main">
              <a:ext uri="{FF2B5EF4-FFF2-40B4-BE49-F238E27FC236}">
                <a16:creationId xmlns:a16="http://schemas.microsoft.com/office/drawing/2014/main" id="{6018904D-8849-41D1-890C-FF1E7B72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32" y="20967033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00" name="rect-1-1899">
            <a:extLst xmlns:a="http://schemas.openxmlformats.org/drawingml/2006/main">
              <a:ext uri="{FF2B5EF4-FFF2-40B4-BE49-F238E27FC236}">
                <a16:creationId xmlns:a16="http://schemas.microsoft.com/office/drawing/2014/main" id="{2B90E16E-0F24-4002-A94E-89863D60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32" y="21224176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01" name="rect-1-1900">
            <a:extLst xmlns:a="http://schemas.openxmlformats.org/drawingml/2006/main">
              <a:ext uri="{FF2B5EF4-FFF2-40B4-BE49-F238E27FC236}">
                <a16:creationId xmlns:a16="http://schemas.microsoft.com/office/drawing/2014/main" id="{00C36FDC-A677-4772-AE4A-EB512FE4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32" y="21481319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02" name="rect-1-1901">
            <a:extLst xmlns:a="http://schemas.openxmlformats.org/drawingml/2006/main">
              <a:ext uri="{FF2B5EF4-FFF2-40B4-BE49-F238E27FC236}">
                <a16:creationId xmlns:a16="http://schemas.microsoft.com/office/drawing/2014/main" id="{2769BF74-88B0-4F61-A3D8-C7D882FA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32" y="21738462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03" name="rect-1-1902">
            <a:extLst xmlns:a="http://schemas.openxmlformats.org/drawingml/2006/main">
              <a:ext uri="{FF2B5EF4-FFF2-40B4-BE49-F238E27FC236}">
                <a16:creationId xmlns:a16="http://schemas.microsoft.com/office/drawing/2014/main" id="{0411F938-B2F9-43B9-A25A-078AF592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275" y="20967033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04" name="rect-1-1903">
            <a:extLst xmlns:a="http://schemas.openxmlformats.org/drawingml/2006/main">
              <a:ext uri="{FF2B5EF4-FFF2-40B4-BE49-F238E27FC236}">
                <a16:creationId xmlns:a16="http://schemas.microsoft.com/office/drawing/2014/main" id="{9EB2774F-FE33-4D15-99F1-497511A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275" y="21224176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05" name="rect-1-1904">
            <a:extLst xmlns:a="http://schemas.openxmlformats.org/drawingml/2006/main">
              <a:ext uri="{FF2B5EF4-FFF2-40B4-BE49-F238E27FC236}">
                <a16:creationId xmlns:a16="http://schemas.microsoft.com/office/drawing/2014/main" id="{E383D7DE-D483-47D0-9996-02E11DF5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275" y="21481319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06" name="rect-1-1905">
            <a:extLst xmlns:a="http://schemas.openxmlformats.org/drawingml/2006/main">
              <a:ext uri="{FF2B5EF4-FFF2-40B4-BE49-F238E27FC236}">
                <a16:creationId xmlns:a16="http://schemas.microsoft.com/office/drawing/2014/main" id="{0B7737C1-DBB4-4B71-86E6-3DEE5636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275" y="21738462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07" name="rect-1-1906">
            <a:extLst xmlns:a="http://schemas.openxmlformats.org/drawingml/2006/main">
              <a:ext uri="{FF2B5EF4-FFF2-40B4-BE49-F238E27FC236}">
                <a16:creationId xmlns:a16="http://schemas.microsoft.com/office/drawing/2014/main" id="{21250AFC-608E-4608-8B05-5F32FF4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418" y="20967033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08" name="rect-1-1907">
            <a:extLst xmlns:a="http://schemas.openxmlformats.org/drawingml/2006/main">
              <a:ext uri="{FF2B5EF4-FFF2-40B4-BE49-F238E27FC236}">
                <a16:creationId xmlns:a16="http://schemas.microsoft.com/office/drawing/2014/main" id="{589675E5-8027-4D79-BABC-3779873A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418" y="21224176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09" name="rect-1-1908">
            <a:extLst xmlns:a="http://schemas.openxmlformats.org/drawingml/2006/main">
              <a:ext uri="{FF2B5EF4-FFF2-40B4-BE49-F238E27FC236}">
                <a16:creationId xmlns:a16="http://schemas.microsoft.com/office/drawing/2014/main" id="{B05155DE-9248-4713-80CE-89F72F88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418" y="21481319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10" name="rect-1-1909">
            <a:extLst xmlns:a="http://schemas.openxmlformats.org/drawingml/2006/main">
              <a:ext uri="{FF2B5EF4-FFF2-40B4-BE49-F238E27FC236}">
                <a16:creationId xmlns:a16="http://schemas.microsoft.com/office/drawing/2014/main" id="{8042995B-CAB5-4CA3-AF68-F33249B4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418" y="21738462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11" name="rect-1-1910">
            <a:extLst xmlns:a="http://schemas.openxmlformats.org/drawingml/2006/main">
              <a:ext uri="{FF2B5EF4-FFF2-40B4-BE49-F238E27FC236}">
                <a16:creationId xmlns:a16="http://schemas.microsoft.com/office/drawing/2014/main" id="{8F86465F-8D1D-4DC1-91E4-928FBCEE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560" y="20967033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12" name="rect-1-1911">
            <a:extLst xmlns:a="http://schemas.openxmlformats.org/drawingml/2006/main">
              <a:ext uri="{FF2B5EF4-FFF2-40B4-BE49-F238E27FC236}">
                <a16:creationId xmlns:a16="http://schemas.microsoft.com/office/drawing/2014/main" id="{661EC7F2-CD2B-483D-8AE8-DA824003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560" y="21224176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13" name="rect-1-1912">
            <a:extLst xmlns:a="http://schemas.openxmlformats.org/drawingml/2006/main">
              <a:ext uri="{FF2B5EF4-FFF2-40B4-BE49-F238E27FC236}">
                <a16:creationId xmlns:a16="http://schemas.microsoft.com/office/drawing/2014/main" id="{DB1A4A21-2EFB-4CC4-A8AA-145D4A13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560" y="21481319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14" name="rect-1-1913">
            <a:extLst xmlns:a="http://schemas.openxmlformats.org/drawingml/2006/main">
              <a:ext uri="{FF2B5EF4-FFF2-40B4-BE49-F238E27FC236}">
                <a16:creationId xmlns:a16="http://schemas.microsoft.com/office/drawing/2014/main" id="{D6C92537-6086-4AF3-AFD9-360EBD19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560" y="21738462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15" name="rect-1-1914">
            <a:extLst xmlns:a="http://schemas.openxmlformats.org/drawingml/2006/main">
              <a:ext uri="{FF2B5EF4-FFF2-40B4-BE49-F238E27FC236}">
                <a16:creationId xmlns:a16="http://schemas.microsoft.com/office/drawing/2014/main" id="{8899C38D-B668-4FF3-8053-F8B6225D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319" y="20967033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16" name="rect-1-1915">
            <a:extLst xmlns:a="http://schemas.openxmlformats.org/drawingml/2006/main">
              <a:ext uri="{FF2B5EF4-FFF2-40B4-BE49-F238E27FC236}">
                <a16:creationId xmlns:a16="http://schemas.microsoft.com/office/drawing/2014/main" id="{2493DD12-518A-40D1-9B8C-FCAE1EAC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319" y="21224176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17" name="rect-1-1916">
            <a:extLst xmlns:a="http://schemas.openxmlformats.org/drawingml/2006/main">
              <a:ext uri="{FF2B5EF4-FFF2-40B4-BE49-F238E27FC236}">
                <a16:creationId xmlns:a16="http://schemas.microsoft.com/office/drawing/2014/main" id="{51BBB27C-F265-433A-A183-54EBFECB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319" y="21481319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18" name="rect-1-1917">
            <a:extLst xmlns:a="http://schemas.openxmlformats.org/drawingml/2006/main">
              <a:ext uri="{FF2B5EF4-FFF2-40B4-BE49-F238E27FC236}">
                <a16:creationId xmlns:a16="http://schemas.microsoft.com/office/drawing/2014/main" id="{70AC2B14-B735-4525-8731-21B0901D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319" y="21738462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19" name="rect-1-1918">
            <a:extLst xmlns:a="http://schemas.openxmlformats.org/drawingml/2006/main">
              <a:ext uri="{FF2B5EF4-FFF2-40B4-BE49-F238E27FC236}">
                <a16:creationId xmlns:a16="http://schemas.microsoft.com/office/drawing/2014/main" id="{9D652179-6082-4346-B614-72D92AEC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462" y="20967033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20" name="rect-1-1919">
            <a:extLst xmlns:a="http://schemas.openxmlformats.org/drawingml/2006/main">
              <a:ext uri="{FF2B5EF4-FFF2-40B4-BE49-F238E27FC236}">
                <a16:creationId xmlns:a16="http://schemas.microsoft.com/office/drawing/2014/main" id="{F346EC9D-3DAA-492D-B1ED-3E6BE2E6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462" y="21224176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21" name="rect-1-1920">
            <a:extLst xmlns:a="http://schemas.openxmlformats.org/drawingml/2006/main">
              <a:ext uri="{FF2B5EF4-FFF2-40B4-BE49-F238E27FC236}">
                <a16:creationId xmlns:a16="http://schemas.microsoft.com/office/drawing/2014/main" id="{C9658CCE-BF24-4989-B7D6-563649D6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462" y="21481319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22" name="rect-1-1921">
            <a:extLst xmlns:a="http://schemas.openxmlformats.org/drawingml/2006/main">
              <a:ext uri="{FF2B5EF4-FFF2-40B4-BE49-F238E27FC236}">
                <a16:creationId xmlns:a16="http://schemas.microsoft.com/office/drawing/2014/main" id="{73AB0558-735A-4A8B-8569-694D1892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462" y="21738462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23" name="rect-1-1922">
            <a:extLst xmlns:a="http://schemas.openxmlformats.org/drawingml/2006/main">
              <a:ext uri="{FF2B5EF4-FFF2-40B4-BE49-F238E27FC236}">
                <a16:creationId xmlns:a16="http://schemas.microsoft.com/office/drawing/2014/main" id="{A17CC85D-2BBE-4F65-B7EF-9DFA1732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5604" y="20967033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24" name="rect-1-1923">
            <a:extLst xmlns:a="http://schemas.openxmlformats.org/drawingml/2006/main">
              <a:ext uri="{FF2B5EF4-FFF2-40B4-BE49-F238E27FC236}">
                <a16:creationId xmlns:a16="http://schemas.microsoft.com/office/drawing/2014/main" id="{01404AF7-1454-4FFE-AB4E-64FFDE84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5604" y="21224176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25" name="rect-1-1924">
            <a:extLst xmlns:a="http://schemas.openxmlformats.org/drawingml/2006/main">
              <a:ext uri="{FF2B5EF4-FFF2-40B4-BE49-F238E27FC236}">
                <a16:creationId xmlns:a16="http://schemas.microsoft.com/office/drawing/2014/main" id="{77E2C4B8-F1F8-4CBB-B5C2-E39F49D6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5604" y="21481319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26" name="rect-1-1925">
            <a:extLst xmlns:a="http://schemas.openxmlformats.org/drawingml/2006/main">
              <a:ext uri="{FF2B5EF4-FFF2-40B4-BE49-F238E27FC236}">
                <a16:creationId xmlns:a16="http://schemas.microsoft.com/office/drawing/2014/main" id="{DB30943F-95D7-436E-B63D-6D106542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5604" y="21738462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27" name="rect-1-1926">
            <a:extLst xmlns:a="http://schemas.openxmlformats.org/drawingml/2006/main">
              <a:ext uri="{FF2B5EF4-FFF2-40B4-BE49-F238E27FC236}">
                <a16:creationId xmlns:a16="http://schemas.microsoft.com/office/drawing/2014/main" id="{CE59757E-293E-41BD-B922-201F0248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2747" y="20967033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28" name="rect-1-1927">
            <a:extLst xmlns:a="http://schemas.openxmlformats.org/drawingml/2006/main">
              <a:ext uri="{FF2B5EF4-FFF2-40B4-BE49-F238E27FC236}">
                <a16:creationId xmlns:a16="http://schemas.microsoft.com/office/drawing/2014/main" id="{B665C182-5060-4996-A64F-6214963A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2747" y="21224176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29" name="rect-1-1928">
            <a:extLst xmlns:a="http://schemas.openxmlformats.org/drawingml/2006/main">
              <a:ext uri="{FF2B5EF4-FFF2-40B4-BE49-F238E27FC236}">
                <a16:creationId xmlns:a16="http://schemas.microsoft.com/office/drawing/2014/main" id="{88AA126C-795A-4A1C-AD6A-E5615BE2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2747" y="21481319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30" name="rect-1-1929">
            <a:extLst xmlns:a="http://schemas.openxmlformats.org/drawingml/2006/main">
              <a:ext uri="{FF2B5EF4-FFF2-40B4-BE49-F238E27FC236}">
                <a16:creationId xmlns:a16="http://schemas.microsoft.com/office/drawing/2014/main" id="{FECB093B-8154-427D-99ED-AB0BEC50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2747" y="21738462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31" name="ellipse-1-1930">
            <a:extLst xmlns:a="http://schemas.openxmlformats.org/drawingml/2006/main">
              <a:ext uri="{FF2B5EF4-FFF2-40B4-BE49-F238E27FC236}">
                <a16:creationId xmlns:a16="http://schemas.microsoft.com/office/drawing/2014/main" id="{2640E721-5755-4E59-841E-61AED7ED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9780" y="21105495"/>
            <a:ext cx="197802" cy="197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19780">
            <a:solidFill>
              <a:srgbClr val="0B6F79"/>
            </a:solidFill>
          </a:ln>
        </p:spPr>
      </p:sp>
      <p:sp>
        <p:nvSpPr>
          <p:cNvPr id="1932" name="ellipse-1-1931">
            <a:extLst xmlns:a="http://schemas.openxmlformats.org/drawingml/2006/main">
              <a:ext uri="{FF2B5EF4-FFF2-40B4-BE49-F238E27FC236}">
                <a16:creationId xmlns:a16="http://schemas.microsoft.com/office/drawing/2014/main" id="{BE4D2835-ED32-4014-BC4D-8955ECBA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3626" y="21105495"/>
            <a:ext cx="197802" cy="197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19780">
            <a:solidFill>
              <a:srgbClr val="0B6F79"/>
            </a:solidFill>
          </a:ln>
        </p:spPr>
      </p:sp>
      <p:sp>
        <p:nvSpPr>
          <p:cNvPr id="1933" name="ellipse-1-1932">
            <a:extLst xmlns:a="http://schemas.openxmlformats.org/drawingml/2006/main">
              <a:ext uri="{FF2B5EF4-FFF2-40B4-BE49-F238E27FC236}">
                <a16:creationId xmlns:a16="http://schemas.microsoft.com/office/drawing/2014/main" id="{E87F706B-F753-4C28-BB9D-4338DD40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9780" y="21659341"/>
            <a:ext cx="197802" cy="197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19780">
            <a:solidFill>
              <a:srgbClr val="0B6F79"/>
            </a:solidFill>
          </a:ln>
        </p:spPr>
      </p:sp>
      <p:sp>
        <p:nvSpPr>
          <p:cNvPr id="1934" name="ellipse-1-1933">
            <a:extLst xmlns:a="http://schemas.openxmlformats.org/drawingml/2006/main">
              <a:ext uri="{FF2B5EF4-FFF2-40B4-BE49-F238E27FC236}">
                <a16:creationId xmlns:a16="http://schemas.microsoft.com/office/drawing/2014/main" id="{67206C19-9C83-4E68-BC3B-F271A11F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3626" y="21659341"/>
            <a:ext cx="197802" cy="197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19780">
            <a:solidFill>
              <a:srgbClr val="0B6F79"/>
            </a:solidFill>
          </a:ln>
        </p:spPr>
      </p:sp>
      <p:sp>
        <p:nvSpPr>
          <p:cNvPr id="1935" name="rect-1-1934">
            <a:extLst xmlns:a="http://schemas.openxmlformats.org/drawingml/2006/main">
              <a:ext uri="{FF2B5EF4-FFF2-40B4-BE49-F238E27FC236}">
                <a16:creationId xmlns:a16="http://schemas.microsoft.com/office/drawing/2014/main" id="{D7350BB5-D229-4FC8-BCC7-EB607D44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4505" y="20967033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36" name="rect-1-1935">
            <a:extLst xmlns:a="http://schemas.openxmlformats.org/drawingml/2006/main">
              <a:ext uri="{FF2B5EF4-FFF2-40B4-BE49-F238E27FC236}">
                <a16:creationId xmlns:a16="http://schemas.microsoft.com/office/drawing/2014/main" id="{EDA2D531-4C71-4C21-B4E4-F2760F62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4505" y="21224176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37" name="rect-1-1936">
            <a:extLst xmlns:a="http://schemas.openxmlformats.org/drawingml/2006/main">
              <a:ext uri="{FF2B5EF4-FFF2-40B4-BE49-F238E27FC236}">
                <a16:creationId xmlns:a16="http://schemas.microsoft.com/office/drawing/2014/main" id="{58939A8B-41D1-45AB-9F69-4E8A0D5D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4505" y="21481319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38" name="rect-1-1937">
            <a:extLst xmlns:a="http://schemas.openxmlformats.org/drawingml/2006/main">
              <a:ext uri="{FF2B5EF4-FFF2-40B4-BE49-F238E27FC236}">
                <a16:creationId xmlns:a16="http://schemas.microsoft.com/office/drawing/2014/main" id="{BF0757DE-0708-4A29-8B99-C094B307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4505" y="21738462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39" name="rect-1-1938">
            <a:extLst xmlns:a="http://schemas.openxmlformats.org/drawingml/2006/main">
              <a:ext uri="{FF2B5EF4-FFF2-40B4-BE49-F238E27FC236}">
                <a16:creationId xmlns:a16="http://schemas.microsoft.com/office/drawing/2014/main" id="{0724DD8A-984C-44FB-A985-848C998D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1648" y="20967033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40" name="rect-1-1939">
            <a:extLst xmlns:a="http://schemas.openxmlformats.org/drawingml/2006/main">
              <a:ext uri="{FF2B5EF4-FFF2-40B4-BE49-F238E27FC236}">
                <a16:creationId xmlns:a16="http://schemas.microsoft.com/office/drawing/2014/main" id="{E8FFEAA1-3739-4625-A139-75722494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1648" y="21224176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41" name="rect-1-1940">
            <a:extLst xmlns:a="http://schemas.openxmlformats.org/drawingml/2006/main">
              <a:ext uri="{FF2B5EF4-FFF2-40B4-BE49-F238E27FC236}">
                <a16:creationId xmlns:a16="http://schemas.microsoft.com/office/drawing/2014/main" id="{26D0AC35-D1FA-4EDB-BECB-0E49854C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1648" y="21481319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42" name="rect-1-1941">
            <a:extLst xmlns:a="http://schemas.openxmlformats.org/drawingml/2006/main">
              <a:ext uri="{FF2B5EF4-FFF2-40B4-BE49-F238E27FC236}">
                <a16:creationId xmlns:a16="http://schemas.microsoft.com/office/drawing/2014/main" id="{6D37AA3D-2551-416B-BA49-F8F75CE7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1648" y="21738462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43" name="rect-1-1942">
            <a:extLst xmlns:a="http://schemas.openxmlformats.org/drawingml/2006/main">
              <a:ext uri="{FF2B5EF4-FFF2-40B4-BE49-F238E27FC236}">
                <a16:creationId xmlns:a16="http://schemas.microsoft.com/office/drawing/2014/main" id="{807B6A70-8B6D-4AA9-8891-BA501EE1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8791" y="20967033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44" name="rect-1-1943">
            <a:extLst xmlns:a="http://schemas.openxmlformats.org/drawingml/2006/main">
              <a:ext uri="{FF2B5EF4-FFF2-40B4-BE49-F238E27FC236}">
                <a16:creationId xmlns:a16="http://schemas.microsoft.com/office/drawing/2014/main" id="{56B785C4-ACFC-4010-8F1E-24443213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8791" y="21224176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45" name="rect-1-1944">
            <a:extLst xmlns:a="http://schemas.openxmlformats.org/drawingml/2006/main">
              <a:ext uri="{FF2B5EF4-FFF2-40B4-BE49-F238E27FC236}">
                <a16:creationId xmlns:a16="http://schemas.microsoft.com/office/drawing/2014/main" id="{9827F646-F514-4126-8544-18601843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8791" y="21481319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46" name="rect-1-1945">
            <a:extLst xmlns:a="http://schemas.openxmlformats.org/drawingml/2006/main">
              <a:ext uri="{FF2B5EF4-FFF2-40B4-BE49-F238E27FC236}">
                <a16:creationId xmlns:a16="http://schemas.microsoft.com/office/drawing/2014/main" id="{2E127C00-9BD4-433E-94F2-3F831390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8791" y="21738462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47" name="rect-1-1946">
            <a:extLst xmlns:a="http://schemas.openxmlformats.org/drawingml/2006/main">
              <a:ext uri="{FF2B5EF4-FFF2-40B4-BE49-F238E27FC236}">
                <a16:creationId xmlns:a16="http://schemas.microsoft.com/office/drawing/2014/main" id="{79D7F826-AEB1-4F48-B708-EEFF6695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5934" y="20967033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48" name="rect-1-1947">
            <a:extLst xmlns:a="http://schemas.openxmlformats.org/drawingml/2006/main">
              <a:ext uri="{FF2B5EF4-FFF2-40B4-BE49-F238E27FC236}">
                <a16:creationId xmlns:a16="http://schemas.microsoft.com/office/drawing/2014/main" id="{856EF384-BF1F-4DFD-AFBE-AF46132B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5934" y="21224176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49" name="rect-1-1948">
            <a:extLst xmlns:a="http://schemas.openxmlformats.org/drawingml/2006/main">
              <a:ext uri="{FF2B5EF4-FFF2-40B4-BE49-F238E27FC236}">
                <a16:creationId xmlns:a16="http://schemas.microsoft.com/office/drawing/2014/main" id="{86142AE1-EEFC-4F30-A5E1-C7805D0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5934" y="21481319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50" name="rect-1-1949">
            <a:extLst xmlns:a="http://schemas.openxmlformats.org/drawingml/2006/main">
              <a:ext uri="{FF2B5EF4-FFF2-40B4-BE49-F238E27FC236}">
                <a16:creationId xmlns:a16="http://schemas.microsoft.com/office/drawing/2014/main" id="{132ED5B8-809D-45A8-8FD0-B862C608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5934" y="21738462"/>
            <a:ext cx="257143" cy="257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1951" name="ellipse-1-1950">
            <a:extLst xmlns:a="http://schemas.openxmlformats.org/drawingml/2006/main">
              <a:ext uri="{FF2B5EF4-FFF2-40B4-BE49-F238E27FC236}">
                <a16:creationId xmlns:a16="http://schemas.microsoft.com/office/drawing/2014/main" id="{F50B0B48-8CB0-4C68-A283-CA82F1A7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2967" y="21105495"/>
            <a:ext cx="751648" cy="7516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9341">
            <a:solidFill>
              <a:srgbClr val="0B6F79"/>
            </a:solidFill>
          </a:ln>
        </p:spPr>
      </p:sp>
      <p:sp>
        <p:nvSpPr>
          <p:cNvPr id="1952" name="ellipse-1-1951">
            <a:extLst xmlns:a="http://schemas.openxmlformats.org/drawingml/2006/main">
              <a:ext uri="{FF2B5EF4-FFF2-40B4-BE49-F238E27FC236}">
                <a16:creationId xmlns:a16="http://schemas.microsoft.com/office/drawing/2014/main" id="{DFFDB41A-0D67-48C4-9AB6-8F019D9C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7253" y="21046154"/>
            <a:ext cx="158242" cy="1582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19780">
            <a:solidFill>
              <a:srgbClr val="0B6F79"/>
            </a:solidFill>
          </a:ln>
        </p:spPr>
      </p:sp>
      <p:sp>
        <p:nvSpPr>
          <p:cNvPr id="1953" name="line-1-1952">
            <a:extLst xmlns:a="http://schemas.openxmlformats.org/drawingml/2006/main">
              <a:ext uri="{FF2B5EF4-FFF2-40B4-BE49-F238E27FC236}">
                <a16:creationId xmlns:a16="http://schemas.microsoft.com/office/drawing/2014/main" id="{1C697DD8-FF45-4B99-A0D5-EB3124A6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4835" y="21125275"/>
            <a:ext cx="692308" cy="356044"/>
          </a:xfrm>
          <a:custGeom xmlns:a="http://schemas.openxmlformats.org/drawingml/2006/main">
            <a:pathLst>
              <a:path w="692308" h="356044">
                <a:moveTo>
                  <a:pt x="0" y="0"/>
                </a:moveTo>
                <a:lnTo>
                  <a:pt x="692308" y="356044"/>
                </a:lnTo>
              </a:path>
            </a:pathLst>
          </a:custGeom>
          <a:noFill xmlns:a="http://schemas.openxmlformats.org/drawingml/2006/main"/>
          <a:ln xmlns:a="http://schemas.openxmlformats.org/drawingml/2006/main" w="29670">
            <a:solidFill>
              <a:srgbClr val="0B6F79"/>
            </a:solidFill>
          </a:ln>
        </p:spPr>
      </p:sp>
      <p:sp>
        <p:nvSpPr>
          <p:cNvPr id="1954" name="ellipse-1-1953">
            <a:extLst xmlns:a="http://schemas.openxmlformats.org/drawingml/2006/main">
              <a:ext uri="{FF2B5EF4-FFF2-40B4-BE49-F238E27FC236}">
                <a16:creationId xmlns:a16="http://schemas.microsoft.com/office/drawing/2014/main" id="{4AE9CB44-058E-43B4-ABE1-EACA2AF7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7253" y="21402198"/>
            <a:ext cx="158242" cy="1582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19780">
            <a:solidFill>
              <a:srgbClr val="0B6F79"/>
            </a:solidFill>
          </a:ln>
        </p:spPr>
      </p:sp>
      <p:sp>
        <p:nvSpPr>
          <p:cNvPr id="1955" name="line-1-1954">
            <a:extLst xmlns:a="http://schemas.openxmlformats.org/drawingml/2006/main">
              <a:ext uri="{FF2B5EF4-FFF2-40B4-BE49-F238E27FC236}">
                <a16:creationId xmlns:a16="http://schemas.microsoft.com/office/drawing/2014/main" id="{8F5962D0-6A8C-4B22-9DEB-6C4A2E5F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4835" y="21481319"/>
            <a:ext cx="692308" cy="95"/>
          </a:xfrm>
          <a:custGeom xmlns:a="http://schemas.openxmlformats.org/drawingml/2006/main">
            <a:pathLst>
              <a:path w="692308" h="95">
                <a:moveTo>
                  <a:pt x="0" y="0"/>
                </a:moveTo>
                <a:lnTo>
                  <a:pt x="692308" y="95"/>
                </a:lnTo>
              </a:path>
            </a:pathLst>
          </a:custGeom>
          <a:noFill xmlns:a="http://schemas.openxmlformats.org/drawingml/2006/main"/>
          <a:ln xmlns:a="http://schemas.openxmlformats.org/drawingml/2006/main" w="29670">
            <a:solidFill>
              <a:srgbClr val="0B6F79"/>
            </a:solidFill>
          </a:ln>
        </p:spPr>
      </p:sp>
      <p:sp>
        <p:nvSpPr>
          <p:cNvPr id="1956" name="ellipse-1-1955">
            <a:extLst xmlns:a="http://schemas.openxmlformats.org/drawingml/2006/main">
              <a:ext uri="{FF2B5EF4-FFF2-40B4-BE49-F238E27FC236}">
                <a16:creationId xmlns:a16="http://schemas.microsoft.com/office/drawing/2014/main" id="{42FD4597-B507-40CC-A4AD-665530B5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7253" y="21758242"/>
            <a:ext cx="158242" cy="1582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19780">
            <a:solidFill>
              <a:srgbClr val="0B6F79"/>
            </a:solidFill>
          </a:ln>
        </p:spPr>
      </p:sp>
      <p:sp>
        <p:nvSpPr>
          <p:cNvPr id="1957" name="line-1-1956">
            <a:extLst xmlns:a="http://schemas.openxmlformats.org/drawingml/2006/main">
              <a:ext uri="{FF2B5EF4-FFF2-40B4-BE49-F238E27FC236}">
                <a16:creationId xmlns:a16="http://schemas.microsoft.com/office/drawing/2014/main" id="{39071B66-F3EA-4218-B7B4-3E827B4A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4835" y="21481319"/>
            <a:ext cx="692308" cy="356044"/>
          </a:xfrm>
          <a:custGeom xmlns:a="http://schemas.openxmlformats.org/drawingml/2006/main">
            <a:pathLst>
              <a:path w="692308" h="356044">
                <a:moveTo>
                  <a:pt x="0" y="356044"/>
                </a:moveTo>
                <a:lnTo>
                  <a:pt x="6923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670">
            <a:solidFill>
              <a:srgbClr val="0B6F79"/>
            </a:solidFill>
          </a:ln>
        </p:spPr>
      </p:sp>
      <p:sp>
        <p:nvSpPr>
          <p:cNvPr id="1958" name="ellipse-1-1957">
            <a:extLst xmlns:a="http://schemas.openxmlformats.org/drawingml/2006/main">
              <a:ext uri="{FF2B5EF4-FFF2-40B4-BE49-F238E27FC236}">
                <a16:creationId xmlns:a16="http://schemas.microsoft.com/office/drawing/2014/main" id="{284BD9FE-2CC8-4152-9562-1C059D10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7363" y="21323077"/>
            <a:ext cx="316484" cy="3164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19780">
            <a:solidFill>
              <a:srgbClr val="0B6F79"/>
            </a:solidFill>
          </a:ln>
        </p:spPr>
      </p:sp>
      <p:sp>
        <p:nvSpPr>
          <p:cNvPr id="1959" name="text-1-1958">
            <a:extLst xmlns:a="http://schemas.openxmlformats.org/drawingml/2006/main">
              <a:ext uri="{FF2B5EF4-FFF2-40B4-BE49-F238E27FC236}">
                <a16:creationId xmlns:a16="http://schemas.microsoft.com/office/drawing/2014/main" id="{DDF1BD40-3032-4723-B424-695A192E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0879" y="20967033"/>
            <a:ext cx="1621978" cy="5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3" b="1">
                <a:solidFill>
                  <a:srgbClr val="0B6F79"/>
                </a:solidFill>
                <a:latin typeface="IBM Plex Sans"/>
                <a:ea typeface="IBM Plex Sans"/>
                <a:cs typeface="IBM Plex Sans"/>
              </a:defRPr>
            </a:pPr>
            <a:r>
              <a:rPr sz="2803" b="1">
                <a:solidFill>
                  <a:srgbClr val="0B6F79"/>
                </a:solidFill>
                <a:latin typeface="IBM Plex Sans"/>
                <a:ea typeface="IBM Plex Sans"/>
                <a:cs typeface="IBM Plex Sans"/>
              </a:rPr>
              <a:t>BF</a:t>
            </a:r>
          </a:p>
        </p:txBody>
      </p:sp>
      <p:sp>
        <p:nvSpPr>
          <p:cNvPr id="1960" name="text-1-1959">
            <a:extLst xmlns:a="http://schemas.openxmlformats.org/drawingml/2006/main">
              <a:ext uri="{FF2B5EF4-FFF2-40B4-BE49-F238E27FC236}">
                <a16:creationId xmlns:a16="http://schemas.microsoft.com/office/drawing/2014/main" id="{5D0F297F-FC18-463D-899F-D17BC8E2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0879" y="21560440"/>
            <a:ext cx="1621978" cy="5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3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2803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ST</a:t>
            </a:r>
          </a:p>
        </p:txBody>
      </p:sp>
      <p:sp>
        <p:nvSpPr>
          <p:cNvPr id="1961" name="text-1-1960">
            <a:extLst xmlns:a="http://schemas.openxmlformats.org/drawingml/2006/main">
              <a:ext uri="{FF2B5EF4-FFF2-40B4-BE49-F238E27FC236}">
                <a16:creationId xmlns:a16="http://schemas.microsoft.com/office/drawing/2014/main" id="{DADC04E6-2E97-4E35-9A12-4EC11939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22450549"/>
            <a:ext cx="3857143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Dataset</a:t>
            </a:r>
          </a:p>
        </p:txBody>
      </p:sp>
      <p:sp>
        <p:nvSpPr>
          <p:cNvPr id="1962" name="text-1-1961">
            <a:extLst xmlns:a="http://schemas.openxmlformats.org/drawingml/2006/main">
              <a:ext uri="{FF2B5EF4-FFF2-40B4-BE49-F238E27FC236}">
                <a16:creationId xmlns:a16="http://schemas.microsoft.com/office/drawing/2014/main" id="{5B089C85-F691-41BA-A635-549CFF17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23182418"/>
            <a:ext cx="3876923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StepUP-P150</a:t>
            </a:r>
          </a:p>
        </p:txBody>
      </p:sp>
      <p:sp>
        <p:nvSpPr>
          <p:cNvPr id="1963" name="line-1-1962">
            <a:extLst xmlns:a="http://schemas.openxmlformats.org/drawingml/2006/main">
              <a:ext uri="{FF2B5EF4-FFF2-40B4-BE49-F238E27FC236}">
                <a16:creationId xmlns:a16="http://schemas.microsoft.com/office/drawing/2014/main" id="{F3C16E7E-1709-47F0-B3FF-DAA35411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220" y="21639560"/>
            <a:ext cx="1918681" cy="95"/>
          </a:xfrm>
          <a:custGeom xmlns:a="http://schemas.openxmlformats.org/drawingml/2006/main">
            <a:pathLst>
              <a:path w="1918681" h="95">
                <a:moveTo>
                  <a:pt x="0" y="0"/>
                </a:moveTo>
                <a:lnTo>
                  <a:pt x="1918681" y="95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64" name="line-1-1963">
            <a:extLst xmlns:a="http://schemas.openxmlformats.org/drawingml/2006/main">
              <a:ext uri="{FF2B5EF4-FFF2-40B4-BE49-F238E27FC236}">
                <a16:creationId xmlns:a16="http://schemas.microsoft.com/office/drawing/2014/main" id="{753028B6-FA00-4286-A2FC-10EBD41C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672" y="21639560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0"/>
                </a:moveTo>
                <a:lnTo>
                  <a:pt x="0" y="85348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65" name="line-1-1964">
            <a:extLst xmlns:a="http://schemas.openxmlformats.org/drawingml/2006/main">
              <a:ext uri="{FF2B5EF4-FFF2-40B4-BE49-F238E27FC236}">
                <a16:creationId xmlns:a16="http://schemas.microsoft.com/office/drawing/2014/main" id="{CFE1AFE9-EDB5-4606-90C4-DC809FFB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672" y="21554212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85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66" name="text-1-1965">
            <a:extLst xmlns:a="http://schemas.openxmlformats.org/drawingml/2006/main">
              <a:ext uri="{FF2B5EF4-FFF2-40B4-BE49-F238E27FC236}">
                <a16:creationId xmlns:a16="http://schemas.microsoft.com/office/drawing/2014/main" id="{0F0D9394-786F-48E3-8B93-A5DDA58C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582" y="21065934"/>
            <a:ext cx="1800000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rPr>
              <a:t>trials</a:t>
            </a:r>
          </a:p>
        </p:txBody>
      </p:sp>
      <p:sp>
        <p:nvSpPr>
          <p:cNvPr id="1967" name="text-1-1966">
            <a:extLst xmlns:a="http://schemas.openxmlformats.org/drawingml/2006/main">
              <a:ext uri="{FF2B5EF4-FFF2-40B4-BE49-F238E27FC236}">
                <a16:creationId xmlns:a16="http://schemas.microsoft.com/office/drawing/2014/main" id="{FEA2880A-3B44-47ED-BE26-82D24FB0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45" y="22450549"/>
            <a:ext cx="3857143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Step selection</a:t>
            </a:r>
          </a:p>
        </p:txBody>
      </p:sp>
      <p:sp>
        <p:nvSpPr>
          <p:cNvPr id="1968" name="text-1-1967">
            <a:extLst xmlns:a="http://schemas.openxmlformats.org/drawingml/2006/main">
              <a:ext uri="{FF2B5EF4-FFF2-40B4-BE49-F238E27FC236}">
                <a16:creationId xmlns:a16="http://schemas.microsoft.com/office/drawing/2014/main" id="{303D1997-43E7-4C16-A57C-143B1ADE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45" y="23182418"/>
            <a:ext cx="3876923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First eligible steps</a:t>
            </a:r>
          </a:p>
        </p:txBody>
      </p:sp>
      <p:sp>
        <p:nvSpPr>
          <p:cNvPr id="1969" name="line-1-1968">
            <a:extLst xmlns:a="http://schemas.openxmlformats.org/drawingml/2006/main">
              <a:ext uri="{FF2B5EF4-FFF2-40B4-BE49-F238E27FC236}">
                <a16:creationId xmlns:a16="http://schemas.microsoft.com/office/drawing/2014/main" id="{7F4E2245-B61F-4E04-AD8B-E9A66AC6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407" y="21639560"/>
            <a:ext cx="1918681" cy="95"/>
          </a:xfrm>
          <a:custGeom xmlns:a="http://schemas.openxmlformats.org/drawingml/2006/main">
            <a:pathLst>
              <a:path w="1918681" h="95">
                <a:moveTo>
                  <a:pt x="0" y="0"/>
                </a:moveTo>
                <a:lnTo>
                  <a:pt x="1918681" y="95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70" name="line-1-1969">
            <a:extLst xmlns:a="http://schemas.openxmlformats.org/drawingml/2006/main">
              <a:ext uri="{FF2B5EF4-FFF2-40B4-BE49-F238E27FC236}">
                <a16:creationId xmlns:a16="http://schemas.microsoft.com/office/drawing/2014/main" id="{C6C6827E-1B08-4432-AF9C-3EB40D25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5859" y="21639560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0"/>
                </a:moveTo>
                <a:lnTo>
                  <a:pt x="0" y="85348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71" name="line-1-1970">
            <a:extLst xmlns:a="http://schemas.openxmlformats.org/drawingml/2006/main">
              <a:ext uri="{FF2B5EF4-FFF2-40B4-BE49-F238E27FC236}">
                <a16:creationId xmlns:a16="http://schemas.microsoft.com/office/drawing/2014/main" id="{B7688338-E37A-4C61-9BC7-C502933D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5859" y="21554212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85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72" name="text-1-1971">
            <a:extLst xmlns:a="http://schemas.openxmlformats.org/drawingml/2006/main">
              <a:ext uri="{FF2B5EF4-FFF2-40B4-BE49-F238E27FC236}">
                <a16:creationId xmlns:a16="http://schemas.microsoft.com/office/drawing/2014/main" id="{49710F16-219B-414D-92E9-E73AC144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69" y="21065934"/>
            <a:ext cx="1800000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rPr>
              <a:t>steps</a:t>
            </a:r>
          </a:p>
        </p:txBody>
      </p:sp>
      <p:sp>
        <p:nvSpPr>
          <p:cNvPr id="1973" name="text-1-1972">
            <a:extLst xmlns:a="http://schemas.openxmlformats.org/drawingml/2006/main">
              <a:ext uri="{FF2B5EF4-FFF2-40B4-BE49-F238E27FC236}">
                <a16:creationId xmlns:a16="http://schemas.microsoft.com/office/drawing/2014/main" id="{4A5F7898-2438-464D-B6D4-0ECE3787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32" y="22450549"/>
            <a:ext cx="3857143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Pressure grid</a:t>
            </a:r>
          </a:p>
        </p:txBody>
      </p:sp>
      <p:sp>
        <p:nvSpPr>
          <p:cNvPr id="1974" name="text-1-1973">
            <a:extLst xmlns:a="http://schemas.openxmlformats.org/drawingml/2006/main">
              <a:ext uri="{FF2B5EF4-FFF2-40B4-BE49-F238E27FC236}">
                <a16:creationId xmlns:a16="http://schemas.microsoft.com/office/drawing/2014/main" id="{D070A117-09CB-47A0-9A54-5006A9A8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32" y="23182418"/>
            <a:ext cx="3876923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Side + pitch verified</a:t>
            </a:r>
          </a:p>
        </p:txBody>
      </p:sp>
      <p:sp>
        <p:nvSpPr>
          <p:cNvPr id="1975" name="line-1-1974">
            <a:extLst xmlns:a="http://schemas.openxmlformats.org/drawingml/2006/main">
              <a:ext uri="{FF2B5EF4-FFF2-40B4-BE49-F238E27FC236}">
                <a16:creationId xmlns:a16="http://schemas.microsoft.com/office/drawing/2014/main" id="{92BE2BEC-E16A-45D9-B15F-A58F2B7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6593" y="21639560"/>
            <a:ext cx="1918681" cy="95"/>
          </a:xfrm>
          <a:custGeom xmlns:a="http://schemas.openxmlformats.org/drawingml/2006/main">
            <a:pathLst>
              <a:path w="1918681" h="95">
                <a:moveTo>
                  <a:pt x="0" y="0"/>
                </a:moveTo>
                <a:lnTo>
                  <a:pt x="1918681" y="95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76" name="line-1-1975">
            <a:extLst xmlns:a="http://schemas.openxmlformats.org/drawingml/2006/main">
              <a:ext uri="{FF2B5EF4-FFF2-40B4-BE49-F238E27FC236}">
                <a16:creationId xmlns:a16="http://schemas.microsoft.com/office/drawing/2014/main" id="{197DC639-737E-48BA-824F-48511039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9046" y="21639560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0"/>
                </a:moveTo>
                <a:lnTo>
                  <a:pt x="0" y="85348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77" name="line-1-1976">
            <a:extLst xmlns:a="http://schemas.openxmlformats.org/drawingml/2006/main">
              <a:ext uri="{FF2B5EF4-FFF2-40B4-BE49-F238E27FC236}">
                <a16:creationId xmlns:a16="http://schemas.microsoft.com/office/drawing/2014/main" id="{EB354A0B-A376-47C1-BE7C-D1BAA1DF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9046" y="21554212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85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78" name="text-1-1977">
            <a:extLst xmlns:a="http://schemas.openxmlformats.org/drawingml/2006/main">
              <a:ext uri="{FF2B5EF4-FFF2-40B4-BE49-F238E27FC236}">
                <a16:creationId xmlns:a16="http://schemas.microsoft.com/office/drawing/2014/main" id="{4F0909A3-C37A-4890-B503-26AB8937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3956" y="21065934"/>
            <a:ext cx="1800000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rPr>
              <a:t>grids</a:t>
            </a:r>
          </a:p>
        </p:txBody>
      </p:sp>
      <p:sp>
        <p:nvSpPr>
          <p:cNvPr id="1979" name="text-1-1978">
            <a:extLst xmlns:a="http://schemas.openxmlformats.org/drawingml/2006/main">
              <a:ext uri="{FF2B5EF4-FFF2-40B4-BE49-F238E27FC236}">
                <a16:creationId xmlns:a16="http://schemas.microsoft.com/office/drawing/2014/main" id="{D55AD48E-76AE-4305-ABE2-6901C067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319" y="22450549"/>
            <a:ext cx="3857143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Sensor layout</a:t>
            </a:r>
          </a:p>
        </p:txBody>
      </p:sp>
      <p:sp>
        <p:nvSpPr>
          <p:cNvPr id="1980" name="text-1-1979">
            <a:extLst xmlns:a="http://schemas.openxmlformats.org/drawingml/2006/main">
              <a:ext uri="{FF2B5EF4-FFF2-40B4-BE49-F238E27FC236}">
                <a16:creationId xmlns:a16="http://schemas.microsoft.com/office/drawing/2014/main" id="{B061D361-2321-4B1B-A3CB-EF202329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319" y="23182418"/>
            <a:ext cx="3876923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Fixed circular discs</a:t>
            </a:r>
          </a:p>
        </p:txBody>
      </p:sp>
      <p:sp>
        <p:nvSpPr>
          <p:cNvPr id="1981" name="line-1-1980">
            <a:extLst xmlns:a="http://schemas.openxmlformats.org/drawingml/2006/main">
              <a:ext uri="{FF2B5EF4-FFF2-40B4-BE49-F238E27FC236}">
                <a16:creationId xmlns:a16="http://schemas.microsoft.com/office/drawing/2014/main" id="{5E342CB3-9C53-42B5-9F7F-CF4C1389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9780" y="21639560"/>
            <a:ext cx="1918681" cy="95"/>
          </a:xfrm>
          <a:custGeom xmlns:a="http://schemas.openxmlformats.org/drawingml/2006/main">
            <a:pathLst>
              <a:path w="1918681" h="95">
                <a:moveTo>
                  <a:pt x="0" y="0"/>
                </a:moveTo>
                <a:lnTo>
                  <a:pt x="1918681" y="95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82" name="line-1-1981">
            <a:extLst xmlns:a="http://schemas.openxmlformats.org/drawingml/2006/main">
              <a:ext uri="{FF2B5EF4-FFF2-40B4-BE49-F238E27FC236}">
                <a16:creationId xmlns:a16="http://schemas.microsoft.com/office/drawing/2014/main" id="{B582F031-42AE-464C-8713-6C7EA47F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2233" y="21639560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0"/>
                </a:moveTo>
                <a:lnTo>
                  <a:pt x="0" y="85348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83" name="line-1-1982">
            <a:extLst xmlns:a="http://schemas.openxmlformats.org/drawingml/2006/main">
              <a:ext uri="{FF2B5EF4-FFF2-40B4-BE49-F238E27FC236}">
                <a16:creationId xmlns:a16="http://schemas.microsoft.com/office/drawing/2014/main" id="{9B7F59D8-2DA9-4A06-BF4A-CF4DAD42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2233" y="21554212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85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84" name="text-1-1983">
            <a:extLst xmlns:a="http://schemas.openxmlformats.org/drawingml/2006/main">
              <a:ext uri="{FF2B5EF4-FFF2-40B4-BE49-F238E27FC236}">
                <a16:creationId xmlns:a16="http://schemas.microsoft.com/office/drawing/2014/main" id="{3C5F8D1E-D48E-4648-AC1A-231CAC9F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7143" y="21065934"/>
            <a:ext cx="1800000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rPr>
              <a:t>masks</a:t>
            </a:r>
          </a:p>
        </p:txBody>
      </p:sp>
      <p:sp>
        <p:nvSpPr>
          <p:cNvPr id="1985" name="text-1-1984">
            <a:extLst xmlns:a="http://schemas.openxmlformats.org/drawingml/2006/main">
              <a:ext uri="{FF2B5EF4-FFF2-40B4-BE49-F238E27FC236}">
                <a16:creationId xmlns:a16="http://schemas.microsoft.com/office/drawing/2014/main" id="{9059A562-62AF-4A0B-9948-D417C78C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4505" y="22450549"/>
            <a:ext cx="3857143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Overlap analysis</a:t>
            </a:r>
          </a:p>
        </p:txBody>
      </p:sp>
      <p:sp>
        <p:nvSpPr>
          <p:cNvPr id="1986" name="text-1-1985">
            <a:extLst xmlns:a="http://schemas.openxmlformats.org/drawingml/2006/main">
              <a:ext uri="{FF2B5EF4-FFF2-40B4-BE49-F238E27FC236}">
                <a16:creationId xmlns:a16="http://schemas.microsoft.com/office/drawing/2014/main" id="{2D5EF746-00D7-491C-ABE1-E3F50072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4505" y="23182418"/>
            <a:ext cx="3876923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Fractional cell area</a:t>
            </a:r>
          </a:p>
        </p:txBody>
      </p:sp>
      <p:sp>
        <p:nvSpPr>
          <p:cNvPr id="1987" name="line-1-1986">
            <a:extLst xmlns:a="http://schemas.openxmlformats.org/drawingml/2006/main">
              <a:ext uri="{FF2B5EF4-FFF2-40B4-BE49-F238E27FC236}">
                <a16:creationId xmlns:a16="http://schemas.microsoft.com/office/drawing/2014/main" id="{B84E133F-471A-4D25-B033-BE98504D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2967" y="21639560"/>
            <a:ext cx="1918681" cy="95"/>
          </a:xfrm>
          <a:custGeom xmlns:a="http://schemas.openxmlformats.org/drawingml/2006/main">
            <a:pathLst>
              <a:path w="1918681" h="95">
                <a:moveTo>
                  <a:pt x="0" y="0"/>
                </a:moveTo>
                <a:lnTo>
                  <a:pt x="1918681" y="95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88" name="line-1-1987">
            <a:extLst xmlns:a="http://schemas.openxmlformats.org/drawingml/2006/main">
              <a:ext uri="{FF2B5EF4-FFF2-40B4-BE49-F238E27FC236}">
                <a16:creationId xmlns:a16="http://schemas.microsoft.com/office/drawing/2014/main" id="{C92BCCA6-629D-4246-B047-91F41FA2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5419" y="21639560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0"/>
                </a:moveTo>
                <a:lnTo>
                  <a:pt x="0" y="85348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89" name="line-1-1988">
            <a:extLst xmlns:a="http://schemas.openxmlformats.org/drawingml/2006/main">
              <a:ext uri="{FF2B5EF4-FFF2-40B4-BE49-F238E27FC236}">
                <a16:creationId xmlns:a16="http://schemas.microsoft.com/office/drawing/2014/main" id="{40B6AB8F-B877-4752-A7C5-F3C52300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5419" y="21554212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85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90" name="text-1-1989">
            <a:extLst xmlns:a="http://schemas.openxmlformats.org/drawingml/2006/main">
              <a:ext uri="{FF2B5EF4-FFF2-40B4-BE49-F238E27FC236}">
                <a16:creationId xmlns:a16="http://schemas.microsoft.com/office/drawing/2014/main" id="{995BADB3-D54A-4640-8119-4CF98E6F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0330" y="21065934"/>
            <a:ext cx="1800000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rPr>
              <a:t>scores</a:t>
            </a:r>
          </a:p>
        </p:txBody>
      </p:sp>
      <p:sp>
        <p:nvSpPr>
          <p:cNvPr id="1991" name="text-1-1990">
            <a:extLst xmlns:a="http://schemas.openxmlformats.org/drawingml/2006/main">
              <a:ext uri="{FF2B5EF4-FFF2-40B4-BE49-F238E27FC236}">
                <a16:creationId xmlns:a16="http://schemas.microsoft.com/office/drawing/2014/main" id="{E1598BD9-5F7F-421E-B9EE-2DDAED1E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692" y="22450549"/>
            <a:ext cx="3857143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Aggregation</a:t>
            </a:r>
          </a:p>
        </p:txBody>
      </p:sp>
      <p:sp>
        <p:nvSpPr>
          <p:cNvPr id="1992" name="text-1-1991">
            <a:extLst xmlns:a="http://schemas.openxmlformats.org/drawingml/2006/main">
              <a:ext uri="{FF2B5EF4-FFF2-40B4-BE49-F238E27FC236}">
                <a16:creationId xmlns:a16="http://schemas.microsoft.com/office/drawing/2014/main" id="{71FFD7BB-0151-4227-8612-28BE6BB7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692" y="23182418"/>
            <a:ext cx="3876923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Equal subject weight</a:t>
            </a:r>
          </a:p>
        </p:txBody>
      </p:sp>
      <p:sp>
        <p:nvSpPr>
          <p:cNvPr id="1993" name="line-1-1992">
            <a:extLst xmlns:a="http://schemas.openxmlformats.org/drawingml/2006/main">
              <a:ext uri="{FF2B5EF4-FFF2-40B4-BE49-F238E27FC236}">
                <a16:creationId xmlns:a16="http://schemas.microsoft.com/office/drawing/2014/main" id="{613AE3CD-461B-404F-A633-7F70788E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6154" y="21639560"/>
            <a:ext cx="1918681" cy="95"/>
          </a:xfrm>
          <a:custGeom xmlns:a="http://schemas.openxmlformats.org/drawingml/2006/main">
            <a:pathLst>
              <a:path w="1918681" h="95">
                <a:moveTo>
                  <a:pt x="0" y="0"/>
                </a:moveTo>
                <a:lnTo>
                  <a:pt x="1918681" y="95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94" name="line-1-1993">
            <a:extLst xmlns:a="http://schemas.openxmlformats.org/drawingml/2006/main">
              <a:ext uri="{FF2B5EF4-FFF2-40B4-BE49-F238E27FC236}">
                <a16:creationId xmlns:a16="http://schemas.microsoft.com/office/drawing/2014/main" id="{76D988CC-071F-41CB-B697-1FEDAD33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8606" y="21639560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0"/>
                </a:moveTo>
                <a:lnTo>
                  <a:pt x="0" y="85348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95" name="line-1-1994">
            <a:extLst xmlns:a="http://schemas.openxmlformats.org/drawingml/2006/main">
              <a:ext uri="{FF2B5EF4-FFF2-40B4-BE49-F238E27FC236}">
                <a16:creationId xmlns:a16="http://schemas.microsoft.com/office/drawing/2014/main" id="{C7EC483F-D245-4864-8DD0-174B0D2A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8606" y="21554212"/>
            <a:ext cx="156229" cy="85348"/>
          </a:xfrm>
          <a:custGeom xmlns:a="http://schemas.openxmlformats.org/drawingml/2006/main">
            <a:pathLst>
              <a:path w="156229" h="85348">
                <a:moveTo>
                  <a:pt x="156229" y="85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1996" name="text-1-1995">
            <a:extLst xmlns:a="http://schemas.openxmlformats.org/drawingml/2006/main">
              <a:ext uri="{FF2B5EF4-FFF2-40B4-BE49-F238E27FC236}">
                <a16:creationId xmlns:a16="http://schemas.microsoft.com/office/drawing/2014/main" id="{A9998FC8-46E5-4961-8F76-4738F1D5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3516" y="21065934"/>
            <a:ext cx="1800000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rPr>
              <a:t>means</a:t>
            </a:r>
          </a:p>
        </p:txBody>
      </p:sp>
      <p:sp>
        <p:nvSpPr>
          <p:cNvPr id="1997" name="text-1-1996">
            <a:extLst xmlns:a="http://schemas.openxmlformats.org/drawingml/2006/main">
              <a:ext uri="{FF2B5EF4-FFF2-40B4-BE49-F238E27FC236}">
                <a16:creationId xmlns:a16="http://schemas.microsoft.com/office/drawing/2014/main" id="{42BF7048-A575-4A59-9B2B-9C0BC425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0879" y="22450549"/>
            <a:ext cx="3857143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Results</a:t>
            </a:r>
          </a:p>
        </p:txBody>
      </p:sp>
      <p:sp>
        <p:nvSpPr>
          <p:cNvPr id="1998" name="text-1-1997">
            <a:extLst xmlns:a="http://schemas.openxmlformats.org/drawingml/2006/main">
              <a:ext uri="{FF2B5EF4-FFF2-40B4-BE49-F238E27FC236}">
                <a16:creationId xmlns:a16="http://schemas.microsoft.com/office/drawing/2014/main" id="{999B10AC-AAB9-41EA-AD0E-381CB10B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0879" y="23182418"/>
            <a:ext cx="3876923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Conditions separate</a:t>
            </a:r>
          </a:p>
        </p:txBody>
      </p:sp>
      <p:sp>
        <p:nvSpPr>
          <p:cNvPr id="1999" name="rect-1-1998">
            <a:extLst xmlns:a="http://schemas.openxmlformats.org/drawingml/2006/main">
              <a:ext uri="{FF2B5EF4-FFF2-40B4-BE49-F238E27FC236}">
                <a16:creationId xmlns:a16="http://schemas.microsoft.com/office/drawing/2014/main" id="{F3673A8F-D19F-47F9-9014-04A0C1D3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24032967"/>
            <a:ext cx="29116484" cy="20175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0">
            <a:noFill/>
          </a:ln>
        </p:spPr>
      </p:sp>
      <p:sp>
        <p:nvSpPr>
          <p:cNvPr id="2000" name="text-1-1999">
            <a:extLst xmlns:a="http://schemas.openxmlformats.org/drawingml/2006/main">
              <a:ext uri="{FF2B5EF4-FFF2-40B4-BE49-F238E27FC236}">
                <a16:creationId xmlns:a16="http://schemas.microsoft.com/office/drawing/2014/main" id="{1DF49DCC-C5B3-4576-949D-0BA42FB5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802" y="24329670"/>
            <a:ext cx="2452747" cy="1453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632" b="0">
                <a:solidFill>
                  <a:srgbClr val="0B6F79"/>
                </a:solidFill>
                <a:latin typeface="IBM Plex Mono"/>
                <a:ea typeface="IBM Plex Mono"/>
                <a:cs typeface="IBM Plex Mono"/>
              </a:defRPr>
            </a:pPr>
            <a:r>
              <a:rPr sz="7632" b="0">
                <a:solidFill>
                  <a:srgbClr val="0B6F79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2001" name="text-1-2000">
            <a:extLst xmlns:a="http://schemas.openxmlformats.org/drawingml/2006/main">
              <a:ext uri="{FF2B5EF4-FFF2-40B4-BE49-F238E27FC236}">
                <a16:creationId xmlns:a16="http://schemas.microsoft.com/office/drawing/2014/main" id="{41C77FC1-496D-49F7-90B8-AB7E1C17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549" y="24448352"/>
            <a:ext cx="4450549" cy="623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71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271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Participants</a:t>
            </a:r>
          </a:p>
        </p:txBody>
      </p:sp>
      <p:sp>
        <p:nvSpPr>
          <p:cNvPr id="2002" name="text-1-2001">
            <a:extLst xmlns:a="http://schemas.openxmlformats.org/drawingml/2006/main">
              <a:ext uri="{FF2B5EF4-FFF2-40B4-BE49-F238E27FC236}">
                <a16:creationId xmlns:a16="http://schemas.microsoft.com/office/drawing/2014/main" id="{292CE70E-6049-49E4-9319-0A7DECA2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549" y="25219780"/>
            <a:ext cx="4450549" cy="4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IDs 002–013</a:t>
            </a:r>
          </a:p>
        </p:txBody>
      </p:sp>
      <p:sp>
        <p:nvSpPr>
          <p:cNvPr id="2003" name="text-1-2002">
            <a:extLst xmlns:a="http://schemas.openxmlformats.org/drawingml/2006/main">
              <a:ext uri="{FF2B5EF4-FFF2-40B4-BE49-F238E27FC236}">
                <a16:creationId xmlns:a16="http://schemas.microsoft.com/office/drawing/2014/main" id="{33B03F89-38BA-4DA7-9AF2-3A3489A8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43" y="24329670"/>
            <a:ext cx="2452747" cy="1453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632" b="0">
                <a:solidFill>
                  <a:srgbClr val="0B6F79"/>
                </a:solidFill>
                <a:latin typeface="IBM Plex Mono"/>
                <a:ea typeface="IBM Plex Mono"/>
                <a:cs typeface="IBM Plex Mono"/>
              </a:defRPr>
            </a:pPr>
            <a:r>
              <a:rPr sz="7632" b="0">
                <a:solidFill>
                  <a:srgbClr val="0B6F79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2004" name="text-1-2003">
            <a:extLst xmlns:a="http://schemas.openxmlformats.org/drawingml/2006/main">
              <a:ext uri="{FF2B5EF4-FFF2-40B4-BE49-F238E27FC236}">
                <a16:creationId xmlns:a16="http://schemas.microsoft.com/office/drawing/2014/main" id="{6738ACAF-C3EE-468B-AF06-99539BA0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9890" y="24448352"/>
            <a:ext cx="4450549" cy="623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71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271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Conditions</a:t>
            </a:r>
          </a:p>
        </p:txBody>
      </p:sp>
      <p:sp>
        <p:nvSpPr>
          <p:cNvPr id="2005" name="text-1-2004">
            <a:extLst xmlns:a="http://schemas.openxmlformats.org/drawingml/2006/main">
              <a:ext uri="{FF2B5EF4-FFF2-40B4-BE49-F238E27FC236}">
                <a16:creationId xmlns:a16="http://schemas.microsoft.com/office/drawing/2014/main" id="{F428B7BF-1EC5-465C-A7A3-C59EC792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9890" y="25219780"/>
            <a:ext cx="4450549" cy="4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BF + ST, preferred speed</a:t>
            </a:r>
          </a:p>
        </p:txBody>
      </p:sp>
      <p:sp>
        <p:nvSpPr>
          <p:cNvPr id="2006" name="text-1-2005">
            <a:extLst xmlns:a="http://schemas.openxmlformats.org/drawingml/2006/main">
              <a:ext uri="{FF2B5EF4-FFF2-40B4-BE49-F238E27FC236}">
                <a16:creationId xmlns:a16="http://schemas.microsoft.com/office/drawing/2014/main" id="{C0F44D44-0189-4EB3-866E-CC670366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484" y="24329670"/>
            <a:ext cx="2452747" cy="1453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632" b="0">
                <a:solidFill>
                  <a:srgbClr val="0B6F79"/>
                </a:solidFill>
                <a:latin typeface="IBM Plex Mono"/>
                <a:ea typeface="IBM Plex Mono"/>
                <a:cs typeface="IBM Plex Mono"/>
              </a:defRPr>
            </a:pPr>
            <a:r>
              <a:rPr sz="7632" b="0">
                <a:solidFill>
                  <a:srgbClr val="0B6F79"/>
                </a:solidFill>
                <a:latin typeface="IBM Plex Mono"/>
                <a:ea typeface="IBM Plex Mono"/>
                <a:cs typeface="IBM Plex Mono"/>
              </a:rPr>
              <a:t>576</a:t>
            </a:r>
          </a:p>
        </p:txBody>
      </p:sp>
      <p:sp>
        <p:nvSpPr>
          <p:cNvPr id="2007" name="text-1-2006">
            <a:extLst xmlns:a="http://schemas.openxmlformats.org/drawingml/2006/main">
              <a:ext uri="{FF2B5EF4-FFF2-40B4-BE49-F238E27FC236}">
                <a16:creationId xmlns:a16="http://schemas.microsoft.com/office/drawing/2014/main" id="{5841D30C-72C2-4FE5-A45A-72C9992F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9231" y="24448352"/>
            <a:ext cx="4450549" cy="623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71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271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Steps</a:t>
            </a:r>
          </a:p>
        </p:txBody>
      </p:sp>
      <p:sp>
        <p:nvSpPr>
          <p:cNvPr id="2008" name="text-1-2007">
            <a:extLst xmlns:a="http://schemas.openxmlformats.org/drawingml/2006/main">
              <a:ext uri="{FF2B5EF4-FFF2-40B4-BE49-F238E27FC236}">
                <a16:creationId xmlns:a16="http://schemas.microsoft.com/office/drawing/2014/main" id="{9DE08722-A2C2-4E51-901E-3984060E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9231" y="25219780"/>
            <a:ext cx="4450549" cy="4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12 / foot / condition</a:t>
            </a:r>
          </a:p>
        </p:txBody>
      </p:sp>
      <p:sp>
        <p:nvSpPr>
          <p:cNvPr id="2009" name="text-1-2008">
            <a:extLst xmlns:a="http://schemas.openxmlformats.org/drawingml/2006/main">
              <a:ext uri="{FF2B5EF4-FFF2-40B4-BE49-F238E27FC236}">
                <a16:creationId xmlns:a16="http://schemas.microsoft.com/office/drawing/2014/main" id="{EA4B2992-9CAC-41D6-8808-5868BBA0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5824" y="24329670"/>
            <a:ext cx="2452747" cy="1453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632" b="0">
                <a:solidFill>
                  <a:srgbClr val="0B6F79"/>
                </a:solidFill>
                <a:latin typeface="IBM Plex Mono"/>
                <a:ea typeface="IBM Plex Mono"/>
                <a:cs typeface="IBM Plex Mono"/>
              </a:defRPr>
            </a:pPr>
            <a:r>
              <a:rPr sz="7632" b="0">
                <a:solidFill>
                  <a:srgbClr val="0B6F79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010" name="text-1-2009">
            <a:extLst xmlns:a="http://schemas.openxmlformats.org/drawingml/2006/main">
              <a:ext uri="{FF2B5EF4-FFF2-40B4-BE49-F238E27FC236}">
                <a16:creationId xmlns:a16="http://schemas.microsoft.com/office/drawing/2014/main" id="{801FA9D8-87F4-4E0E-B5E6-A77D5BC3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8571" y="24448352"/>
            <a:ext cx="4450549" cy="623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71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271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Layout models</a:t>
            </a:r>
          </a:p>
        </p:txBody>
      </p:sp>
      <p:sp>
        <p:nvSpPr>
          <p:cNvPr id="2011" name="text-1-2010">
            <a:extLst xmlns:a="http://schemas.openxmlformats.org/drawingml/2006/main">
              <a:ext uri="{FF2B5EF4-FFF2-40B4-BE49-F238E27FC236}">
                <a16:creationId xmlns:a16="http://schemas.microsoft.com/office/drawing/2014/main" id="{08C49EA4-EC0C-44AC-B109-A248A48B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8571" y="25219780"/>
            <a:ext cx="4450549" cy="4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4, 6, 8, 13, 16 sensors</a:t>
            </a:r>
          </a:p>
        </p:txBody>
      </p:sp>
      <p:sp>
        <p:nvSpPr>
          <p:cNvPr id="2012" name="text-1-2011">
            <a:extLst xmlns:a="http://schemas.openxmlformats.org/drawingml/2006/main">
              <a:ext uri="{FF2B5EF4-FFF2-40B4-BE49-F238E27FC236}">
                <a16:creationId xmlns:a16="http://schemas.microsoft.com/office/drawing/2014/main" id="{EAF99AD0-19EE-4AED-B197-20CA7BD4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26723077"/>
            <a:ext cx="10443956" cy="623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71" b="1">
                <a:solidFill>
                  <a:srgbClr val="0B6F79"/>
                </a:solidFill>
                <a:latin typeface="IBM Plex Sans"/>
                <a:ea typeface="IBM Plex Sans"/>
                <a:cs typeface="IBM Plex Sans"/>
              </a:defRPr>
            </a:pPr>
            <a:r>
              <a:rPr sz="3271" b="1">
                <a:solidFill>
                  <a:srgbClr val="0B6F79"/>
                </a:solidFill>
                <a:latin typeface="IBM Plex Sans"/>
                <a:ea typeface="IBM Plex Sans"/>
                <a:cs typeface="IBM Plex Sans"/>
              </a:rPr>
              <a:t>03 / LAYOUT COMPARISON</a:t>
            </a:r>
          </a:p>
        </p:txBody>
      </p:sp>
      <p:sp>
        <p:nvSpPr>
          <p:cNvPr id="2013" name="text-1-2012">
            <a:extLst xmlns:a="http://schemas.openxmlformats.org/drawingml/2006/main">
              <a:ext uri="{FF2B5EF4-FFF2-40B4-BE49-F238E27FC236}">
                <a16:creationId xmlns:a16="http://schemas.microsoft.com/office/drawing/2014/main" id="{C606CEED-CEAC-4602-B900-6B349B16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27494505"/>
            <a:ext cx="10582418" cy="5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3" b="0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2803" b="0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Mean loaded area observed (%)</a:t>
            </a:r>
          </a:p>
        </p:txBody>
      </p:sp>
      <p:graphicFrame>
        <p:nvGraphicFramePr>
          <p:cNvPr id="4072" name="Chart"/>
          <p:cNvGraphicFramePr/>
          <p:nvPr/>
        </p:nvGraphicFramePr>
        <p:xfrm>
          <a:off xmlns:a="http://schemas.openxmlformats.org/drawingml/2006/main" x="3204396" y="28167033"/>
          <a:ext xmlns:a="http://schemas.openxmlformats.org/drawingml/2006/main" cx="10879121" cy="352087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960ce3decd4b4c"/>
          </a:graphicData>
        </a:graphic>
      </p:graphicFrame>
      <p:sp>
        <p:nvSpPr>
          <p:cNvPr id="2015" name="text-1-2014">
            <a:extLst xmlns:a="http://schemas.openxmlformats.org/drawingml/2006/main">
              <a:ext uri="{FF2B5EF4-FFF2-40B4-BE49-F238E27FC236}">
                <a16:creationId xmlns:a16="http://schemas.microsoft.com/office/drawing/2014/main" id="{FDE97185-2FB6-423F-B3DB-D8526E99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31846154"/>
            <a:ext cx="10582418" cy="4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492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Sensor count in each layout model</a:t>
            </a:r>
          </a:p>
        </p:txBody>
      </p:sp>
      <p:sp>
        <p:nvSpPr>
          <p:cNvPr id="2016" name="text-1-2015">
            <a:extLst xmlns:a="http://schemas.openxmlformats.org/drawingml/2006/main">
              <a:ext uri="{FF2B5EF4-FFF2-40B4-BE49-F238E27FC236}">
                <a16:creationId xmlns:a16="http://schemas.microsoft.com/office/drawing/2014/main" id="{1FE45671-03E6-4EB0-AED4-E7946A78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32439560"/>
            <a:ext cx="10582418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1">
                <a:solidFill>
                  <a:srgbClr val="08535B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1">
                <a:solidFill>
                  <a:srgbClr val="08535B"/>
                </a:solidFill>
                <a:latin typeface="IBM Plex Sans"/>
                <a:ea typeface="IBM Plex Sans"/>
                <a:cs typeface="IBM Plex Sans"/>
              </a:rPr>
              <a:t>Count and position both change.</a:t>
            </a:r>
          </a:p>
        </p:txBody>
      </p:sp>
      <p:sp>
        <p:nvSpPr>
          <p:cNvPr id="2017" name="text-1-2016">
            <a:extLst xmlns:a="http://schemas.openxmlformats.org/drawingml/2006/main">
              <a:ext uri="{FF2B5EF4-FFF2-40B4-BE49-F238E27FC236}">
                <a16:creationId xmlns:a16="http://schemas.microsoft.com/office/drawing/2014/main" id="{36A769CC-3C21-439D-8ADF-4BE3BD83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2967" y="26723077"/>
            <a:ext cx="7912088" cy="682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82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582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R1 / ENDURANCE</a:t>
            </a:r>
          </a:p>
        </p:txBody>
      </p:sp>
      <p:sp>
        <p:nvSpPr>
          <p:cNvPr id="2018" name="text-1-2017">
            <a:extLst xmlns:a="http://schemas.openxmlformats.org/drawingml/2006/main">
              <a:ext uri="{FF2B5EF4-FFF2-40B4-BE49-F238E27FC236}">
                <a16:creationId xmlns:a16="http://schemas.microsoft.com/office/drawing/2014/main" id="{9B2F0C82-D6D1-40D8-AF06-9856AC4C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2967" y="27435165"/>
            <a:ext cx="7912088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1">
                <a:solidFill>
                  <a:srgbClr val="5A6C72"/>
                </a:solidFill>
                <a:latin typeface="IBM Plex Mono"/>
                <a:ea typeface="IBM Plex Mono"/>
                <a:cs typeface="IBM Plex Mono"/>
              </a:defRPr>
            </a:pPr>
            <a:r>
              <a:rPr sz="3115" b="1">
                <a:solidFill>
                  <a:srgbClr val="5A6C72"/>
                </a:solidFill>
                <a:latin typeface="IBM Plex Mono"/>
                <a:ea typeface="IBM Plex Mono"/>
                <a:cs typeface="IBM Plex Mono"/>
              </a:rPr>
              <a:t>to be measured</a:t>
            </a:r>
          </a:p>
        </p:txBody>
      </p:sp>
      <p:sp>
        <p:nvSpPr>
          <p:cNvPr id="2019" name="rect-1-2018">
            <a:extLst xmlns:a="http://schemas.openxmlformats.org/drawingml/2006/main">
              <a:ext uri="{FF2B5EF4-FFF2-40B4-BE49-F238E27FC236}">
                <a16:creationId xmlns:a16="http://schemas.microsoft.com/office/drawing/2014/main" id="{2A8642EE-A081-4480-8493-2BAE6E0B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0549" y="29650549"/>
            <a:ext cx="3283516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4B"/>
          </a:solidFill>
          <a:ln xmlns:a="http://schemas.openxmlformats.org/drawingml/2006/main" w="0">
            <a:noFill/>
          </a:ln>
        </p:spPr>
      </p:sp>
      <p:sp>
        <p:nvSpPr>
          <p:cNvPr id="2020" name="rect-1-2019">
            <a:extLst xmlns:a="http://schemas.openxmlformats.org/drawingml/2006/main">
              <a:ext uri="{FF2B5EF4-FFF2-40B4-BE49-F238E27FC236}">
                <a16:creationId xmlns:a16="http://schemas.microsoft.com/office/drawing/2014/main" id="{93D0ED14-4067-4E47-8822-29819384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714" y="29472527"/>
            <a:ext cx="2413187" cy="178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79"/>
          </a:solidFill>
          <a:ln xmlns:a="http://schemas.openxmlformats.org/drawingml/2006/main" w="0">
            <a:noFill/>
          </a:ln>
        </p:spPr>
      </p:sp>
      <p:sp>
        <p:nvSpPr>
          <p:cNvPr id="2021" name="rect-1-2020">
            <a:extLst xmlns:a="http://schemas.openxmlformats.org/drawingml/2006/main">
              <a:ext uri="{FF2B5EF4-FFF2-40B4-BE49-F238E27FC236}">
                <a16:creationId xmlns:a16="http://schemas.microsoft.com/office/drawing/2014/main" id="{8B5C8F53-B04A-4E24-8B71-6515C2FE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4176" y="28879121"/>
            <a:ext cx="2136264" cy="237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2"/>
          </a:solidFill>
          <a:ln xmlns:a="http://schemas.openxmlformats.org/drawingml/2006/main" w="29670">
            <a:solidFill>
              <a:srgbClr val="14314B"/>
            </a:solidFill>
          </a:ln>
        </p:spPr>
      </p:sp>
      <p:sp>
        <p:nvSpPr>
          <p:cNvPr id="2022" name="line-1-2021">
            <a:extLst xmlns:a="http://schemas.openxmlformats.org/drawingml/2006/main">
              <a:ext uri="{FF2B5EF4-FFF2-40B4-BE49-F238E27FC236}">
                <a16:creationId xmlns:a16="http://schemas.microsoft.com/office/drawing/2014/main" id="{9A4FCA39-8A21-437C-9876-C799E43B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2308" y="28147253"/>
            <a:ext cx="95" cy="593407"/>
          </a:xfrm>
          <a:custGeom xmlns:a="http://schemas.openxmlformats.org/drawingml/2006/main">
            <a:pathLst>
              <a:path w="95" h="593407">
                <a:moveTo>
                  <a:pt x="0" y="0"/>
                </a:moveTo>
                <a:lnTo>
                  <a:pt x="95" y="593407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2023" name="line-1-2022">
            <a:extLst xmlns:a="http://schemas.openxmlformats.org/drawingml/2006/main">
              <a:ext uri="{FF2B5EF4-FFF2-40B4-BE49-F238E27FC236}">
                <a16:creationId xmlns:a16="http://schemas.microsoft.com/office/drawing/2014/main" id="{81E76A94-874B-4784-9CE5-ABFDE3D4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6959" y="28584430"/>
            <a:ext cx="85348" cy="156229"/>
          </a:xfrm>
          <a:custGeom xmlns:a="http://schemas.openxmlformats.org/drawingml/2006/main">
            <a:pathLst>
              <a:path w="85348" h="156229">
                <a:moveTo>
                  <a:pt x="85348" y="1562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2024" name="line-1-2023">
            <a:extLst xmlns:a="http://schemas.openxmlformats.org/drawingml/2006/main">
              <a:ext uri="{FF2B5EF4-FFF2-40B4-BE49-F238E27FC236}">
                <a16:creationId xmlns:a16="http://schemas.microsoft.com/office/drawing/2014/main" id="{BE6B3945-62DA-4B79-AEC1-07174EF6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2308" y="28584430"/>
            <a:ext cx="85348" cy="156229"/>
          </a:xfrm>
          <a:custGeom xmlns:a="http://schemas.openxmlformats.org/drawingml/2006/main">
            <a:pathLst>
              <a:path w="85348" h="156229">
                <a:moveTo>
                  <a:pt x="0" y="156229"/>
                </a:moveTo>
                <a:lnTo>
                  <a:pt x="853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560">
            <a:solidFill>
              <a:srgbClr val="0B6F79"/>
            </a:solidFill>
          </a:ln>
        </p:spPr>
      </p:sp>
      <p:sp>
        <p:nvSpPr>
          <p:cNvPr id="2025" name="text-1-2024">
            <a:extLst xmlns:a="http://schemas.openxmlformats.org/drawingml/2006/main">
              <a:ext uri="{FF2B5EF4-FFF2-40B4-BE49-F238E27FC236}">
                <a16:creationId xmlns:a16="http://schemas.microsoft.com/office/drawing/2014/main" id="{9DC2ABB9-C4BC-4577-B05B-F422E1F0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7582" y="28285714"/>
            <a:ext cx="3956044" cy="50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defRPr>
            </a:pPr>
            <a:r>
              <a:rPr sz="2648" b="0">
                <a:solidFill>
                  <a:srgbClr val="08535B"/>
                </a:solidFill>
                <a:latin typeface="IBM Plex Sans"/>
                <a:ea typeface="IBM Plex Sans"/>
                <a:cs typeface="IBM Plex Sans"/>
              </a:rPr>
              <a:t>repeated load</a:t>
            </a:r>
          </a:p>
        </p:txBody>
      </p:sp>
      <p:sp>
        <p:nvSpPr>
          <p:cNvPr id="2026" name="line-1-2025">
            <a:extLst xmlns:a="http://schemas.openxmlformats.org/drawingml/2006/main">
              <a:ext uri="{FF2B5EF4-FFF2-40B4-BE49-F238E27FC236}">
                <a16:creationId xmlns:a16="http://schemas.microsoft.com/office/drawing/2014/main" id="{B417AB32-2518-459B-A3DE-FD59E27C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3956" y="29175824"/>
            <a:ext cx="95" cy="197802"/>
          </a:xfrm>
          <a:custGeom xmlns:a="http://schemas.openxmlformats.org/drawingml/2006/main">
            <a:pathLst>
              <a:path w="95" h="197802">
                <a:moveTo>
                  <a:pt x="0" y="0"/>
                </a:moveTo>
                <a:lnTo>
                  <a:pt x="95" y="197802"/>
                </a:lnTo>
              </a:path>
            </a:pathLst>
          </a:cu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2027" name="line-1-2026">
            <a:extLst xmlns:a="http://schemas.openxmlformats.org/drawingml/2006/main">
              <a:ext uri="{FF2B5EF4-FFF2-40B4-BE49-F238E27FC236}">
                <a16:creationId xmlns:a16="http://schemas.microsoft.com/office/drawing/2014/main" id="{FF05C058-8075-4CE1-B774-FDAA6834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0659" y="29175824"/>
            <a:ext cx="95" cy="197802"/>
          </a:xfrm>
          <a:custGeom xmlns:a="http://schemas.openxmlformats.org/drawingml/2006/main">
            <a:pathLst>
              <a:path w="95" h="197802">
                <a:moveTo>
                  <a:pt x="0" y="0"/>
                </a:moveTo>
                <a:lnTo>
                  <a:pt x="95" y="197802"/>
                </a:lnTo>
              </a:path>
            </a:pathLst>
          </a:cu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2028" name="text-1-2027">
            <a:extLst xmlns:a="http://schemas.openxmlformats.org/drawingml/2006/main">
              <a:ext uri="{FF2B5EF4-FFF2-40B4-BE49-F238E27FC236}">
                <a16:creationId xmlns:a16="http://schemas.microsoft.com/office/drawing/2014/main" id="{BD6AE73D-98CD-474A-860E-A96DF83C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9451" y="29353846"/>
            <a:ext cx="3857143" cy="5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3" b="0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2803" b="0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FSR specimen</a:t>
            </a:r>
          </a:p>
        </p:txBody>
      </p:sp>
      <p:sp>
        <p:nvSpPr>
          <p:cNvPr id="2029" name="line-1-2028">
            <a:extLst xmlns:a="http://schemas.openxmlformats.org/drawingml/2006/main">
              <a:ext uri="{FF2B5EF4-FFF2-40B4-BE49-F238E27FC236}">
                <a16:creationId xmlns:a16="http://schemas.microsoft.com/office/drawing/2014/main" id="{A23AC68F-511D-4198-AE65-01744CE1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8901" y="29551648"/>
            <a:ext cx="652747" cy="95"/>
          </a:xfrm>
          <a:custGeom xmlns:a="http://schemas.openxmlformats.org/drawingml/2006/main">
            <a:pathLst>
              <a:path w="652747" h="95">
                <a:moveTo>
                  <a:pt x="0" y="0"/>
                </a:moveTo>
                <a:lnTo>
                  <a:pt x="652747" y="95"/>
                </a:lnTo>
              </a:path>
            </a:pathLst>
          </a:custGeom>
          <a:noFill xmlns:a="http://schemas.openxmlformats.org/drawingml/2006/main"/>
          <a:ln xmlns:a="http://schemas.openxmlformats.org/drawingml/2006/main" w="29670">
            <a:solidFill>
              <a:srgbClr val="0B6F79"/>
            </a:solidFill>
          </a:ln>
        </p:spPr>
      </p:sp>
      <p:sp>
        <p:nvSpPr>
          <p:cNvPr id="2030" name="text-1-2029">
            <a:extLst xmlns:a="http://schemas.openxmlformats.org/drawingml/2006/main">
              <a:ext uri="{FF2B5EF4-FFF2-40B4-BE49-F238E27FC236}">
                <a16:creationId xmlns:a16="http://schemas.microsoft.com/office/drawing/2014/main" id="{775AF92E-CB2F-47D4-9868-12A7CED6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2967" y="30481319"/>
            <a:ext cx="7912088" cy="445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6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336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Planned loading schematic</a:t>
            </a:r>
          </a:p>
        </p:txBody>
      </p:sp>
      <p:sp>
        <p:nvSpPr>
          <p:cNvPr id="2031" name="text-1-2030">
            <a:extLst xmlns:a="http://schemas.openxmlformats.org/drawingml/2006/main">
              <a:ext uri="{FF2B5EF4-FFF2-40B4-BE49-F238E27FC236}">
                <a16:creationId xmlns:a16="http://schemas.microsoft.com/office/drawing/2014/main" id="{FA4F44C8-E8FB-4764-843A-53214DC9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2967" y="31193407"/>
            <a:ext cx="7912088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rPr>
              <a:t>Compare calibration before and</a:t>
            </a:r>
          </a:p>
        </p:txBody>
      </p:sp>
      <p:sp>
        <p:nvSpPr>
          <p:cNvPr id="2032" name="text-1-2031">
            <a:extLst xmlns:a="http://schemas.openxmlformats.org/drawingml/2006/main">
              <a:ext uri="{FF2B5EF4-FFF2-40B4-BE49-F238E27FC236}">
                <a16:creationId xmlns:a16="http://schemas.microsoft.com/office/drawing/2014/main" id="{B3A9ED3C-6D93-418D-8AF6-5F4DBCBD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2967" y="31680000"/>
            <a:ext cx="7912088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rPr>
              <a:t>after repeated loading.</a:t>
            </a:r>
          </a:p>
        </p:txBody>
      </p:sp>
      <p:sp>
        <p:nvSpPr>
          <p:cNvPr id="2033" name="text-1-2032">
            <a:extLst xmlns:a="http://schemas.openxmlformats.org/drawingml/2006/main">
              <a:ext uri="{FF2B5EF4-FFF2-40B4-BE49-F238E27FC236}">
                <a16:creationId xmlns:a16="http://schemas.microsoft.com/office/drawing/2014/main" id="{AD361109-99BB-4E24-9E12-35951394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4066" y="26723077"/>
            <a:ext cx="8624176" cy="682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82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582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R3 / MEASUREMENT VALIDITY</a:t>
            </a:r>
          </a:p>
        </p:txBody>
      </p:sp>
      <p:sp>
        <p:nvSpPr>
          <p:cNvPr id="2034" name="text-1-2033">
            <a:extLst xmlns:a="http://schemas.openxmlformats.org/drawingml/2006/main">
              <a:ext uri="{FF2B5EF4-FFF2-40B4-BE49-F238E27FC236}">
                <a16:creationId xmlns:a16="http://schemas.microsoft.com/office/drawing/2014/main" id="{D8326F2A-BD76-45B0-9CFA-3AE9CDB7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4066" y="27435165"/>
            <a:ext cx="8624176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1">
                <a:solidFill>
                  <a:srgbClr val="5A6C72"/>
                </a:solidFill>
                <a:latin typeface="IBM Plex Mono"/>
                <a:ea typeface="IBM Plex Mono"/>
                <a:cs typeface="IBM Plex Mono"/>
              </a:defRPr>
            </a:pPr>
            <a:r>
              <a:rPr sz="3115" b="1">
                <a:solidFill>
                  <a:srgbClr val="5A6C72"/>
                </a:solidFill>
                <a:latin typeface="IBM Plex Mono"/>
                <a:ea typeface="IBM Plex Mono"/>
                <a:cs typeface="IBM Plex Mono"/>
              </a:rPr>
              <a:t>to be measured</a:t>
            </a:r>
          </a:p>
        </p:txBody>
      </p:sp>
      <p:sp>
        <p:nvSpPr>
          <p:cNvPr id="2035" name="text-1-2034">
            <a:extLst xmlns:a="http://schemas.openxmlformats.org/drawingml/2006/main">
              <a:ext uri="{FF2B5EF4-FFF2-40B4-BE49-F238E27FC236}">
                <a16:creationId xmlns:a16="http://schemas.microsoft.com/office/drawing/2014/main" id="{150ADADE-7E48-42D5-A988-6B420F6F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4066" y="28463736"/>
            <a:ext cx="3145055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1">
                <a:solidFill>
                  <a:srgbClr val="14314B"/>
                </a:solidFill>
                <a:latin typeface="IBM Plex Sans"/>
                <a:ea typeface="IBM Plex Sans"/>
                <a:cs typeface="IBM Plex Sans"/>
              </a:rPr>
              <a:t>Drift checks</a:t>
            </a:r>
          </a:p>
        </p:txBody>
      </p:sp>
      <p:sp>
        <p:nvSpPr>
          <p:cNvPr id="2036" name="line-1-2035">
            <a:extLst xmlns:a="http://schemas.openxmlformats.org/drawingml/2006/main">
              <a:ext uri="{FF2B5EF4-FFF2-40B4-BE49-F238E27FC236}">
                <a16:creationId xmlns:a16="http://schemas.microsoft.com/office/drawing/2014/main" id="{2ADEFA84-5836-43A9-AC72-1A7A1EFF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1538" y="28681319"/>
            <a:ext cx="494505" cy="553846"/>
          </a:xfrm>
          <a:custGeom xmlns:a="http://schemas.openxmlformats.org/drawingml/2006/main">
            <a:pathLst>
              <a:path w="494505" h="553846">
                <a:moveTo>
                  <a:pt x="0" y="553846"/>
                </a:moveTo>
                <a:lnTo>
                  <a:pt x="494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670">
            <a:solidFill>
              <a:srgbClr val="0B6F79"/>
            </a:solidFill>
          </a:ln>
        </p:spPr>
      </p:sp>
      <p:sp>
        <p:nvSpPr>
          <p:cNvPr id="2037" name="rect-1-2036">
            <a:extLst xmlns:a="http://schemas.openxmlformats.org/drawingml/2006/main">
              <a:ext uri="{FF2B5EF4-FFF2-40B4-BE49-F238E27FC236}">
                <a16:creationId xmlns:a16="http://schemas.microsoft.com/office/drawing/2014/main" id="{7A2E08AE-7243-4E52-934D-A861D01C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4505" y="28285714"/>
            <a:ext cx="5063736" cy="90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DE2"/>
          </a:solidFill>
          <a:ln xmlns:a="http://schemas.openxmlformats.org/drawingml/2006/main" w="0">
            <a:noFill/>
          </a:ln>
        </p:spPr>
      </p:sp>
      <p:sp>
        <p:nvSpPr>
          <p:cNvPr id="2038" name="text-1-2037">
            <a:extLst xmlns:a="http://schemas.openxmlformats.org/drawingml/2006/main">
              <a:ext uri="{FF2B5EF4-FFF2-40B4-BE49-F238E27FC236}">
                <a16:creationId xmlns:a16="http://schemas.microsoft.com/office/drawing/2014/main" id="{16085221-7217-47B4-8C9C-F5F38796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1868" y="28384615"/>
            <a:ext cx="4747253" cy="4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92" b="1">
                <a:solidFill>
                  <a:srgbClr val="2A6640"/>
                </a:solidFill>
                <a:latin typeface="IBM Plex Mono"/>
                <a:ea typeface="IBM Plex Mono"/>
                <a:cs typeface="IBM Plex Mono"/>
              </a:defRPr>
            </a:pPr>
            <a:r>
              <a:rPr sz="2492" b="1">
                <a:solidFill>
                  <a:srgbClr val="2A6640"/>
                </a:solidFill>
                <a:latin typeface="IBM Plex Mono"/>
                <a:ea typeface="IBM Plex Mono"/>
                <a:cs typeface="IBM Plex Mono"/>
              </a:rPr>
              <a:t>VALID</a:t>
            </a:r>
          </a:p>
        </p:txBody>
      </p:sp>
      <p:sp>
        <p:nvSpPr>
          <p:cNvPr id="2039" name="text-1-2038">
            <a:extLst xmlns:a="http://schemas.openxmlformats.org/drawingml/2006/main">
              <a:ext uri="{FF2B5EF4-FFF2-40B4-BE49-F238E27FC236}">
                <a16:creationId xmlns:a16="http://schemas.microsoft.com/office/drawing/2014/main" id="{D4A945AA-60F3-4150-8848-CF55EB38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1868" y="28780220"/>
            <a:ext cx="4747253" cy="445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6" b="0">
                <a:solidFill>
                  <a:srgbClr val="2A6640"/>
                </a:solidFill>
                <a:latin typeface="IBM Plex Sans"/>
                <a:ea typeface="IBM Plex Sans"/>
                <a:cs typeface="IBM Plex Sans"/>
              </a:defRPr>
            </a:pPr>
            <a:r>
              <a:rPr sz="2336" b="0">
                <a:solidFill>
                  <a:srgbClr val="2A6640"/>
                </a:solidFill>
                <a:latin typeface="IBM Plex Sans"/>
                <a:ea typeface="IBM Plex Sans"/>
                <a:cs typeface="IBM Plex Sans"/>
              </a:rPr>
              <a:t>Report</a:t>
            </a:r>
          </a:p>
        </p:txBody>
      </p:sp>
      <p:sp>
        <p:nvSpPr>
          <p:cNvPr id="2040" name="line-1-2039">
            <a:extLst xmlns:a="http://schemas.openxmlformats.org/drawingml/2006/main">
              <a:ext uri="{FF2B5EF4-FFF2-40B4-BE49-F238E27FC236}">
                <a16:creationId xmlns:a16="http://schemas.microsoft.com/office/drawing/2014/main" id="{2B8D963B-2FE2-4C7B-8E27-DAEC48F8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1538" y="29235165"/>
            <a:ext cx="494505" cy="573626"/>
          </a:xfrm>
          <a:custGeom xmlns:a="http://schemas.openxmlformats.org/drawingml/2006/main">
            <a:pathLst>
              <a:path w="494505" h="573626">
                <a:moveTo>
                  <a:pt x="0" y="0"/>
                </a:moveTo>
                <a:lnTo>
                  <a:pt x="494505" y="573626"/>
                </a:lnTo>
              </a:path>
            </a:pathLst>
          </a:custGeom>
          <a:noFill xmlns:a="http://schemas.openxmlformats.org/drawingml/2006/main"/>
          <a:ln xmlns:a="http://schemas.openxmlformats.org/drawingml/2006/main" w="29670">
            <a:solidFill>
              <a:srgbClr val="0B6F79"/>
            </a:solidFill>
          </a:ln>
        </p:spPr>
      </p:sp>
      <p:sp>
        <p:nvSpPr>
          <p:cNvPr id="2041" name="rect-1-2040">
            <a:extLst xmlns:a="http://schemas.openxmlformats.org/drawingml/2006/main">
              <a:ext uri="{FF2B5EF4-FFF2-40B4-BE49-F238E27FC236}">
                <a16:creationId xmlns:a16="http://schemas.microsoft.com/office/drawing/2014/main" id="{D81E4A93-9E39-4796-B9DA-100C6EE6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4505" y="29413187"/>
            <a:ext cx="5063736" cy="90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CD8"/>
          </a:solidFill>
          <a:ln xmlns:a="http://schemas.openxmlformats.org/drawingml/2006/main" w="0">
            <a:noFill/>
          </a:ln>
        </p:spPr>
      </p:sp>
      <p:sp>
        <p:nvSpPr>
          <p:cNvPr id="2042" name="text-1-2041">
            <a:extLst xmlns:a="http://schemas.openxmlformats.org/drawingml/2006/main">
              <a:ext uri="{FF2B5EF4-FFF2-40B4-BE49-F238E27FC236}">
                <a16:creationId xmlns:a16="http://schemas.microsoft.com/office/drawing/2014/main" id="{D0260C86-8BBA-403C-B61D-CF3E6038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1868" y="29512088"/>
            <a:ext cx="4747253" cy="4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92" b="1">
                <a:solidFill>
                  <a:srgbClr val="8A5300"/>
                </a:solidFill>
                <a:latin typeface="IBM Plex Mono"/>
                <a:ea typeface="IBM Plex Mono"/>
                <a:cs typeface="IBM Plex Mono"/>
              </a:defRPr>
            </a:pPr>
            <a:r>
              <a:rPr sz="2492" b="1">
                <a:solidFill>
                  <a:srgbClr val="8A5300"/>
                </a:solidFill>
                <a:latin typeface="IBM Plex Mono"/>
                <a:ea typeface="IBM Plex Mono"/>
                <a:cs typeface="IBM Plex Mono"/>
              </a:rPr>
              <a:t>DEGRADED</a:t>
            </a:r>
          </a:p>
        </p:txBody>
      </p:sp>
      <p:sp>
        <p:nvSpPr>
          <p:cNvPr id="2043" name="text-1-2042">
            <a:extLst xmlns:a="http://schemas.openxmlformats.org/drawingml/2006/main">
              <a:ext uri="{FF2B5EF4-FFF2-40B4-BE49-F238E27FC236}">
                <a16:creationId xmlns:a16="http://schemas.microsoft.com/office/drawing/2014/main" id="{14AFB5D5-9C2A-4CFF-BE6C-C3C2F28D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1868" y="29907692"/>
            <a:ext cx="4747253" cy="445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6" b="0">
                <a:solidFill>
                  <a:srgbClr val="8A5300"/>
                </a:solidFill>
                <a:latin typeface="IBM Plex Sans"/>
                <a:ea typeface="IBM Plex Sans"/>
                <a:cs typeface="IBM Plex Sans"/>
              </a:defRPr>
            </a:pPr>
            <a:r>
              <a:rPr sz="2336" b="0">
                <a:solidFill>
                  <a:srgbClr val="8A5300"/>
                </a:solidFill>
                <a:latin typeface="IBM Plex Sans"/>
                <a:ea typeface="IBM Plex Sans"/>
                <a:cs typeface="IBM Plex Sans"/>
              </a:rPr>
              <a:t>Suppress</a:t>
            </a:r>
          </a:p>
        </p:txBody>
      </p:sp>
      <p:sp>
        <p:nvSpPr>
          <p:cNvPr id="2044" name="line-1-2043">
            <a:extLst xmlns:a="http://schemas.openxmlformats.org/drawingml/2006/main">
              <a:ext uri="{FF2B5EF4-FFF2-40B4-BE49-F238E27FC236}">
                <a16:creationId xmlns:a16="http://schemas.microsoft.com/office/drawing/2014/main" id="{5D964D3C-BD8B-4B2E-93EE-379BA332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1538" y="29235165"/>
            <a:ext cx="494505" cy="1701099"/>
          </a:xfrm>
          <a:custGeom xmlns:a="http://schemas.openxmlformats.org/drawingml/2006/main">
            <a:pathLst>
              <a:path w="494505" h="1701099">
                <a:moveTo>
                  <a:pt x="0" y="0"/>
                </a:moveTo>
                <a:lnTo>
                  <a:pt x="494505" y="1701099"/>
                </a:lnTo>
              </a:path>
            </a:pathLst>
          </a:custGeom>
          <a:noFill xmlns:a="http://schemas.openxmlformats.org/drawingml/2006/main"/>
          <a:ln xmlns:a="http://schemas.openxmlformats.org/drawingml/2006/main" w="29670">
            <a:solidFill>
              <a:srgbClr val="0B6F79"/>
            </a:solidFill>
          </a:ln>
        </p:spPr>
      </p:sp>
      <p:sp>
        <p:nvSpPr>
          <p:cNvPr id="2045" name="rect-1-2044">
            <a:extLst xmlns:a="http://schemas.openxmlformats.org/drawingml/2006/main">
              <a:ext uri="{FF2B5EF4-FFF2-40B4-BE49-F238E27FC236}">
                <a16:creationId xmlns:a16="http://schemas.microsoft.com/office/drawing/2014/main" id="{BFFF9DDF-868B-4669-93B2-562D8C62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4505" y="30540659"/>
            <a:ext cx="5063736" cy="90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E0"/>
          </a:solidFill>
          <a:ln xmlns:a="http://schemas.openxmlformats.org/drawingml/2006/main" w="0">
            <a:noFill/>
          </a:ln>
        </p:spPr>
      </p:sp>
      <p:sp>
        <p:nvSpPr>
          <p:cNvPr id="2046" name="text-1-2045">
            <a:extLst xmlns:a="http://schemas.openxmlformats.org/drawingml/2006/main">
              <a:ext uri="{FF2B5EF4-FFF2-40B4-BE49-F238E27FC236}">
                <a16:creationId xmlns:a16="http://schemas.microsoft.com/office/drawing/2014/main" id="{8745FFF1-7838-460E-9851-D841CFD8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1868" y="30639560"/>
            <a:ext cx="4747253" cy="4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92" b="1">
                <a:solidFill>
                  <a:srgbClr val="A32017"/>
                </a:solidFill>
                <a:latin typeface="IBM Plex Mono"/>
                <a:ea typeface="IBM Plex Mono"/>
                <a:cs typeface="IBM Plex Mono"/>
              </a:defRPr>
            </a:pPr>
            <a:r>
              <a:rPr sz="2492" b="1">
                <a:solidFill>
                  <a:srgbClr val="A32017"/>
                </a:solidFill>
                <a:latin typeface="IBM Plex Mono"/>
                <a:ea typeface="IBM Plex Mono"/>
                <a:cs typeface="IBM Plex Mono"/>
              </a:rPr>
              <a:t>INVALID</a:t>
            </a:r>
          </a:p>
        </p:txBody>
      </p:sp>
      <p:sp>
        <p:nvSpPr>
          <p:cNvPr id="2047" name="text-1-2046">
            <a:extLst xmlns:a="http://schemas.openxmlformats.org/drawingml/2006/main">
              <a:ext uri="{FF2B5EF4-FFF2-40B4-BE49-F238E27FC236}">
                <a16:creationId xmlns:a16="http://schemas.microsoft.com/office/drawing/2014/main" id="{2968903D-73EC-4C4E-8C0C-5B5B0043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1868" y="31035165"/>
            <a:ext cx="4747253" cy="445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6" b="0">
                <a:solidFill>
                  <a:srgbClr val="A32017"/>
                </a:solidFill>
                <a:latin typeface="IBM Plex Sans"/>
                <a:ea typeface="IBM Plex Sans"/>
                <a:cs typeface="IBM Plex Sans"/>
              </a:defRPr>
            </a:pPr>
            <a:r>
              <a:rPr sz="2336" b="0">
                <a:solidFill>
                  <a:srgbClr val="A32017"/>
                </a:solidFill>
                <a:latin typeface="IBM Plex Sans"/>
                <a:ea typeface="IBM Plex Sans"/>
                <a:cs typeface="IBM Plex Sans"/>
              </a:rPr>
              <a:t>Recalibrate</a:t>
            </a:r>
          </a:p>
        </p:txBody>
      </p:sp>
      <p:sp>
        <p:nvSpPr>
          <p:cNvPr id="2048" name="text-1-2047">
            <a:extLst xmlns:a="http://schemas.openxmlformats.org/drawingml/2006/main">
              <a:ext uri="{FF2B5EF4-FFF2-40B4-BE49-F238E27FC236}">
                <a16:creationId xmlns:a16="http://schemas.microsoft.com/office/drawing/2014/main" id="{D2E93D47-62FD-4362-8F60-BDDB5E81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4066" y="29472527"/>
            <a:ext cx="3402198" cy="445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36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2336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Proposed gate</a:t>
            </a:r>
          </a:p>
        </p:txBody>
      </p:sp>
      <p:sp>
        <p:nvSpPr>
          <p:cNvPr id="2049" name="text-1-2048">
            <a:extLst xmlns:a="http://schemas.openxmlformats.org/drawingml/2006/main">
              <a:ext uri="{FF2B5EF4-FFF2-40B4-BE49-F238E27FC236}">
                <a16:creationId xmlns:a16="http://schemas.microsoft.com/office/drawing/2014/main" id="{672BB446-9CB5-4226-8AC3-0FFAB9A4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4066" y="31984615"/>
            <a:ext cx="8624176" cy="5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3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defRPr>
            </a:pPr>
            <a:r>
              <a:rPr sz="2803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rPr>
              <a:t>Test with aged sensors from R1.</a:t>
            </a:r>
          </a:p>
        </p:txBody>
      </p:sp>
      <p:sp>
        <p:nvSpPr>
          <p:cNvPr id="2050" name="text-1-2049">
            <a:extLst xmlns:a="http://schemas.openxmlformats.org/drawingml/2006/main">
              <a:ext uri="{FF2B5EF4-FFF2-40B4-BE49-F238E27FC236}">
                <a16:creationId xmlns:a16="http://schemas.microsoft.com/office/drawing/2014/main" id="{49EF3CA1-7DAF-4A4C-9C4D-3372854D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4066" y="32422549"/>
            <a:ext cx="8624176" cy="5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03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defRPr>
            </a:pPr>
            <a:r>
              <a:rPr sz="2803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rPr>
              <a:t>Firmware integration pending.</a:t>
            </a:r>
          </a:p>
        </p:txBody>
      </p:sp>
      <p:sp>
        <p:nvSpPr>
          <p:cNvPr id="2051" name="line-1-2050">
            <a:extLst xmlns:a="http://schemas.openxmlformats.org/drawingml/2006/main">
              <a:ext uri="{FF2B5EF4-FFF2-40B4-BE49-F238E27FC236}">
                <a16:creationId xmlns:a16="http://schemas.microsoft.com/office/drawing/2014/main" id="{7E301593-2493-47CB-9077-0C6BA8C1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33547253"/>
            <a:ext cx="29116484" cy="95"/>
          </a:xfrm>
          <a:custGeom xmlns:a="http://schemas.openxmlformats.org/drawingml/2006/main">
            <a:pathLst>
              <a:path w="29116484" h="95">
                <a:moveTo>
                  <a:pt x="0" y="0"/>
                </a:moveTo>
                <a:lnTo>
                  <a:pt x="29116484" y="95"/>
                </a:lnTo>
              </a:path>
            </a:pathLst>
          </a:custGeom>
          <a:noFill xmlns:a="http://schemas.openxmlformats.org/drawingml/2006/main"/>
          <a:ln xmlns:a="http://schemas.openxmlformats.org/drawingml/2006/main" w="19780">
            <a:solidFill>
              <a:srgbClr val="CBD8DC"/>
            </a:solidFill>
          </a:ln>
        </p:spPr>
      </p:sp>
      <p:sp>
        <p:nvSpPr>
          <p:cNvPr id="2052" name="text-1-2051">
            <a:extLst xmlns:a="http://schemas.openxmlformats.org/drawingml/2006/main">
              <a:ext uri="{FF2B5EF4-FFF2-40B4-BE49-F238E27FC236}">
                <a16:creationId xmlns:a16="http://schemas.microsoft.com/office/drawing/2014/main" id="{43B437B3-4478-4682-8612-C34351F9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33883516"/>
            <a:ext cx="4846154" cy="652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26" b="1">
                <a:solidFill>
                  <a:srgbClr val="0B6F79"/>
                </a:solidFill>
                <a:latin typeface="IBM Plex Sans"/>
                <a:ea typeface="IBM Plex Sans"/>
                <a:cs typeface="IBM Plex Sans"/>
              </a:defRPr>
            </a:pPr>
            <a:r>
              <a:rPr sz="3426" b="1">
                <a:solidFill>
                  <a:srgbClr val="0B6F79"/>
                </a:solidFill>
                <a:latin typeface="IBM Plex Sans"/>
                <a:ea typeface="IBM Plex Sans"/>
                <a:cs typeface="IBM Plex Sans"/>
              </a:rPr>
              <a:t>CONCLUSION</a:t>
            </a:r>
          </a:p>
        </p:txBody>
      </p:sp>
      <p:sp>
        <p:nvSpPr>
          <p:cNvPr id="2053" name="text-1-2052">
            <a:extLst xmlns:a="http://schemas.openxmlformats.org/drawingml/2006/main">
              <a:ext uri="{FF2B5EF4-FFF2-40B4-BE49-F238E27FC236}">
                <a16:creationId xmlns:a16="http://schemas.microsoft.com/office/drawing/2014/main" id="{02958822-AB73-4689-8C6C-52750873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7692" y="33883516"/>
            <a:ext cx="24250549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rPr>
              <a:t>Limited spatial coverage is the finding. Floor-pressure data do not validate in-shoe performance.</a:t>
            </a:r>
          </a:p>
        </p:txBody>
      </p:sp>
      <p:sp>
        <p:nvSpPr>
          <p:cNvPr id="2054" name="text-1-2053">
            <a:extLst xmlns:a="http://schemas.openxmlformats.org/drawingml/2006/main">
              <a:ext uri="{FF2B5EF4-FFF2-40B4-BE49-F238E27FC236}">
                <a16:creationId xmlns:a16="http://schemas.microsoft.com/office/drawing/2014/main" id="{A0A91A6D-B6A8-4C3E-9F66-EE1ACFF3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7692" y="34370110"/>
            <a:ext cx="24250549" cy="593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15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defRPr>
            </a:pPr>
            <a:r>
              <a:rPr sz="3115" b="0">
                <a:solidFill>
                  <a:srgbClr val="0F1B1E"/>
                </a:solidFill>
                <a:latin typeface="IBM Plex Sans"/>
                <a:ea typeface="IBM Plex Sans"/>
                <a:cs typeface="IBM Plex Sans"/>
              </a:rPr>
              <a:t>Next: endurance testing, then validity-gate testing. Reliability remains to be measured.</a:t>
            </a:r>
          </a:p>
        </p:txBody>
      </p:sp>
      <p:sp>
        <p:nvSpPr>
          <p:cNvPr id="2055" name="text-1-2054">
            <a:extLst xmlns:a="http://schemas.openxmlformats.org/drawingml/2006/main">
              <a:ext uri="{FF2B5EF4-FFF2-40B4-BE49-F238E27FC236}">
                <a16:creationId xmlns:a16="http://schemas.microsoft.com/office/drawing/2014/main" id="{C1D17463-ACAF-4979-A5E5-43526D91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35010989"/>
            <a:ext cx="29116484" cy="356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69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1869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Contact ≥2% of frame peak; fractional overlap; equal participant weighting. Assumed layout geometry, not measured Niva sensor positions. R2 protocol 799f322; run_20260912T161228Z.</a:t>
            </a:r>
          </a:p>
        </p:txBody>
      </p:sp>
      <p:sp>
        <p:nvSpPr>
          <p:cNvPr id="2056" name="text-1-2055">
            <a:extLst xmlns:a="http://schemas.openxmlformats.org/drawingml/2006/main">
              <a:ext uri="{FF2B5EF4-FFF2-40B4-BE49-F238E27FC236}">
                <a16:creationId xmlns:a16="http://schemas.microsoft.com/office/drawing/2014/main" id="{4D85759E-92FF-48D2-8EDB-B09151F6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58" y="35347253"/>
            <a:ext cx="29116484" cy="326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13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defRPr>
            </a:pPr>
            <a:r>
              <a:rPr sz="1713" b="0">
                <a:solidFill>
                  <a:srgbClr val="5A6C72"/>
                </a:solidFill>
                <a:latin typeface="IBM Plex Sans"/>
                <a:ea typeface="IBM Plex Sans"/>
                <a:cs typeface="IBM Plex Sans"/>
              </a:rPr>
              <a:t>Sources: Larracy et al., Scientific Data (2025), doi:10.1038/s41597-025-05792-1. StepUP-P150, doi:10.20383/103.01285. Planned experiments: Niva research framework.</a:t>
            </a:r>
          </a:p>
        </p:txBody>
      </p:sp>
      <p:sp>
        <p:nvSpPr>
          <p:cNvPr id="2057" name="logo-vector-1-2056">
            <a:extLst xmlns:a="http://schemas.openxmlformats.org/drawingml/2006/main">
              <a:ext uri="{FF2B5EF4-FFF2-40B4-BE49-F238E27FC236}">
                <a16:creationId xmlns:a16="http://schemas.microsoft.com/office/drawing/2014/main" id="{9EF943DC-9135-44C8-91A0-AAAFD708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0000" y="270000"/>
            <a:ext cx="6750000" cy="3452290"/>
          </a:xfrm>
          <a:custGeom xmlns:a="http://schemas.openxmlformats.org/drawingml/2006/main">
            <a:pathLst>
              <a:path w="3743325" h="1914525">
                <a:moveTo>
                  <a:pt x="693677" y="150200"/>
                </a:moveTo>
                <a:lnTo>
                  <a:pt x="694773" y="150200"/>
                </a:lnTo>
                <a:lnTo>
                  <a:pt x="696487" y="149533"/>
                </a:lnTo>
                <a:lnTo>
                  <a:pt x="698811" y="148190"/>
                </a:lnTo>
                <a:lnTo>
                  <a:pt x="701192" y="147495"/>
                </a:lnTo>
                <a:lnTo>
                  <a:pt x="703631" y="147428"/>
                </a:lnTo>
                <a:lnTo>
                  <a:pt x="705688" y="147104"/>
                </a:lnTo>
                <a:lnTo>
                  <a:pt x="707365" y="146523"/>
                </a:lnTo>
                <a:lnTo>
                  <a:pt x="709746" y="146199"/>
                </a:lnTo>
                <a:lnTo>
                  <a:pt x="712832" y="146142"/>
                </a:lnTo>
                <a:lnTo>
                  <a:pt x="715023" y="145952"/>
                </a:lnTo>
                <a:lnTo>
                  <a:pt x="716328" y="145628"/>
                </a:lnTo>
                <a:lnTo>
                  <a:pt x="718709" y="145447"/>
                </a:lnTo>
                <a:lnTo>
                  <a:pt x="722166" y="145390"/>
                </a:lnTo>
                <a:lnTo>
                  <a:pt x="724443" y="145294"/>
                </a:lnTo>
                <a:lnTo>
                  <a:pt x="725538" y="145142"/>
                </a:lnTo>
                <a:lnTo>
                  <a:pt x="727920" y="145066"/>
                </a:lnTo>
                <a:lnTo>
                  <a:pt x="731587" y="145066"/>
                </a:lnTo>
                <a:lnTo>
                  <a:pt x="733939" y="145037"/>
                </a:lnTo>
                <a:lnTo>
                  <a:pt x="734978" y="144980"/>
                </a:lnTo>
                <a:lnTo>
                  <a:pt x="737359" y="144923"/>
                </a:lnTo>
                <a:lnTo>
                  <a:pt x="741083" y="144875"/>
                </a:lnTo>
                <a:lnTo>
                  <a:pt x="743417" y="144828"/>
                </a:lnTo>
                <a:lnTo>
                  <a:pt x="744341" y="144761"/>
                </a:lnTo>
                <a:lnTo>
                  <a:pt x="746722" y="144713"/>
                </a:lnTo>
                <a:lnTo>
                  <a:pt x="750560" y="144666"/>
                </a:lnTo>
                <a:lnTo>
                  <a:pt x="752904" y="144628"/>
                </a:lnTo>
                <a:lnTo>
                  <a:pt x="753751" y="144590"/>
                </a:lnTo>
                <a:lnTo>
                  <a:pt x="756133" y="144551"/>
                </a:lnTo>
                <a:lnTo>
                  <a:pt x="760047" y="144504"/>
                </a:lnTo>
                <a:lnTo>
                  <a:pt x="762419" y="144504"/>
                </a:lnTo>
                <a:lnTo>
                  <a:pt x="763267" y="144542"/>
                </a:lnTo>
                <a:lnTo>
                  <a:pt x="765648" y="144561"/>
                </a:lnTo>
                <a:lnTo>
                  <a:pt x="769563" y="144561"/>
                </a:lnTo>
                <a:lnTo>
                  <a:pt x="771992" y="144609"/>
                </a:lnTo>
                <a:lnTo>
                  <a:pt x="772935" y="144704"/>
                </a:lnTo>
                <a:lnTo>
                  <a:pt x="775316" y="144780"/>
                </a:lnTo>
                <a:lnTo>
                  <a:pt x="779135" y="144837"/>
                </a:lnTo>
                <a:lnTo>
                  <a:pt x="781650" y="144961"/>
                </a:lnTo>
                <a:lnTo>
                  <a:pt x="782841" y="145161"/>
                </a:lnTo>
                <a:lnTo>
                  <a:pt x="785222" y="145285"/>
                </a:lnTo>
                <a:lnTo>
                  <a:pt x="788794" y="145342"/>
                </a:lnTo>
                <a:lnTo>
                  <a:pt x="791318" y="145494"/>
                </a:lnTo>
                <a:lnTo>
                  <a:pt x="792813" y="145742"/>
                </a:lnTo>
                <a:lnTo>
                  <a:pt x="795195" y="145894"/>
                </a:lnTo>
                <a:lnTo>
                  <a:pt x="798462" y="145961"/>
                </a:lnTo>
                <a:lnTo>
                  <a:pt x="801138" y="146247"/>
                </a:lnTo>
                <a:lnTo>
                  <a:pt x="803215" y="146771"/>
                </a:lnTo>
                <a:lnTo>
                  <a:pt x="805596" y="147056"/>
                </a:lnTo>
                <a:lnTo>
                  <a:pt x="808282" y="147123"/>
                </a:lnTo>
                <a:lnTo>
                  <a:pt x="811273" y="147742"/>
                </a:lnTo>
                <a:lnTo>
                  <a:pt x="814568" y="148895"/>
                </a:lnTo>
                <a:lnTo>
                  <a:pt x="816950" y="149523"/>
                </a:lnTo>
                <a:lnTo>
                  <a:pt x="818417" y="149628"/>
                </a:lnTo>
                <a:lnTo>
                  <a:pt x="820341" y="150362"/>
                </a:lnTo>
                <a:lnTo>
                  <a:pt x="822722" y="151724"/>
                </a:lnTo>
                <a:lnTo>
                  <a:pt x="825103" y="152571"/>
                </a:lnTo>
                <a:lnTo>
                  <a:pt x="827484" y="152905"/>
                </a:lnTo>
                <a:lnTo>
                  <a:pt x="828894" y="153124"/>
                </a:lnTo>
                <a:lnTo>
                  <a:pt x="829342" y="153229"/>
                </a:lnTo>
                <a:lnTo>
                  <a:pt x="831723" y="153467"/>
                </a:lnTo>
                <a:lnTo>
                  <a:pt x="836038" y="153838"/>
                </a:lnTo>
                <a:lnTo>
                  <a:pt x="838733" y="154153"/>
                </a:lnTo>
                <a:lnTo>
                  <a:pt x="839810" y="154419"/>
                </a:lnTo>
                <a:lnTo>
                  <a:pt x="842191" y="154600"/>
                </a:lnTo>
                <a:lnTo>
                  <a:pt x="845877" y="154696"/>
                </a:lnTo>
                <a:lnTo>
                  <a:pt x="848678" y="155115"/>
                </a:lnTo>
                <a:lnTo>
                  <a:pt x="850583" y="155848"/>
                </a:lnTo>
                <a:lnTo>
                  <a:pt x="852964" y="156210"/>
                </a:lnTo>
                <a:lnTo>
                  <a:pt x="855821" y="156210"/>
                </a:lnTo>
                <a:lnTo>
                  <a:pt x="859326" y="157639"/>
                </a:lnTo>
                <a:lnTo>
                  <a:pt x="863470" y="160496"/>
                </a:lnTo>
                <a:lnTo>
                  <a:pt x="865851" y="162001"/>
                </a:lnTo>
                <a:lnTo>
                  <a:pt x="866470" y="162154"/>
                </a:lnTo>
                <a:lnTo>
                  <a:pt x="866880" y="162258"/>
                </a:lnTo>
                <a:lnTo>
                  <a:pt x="869471" y="162658"/>
                </a:lnTo>
                <a:lnTo>
                  <a:pt x="874024" y="163297"/>
                </a:lnTo>
                <a:lnTo>
                  <a:pt x="877005" y="163897"/>
                </a:lnTo>
                <a:lnTo>
                  <a:pt x="878424" y="164468"/>
                </a:lnTo>
                <a:lnTo>
                  <a:pt x="880805" y="164725"/>
                </a:lnTo>
                <a:lnTo>
                  <a:pt x="884149" y="164678"/>
                </a:lnTo>
                <a:lnTo>
                  <a:pt x="887968" y="166106"/>
                </a:lnTo>
                <a:lnTo>
                  <a:pt x="892254" y="169031"/>
                </a:lnTo>
                <a:lnTo>
                  <a:pt x="894636" y="170507"/>
                </a:lnTo>
                <a:lnTo>
                  <a:pt x="895112" y="170536"/>
                </a:lnTo>
                <a:lnTo>
                  <a:pt x="895598" y="170774"/>
                </a:lnTo>
                <a:lnTo>
                  <a:pt x="896102" y="171221"/>
                </a:lnTo>
                <a:lnTo>
                  <a:pt x="898484" y="171841"/>
                </a:lnTo>
                <a:lnTo>
                  <a:pt x="902741" y="172631"/>
                </a:lnTo>
                <a:lnTo>
                  <a:pt x="905751" y="173507"/>
                </a:lnTo>
                <a:lnTo>
                  <a:pt x="907513" y="174479"/>
                </a:lnTo>
                <a:lnTo>
                  <a:pt x="909895" y="174936"/>
                </a:lnTo>
                <a:lnTo>
                  <a:pt x="912895" y="174869"/>
                </a:lnTo>
                <a:lnTo>
                  <a:pt x="916086" y="176374"/>
                </a:lnTo>
                <a:lnTo>
                  <a:pt x="919448" y="179441"/>
                </a:lnTo>
                <a:lnTo>
                  <a:pt x="921830" y="181213"/>
                </a:lnTo>
                <a:lnTo>
                  <a:pt x="923230" y="181699"/>
                </a:lnTo>
                <a:lnTo>
                  <a:pt x="924592" y="182356"/>
                </a:lnTo>
                <a:lnTo>
                  <a:pt x="925916" y="183213"/>
                </a:lnTo>
                <a:lnTo>
                  <a:pt x="928297" y="183813"/>
                </a:lnTo>
                <a:lnTo>
                  <a:pt x="931735" y="184166"/>
                </a:lnTo>
                <a:lnTo>
                  <a:pt x="935050" y="185890"/>
                </a:lnTo>
                <a:lnTo>
                  <a:pt x="938260" y="188966"/>
                </a:lnTo>
                <a:lnTo>
                  <a:pt x="940641" y="190833"/>
                </a:lnTo>
                <a:lnTo>
                  <a:pt x="942194" y="191510"/>
                </a:lnTo>
                <a:lnTo>
                  <a:pt x="943966" y="192500"/>
                </a:lnTo>
                <a:lnTo>
                  <a:pt x="945956" y="193815"/>
                </a:lnTo>
                <a:lnTo>
                  <a:pt x="948338" y="194605"/>
                </a:lnTo>
                <a:lnTo>
                  <a:pt x="951109" y="194882"/>
                </a:lnTo>
                <a:lnTo>
                  <a:pt x="953967" y="196272"/>
                </a:lnTo>
                <a:lnTo>
                  <a:pt x="956910" y="198777"/>
                </a:lnTo>
                <a:lnTo>
                  <a:pt x="959291" y="200368"/>
                </a:lnTo>
                <a:lnTo>
                  <a:pt x="961111" y="201044"/>
                </a:lnTo>
                <a:lnTo>
                  <a:pt x="963654" y="202673"/>
                </a:lnTo>
                <a:lnTo>
                  <a:pt x="966911" y="205254"/>
                </a:lnTo>
                <a:lnTo>
                  <a:pt x="969293" y="206702"/>
                </a:lnTo>
                <a:lnTo>
                  <a:pt x="970798" y="207016"/>
                </a:lnTo>
                <a:lnTo>
                  <a:pt x="972169" y="207769"/>
                </a:lnTo>
                <a:lnTo>
                  <a:pt x="973417" y="208959"/>
                </a:lnTo>
                <a:lnTo>
                  <a:pt x="975798" y="210188"/>
                </a:lnTo>
                <a:lnTo>
                  <a:pt x="979313" y="211474"/>
                </a:lnTo>
                <a:lnTo>
                  <a:pt x="982932" y="213855"/>
                </a:lnTo>
                <a:lnTo>
                  <a:pt x="986647" y="217332"/>
                </a:lnTo>
                <a:lnTo>
                  <a:pt x="989028" y="219408"/>
                </a:lnTo>
                <a:lnTo>
                  <a:pt x="990076" y="220066"/>
                </a:lnTo>
                <a:lnTo>
                  <a:pt x="992791" y="222447"/>
                </a:lnTo>
                <a:lnTo>
                  <a:pt x="997172" y="226552"/>
                </a:lnTo>
                <a:lnTo>
                  <a:pt x="999554" y="228752"/>
                </a:lnTo>
                <a:lnTo>
                  <a:pt x="999935" y="229048"/>
                </a:lnTo>
                <a:lnTo>
                  <a:pt x="1001973" y="230896"/>
                </a:lnTo>
                <a:lnTo>
                  <a:pt x="1005678" y="234305"/>
                </a:lnTo>
                <a:lnTo>
                  <a:pt x="1008059" y="236325"/>
                </a:lnTo>
                <a:lnTo>
                  <a:pt x="1009117" y="236944"/>
                </a:lnTo>
                <a:lnTo>
                  <a:pt x="1009879" y="237477"/>
                </a:lnTo>
                <a:lnTo>
                  <a:pt x="1010326" y="237906"/>
                </a:lnTo>
                <a:lnTo>
                  <a:pt x="1012708" y="239258"/>
                </a:lnTo>
                <a:lnTo>
                  <a:pt x="1017022" y="241516"/>
                </a:lnTo>
                <a:lnTo>
                  <a:pt x="1020489" y="243897"/>
                </a:lnTo>
                <a:lnTo>
                  <a:pt x="1023118" y="246402"/>
                </a:lnTo>
                <a:lnTo>
                  <a:pt x="1025500" y="248593"/>
                </a:lnTo>
                <a:lnTo>
                  <a:pt x="1027633" y="250479"/>
                </a:lnTo>
                <a:lnTo>
                  <a:pt x="1030110" y="252860"/>
                </a:lnTo>
                <a:lnTo>
                  <a:pt x="1032920" y="255737"/>
                </a:lnTo>
                <a:lnTo>
                  <a:pt x="1035301" y="258223"/>
                </a:lnTo>
                <a:lnTo>
                  <a:pt x="1037253" y="260309"/>
                </a:lnTo>
                <a:lnTo>
                  <a:pt x="1039559" y="262690"/>
                </a:lnTo>
                <a:lnTo>
                  <a:pt x="1042235" y="265367"/>
                </a:lnTo>
                <a:lnTo>
                  <a:pt x="1044616" y="267824"/>
                </a:lnTo>
                <a:lnTo>
                  <a:pt x="1046702" y="270081"/>
                </a:lnTo>
                <a:lnTo>
                  <a:pt x="1049007" y="272463"/>
                </a:lnTo>
                <a:lnTo>
                  <a:pt x="1051512" y="274968"/>
                </a:lnTo>
                <a:lnTo>
                  <a:pt x="1053894" y="277568"/>
                </a:lnTo>
                <a:lnTo>
                  <a:pt x="1056151" y="280245"/>
                </a:lnTo>
                <a:lnTo>
                  <a:pt x="1058285" y="282626"/>
                </a:lnTo>
                <a:lnTo>
                  <a:pt x="1060304" y="284712"/>
                </a:lnTo>
                <a:lnTo>
                  <a:pt x="1062266" y="287712"/>
                </a:lnTo>
                <a:lnTo>
                  <a:pt x="1064171" y="291636"/>
                </a:lnTo>
                <a:lnTo>
                  <a:pt x="1065476" y="294018"/>
                </a:lnTo>
                <a:lnTo>
                  <a:pt x="1066200" y="294856"/>
                </a:lnTo>
                <a:lnTo>
                  <a:pt x="1066619" y="295351"/>
                </a:lnTo>
                <a:lnTo>
                  <a:pt x="1068896" y="297875"/>
                </a:lnTo>
                <a:lnTo>
                  <a:pt x="1073096" y="302495"/>
                </a:lnTo>
                <a:lnTo>
                  <a:pt x="1075477" y="305200"/>
                </a:lnTo>
                <a:lnTo>
                  <a:pt x="1076039" y="306010"/>
                </a:lnTo>
                <a:lnTo>
                  <a:pt x="1078230" y="308391"/>
                </a:lnTo>
                <a:lnTo>
                  <a:pt x="1082040" y="312344"/>
                </a:lnTo>
                <a:lnTo>
                  <a:pt x="1084421" y="315354"/>
                </a:lnTo>
                <a:lnTo>
                  <a:pt x="1085374" y="317411"/>
                </a:lnTo>
                <a:lnTo>
                  <a:pt x="1087164" y="319792"/>
                </a:lnTo>
                <a:lnTo>
                  <a:pt x="1089793" y="322497"/>
                </a:lnTo>
                <a:lnTo>
                  <a:pt x="1091460" y="325517"/>
                </a:lnTo>
                <a:lnTo>
                  <a:pt x="1092165" y="328851"/>
                </a:lnTo>
                <a:lnTo>
                  <a:pt x="1093051" y="331232"/>
                </a:lnTo>
                <a:lnTo>
                  <a:pt x="1094118" y="332661"/>
                </a:lnTo>
                <a:lnTo>
                  <a:pt x="1094832" y="333718"/>
                </a:lnTo>
                <a:lnTo>
                  <a:pt x="1095194" y="334413"/>
                </a:lnTo>
                <a:lnTo>
                  <a:pt x="1097261" y="336794"/>
                </a:lnTo>
                <a:lnTo>
                  <a:pt x="1101023" y="340862"/>
                </a:lnTo>
                <a:lnTo>
                  <a:pt x="1103405" y="344653"/>
                </a:lnTo>
                <a:lnTo>
                  <a:pt x="1104405" y="348167"/>
                </a:lnTo>
                <a:lnTo>
                  <a:pt x="1105472" y="350549"/>
                </a:lnTo>
                <a:lnTo>
                  <a:pt x="1106605" y="351796"/>
                </a:lnTo>
                <a:lnTo>
                  <a:pt x="1107167" y="352997"/>
                </a:lnTo>
                <a:lnTo>
                  <a:pt x="1107167" y="354130"/>
                </a:lnTo>
                <a:lnTo>
                  <a:pt x="1108539" y="356511"/>
                </a:lnTo>
                <a:lnTo>
                  <a:pt x="1111282" y="360140"/>
                </a:lnTo>
                <a:lnTo>
                  <a:pt x="1113092" y="363960"/>
                </a:lnTo>
                <a:lnTo>
                  <a:pt x="1113977" y="367970"/>
                </a:lnTo>
                <a:lnTo>
                  <a:pt x="1114768" y="370351"/>
                </a:lnTo>
                <a:lnTo>
                  <a:pt x="1115444" y="371104"/>
                </a:lnTo>
                <a:lnTo>
                  <a:pt x="1115806" y="371837"/>
                </a:lnTo>
                <a:lnTo>
                  <a:pt x="1115835" y="372542"/>
                </a:lnTo>
                <a:lnTo>
                  <a:pt x="1117311" y="374923"/>
                </a:lnTo>
                <a:lnTo>
                  <a:pt x="1120235" y="378981"/>
                </a:lnTo>
                <a:lnTo>
                  <a:pt x="1121959" y="383076"/>
                </a:lnTo>
                <a:lnTo>
                  <a:pt x="1122483" y="387239"/>
                </a:lnTo>
                <a:lnTo>
                  <a:pt x="1122864" y="389620"/>
                </a:lnTo>
                <a:lnTo>
                  <a:pt x="1123121" y="390220"/>
                </a:lnTo>
                <a:lnTo>
                  <a:pt x="1123417" y="391125"/>
                </a:lnTo>
                <a:lnTo>
                  <a:pt x="1123769" y="392316"/>
                </a:lnTo>
                <a:lnTo>
                  <a:pt x="1125341" y="394697"/>
                </a:lnTo>
                <a:lnTo>
                  <a:pt x="1128131" y="398269"/>
                </a:lnTo>
                <a:lnTo>
                  <a:pt x="1129560" y="401479"/>
                </a:lnTo>
                <a:lnTo>
                  <a:pt x="1129627" y="404336"/>
                </a:lnTo>
                <a:lnTo>
                  <a:pt x="1130198" y="406718"/>
                </a:lnTo>
                <a:lnTo>
                  <a:pt x="1131256" y="408623"/>
                </a:lnTo>
                <a:lnTo>
                  <a:pt x="1132170" y="411928"/>
                </a:lnTo>
                <a:lnTo>
                  <a:pt x="1132961" y="416624"/>
                </a:lnTo>
                <a:lnTo>
                  <a:pt x="1133361" y="419005"/>
                </a:lnTo>
                <a:lnTo>
                  <a:pt x="1134885" y="421748"/>
                </a:lnTo>
                <a:lnTo>
                  <a:pt x="1137695" y="426329"/>
                </a:lnTo>
                <a:lnTo>
                  <a:pt x="1139076" y="429997"/>
                </a:lnTo>
                <a:lnTo>
                  <a:pt x="1139009" y="432749"/>
                </a:lnTo>
                <a:lnTo>
                  <a:pt x="1139400" y="435131"/>
                </a:lnTo>
                <a:lnTo>
                  <a:pt x="1140257" y="437140"/>
                </a:lnTo>
                <a:lnTo>
                  <a:pt x="1140752" y="440026"/>
                </a:lnTo>
                <a:lnTo>
                  <a:pt x="1140895" y="443770"/>
                </a:lnTo>
                <a:lnTo>
                  <a:pt x="1141105" y="446151"/>
                </a:lnTo>
                <a:lnTo>
                  <a:pt x="1141381" y="447170"/>
                </a:lnTo>
                <a:lnTo>
                  <a:pt x="1141838" y="449999"/>
                </a:lnTo>
                <a:lnTo>
                  <a:pt x="1142467" y="454657"/>
                </a:lnTo>
                <a:lnTo>
                  <a:pt x="1142800" y="457038"/>
                </a:lnTo>
                <a:lnTo>
                  <a:pt x="1142876" y="457391"/>
                </a:lnTo>
                <a:lnTo>
                  <a:pt x="1142962" y="457772"/>
                </a:lnTo>
                <a:lnTo>
                  <a:pt x="1144334" y="460153"/>
                </a:lnTo>
                <a:lnTo>
                  <a:pt x="1147010" y="464534"/>
                </a:lnTo>
                <a:lnTo>
                  <a:pt x="1148344" y="468059"/>
                </a:lnTo>
                <a:lnTo>
                  <a:pt x="1148344" y="470735"/>
                </a:lnTo>
                <a:lnTo>
                  <a:pt x="1148782" y="473116"/>
                </a:lnTo>
                <a:lnTo>
                  <a:pt x="1149668" y="475202"/>
                </a:lnTo>
                <a:lnTo>
                  <a:pt x="1150087" y="478003"/>
                </a:lnTo>
                <a:lnTo>
                  <a:pt x="1150039" y="481508"/>
                </a:lnTo>
                <a:lnTo>
                  <a:pt x="1150115" y="483889"/>
                </a:lnTo>
                <a:lnTo>
                  <a:pt x="1150334" y="485146"/>
                </a:lnTo>
                <a:lnTo>
                  <a:pt x="1150468" y="487661"/>
                </a:lnTo>
                <a:lnTo>
                  <a:pt x="1150506" y="491423"/>
                </a:lnTo>
                <a:lnTo>
                  <a:pt x="1150582" y="493805"/>
                </a:lnTo>
                <a:lnTo>
                  <a:pt x="1150677" y="494805"/>
                </a:lnTo>
                <a:lnTo>
                  <a:pt x="1150725" y="497234"/>
                </a:lnTo>
                <a:lnTo>
                  <a:pt x="1150725" y="501091"/>
                </a:lnTo>
                <a:lnTo>
                  <a:pt x="1150763" y="503472"/>
                </a:lnTo>
                <a:lnTo>
                  <a:pt x="1150849" y="504377"/>
                </a:lnTo>
                <a:lnTo>
                  <a:pt x="1150915" y="506816"/>
                </a:lnTo>
                <a:lnTo>
                  <a:pt x="1150953" y="510797"/>
                </a:lnTo>
                <a:lnTo>
                  <a:pt x="1151001" y="513178"/>
                </a:lnTo>
                <a:lnTo>
                  <a:pt x="1151058" y="513959"/>
                </a:lnTo>
                <a:lnTo>
                  <a:pt x="1151144" y="516426"/>
                </a:lnTo>
                <a:lnTo>
                  <a:pt x="1151258" y="520589"/>
                </a:lnTo>
                <a:lnTo>
                  <a:pt x="1151325" y="522970"/>
                </a:lnTo>
                <a:lnTo>
                  <a:pt x="1151353" y="523570"/>
                </a:lnTo>
                <a:lnTo>
                  <a:pt x="1151382" y="525980"/>
                </a:lnTo>
                <a:lnTo>
                  <a:pt x="1151420" y="530200"/>
                </a:lnTo>
                <a:lnTo>
                  <a:pt x="1151439" y="532581"/>
                </a:lnTo>
                <a:lnTo>
                  <a:pt x="1151449" y="533124"/>
                </a:lnTo>
                <a:lnTo>
                  <a:pt x="1151449" y="535515"/>
                </a:lnTo>
                <a:lnTo>
                  <a:pt x="1151449" y="539734"/>
                </a:lnTo>
                <a:lnTo>
                  <a:pt x="1151439" y="542115"/>
                </a:lnTo>
                <a:lnTo>
                  <a:pt x="1151430" y="542658"/>
                </a:lnTo>
                <a:lnTo>
                  <a:pt x="1151411" y="545011"/>
                </a:lnTo>
                <a:lnTo>
                  <a:pt x="1151372" y="549192"/>
                </a:lnTo>
                <a:lnTo>
                  <a:pt x="1151344" y="551574"/>
                </a:lnTo>
                <a:lnTo>
                  <a:pt x="1151325" y="552155"/>
                </a:lnTo>
                <a:lnTo>
                  <a:pt x="1151277" y="554488"/>
                </a:lnTo>
                <a:lnTo>
                  <a:pt x="1151201" y="558575"/>
                </a:lnTo>
                <a:lnTo>
                  <a:pt x="1151144" y="560956"/>
                </a:lnTo>
                <a:lnTo>
                  <a:pt x="1151096" y="561632"/>
                </a:lnTo>
                <a:lnTo>
                  <a:pt x="1151039" y="563956"/>
                </a:lnTo>
                <a:lnTo>
                  <a:pt x="1150963" y="567919"/>
                </a:lnTo>
                <a:lnTo>
                  <a:pt x="1150868" y="570300"/>
                </a:lnTo>
                <a:lnTo>
                  <a:pt x="1150753" y="571100"/>
                </a:lnTo>
                <a:lnTo>
                  <a:pt x="1150677" y="573405"/>
                </a:lnTo>
                <a:lnTo>
                  <a:pt x="1150639" y="577215"/>
                </a:lnTo>
                <a:lnTo>
                  <a:pt x="1150563" y="579596"/>
                </a:lnTo>
                <a:lnTo>
                  <a:pt x="1150449" y="580549"/>
                </a:lnTo>
                <a:lnTo>
                  <a:pt x="1150391" y="582873"/>
                </a:lnTo>
                <a:lnTo>
                  <a:pt x="1150391" y="586569"/>
                </a:lnTo>
                <a:lnTo>
                  <a:pt x="1150306" y="588950"/>
                </a:lnTo>
                <a:lnTo>
                  <a:pt x="1150134" y="590017"/>
                </a:lnTo>
                <a:lnTo>
                  <a:pt x="1150049" y="592312"/>
                </a:lnTo>
                <a:lnTo>
                  <a:pt x="1150049" y="595836"/>
                </a:lnTo>
                <a:lnTo>
                  <a:pt x="1149810" y="598218"/>
                </a:lnTo>
                <a:lnTo>
                  <a:pt x="1149344" y="599456"/>
                </a:lnTo>
                <a:lnTo>
                  <a:pt x="1149144" y="601628"/>
                </a:lnTo>
                <a:lnTo>
                  <a:pt x="1149201" y="604742"/>
                </a:lnTo>
                <a:lnTo>
                  <a:pt x="1148334" y="607124"/>
                </a:lnTo>
                <a:lnTo>
                  <a:pt x="1146553" y="608771"/>
                </a:lnTo>
                <a:lnTo>
                  <a:pt x="1145638" y="610238"/>
                </a:lnTo>
                <a:lnTo>
                  <a:pt x="1145591" y="611524"/>
                </a:lnTo>
                <a:lnTo>
                  <a:pt x="1144924" y="612448"/>
                </a:lnTo>
                <a:lnTo>
                  <a:pt x="1143638" y="613019"/>
                </a:lnTo>
                <a:lnTo>
                  <a:pt x="1142790" y="614543"/>
                </a:lnTo>
                <a:lnTo>
                  <a:pt x="1142362" y="617030"/>
                </a:lnTo>
                <a:lnTo>
                  <a:pt x="1142095" y="618487"/>
                </a:lnTo>
                <a:lnTo>
                  <a:pt x="1141981" y="618915"/>
                </a:lnTo>
                <a:lnTo>
                  <a:pt x="1141809" y="621116"/>
                </a:lnTo>
                <a:lnTo>
                  <a:pt x="1141562" y="625097"/>
                </a:lnTo>
                <a:lnTo>
                  <a:pt x="1141352" y="627478"/>
                </a:lnTo>
                <a:lnTo>
                  <a:pt x="1141162" y="628259"/>
                </a:lnTo>
                <a:lnTo>
                  <a:pt x="1141047" y="630526"/>
                </a:lnTo>
                <a:lnTo>
                  <a:pt x="1141009" y="634279"/>
                </a:lnTo>
                <a:lnTo>
                  <a:pt x="1140733" y="636661"/>
                </a:lnTo>
                <a:lnTo>
                  <a:pt x="1140238" y="637670"/>
                </a:lnTo>
                <a:lnTo>
                  <a:pt x="1140047" y="639861"/>
                </a:lnTo>
                <a:lnTo>
                  <a:pt x="1140171" y="643242"/>
                </a:lnTo>
                <a:lnTo>
                  <a:pt x="1139190" y="645624"/>
                </a:lnTo>
                <a:lnTo>
                  <a:pt x="1137114" y="647005"/>
                </a:lnTo>
                <a:lnTo>
                  <a:pt x="1136142" y="648414"/>
                </a:lnTo>
                <a:lnTo>
                  <a:pt x="1136266" y="649843"/>
                </a:lnTo>
                <a:lnTo>
                  <a:pt x="1135618" y="650681"/>
                </a:lnTo>
                <a:lnTo>
                  <a:pt x="1134189" y="650939"/>
                </a:lnTo>
                <a:lnTo>
                  <a:pt x="1133265" y="652396"/>
                </a:lnTo>
                <a:lnTo>
                  <a:pt x="1132846" y="655053"/>
                </a:lnTo>
                <a:lnTo>
                  <a:pt x="1132561" y="656596"/>
                </a:lnTo>
                <a:lnTo>
                  <a:pt x="1132399" y="657015"/>
                </a:lnTo>
                <a:lnTo>
                  <a:pt x="1132256" y="659254"/>
                </a:lnTo>
                <a:lnTo>
                  <a:pt x="1132122" y="663302"/>
                </a:lnTo>
                <a:lnTo>
                  <a:pt x="1131837" y="665683"/>
                </a:lnTo>
                <a:lnTo>
                  <a:pt x="1131399" y="666398"/>
                </a:lnTo>
                <a:lnTo>
                  <a:pt x="1131113" y="668493"/>
                </a:lnTo>
                <a:lnTo>
                  <a:pt x="1130999" y="671989"/>
                </a:lnTo>
                <a:lnTo>
                  <a:pt x="1129913" y="674370"/>
                </a:lnTo>
                <a:lnTo>
                  <a:pt x="1127874" y="675637"/>
                </a:lnTo>
                <a:lnTo>
                  <a:pt x="1126788" y="676942"/>
                </a:lnTo>
                <a:lnTo>
                  <a:pt x="1126674" y="678275"/>
                </a:lnTo>
                <a:lnTo>
                  <a:pt x="1125950" y="678999"/>
                </a:lnTo>
                <a:lnTo>
                  <a:pt x="1124617" y="679113"/>
                </a:lnTo>
                <a:lnTo>
                  <a:pt x="1123655" y="680533"/>
                </a:lnTo>
                <a:lnTo>
                  <a:pt x="1123074" y="683266"/>
                </a:lnTo>
                <a:lnTo>
                  <a:pt x="1122655" y="684924"/>
                </a:lnTo>
                <a:lnTo>
                  <a:pt x="1122397" y="685505"/>
                </a:lnTo>
                <a:lnTo>
                  <a:pt x="1122236" y="687724"/>
                </a:lnTo>
                <a:lnTo>
                  <a:pt x="1122150" y="691563"/>
                </a:lnTo>
                <a:lnTo>
                  <a:pt x="1121597" y="693944"/>
                </a:lnTo>
                <a:lnTo>
                  <a:pt x="1120569" y="694868"/>
                </a:lnTo>
                <a:lnTo>
                  <a:pt x="1120026" y="696697"/>
                </a:lnTo>
                <a:lnTo>
                  <a:pt x="1119959" y="699449"/>
                </a:lnTo>
                <a:lnTo>
                  <a:pt x="1118549" y="701126"/>
                </a:lnTo>
                <a:lnTo>
                  <a:pt x="1115797" y="701716"/>
                </a:lnTo>
                <a:lnTo>
                  <a:pt x="1114215" y="702516"/>
                </a:lnTo>
                <a:lnTo>
                  <a:pt x="1113806" y="703517"/>
                </a:lnTo>
                <a:lnTo>
                  <a:pt x="1113558" y="704231"/>
                </a:lnTo>
                <a:lnTo>
                  <a:pt x="1113482" y="704640"/>
                </a:lnTo>
                <a:lnTo>
                  <a:pt x="1113311" y="706860"/>
                </a:lnTo>
                <a:lnTo>
                  <a:pt x="1113053" y="710870"/>
                </a:lnTo>
                <a:lnTo>
                  <a:pt x="1112530" y="713251"/>
                </a:lnTo>
                <a:lnTo>
                  <a:pt x="1111748" y="714004"/>
                </a:lnTo>
                <a:lnTo>
                  <a:pt x="1111310" y="715937"/>
                </a:lnTo>
                <a:lnTo>
                  <a:pt x="1111196" y="719052"/>
                </a:lnTo>
                <a:lnTo>
                  <a:pt x="1109577" y="721062"/>
                </a:lnTo>
                <a:lnTo>
                  <a:pt x="1106462" y="721966"/>
                </a:lnTo>
                <a:lnTo>
                  <a:pt x="1104767" y="722652"/>
                </a:lnTo>
                <a:lnTo>
                  <a:pt x="1104490" y="723119"/>
                </a:lnTo>
                <a:lnTo>
                  <a:pt x="1104319" y="723490"/>
                </a:lnTo>
                <a:lnTo>
                  <a:pt x="1104262" y="723767"/>
                </a:lnTo>
                <a:lnTo>
                  <a:pt x="1103995" y="725881"/>
                </a:lnTo>
                <a:lnTo>
                  <a:pt x="1103519" y="729834"/>
                </a:lnTo>
                <a:lnTo>
                  <a:pt x="1102709" y="732215"/>
                </a:lnTo>
                <a:lnTo>
                  <a:pt x="1101547" y="733025"/>
                </a:lnTo>
                <a:lnTo>
                  <a:pt x="1100966" y="734825"/>
                </a:lnTo>
                <a:lnTo>
                  <a:pt x="1100966" y="737616"/>
                </a:lnTo>
                <a:lnTo>
                  <a:pt x="1099566" y="739111"/>
                </a:lnTo>
                <a:lnTo>
                  <a:pt x="1096775" y="739311"/>
                </a:lnTo>
                <a:lnTo>
                  <a:pt x="1095070" y="739988"/>
                </a:lnTo>
                <a:lnTo>
                  <a:pt x="1094461" y="741150"/>
                </a:lnTo>
                <a:lnTo>
                  <a:pt x="1094061" y="742036"/>
                </a:lnTo>
                <a:lnTo>
                  <a:pt x="1093880" y="742645"/>
                </a:lnTo>
                <a:lnTo>
                  <a:pt x="1093727" y="744874"/>
                </a:lnTo>
                <a:lnTo>
                  <a:pt x="1093603" y="748722"/>
                </a:lnTo>
                <a:lnTo>
                  <a:pt x="1092746" y="751103"/>
                </a:lnTo>
                <a:lnTo>
                  <a:pt x="1091146" y="752018"/>
                </a:lnTo>
                <a:lnTo>
                  <a:pt x="1090412" y="753666"/>
                </a:lnTo>
                <a:lnTo>
                  <a:pt x="1090546" y="756047"/>
                </a:lnTo>
                <a:lnTo>
                  <a:pt x="1089422" y="757199"/>
                </a:lnTo>
                <a:lnTo>
                  <a:pt x="1087041" y="757133"/>
                </a:lnTo>
                <a:lnTo>
                  <a:pt x="1085517" y="757990"/>
                </a:lnTo>
                <a:lnTo>
                  <a:pt x="1084850" y="759771"/>
                </a:lnTo>
                <a:lnTo>
                  <a:pt x="1084269" y="761000"/>
                </a:lnTo>
                <a:lnTo>
                  <a:pt x="1083774" y="761667"/>
                </a:lnTo>
                <a:lnTo>
                  <a:pt x="1083583" y="763848"/>
                </a:lnTo>
                <a:lnTo>
                  <a:pt x="1083688" y="767553"/>
                </a:lnTo>
                <a:lnTo>
                  <a:pt x="1081878" y="769639"/>
                </a:lnTo>
                <a:lnTo>
                  <a:pt x="1078173" y="770106"/>
                </a:lnTo>
                <a:lnTo>
                  <a:pt x="1076163" y="770477"/>
                </a:lnTo>
                <a:lnTo>
                  <a:pt x="1075849" y="770753"/>
                </a:lnTo>
                <a:lnTo>
                  <a:pt x="1075658" y="771049"/>
                </a:lnTo>
                <a:lnTo>
                  <a:pt x="1075601" y="771363"/>
                </a:lnTo>
                <a:lnTo>
                  <a:pt x="1075353" y="773506"/>
                </a:lnTo>
                <a:lnTo>
                  <a:pt x="1074925" y="777459"/>
                </a:lnTo>
                <a:lnTo>
                  <a:pt x="1073858" y="779840"/>
                </a:lnTo>
                <a:lnTo>
                  <a:pt x="1072153" y="780650"/>
                </a:lnTo>
                <a:lnTo>
                  <a:pt x="1071296" y="782174"/>
                </a:lnTo>
                <a:lnTo>
                  <a:pt x="1071296" y="784422"/>
                </a:lnTo>
                <a:lnTo>
                  <a:pt x="1070172" y="785612"/>
                </a:lnTo>
                <a:lnTo>
                  <a:pt x="1067924" y="785746"/>
                </a:lnTo>
                <a:lnTo>
                  <a:pt x="1066476" y="786679"/>
                </a:lnTo>
                <a:lnTo>
                  <a:pt x="1065838" y="788422"/>
                </a:lnTo>
                <a:lnTo>
                  <a:pt x="1065124" y="789613"/>
                </a:lnTo>
                <a:lnTo>
                  <a:pt x="1064352" y="790251"/>
                </a:lnTo>
                <a:lnTo>
                  <a:pt x="1063933" y="792213"/>
                </a:lnTo>
                <a:lnTo>
                  <a:pt x="1063876" y="795499"/>
                </a:lnTo>
                <a:lnTo>
                  <a:pt x="1062199" y="797262"/>
                </a:lnTo>
                <a:lnTo>
                  <a:pt x="1058913" y="797509"/>
                </a:lnTo>
                <a:lnTo>
                  <a:pt x="1057008" y="797985"/>
                </a:lnTo>
                <a:lnTo>
                  <a:pt x="1056475" y="798681"/>
                </a:lnTo>
                <a:lnTo>
                  <a:pt x="1056075" y="799300"/>
                </a:lnTo>
                <a:lnTo>
                  <a:pt x="1055818" y="799833"/>
                </a:lnTo>
                <a:lnTo>
                  <a:pt x="1055665" y="802062"/>
                </a:lnTo>
                <a:lnTo>
                  <a:pt x="1055618" y="805986"/>
                </a:lnTo>
                <a:lnTo>
                  <a:pt x="1053636" y="808263"/>
                </a:lnTo>
                <a:lnTo>
                  <a:pt x="1049712" y="808911"/>
                </a:lnTo>
                <a:lnTo>
                  <a:pt x="1047693" y="809273"/>
                </a:lnTo>
                <a:lnTo>
                  <a:pt x="1047159" y="811654"/>
                </a:lnTo>
                <a:lnTo>
                  <a:pt x="1046617" y="815721"/>
                </a:lnTo>
                <a:lnTo>
                  <a:pt x="1044997" y="818102"/>
                </a:lnTo>
                <a:lnTo>
                  <a:pt x="1042302" y="818798"/>
                </a:lnTo>
                <a:lnTo>
                  <a:pt x="1040863" y="819750"/>
                </a:lnTo>
                <a:lnTo>
                  <a:pt x="1040692" y="820941"/>
                </a:lnTo>
                <a:lnTo>
                  <a:pt x="1040016" y="821588"/>
                </a:lnTo>
                <a:lnTo>
                  <a:pt x="1038825" y="821693"/>
                </a:lnTo>
                <a:lnTo>
                  <a:pt x="1037901" y="823160"/>
                </a:lnTo>
                <a:lnTo>
                  <a:pt x="1037263" y="825979"/>
                </a:lnTo>
                <a:lnTo>
                  <a:pt x="1036263" y="827713"/>
                </a:lnTo>
                <a:lnTo>
                  <a:pt x="1034901" y="828351"/>
                </a:lnTo>
                <a:lnTo>
                  <a:pt x="1034148" y="829989"/>
                </a:lnTo>
                <a:lnTo>
                  <a:pt x="1034005" y="832599"/>
                </a:lnTo>
                <a:lnTo>
                  <a:pt x="1032624" y="833952"/>
                </a:lnTo>
                <a:lnTo>
                  <a:pt x="1030014" y="834019"/>
                </a:lnTo>
                <a:lnTo>
                  <a:pt x="1028376" y="834761"/>
                </a:lnTo>
                <a:lnTo>
                  <a:pt x="1027728" y="836190"/>
                </a:lnTo>
                <a:lnTo>
                  <a:pt x="1026919" y="837228"/>
                </a:lnTo>
                <a:lnTo>
                  <a:pt x="1025947" y="837876"/>
                </a:lnTo>
                <a:lnTo>
                  <a:pt x="1025490" y="839800"/>
                </a:lnTo>
                <a:lnTo>
                  <a:pt x="1025557" y="843010"/>
                </a:lnTo>
                <a:lnTo>
                  <a:pt x="1023985" y="844610"/>
                </a:lnTo>
                <a:lnTo>
                  <a:pt x="1020775" y="844610"/>
                </a:lnTo>
                <a:lnTo>
                  <a:pt x="1018851" y="845068"/>
                </a:lnTo>
                <a:lnTo>
                  <a:pt x="1018194" y="845963"/>
                </a:lnTo>
                <a:lnTo>
                  <a:pt x="1017432" y="846744"/>
                </a:lnTo>
                <a:lnTo>
                  <a:pt x="1016565" y="847401"/>
                </a:lnTo>
                <a:lnTo>
                  <a:pt x="1016127" y="849344"/>
                </a:lnTo>
                <a:lnTo>
                  <a:pt x="1016127" y="852583"/>
                </a:lnTo>
                <a:lnTo>
                  <a:pt x="1014508" y="854173"/>
                </a:lnTo>
                <a:lnTo>
                  <a:pt x="1011269" y="854107"/>
                </a:lnTo>
                <a:lnTo>
                  <a:pt x="1009307" y="854526"/>
                </a:lnTo>
                <a:lnTo>
                  <a:pt x="1008612" y="855421"/>
                </a:lnTo>
                <a:lnTo>
                  <a:pt x="1007802" y="856212"/>
                </a:lnTo>
                <a:lnTo>
                  <a:pt x="1006878" y="856907"/>
                </a:lnTo>
                <a:lnTo>
                  <a:pt x="1006412" y="858822"/>
                </a:lnTo>
                <a:lnTo>
                  <a:pt x="1006412" y="861965"/>
                </a:lnTo>
                <a:lnTo>
                  <a:pt x="1004840" y="863508"/>
                </a:lnTo>
                <a:lnTo>
                  <a:pt x="1001697" y="863441"/>
                </a:lnTo>
                <a:lnTo>
                  <a:pt x="999801" y="863927"/>
                </a:lnTo>
                <a:lnTo>
                  <a:pt x="999144" y="864956"/>
                </a:lnTo>
                <a:lnTo>
                  <a:pt x="998172" y="865794"/>
                </a:lnTo>
                <a:lnTo>
                  <a:pt x="996877" y="866451"/>
                </a:lnTo>
                <a:lnTo>
                  <a:pt x="996163" y="868118"/>
                </a:lnTo>
                <a:lnTo>
                  <a:pt x="996048" y="870814"/>
                </a:lnTo>
                <a:lnTo>
                  <a:pt x="994639" y="872223"/>
                </a:lnTo>
                <a:lnTo>
                  <a:pt x="991943" y="872338"/>
                </a:lnTo>
                <a:lnTo>
                  <a:pt x="990248" y="873023"/>
                </a:lnTo>
                <a:lnTo>
                  <a:pt x="989533" y="874262"/>
                </a:lnTo>
                <a:lnTo>
                  <a:pt x="988152" y="875233"/>
                </a:lnTo>
                <a:lnTo>
                  <a:pt x="986095" y="875948"/>
                </a:lnTo>
                <a:lnTo>
                  <a:pt x="984952" y="877186"/>
                </a:lnTo>
                <a:lnTo>
                  <a:pt x="984723" y="878957"/>
                </a:lnTo>
                <a:lnTo>
                  <a:pt x="983732" y="879948"/>
                </a:lnTo>
                <a:lnTo>
                  <a:pt x="981961" y="880177"/>
                </a:lnTo>
                <a:lnTo>
                  <a:pt x="980704" y="881310"/>
                </a:lnTo>
                <a:lnTo>
                  <a:pt x="979970" y="883329"/>
                </a:lnTo>
                <a:lnTo>
                  <a:pt x="978179" y="884720"/>
                </a:lnTo>
                <a:lnTo>
                  <a:pt x="975350" y="885454"/>
                </a:lnTo>
                <a:lnTo>
                  <a:pt x="973912" y="886397"/>
                </a:lnTo>
                <a:lnTo>
                  <a:pt x="973855" y="887540"/>
                </a:lnTo>
                <a:lnTo>
                  <a:pt x="973265" y="888130"/>
                </a:lnTo>
                <a:lnTo>
                  <a:pt x="972122" y="888187"/>
                </a:lnTo>
                <a:lnTo>
                  <a:pt x="971159" y="889606"/>
                </a:lnTo>
                <a:lnTo>
                  <a:pt x="970388" y="892407"/>
                </a:lnTo>
                <a:lnTo>
                  <a:pt x="968350" y="894188"/>
                </a:lnTo>
                <a:lnTo>
                  <a:pt x="965044" y="894959"/>
                </a:lnTo>
                <a:lnTo>
                  <a:pt x="963387" y="895693"/>
                </a:lnTo>
                <a:lnTo>
                  <a:pt x="963387" y="896369"/>
                </a:lnTo>
                <a:lnTo>
                  <a:pt x="963044" y="896712"/>
                </a:lnTo>
                <a:lnTo>
                  <a:pt x="962368" y="896712"/>
                </a:lnTo>
                <a:lnTo>
                  <a:pt x="961625" y="898350"/>
                </a:lnTo>
                <a:lnTo>
                  <a:pt x="960815" y="901617"/>
                </a:lnTo>
                <a:lnTo>
                  <a:pt x="958558" y="903665"/>
                </a:lnTo>
                <a:lnTo>
                  <a:pt x="954853" y="904475"/>
                </a:lnTo>
                <a:lnTo>
                  <a:pt x="952986" y="904989"/>
                </a:lnTo>
                <a:lnTo>
                  <a:pt x="952071" y="907209"/>
                </a:lnTo>
                <a:lnTo>
                  <a:pt x="951224" y="910866"/>
                </a:lnTo>
                <a:lnTo>
                  <a:pt x="948842" y="913047"/>
                </a:lnTo>
                <a:lnTo>
                  <a:pt x="944928" y="913724"/>
                </a:lnTo>
                <a:lnTo>
                  <a:pt x="942918" y="914086"/>
                </a:lnTo>
                <a:lnTo>
                  <a:pt x="942318" y="916391"/>
                </a:lnTo>
                <a:lnTo>
                  <a:pt x="941718" y="920382"/>
                </a:lnTo>
                <a:lnTo>
                  <a:pt x="939432" y="922487"/>
                </a:lnTo>
                <a:lnTo>
                  <a:pt x="935441" y="922715"/>
                </a:lnTo>
                <a:lnTo>
                  <a:pt x="933231" y="922887"/>
                </a:lnTo>
                <a:lnTo>
                  <a:pt x="932802" y="923011"/>
                </a:lnTo>
                <a:lnTo>
                  <a:pt x="932478" y="923277"/>
                </a:lnTo>
                <a:lnTo>
                  <a:pt x="932259" y="923706"/>
                </a:lnTo>
                <a:lnTo>
                  <a:pt x="931945" y="925773"/>
                </a:lnTo>
                <a:lnTo>
                  <a:pt x="931535" y="929478"/>
                </a:lnTo>
                <a:lnTo>
                  <a:pt x="929478" y="931355"/>
                </a:lnTo>
                <a:lnTo>
                  <a:pt x="925773" y="931402"/>
                </a:lnTo>
                <a:lnTo>
                  <a:pt x="923601" y="931602"/>
                </a:lnTo>
                <a:lnTo>
                  <a:pt x="922944" y="931964"/>
                </a:lnTo>
                <a:lnTo>
                  <a:pt x="922363" y="932469"/>
                </a:lnTo>
                <a:lnTo>
                  <a:pt x="921868" y="933126"/>
                </a:lnTo>
                <a:lnTo>
                  <a:pt x="921468" y="935107"/>
                </a:lnTo>
                <a:lnTo>
                  <a:pt x="921182" y="938432"/>
                </a:lnTo>
                <a:lnTo>
                  <a:pt x="919382" y="940184"/>
                </a:lnTo>
                <a:lnTo>
                  <a:pt x="916057" y="940365"/>
                </a:lnTo>
                <a:lnTo>
                  <a:pt x="914038" y="940727"/>
                </a:lnTo>
                <a:lnTo>
                  <a:pt x="913314" y="941260"/>
                </a:lnTo>
                <a:lnTo>
                  <a:pt x="912371" y="941889"/>
                </a:lnTo>
                <a:lnTo>
                  <a:pt x="911209" y="942613"/>
                </a:lnTo>
                <a:lnTo>
                  <a:pt x="910600" y="944385"/>
                </a:lnTo>
                <a:lnTo>
                  <a:pt x="910542" y="947204"/>
                </a:lnTo>
                <a:lnTo>
                  <a:pt x="909104" y="948804"/>
                </a:lnTo>
                <a:lnTo>
                  <a:pt x="906285" y="949204"/>
                </a:lnTo>
                <a:lnTo>
                  <a:pt x="904599" y="949900"/>
                </a:lnTo>
                <a:lnTo>
                  <a:pt x="904046" y="950900"/>
                </a:lnTo>
                <a:lnTo>
                  <a:pt x="903037" y="951671"/>
                </a:lnTo>
                <a:lnTo>
                  <a:pt x="901570" y="952224"/>
                </a:lnTo>
                <a:lnTo>
                  <a:pt x="900684" y="953719"/>
                </a:lnTo>
                <a:lnTo>
                  <a:pt x="900389" y="956167"/>
                </a:lnTo>
                <a:lnTo>
                  <a:pt x="899017" y="957539"/>
                </a:lnTo>
                <a:lnTo>
                  <a:pt x="896569" y="957834"/>
                </a:lnTo>
                <a:lnTo>
                  <a:pt x="895064" y="958710"/>
                </a:lnTo>
                <a:lnTo>
                  <a:pt x="894483" y="960149"/>
                </a:lnTo>
                <a:lnTo>
                  <a:pt x="892969" y="961158"/>
                </a:lnTo>
                <a:lnTo>
                  <a:pt x="890521" y="961739"/>
                </a:lnTo>
                <a:lnTo>
                  <a:pt x="889130" y="962730"/>
                </a:lnTo>
                <a:lnTo>
                  <a:pt x="888806" y="964140"/>
                </a:lnTo>
                <a:lnTo>
                  <a:pt x="887940" y="964940"/>
                </a:lnTo>
                <a:lnTo>
                  <a:pt x="886530" y="965111"/>
                </a:lnTo>
                <a:lnTo>
                  <a:pt x="885415" y="966378"/>
                </a:lnTo>
                <a:lnTo>
                  <a:pt x="884606" y="968750"/>
                </a:lnTo>
                <a:lnTo>
                  <a:pt x="882225" y="970064"/>
                </a:lnTo>
                <a:lnTo>
                  <a:pt x="878272" y="970331"/>
                </a:lnTo>
                <a:lnTo>
                  <a:pt x="876100" y="970540"/>
                </a:lnTo>
                <a:lnTo>
                  <a:pt x="875709" y="970683"/>
                </a:lnTo>
                <a:lnTo>
                  <a:pt x="874671" y="970959"/>
                </a:lnTo>
                <a:lnTo>
                  <a:pt x="872995" y="971350"/>
                </a:lnTo>
                <a:lnTo>
                  <a:pt x="871652" y="972388"/>
                </a:lnTo>
                <a:lnTo>
                  <a:pt x="870633" y="974065"/>
                </a:lnTo>
                <a:lnTo>
                  <a:pt x="869290" y="974941"/>
                </a:lnTo>
                <a:lnTo>
                  <a:pt x="867613" y="975036"/>
                </a:lnTo>
                <a:lnTo>
                  <a:pt x="865765" y="975579"/>
                </a:lnTo>
                <a:lnTo>
                  <a:pt x="863756" y="976560"/>
                </a:lnTo>
                <a:lnTo>
                  <a:pt x="861374" y="977046"/>
                </a:lnTo>
                <a:lnTo>
                  <a:pt x="858622" y="977046"/>
                </a:lnTo>
                <a:lnTo>
                  <a:pt x="856088" y="976884"/>
                </a:lnTo>
                <a:lnTo>
                  <a:pt x="853754" y="976579"/>
                </a:lnTo>
                <a:lnTo>
                  <a:pt x="851373" y="976446"/>
                </a:lnTo>
                <a:lnTo>
                  <a:pt x="848944" y="976503"/>
                </a:lnTo>
                <a:lnTo>
                  <a:pt x="845439" y="975284"/>
                </a:lnTo>
                <a:lnTo>
                  <a:pt x="840877" y="972798"/>
                </a:lnTo>
                <a:lnTo>
                  <a:pt x="838495" y="971521"/>
                </a:lnTo>
                <a:lnTo>
                  <a:pt x="835666" y="970826"/>
                </a:lnTo>
                <a:lnTo>
                  <a:pt x="831009" y="969807"/>
                </a:lnTo>
                <a:lnTo>
                  <a:pt x="826760" y="967473"/>
                </a:lnTo>
                <a:lnTo>
                  <a:pt x="822931" y="963844"/>
                </a:lnTo>
                <a:lnTo>
                  <a:pt x="820550" y="961644"/>
                </a:lnTo>
                <a:lnTo>
                  <a:pt x="819617" y="960882"/>
                </a:lnTo>
                <a:lnTo>
                  <a:pt x="817178" y="958501"/>
                </a:lnTo>
                <a:lnTo>
                  <a:pt x="813235" y="954500"/>
                </a:lnTo>
                <a:lnTo>
                  <a:pt x="810854" y="951786"/>
                </a:lnTo>
                <a:lnTo>
                  <a:pt x="810035" y="950357"/>
                </a:lnTo>
                <a:lnTo>
                  <a:pt x="808034" y="947976"/>
                </a:lnTo>
                <a:lnTo>
                  <a:pt x="804863" y="944642"/>
                </a:lnTo>
                <a:lnTo>
                  <a:pt x="803234" y="941346"/>
                </a:lnTo>
                <a:lnTo>
                  <a:pt x="803158" y="938098"/>
                </a:lnTo>
                <a:lnTo>
                  <a:pt x="802757" y="935717"/>
                </a:lnTo>
                <a:lnTo>
                  <a:pt x="802043" y="934202"/>
                </a:lnTo>
                <a:lnTo>
                  <a:pt x="801710" y="931488"/>
                </a:lnTo>
                <a:lnTo>
                  <a:pt x="801767" y="927573"/>
                </a:lnTo>
                <a:lnTo>
                  <a:pt x="801757" y="925192"/>
                </a:lnTo>
                <a:lnTo>
                  <a:pt x="801700" y="924344"/>
                </a:lnTo>
                <a:lnTo>
                  <a:pt x="801691" y="921963"/>
                </a:lnTo>
                <a:lnTo>
                  <a:pt x="801738" y="918029"/>
                </a:lnTo>
                <a:lnTo>
                  <a:pt x="801795" y="915648"/>
                </a:lnTo>
                <a:lnTo>
                  <a:pt x="801872" y="914819"/>
                </a:lnTo>
                <a:lnTo>
                  <a:pt x="801957" y="912514"/>
                </a:lnTo>
                <a:lnTo>
                  <a:pt x="802053" y="908752"/>
                </a:lnTo>
                <a:lnTo>
                  <a:pt x="802519" y="906370"/>
                </a:lnTo>
                <a:lnTo>
                  <a:pt x="803358" y="905370"/>
                </a:lnTo>
                <a:lnTo>
                  <a:pt x="803900" y="903532"/>
                </a:lnTo>
                <a:lnTo>
                  <a:pt x="804148" y="900855"/>
                </a:lnTo>
                <a:lnTo>
                  <a:pt x="805605" y="899360"/>
                </a:lnTo>
                <a:lnTo>
                  <a:pt x="808282" y="899046"/>
                </a:lnTo>
                <a:lnTo>
                  <a:pt x="809949" y="898331"/>
                </a:lnTo>
                <a:lnTo>
                  <a:pt x="810587" y="897198"/>
                </a:lnTo>
                <a:lnTo>
                  <a:pt x="811054" y="896312"/>
                </a:lnTo>
                <a:lnTo>
                  <a:pt x="811359" y="895674"/>
                </a:lnTo>
                <a:lnTo>
                  <a:pt x="811597" y="893531"/>
                </a:lnTo>
                <a:lnTo>
                  <a:pt x="811778" y="889883"/>
                </a:lnTo>
                <a:lnTo>
                  <a:pt x="813683" y="887949"/>
                </a:lnTo>
                <a:lnTo>
                  <a:pt x="817331" y="887720"/>
                </a:lnTo>
                <a:lnTo>
                  <a:pt x="819445" y="887454"/>
                </a:lnTo>
                <a:lnTo>
                  <a:pt x="820026" y="887149"/>
                </a:lnTo>
                <a:lnTo>
                  <a:pt x="820484" y="886701"/>
                </a:lnTo>
                <a:lnTo>
                  <a:pt x="820817" y="886120"/>
                </a:lnTo>
                <a:lnTo>
                  <a:pt x="821055" y="883977"/>
                </a:lnTo>
                <a:lnTo>
                  <a:pt x="821198" y="880272"/>
                </a:lnTo>
                <a:lnTo>
                  <a:pt x="823122" y="878415"/>
                </a:lnTo>
                <a:lnTo>
                  <a:pt x="826827" y="878415"/>
                </a:lnTo>
                <a:lnTo>
                  <a:pt x="829018" y="878234"/>
                </a:lnTo>
                <a:lnTo>
                  <a:pt x="829713" y="877862"/>
                </a:lnTo>
                <a:lnTo>
                  <a:pt x="830361" y="877338"/>
                </a:lnTo>
                <a:lnTo>
                  <a:pt x="830971" y="876643"/>
                </a:lnTo>
                <a:lnTo>
                  <a:pt x="831323" y="874624"/>
                </a:lnTo>
                <a:lnTo>
                  <a:pt x="831428" y="871261"/>
                </a:lnTo>
                <a:lnTo>
                  <a:pt x="833161" y="869528"/>
                </a:lnTo>
                <a:lnTo>
                  <a:pt x="836524" y="869423"/>
                </a:lnTo>
                <a:lnTo>
                  <a:pt x="838533" y="869051"/>
                </a:lnTo>
                <a:lnTo>
                  <a:pt x="839200" y="868423"/>
                </a:lnTo>
                <a:lnTo>
                  <a:pt x="840086" y="867775"/>
                </a:lnTo>
                <a:lnTo>
                  <a:pt x="841210" y="867108"/>
                </a:lnTo>
                <a:lnTo>
                  <a:pt x="841772" y="865289"/>
                </a:lnTo>
                <a:lnTo>
                  <a:pt x="841772" y="862308"/>
                </a:lnTo>
                <a:lnTo>
                  <a:pt x="843258" y="860793"/>
                </a:lnTo>
                <a:lnTo>
                  <a:pt x="846239" y="860727"/>
                </a:lnTo>
                <a:lnTo>
                  <a:pt x="848049" y="860155"/>
                </a:lnTo>
                <a:lnTo>
                  <a:pt x="848687" y="859079"/>
                </a:lnTo>
                <a:lnTo>
                  <a:pt x="850135" y="858212"/>
                </a:lnTo>
                <a:lnTo>
                  <a:pt x="852383" y="857574"/>
                </a:lnTo>
                <a:lnTo>
                  <a:pt x="853507" y="856317"/>
                </a:lnTo>
                <a:lnTo>
                  <a:pt x="853507" y="854440"/>
                </a:lnTo>
                <a:lnTo>
                  <a:pt x="854440" y="853545"/>
                </a:lnTo>
                <a:lnTo>
                  <a:pt x="856317" y="853602"/>
                </a:lnTo>
                <a:lnTo>
                  <a:pt x="857602" y="852516"/>
                </a:lnTo>
                <a:lnTo>
                  <a:pt x="858317" y="850268"/>
                </a:lnTo>
                <a:lnTo>
                  <a:pt x="860698" y="848811"/>
                </a:lnTo>
                <a:lnTo>
                  <a:pt x="864746" y="848144"/>
                </a:lnTo>
                <a:lnTo>
                  <a:pt x="866794" y="847811"/>
                </a:lnTo>
                <a:lnTo>
                  <a:pt x="867242" y="845734"/>
                </a:lnTo>
                <a:lnTo>
                  <a:pt x="867956" y="841743"/>
                </a:lnTo>
                <a:lnTo>
                  <a:pt x="870318" y="839381"/>
                </a:lnTo>
                <a:lnTo>
                  <a:pt x="874309" y="838667"/>
                </a:lnTo>
                <a:lnTo>
                  <a:pt x="876319" y="838295"/>
                </a:lnTo>
                <a:lnTo>
                  <a:pt x="876824" y="836266"/>
                </a:lnTo>
                <a:lnTo>
                  <a:pt x="877662" y="832399"/>
                </a:lnTo>
                <a:lnTo>
                  <a:pt x="880024" y="830275"/>
                </a:lnTo>
                <a:lnTo>
                  <a:pt x="883891" y="829894"/>
                </a:lnTo>
                <a:lnTo>
                  <a:pt x="886025" y="829647"/>
                </a:lnTo>
                <a:lnTo>
                  <a:pt x="886416" y="829523"/>
                </a:lnTo>
                <a:lnTo>
                  <a:pt x="886682" y="829266"/>
                </a:lnTo>
                <a:lnTo>
                  <a:pt x="886816" y="828875"/>
                </a:lnTo>
                <a:lnTo>
                  <a:pt x="887073" y="826751"/>
                </a:lnTo>
                <a:lnTo>
                  <a:pt x="887463" y="822903"/>
                </a:lnTo>
                <a:lnTo>
                  <a:pt x="889578" y="820807"/>
                </a:lnTo>
                <a:lnTo>
                  <a:pt x="893426" y="820464"/>
                </a:lnTo>
                <a:lnTo>
                  <a:pt x="895569" y="820226"/>
                </a:lnTo>
                <a:lnTo>
                  <a:pt x="896017" y="820103"/>
                </a:lnTo>
                <a:lnTo>
                  <a:pt x="896322" y="819817"/>
                </a:lnTo>
                <a:lnTo>
                  <a:pt x="896493" y="819369"/>
                </a:lnTo>
                <a:lnTo>
                  <a:pt x="896722" y="817216"/>
                </a:lnTo>
                <a:lnTo>
                  <a:pt x="897017" y="813359"/>
                </a:lnTo>
                <a:lnTo>
                  <a:pt x="899084" y="811263"/>
                </a:lnTo>
                <a:lnTo>
                  <a:pt x="902941" y="810930"/>
                </a:lnTo>
                <a:lnTo>
                  <a:pt x="905085" y="810692"/>
                </a:lnTo>
                <a:lnTo>
                  <a:pt x="905513" y="810549"/>
                </a:lnTo>
                <a:lnTo>
                  <a:pt x="905799" y="810263"/>
                </a:lnTo>
                <a:lnTo>
                  <a:pt x="905942" y="809835"/>
                </a:lnTo>
                <a:lnTo>
                  <a:pt x="906085" y="807596"/>
                </a:lnTo>
                <a:lnTo>
                  <a:pt x="906209" y="803539"/>
                </a:lnTo>
                <a:lnTo>
                  <a:pt x="908314" y="801395"/>
                </a:lnTo>
                <a:lnTo>
                  <a:pt x="912371" y="801167"/>
                </a:lnTo>
                <a:lnTo>
                  <a:pt x="914571" y="800986"/>
                </a:lnTo>
                <a:lnTo>
                  <a:pt x="914924" y="800862"/>
                </a:lnTo>
                <a:lnTo>
                  <a:pt x="915162" y="800624"/>
                </a:lnTo>
                <a:lnTo>
                  <a:pt x="915276" y="800271"/>
                </a:lnTo>
                <a:lnTo>
                  <a:pt x="915457" y="798062"/>
                </a:lnTo>
                <a:lnTo>
                  <a:pt x="915676" y="793994"/>
                </a:lnTo>
                <a:lnTo>
                  <a:pt x="917819" y="791756"/>
                </a:lnTo>
                <a:lnTo>
                  <a:pt x="921887" y="791337"/>
                </a:lnTo>
                <a:lnTo>
                  <a:pt x="924020" y="791080"/>
                </a:lnTo>
                <a:lnTo>
                  <a:pt x="924782" y="788594"/>
                </a:lnTo>
                <a:lnTo>
                  <a:pt x="925278" y="784631"/>
                </a:lnTo>
                <a:lnTo>
                  <a:pt x="927506" y="782536"/>
                </a:lnTo>
                <a:lnTo>
                  <a:pt x="931469" y="782298"/>
                </a:lnTo>
                <a:lnTo>
                  <a:pt x="933641" y="782088"/>
                </a:lnTo>
                <a:lnTo>
                  <a:pt x="934012" y="781898"/>
                </a:lnTo>
                <a:lnTo>
                  <a:pt x="934279" y="781612"/>
                </a:lnTo>
                <a:lnTo>
                  <a:pt x="934441" y="781241"/>
                </a:lnTo>
                <a:lnTo>
                  <a:pt x="934679" y="779088"/>
                </a:lnTo>
                <a:lnTo>
                  <a:pt x="934984" y="775173"/>
                </a:lnTo>
                <a:lnTo>
                  <a:pt x="937098" y="773078"/>
                </a:lnTo>
                <a:lnTo>
                  <a:pt x="941013" y="772820"/>
                </a:lnTo>
                <a:lnTo>
                  <a:pt x="943175" y="772592"/>
                </a:lnTo>
                <a:lnTo>
                  <a:pt x="943566" y="772411"/>
                </a:lnTo>
                <a:lnTo>
                  <a:pt x="943851" y="772116"/>
                </a:lnTo>
                <a:lnTo>
                  <a:pt x="944023" y="771725"/>
                </a:lnTo>
                <a:lnTo>
                  <a:pt x="944223" y="769534"/>
                </a:lnTo>
                <a:lnTo>
                  <a:pt x="944442" y="765562"/>
                </a:lnTo>
                <a:lnTo>
                  <a:pt x="946537" y="763438"/>
                </a:lnTo>
                <a:lnTo>
                  <a:pt x="950509" y="763181"/>
                </a:lnTo>
                <a:lnTo>
                  <a:pt x="952681" y="762962"/>
                </a:lnTo>
                <a:lnTo>
                  <a:pt x="953033" y="762791"/>
                </a:lnTo>
                <a:lnTo>
                  <a:pt x="953262" y="762533"/>
                </a:lnTo>
                <a:lnTo>
                  <a:pt x="953367" y="762181"/>
                </a:lnTo>
                <a:lnTo>
                  <a:pt x="953653" y="760076"/>
                </a:lnTo>
                <a:lnTo>
                  <a:pt x="954100" y="756218"/>
                </a:lnTo>
                <a:lnTo>
                  <a:pt x="956243" y="753942"/>
                </a:lnTo>
                <a:lnTo>
                  <a:pt x="960101" y="753227"/>
                </a:lnTo>
                <a:lnTo>
                  <a:pt x="962101" y="752846"/>
                </a:lnTo>
                <a:lnTo>
                  <a:pt x="962616" y="750427"/>
                </a:lnTo>
                <a:lnTo>
                  <a:pt x="963120" y="746341"/>
                </a:lnTo>
                <a:lnTo>
                  <a:pt x="964197" y="743960"/>
                </a:lnTo>
                <a:lnTo>
                  <a:pt x="965835" y="743283"/>
                </a:lnTo>
                <a:lnTo>
                  <a:pt x="966626" y="741693"/>
                </a:lnTo>
                <a:lnTo>
                  <a:pt x="966559" y="739178"/>
                </a:lnTo>
                <a:lnTo>
                  <a:pt x="967778" y="737921"/>
                </a:lnTo>
                <a:lnTo>
                  <a:pt x="970293" y="737921"/>
                </a:lnTo>
                <a:lnTo>
                  <a:pt x="971864" y="737111"/>
                </a:lnTo>
                <a:lnTo>
                  <a:pt x="972503" y="735501"/>
                </a:lnTo>
                <a:lnTo>
                  <a:pt x="973122" y="734378"/>
                </a:lnTo>
                <a:lnTo>
                  <a:pt x="973731" y="733739"/>
                </a:lnTo>
                <a:lnTo>
                  <a:pt x="974065" y="731691"/>
                </a:lnTo>
                <a:lnTo>
                  <a:pt x="974122" y="728234"/>
                </a:lnTo>
                <a:lnTo>
                  <a:pt x="975884" y="726415"/>
                </a:lnTo>
                <a:lnTo>
                  <a:pt x="979341" y="726253"/>
                </a:lnTo>
                <a:lnTo>
                  <a:pt x="981361" y="725891"/>
                </a:lnTo>
                <a:lnTo>
                  <a:pt x="981942" y="725329"/>
                </a:lnTo>
                <a:lnTo>
                  <a:pt x="982294" y="724767"/>
                </a:lnTo>
                <a:lnTo>
                  <a:pt x="982428" y="724186"/>
                </a:lnTo>
                <a:lnTo>
                  <a:pt x="982532" y="721909"/>
                </a:lnTo>
                <a:lnTo>
                  <a:pt x="982609" y="717937"/>
                </a:lnTo>
                <a:lnTo>
                  <a:pt x="984380" y="715556"/>
                </a:lnTo>
                <a:lnTo>
                  <a:pt x="987857" y="714766"/>
                </a:lnTo>
                <a:lnTo>
                  <a:pt x="989619" y="714146"/>
                </a:lnTo>
                <a:lnTo>
                  <a:pt x="989667" y="713699"/>
                </a:lnTo>
                <a:lnTo>
                  <a:pt x="989924" y="713442"/>
                </a:lnTo>
                <a:lnTo>
                  <a:pt x="990371" y="713394"/>
                </a:lnTo>
                <a:lnTo>
                  <a:pt x="990914" y="711565"/>
                </a:lnTo>
                <a:lnTo>
                  <a:pt x="991553" y="707936"/>
                </a:lnTo>
                <a:lnTo>
                  <a:pt x="992219" y="705803"/>
                </a:lnTo>
                <a:lnTo>
                  <a:pt x="992905" y="705164"/>
                </a:lnTo>
                <a:lnTo>
                  <a:pt x="993257" y="703135"/>
                </a:lnTo>
                <a:lnTo>
                  <a:pt x="993257" y="699697"/>
                </a:lnTo>
                <a:lnTo>
                  <a:pt x="994972" y="697563"/>
                </a:lnTo>
                <a:lnTo>
                  <a:pt x="998410" y="696716"/>
                </a:lnTo>
                <a:lnTo>
                  <a:pt x="1000220" y="696154"/>
                </a:lnTo>
                <a:lnTo>
                  <a:pt x="1000411" y="695858"/>
                </a:lnTo>
                <a:lnTo>
                  <a:pt x="1000535" y="695611"/>
                </a:lnTo>
                <a:lnTo>
                  <a:pt x="1000706" y="693172"/>
                </a:lnTo>
                <a:lnTo>
                  <a:pt x="1000916" y="688858"/>
                </a:lnTo>
                <a:lnTo>
                  <a:pt x="1001306" y="686476"/>
                </a:lnTo>
                <a:lnTo>
                  <a:pt x="1001868" y="686029"/>
                </a:lnTo>
                <a:lnTo>
                  <a:pt x="1002335" y="684105"/>
                </a:lnTo>
                <a:lnTo>
                  <a:pt x="1002697" y="680714"/>
                </a:lnTo>
                <a:lnTo>
                  <a:pt x="1004564" y="678885"/>
                </a:lnTo>
                <a:lnTo>
                  <a:pt x="1007955" y="678599"/>
                </a:lnTo>
                <a:lnTo>
                  <a:pt x="1009850" y="678113"/>
                </a:lnTo>
                <a:lnTo>
                  <a:pt x="1010241" y="677408"/>
                </a:lnTo>
                <a:lnTo>
                  <a:pt x="1010479" y="676866"/>
                </a:lnTo>
                <a:lnTo>
                  <a:pt x="1010574" y="676475"/>
                </a:lnTo>
                <a:lnTo>
                  <a:pt x="1010698" y="674208"/>
                </a:lnTo>
                <a:lnTo>
                  <a:pt x="1010850" y="670084"/>
                </a:lnTo>
                <a:lnTo>
                  <a:pt x="1011355" y="667703"/>
                </a:lnTo>
                <a:lnTo>
                  <a:pt x="1012203" y="667064"/>
                </a:lnTo>
                <a:lnTo>
                  <a:pt x="1012727" y="665207"/>
                </a:lnTo>
                <a:lnTo>
                  <a:pt x="1012917" y="662130"/>
                </a:lnTo>
                <a:lnTo>
                  <a:pt x="1014555" y="660416"/>
                </a:lnTo>
                <a:lnTo>
                  <a:pt x="1017632" y="660083"/>
                </a:lnTo>
                <a:lnTo>
                  <a:pt x="1019413" y="659482"/>
                </a:lnTo>
                <a:lnTo>
                  <a:pt x="1019880" y="658606"/>
                </a:lnTo>
                <a:lnTo>
                  <a:pt x="1020185" y="657930"/>
                </a:lnTo>
                <a:lnTo>
                  <a:pt x="1020318" y="657463"/>
                </a:lnTo>
                <a:lnTo>
                  <a:pt x="1020489" y="655244"/>
                </a:lnTo>
                <a:lnTo>
                  <a:pt x="1020680" y="651281"/>
                </a:lnTo>
                <a:lnTo>
                  <a:pt x="1021128" y="648900"/>
                </a:lnTo>
                <a:lnTo>
                  <a:pt x="1021832" y="648100"/>
                </a:lnTo>
                <a:lnTo>
                  <a:pt x="1022242" y="646128"/>
                </a:lnTo>
                <a:lnTo>
                  <a:pt x="1022347" y="642976"/>
                </a:lnTo>
                <a:lnTo>
                  <a:pt x="1023976" y="640766"/>
                </a:lnTo>
                <a:lnTo>
                  <a:pt x="1027128" y="639489"/>
                </a:lnTo>
                <a:lnTo>
                  <a:pt x="1028757" y="638747"/>
                </a:lnTo>
                <a:lnTo>
                  <a:pt x="1028871" y="638518"/>
                </a:lnTo>
                <a:lnTo>
                  <a:pt x="1029205" y="636118"/>
                </a:lnTo>
                <a:lnTo>
                  <a:pt x="1029738" y="632003"/>
                </a:lnTo>
                <a:lnTo>
                  <a:pt x="1030091" y="629622"/>
                </a:lnTo>
                <a:lnTo>
                  <a:pt x="1030272" y="628974"/>
                </a:lnTo>
                <a:lnTo>
                  <a:pt x="1030367" y="626688"/>
                </a:lnTo>
                <a:lnTo>
                  <a:pt x="1030367" y="622754"/>
                </a:lnTo>
                <a:lnTo>
                  <a:pt x="1030595" y="620373"/>
                </a:lnTo>
                <a:lnTo>
                  <a:pt x="1031062" y="619544"/>
                </a:lnTo>
                <a:lnTo>
                  <a:pt x="1031348" y="617449"/>
                </a:lnTo>
                <a:lnTo>
                  <a:pt x="1031453" y="614086"/>
                </a:lnTo>
                <a:lnTo>
                  <a:pt x="1032443" y="611705"/>
                </a:lnTo>
                <a:lnTo>
                  <a:pt x="1034329" y="610305"/>
                </a:lnTo>
                <a:lnTo>
                  <a:pt x="1035291" y="608886"/>
                </a:lnTo>
                <a:lnTo>
                  <a:pt x="1035339" y="607457"/>
                </a:lnTo>
                <a:lnTo>
                  <a:pt x="1036082" y="606523"/>
                </a:lnTo>
                <a:lnTo>
                  <a:pt x="1037511" y="606095"/>
                </a:lnTo>
                <a:lnTo>
                  <a:pt x="1038482" y="604676"/>
                </a:lnTo>
                <a:lnTo>
                  <a:pt x="1038987" y="602285"/>
                </a:lnTo>
                <a:lnTo>
                  <a:pt x="1039282" y="600837"/>
                </a:lnTo>
                <a:lnTo>
                  <a:pt x="1039387" y="600332"/>
                </a:lnTo>
                <a:lnTo>
                  <a:pt x="1039511" y="598065"/>
                </a:lnTo>
                <a:lnTo>
                  <a:pt x="1039654" y="594055"/>
                </a:lnTo>
                <a:lnTo>
                  <a:pt x="1039825" y="591674"/>
                </a:lnTo>
                <a:lnTo>
                  <a:pt x="1040016" y="590921"/>
                </a:lnTo>
                <a:lnTo>
                  <a:pt x="1040111" y="588635"/>
                </a:lnTo>
                <a:lnTo>
                  <a:pt x="1040111" y="584816"/>
                </a:lnTo>
                <a:lnTo>
                  <a:pt x="1040206" y="582435"/>
                </a:lnTo>
                <a:lnTo>
                  <a:pt x="1040387" y="581492"/>
                </a:lnTo>
                <a:lnTo>
                  <a:pt x="1040482" y="579206"/>
                </a:lnTo>
                <a:lnTo>
                  <a:pt x="1040482" y="575577"/>
                </a:lnTo>
                <a:lnTo>
                  <a:pt x="1040597" y="573195"/>
                </a:lnTo>
                <a:lnTo>
                  <a:pt x="1040825" y="572062"/>
                </a:lnTo>
                <a:lnTo>
                  <a:pt x="1040921" y="569776"/>
                </a:lnTo>
                <a:lnTo>
                  <a:pt x="1040863" y="566318"/>
                </a:lnTo>
                <a:lnTo>
                  <a:pt x="1041121" y="563937"/>
                </a:lnTo>
                <a:lnTo>
                  <a:pt x="1041702" y="562632"/>
                </a:lnTo>
                <a:lnTo>
                  <a:pt x="1041959" y="560499"/>
                </a:lnTo>
                <a:lnTo>
                  <a:pt x="1041892" y="557555"/>
                </a:lnTo>
                <a:lnTo>
                  <a:pt x="1042311" y="555174"/>
                </a:lnTo>
                <a:lnTo>
                  <a:pt x="1043216" y="553355"/>
                </a:lnTo>
                <a:lnTo>
                  <a:pt x="1043626" y="551393"/>
                </a:lnTo>
                <a:lnTo>
                  <a:pt x="1043559" y="549278"/>
                </a:lnTo>
                <a:lnTo>
                  <a:pt x="1043816" y="546897"/>
                </a:lnTo>
                <a:lnTo>
                  <a:pt x="1044416" y="544249"/>
                </a:lnTo>
                <a:lnTo>
                  <a:pt x="1044683" y="542134"/>
                </a:lnTo>
                <a:lnTo>
                  <a:pt x="1044607" y="540544"/>
                </a:lnTo>
                <a:lnTo>
                  <a:pt x="1044435" y="538163"/>
                </a:lnTo>
                <a:lnTo>
                  <a:pt x="1044159" y="534991"/>
                </a:lnTo>
                <a:lnTo>
                  <a:pt x="1044064" y="532505"/>
                </a:lnTo>
                <a:lnTo>
                  <a:pt x="1044140" y="530723"/>
                </a:lnTo>
                <a:lnTo>
                  <a:pt x="1043883" y="528342"/>
                </a:lnTo>
                <a:lnTo>
                  <a:pt x="1043283" y="525361"/>
                </a:lnTo>
                <a:lnTo>
                  <a:pt x="1042988" y="522684"/>
                </a:lnTo>
                <a:lnTo>
                  <a:pt x="1042988" y="520303"/>
                </a:lnTo>
                <a:lnTo>
                  <a:pt x="1042759" y="517922"/>
                </a:lnTo>
                <a:lnTo>
                  <a:pt x="1042311" y="515541"/>
                </a:lnTo>
                <a:lnTo>
                  <a:pt x="1042159" y="513007"/>
                </a:lnTo>
                <a:lnTo>
                  <a:pt x="1042302" y="510321"/>
                </a:lnTo>
                <a:lnTo>
                  <a:pt x="1042168" y="507940"/>
                </a:lnTo>
                <a:lnTo>
                  <a:pt x="1041740" y="505863"/>
                </a:lnTo>
                <a:lnTo>
                  <a:pt x="1041559" y="503301"/>
                </a:lnTo>
                <a:lnTo>
                  <a:pt x="1041625" y="500253"/>
                </a:lnTo>
                <a:lnTo>
                  <a:pt x="1041540" y="497872"/>
                </a:lnTo>
                <a:lnTo>
                  <a:pt x="1041302" y="496157"/>
                </a:lnTo>
                <a:lnTo>
                  <a:pt x="1041206" y="493690"/>
                </a:lnTo>
                <a:lnTo>
                  <a:pt x="1041263" y="490461"/>
                </a:lnTo>
                <a:lnTo>
                  <a:pt x="1041102" y="488080"/>
                </a:lnTo>
                <a:lnTo>
                  <a:pt x="1040730" y="486547"/>
                </a:lnTo>
                <a:lnTo>
                  <a:pt x="1040549" y="483975"/>
                </a:lnTo>
                <a:lnTo>
                  <a:pt x="1040549" y="480374"/>
                </a:lnTo>
                <a:lnTo>
                  <a:pt x="1040397" y="477993"/>
                </a:lnTo>
                <a:lnTo>
                  <a:pt x="1040082" y="476831"/>
                </a:lnTo>
                <a:lnTo>
                  <a:pt x="1039682" y="474050"/>
                </a:lnTo>
                <a:lnTo>
                  <a:pt x="1039187" y="469640"/>
                </a:lnTo>
                <a:lnTo>
                  <a:pt x="1038901" y="467258"/>
                </a:lnTo>
                <a:lnTo>
                  <a:pt x="1038825" y="466906"/>
                </a:lnTo>
                <a:lnTo>
                  <a:pt x="1038654" y="466106"/>
                </a:lnTo>
                <a:lnTo>
                  <a:pt x="1038368" y="464877"/>
                </a:lnTo>
                <a:lnTo>
                  <a:pt x="1036968" y="462496"/>
                </a:lnTo>
                <a:lnTo>
                  <a:pt x="1034463" y="458962"/>
                </a:lnTo>
                <a:lnTo>
                  <a:pt x="1033215" y="455943"/>
                </a:lnTo>
                <a:lnTo>
                  <a:pt x="1033215" y="453438"/>
                </a:lnTo>
                <a:lnTo>
                  <a:pt x="1032586" y="451056"/>
                </a:lnTo>
                <a:lnTo>
                  <a:pt x="1031338" y="448799"/>
                </a:lnTo>
                <a:lnTo>
                  <a:pt x="1030576" y="445656"/>
                </a:lnTo>
                <a:lnTo>
                  <a:pt x="1030291" y="441617"/>
                </a:lnTo>
                <a:lnTo>
                  <a:pt x="1030034" y="439236"/>
                </a:lnTo>
                <a:lnTo>
                  <a:pt x="1029824" y="438512"/>
                </a:lnTo>
                <a:lnTo>
                  <a:pt x="1029462" y="437331"/>
                </a:lnTo>
                <a:lnTo>
                  <a:pt x="1028957" y="435702"/>
                </a:lnTo>
                <a:lnTo>
                  <a:pt x="1027367" y="433321"/>
                </a:lnTo>
                <a:lnTo>
                  <a:pt x="1024690" y="430187"/>
                </a:lnTo>
                <a:lnTo>
                  <a:pt x="1023290" y="427225"/>
                </a:lnTo>
                <a:lnTo>
                  <a:pt x="1023147" y="424415"/>
                </a:lnTo>
                <a:lnTo>
                  <a:pt x="1022509" y="422034"/>
                </a:lnTo>
                <a:lnTo>
                  <a:pt x="1021366" y="420081"/>
                </a:lnTo>
                <a:lnTo>
                  <a:pt x="1020394" y="417443"/>
                </a:lnTo>
                <a:lnTo>
                  <a:pt x="1019585" y="414128"/>
                </a:lnTo>
                <a:lnTo>
                  <a:pt x="1018384" y="411747"/>
                </a:lnTo>
                <a:lnTo>
                  <a:pt x="1016794" y="410299"/>
                </a:lnTo>
                <a:lnTo>
                  <a:pt x="1015917" y="408699"/>
                </a:lnTo>
                <a:lnTo>
                  <a:pt x="1015746" y="406946"/>
                </a:lnTo>
                <a:lnTo>
                  <a:pt x="1014498" y="404565"/>
                </a:lnTo>
                <a:lnTo>
                  <a:pt x="1012155" y="401555"/>
                </a:lnTo>
                <a:lnTo>
                  <a:pt x="1010650" y="399126"/>
                </a:lnTo>
                <a:lnTo>
                  <a:pt x="1009983" y="397288"/>
                </a:lnTo>
                <a:lnTo>
                  <a:pt x="1008145" y="394907"/>
                </a:lnTo>
                <a:lnTo>
                  <a:pt x="1005126" y="391982"/>
                </a:lnTo>
                <a:lnTo>
                  <a:pt x="1003506" y="388906"/>
                </a:lnTo>
                <a:lnTo>
                  <a:pt x="1003297" y="385677"/>
                </a:lnTo>
                <a:lnTo>
                  <a:pt x="1002630" y="383296"/>
                </a:lnTo>
                <a:lnTo>
                  <a:pt x="1001516" y="381762"/>
                </a:lnTo>
                <a:lnTo>
                  <a:pt x="1000754" y="380629"/>
                </a:lnTo>
                <a:lnTo>
                  <a:pt x="1000335" y="379895"/>
                </a:lnTo>
                <a:lnTo>
                  <a:pt x="998353" y="377514"/>
                </a:lnTo>
                <a:lnTo>
                  <a:pt x="994820" y="373485"/>
                </a:lnTo>
                <a:lnTo>
                  <a:pt x="992438" y="370208"/>
                </a:lnTo>
                <a:lnTo>
                  <a:pt x="991210" y="367684"/>
                </a:lnTo>
                <a:lnTo>
                  <a:pt x="989514" y="365303"/>
                </a:lnTo>
                <a:lnTo>
                  <a:pt x="987352" y="363064"/>
                </a:lnTo>
                <a:lnTo>
                  <a:pt x="985476" y="360074"/>
                </a:lnTo>
                <a:lnTo>
                  <a:pt x="983875" y="356311"/>
                </a:lnTo>
                <a:lnTo>
                  <a:pt x="982666" y="353930"/>
                </a:lnTo>
                <a:lnTo>
                  <a:pt x="981847" y="352930"/>
                </a:lnTo>
                <a:lnTo>
                  <a:pt x="981342" y="352339"/>
                </a:lnTo>
                <a:lnTo>
                  <a:pt x="981161" y="352158"/>
                </a:lnTo>
                <a:lnTo>
                  <a:pt x="978903" y="349777"/>
                </a:lnTo>
                <a:lnTo>
                  <a:pt x="974569" y="345196"/>
                </a:lnTo>
                <a:lnTo>
                  <a:pt x="972188" y="342652"/>
                </a:lnTo>
                <a:lnTo>
                  <a:pt x="971760" y="342167"/>
                </a:lnTo>
                <a:lnTo>
                  <a:pt x="969569" y="339785"/>
                </a:lnTo>
                <a:lnTo>
                  <a:pt x="965616" y="335509"/>
                </a:lnTo>
                <a:lnTo>
                  <a:pt x="963235" y="332918"/>
                </a:lnTo>
                <a:lnTo>
                  <a:pt x="962425" y="332003"/>
                </a:lnTo>
                <a:lnTo>
                  <a:pt x="960120" y="329622"/>
                </a:lnTo>
                <a:lnTo>
                  <a:pt x="956310" y="325774"/>
                </a:lnTo>
                <a:lnTo>
                  <a:pt x="953929" y="323459"/>
                </a:lnTo>
                <a:lnTo>
                  <a:pt x="952976" y="322678"/>
                </a:lnTo>
                <a:lnTo>
                  <a:pt x="950233" y="320297"/>
                </a:lnTo>
                <a:lnTo>
                  <a:pt x="945709" y="316316"/>
                </a:lnTo>
                <a:lnTo>
                  <a:pt x="943327" y="314230"/>
                </a:lnTo>
                <a:lnTo>
                  <a:pt x="943089" y="314030"/>
                </a:lnTo>
                <a:lnTo>
                  <a:pt x="942594" y="313639"/>
                </a:lnTo>
                <a:lnTo>
                  <a:pt x="941822" y="313077"/>
                </a:lnTo>
                <a:lnTo>
                  <a:pt x="939441" y="312201"/>
                </a:lnTo>
                <a:lnTo>
                  <a:pt x="935450" y="311020"/>
                </a:lnTo>
                <a:lnTo>
                  <a:pt x="932040" y="309020"/>
                </a:lnTo>
                <a:lnTo>
                  <a:pt x="929230" y="306210"/>
                </a:lnTo>
                <a:lnTo>
                  <a:pt x="926849" y="304314"/>
                </a:lnTo>
                <a:lnTo>
                  <a:pt x="924897" y="303343"/>
                </a:lnTo>
                <a:lnTo>
                  <a:pt x="921810" y="300961"/>
                </a:lnTo>
                <a:lnTo>
                  <a:pt x="917591" y="297170"/>
                </a:lnTo>
                <a:lnTo>
                  <a:pt x="915210" y="295094"/>
                </a:lnTo>
                <a:lnTo>
                  <a:pt x="914667" y="294742"/>
                </a:lnTo>
                <a:lnTo>
                  <a:pt x="913914" y="294256"/>
                </a:lnTo>
                <a:lnTo>
                  <a:pt x="912943" y="293637"/>
                </a:lnTo>
                <a:lnTo>
                  <a:pt x="910561" y="292979"/>
                </a:lnTo>
                <a:lnTo>
                  <a:pt x="906770" y="292275"/>
                </a:lnTo>
                <a:lnTo>
                  <a:pt x="903027" y="290379"/>
                </a:lnTo>
                <a:lnTo>
                  <a:pt x="899322" y="287293"/>
                </a:lnTo>
                <a:lnTo>
                  <a:pt x="896941" y="285531"/>
                </a:lnTo>
                <a:lnTo>
                  <a:pt x="895883" y="285102"/>
                </a:lnTo>
                <a:lnTo>
                  <a:pt x="894845" y="284597"/>
                </a:lnTo>
                <a:lnTo>
                  <a:pt x="893826" y="284016"/>
                </a:lnTo>
                <a:lnTo>
                  <a:pt x="891445" y="283540"/>
                </a:lnTo>
                <a:lnTo>
                  <a:pt x="887701" y="283178"/>
                </a:lnTo>
                <a:lnTo>
                  <a:pt x="883910" y="281311"/>
                </a:lnTo>
                <a:lnTo>
                  <a:pt x="880081" y="277920"/>
                </a:lnTo>
                <a:lnTo>
                  <a:pt x="877700" y="276035"/>
                </a:lnTo>
                <a:lnTo>
                  <a:pt x="876767" y="275644"/>
                </a:lnTo>
                <a:lnTo>
                  <a:pt x="875900" y="275253"/>
                </a:lnTo>
                <a:lnTo>
                  <a:pt x="875109" y="274844"/>
                </a:lnTo>
                <a:lnTo>
                  <a:pt x="872728" y="274406"/>
                </a:lnTo>
                <a:lnTo>
                  <a:pt x="868756" y="273958"/>
                </a:lnTo>
                <a:lnTo>
                  <a:pt x="864660" y="272234"/>
                </a:lnTo>
                <a:lnTo>
                  <a:pt x="860422" y="269253"/>
                </a:lnTo>
                <a:lnTo>
                  <a:pt x="858041" y="267795"/>
                </a:lnTo>
                <a:lnTo>
                  <a:pt x="857517" y="267862"/>
                </a:lnTo>
                <a:lnTo>
                  <a:pt x="856955" y="267595"/>
                </a:lnTo>
                <a:lnTo>
                  <a:pt x="856355" y="266995"/>
                </a:lnTo>
                <a:lnTo>
                  <a:pt x="853973" y="266414"/>
                </a:lnTo>
                <a:lnTo>
                  <a:pt x="849811" y="265833"/>
                </a:lnTo>
                <a:lnTo>
                  <a:pt x="847315" y="265414"/>
                </a:lnTo>
                <a:lnTo>
                  <a:pt x="846487" y="265176"/>
                </a:lnTo>
                <a:lnTo>
                  <a:pt x="844106" y="265005"/>
                </a:lnTo>
                <a:lnTo>
                  <a:pt x="840172" y="264909"/>
                </a:lnTo>
                <a:lnTo>
                  <a:pt x="837314" y="264433"/>
                </a:lnTo>
                <a:lnTo>
                  <a:pt x="835543" y="263585"/>
                </a:lnTo>
                <a:lnTo>
                  <a:pt x="833161" y="263119"/>
                </a:lnTo>
                <a:lnTo>
                  <a:pt x="830170" y="263052"/>
                </a:lnTo>
                <a:lnTo>
                  <a:pt x="826379" y="261557"/>
                </a:lnTo>
                <a:lnTo>
                  <a:pt x="821788" y="258632"/>
                </a:lnTo>
                <a:lnTo>
                  <a:pt x="819407" y="257156"/>
                </a:lnTo>
                <a:lnTo>
                  <a:pt x="816702" y="256832"/>
                </a:lnTo>
                <a:lnTo>
                  <a:pt x="811987" y="256327"/>
                </a:lnTo>
                <a:lnTo>
                  <a:pt x="809292" y="256013"/>
                </a:lnTo>
                <a:lnTo>
                  <a:pt x="808615" y="255889"/>
                </a:lnTo>
                <a:lnTo>
                  <a:pt x="806234" y="255746"/>
                </a:lnTo>
                <a:lnTo>
                  <a:pt x="802148" y="255594"/>
                </a:lnTo>
                <a:lnTo>
                  <a:pt x="799586" y="255413"/>
                </a:lnTo>
                <a:lnTo>
                  <a:pt x="798547" y="255213"/>
                </a:lnTo>
                <a:lnTo>
                  <a:pt x="796166" y="255108"/>
                </a:lnTo>
                <a:lnTo>
                  <a:pt x="792442" y="255108"/>
                </a:lnTo>
                <a:lnTo>
                  <a:pt x="789956" y="255003"/>
                </a:lnTo>
                <a:lnTo>
                  <a:pt x="788708" y="254794"/>
                </a:lnTo>
                <a:lnTo>
                  <a:pt x="786327" y="254689"/>
                </a:lnTo>
                <a:lnTo>
                  <a:pt x="782812" y="254689"/>
                </a:lnTo>
                <a:lnTo>
                  <a:pt x="780374" y="254632"/>
                </a:lnTo>
                <a:lnTo>
                  <a:pt x="779012" y="254508"/>
                </a:lnTo>
                <a:lnTo>
                  <a:pt x="776630" y="254451"/>
                </a:lnTo>
                <a:lnTo>
                  <a:pt x="773230" y="254451"/>
                </a:lnTo>
                <a:lnTo>
                  <a:pt x="770763" y="254365"/>
                </a:lnTo>
                <a:lnTo>
                  <a:pt x="769229" y="254203"/>
                </a:lnTo>
                <a:lnTo>
                  <a:pt x="766848" y="254117"/>
                </a:lnTo>
                <a:lnTo>
                  <a:pt x="763619" y="254117"/>
                </a:lnTo>
                <a:lnTo>
                  <a:pt x="761209" y="254089"/>
                </a:lnTo>
                <a:lnTo>
                  <a:pt x="759619" y="254032"/>
                </a:lnTo>
                <a:lnTo>
                  <a:pt x="757238" y="254003"/>
                </a:lnTo>
                <a:lnTo>
                  <a:pt x="754066" y="254003"/>
                </a:lnTo>
                <a:lnTo>
                  <a:pt x="751665" y="253984"/>
                </a:lnTo>
                <a:lnTo>
                  <a:pt x="750046" y="253956"/>
                </a:lnTo>
                <a:lnTo>
                  <a:pt x="747665" y="253937"/>
                </a:lnTo>
                <a:lnTo>
                  <a:pt x="744522" y="253937"/>
                </a:lnTo>
                <a:lnTo>
                  <a:pt x="742293" y="254089"/>
                </a:lnTo>
                <a:lnTo>
                  <a:pt x="740969" y="254384"/>
                </a:lnTo>
                <a:lnTo>
                  <a:pt x="738588" y="254565"/>
                </a:lnTo>
                <a:lnTo>
                  <a:pt x="735149" y="254622"/>
                </a:lnTo>
                <a:lnTo>
                  <a:pt x="732939" y="254794"/>
                </a:lnTo>
                <a:lnTo>
                  <a:pt x="731977" y="255099"/>
                </a:lnTo>
                <a:lnTo>
                  <a:pt x="729596" y="255251"/>
                </a:lnTo>
                <a:lnTo>
                  <a:pt x="725795" y="255251"/>
                </a:lnTo>
                <a:lnTo>
                  <a:pt x="723509" y="255337"/>
                </a:lnTo>
                <a:lnTo>
                  <a:pt x="722719" y="255518"/>
                </a:lnTo>
                <a:lnTo>
                  <a:pt x="720338" y="255641"/>
                </a:lnTo>
                <a:lnTo>
                  <a:pt x="716366" y="255718"/>
                </a:lnTo>
                <a:lnTo>
                  <a:pt x="714070" y="255813"/>
                </a:lnTo>
                <a:lnTo>
                  <a:pt x="713461" y="255908"/>
                </a:lnTo>
                <a:lnTo>
                  <a:pt x="711079" y="256013"/>
                </a:lnTo>
                <a:lnTo>
                  <a:pt x="706926" y="256118"/>
                </a:lnTo>
                <a:lnTo>
                  <a:pt x="704631" y="256203"/>
                </a:lnTo>
                <a:lnTo>
                  <a:pt x="704202" y="256280"/>
                </a:lnTo>
                <a:lnTo>
                  <a:pt x="702526" y="256527"/>
                </a:lnTo>
                <a:lnTo>
                  <a:pt x="699592" y="256956"/>
                </a:lnTo>
                <a:lnTo>
                  <a:pt x="697925" y="257670"/>
                </a:lnTo>
                <a:lnTo>
                  <a:pt x="697516" y="258661"/>
                </a:lnTo>
                <a:lnTo>
                  <a:pt x="696811" y="259204"/>
                </a:lnTo>
                <a:lnTo>
                  <a:pt x="695820" y="259299"/>
                </a:lnTo>
                <a:lnTo>
                  <a:pt x="694477" y="260337"/>
                </a:lnTo>
                <a:lnTo>
                  <a:pt x="692791" y="262328"/>
                </a:lnTo>
                <a:lnTo>
                  <a:pt x="690410" y="263328"/>
                </a:lnTo>
                <a:lnTo>
                  <a:pt x="687334" y="263328"/>
                </a:lnTo>
                <a:lnTo>
                  <a:pt x="685295" y="263662"/>
                </a:lnTo>
                <a:lnTo>
                  <a:pt x="684286" y="264338"/>
                </a:lnTo>
                <a:lnTo>
                  <a:pt x="681904" y="264681"/>
                </a:lnTo>
                <a:lnTo>
                  <a:pt x="678151" y="264681"/>
                </a:lnTo>
                <a:lnTo>
                  <a:pt x="675904" y="264814"/>
                </a:lnTo>
                <a:lnTo>
                  <a:pt x="675161" y="265081"/>
                </a:lnTo>
                <a:lnTo>
                  <a:pt x="672779" y="265233"/>
                </a:lnTo>
                <a:lnTo>
                  <a:pt x="668760" y="265271"/>
                </a:lnTo>
                <a:lnTo>
                  <a:pt x="666464" y="265357"/>
                </a:lnTo>
                <a:lnTo>
                  <a:pt x="665902" y="265500"/>
                </a:lnTo>
                <a:lnTo>
                  <a:pt x="664312" y="265852"/>
                </a:lnTo>
                <a:lnTo>
                  <a:pt x="661702" y="266414"/>
                </a:lnTo>
                <a:lnTo>
                  <a:pt x="660435" y="267529"/>
                </a:lnTo>
                <a:lnTo>
                  <a:pt x="660502" y="269186"/>
                </a:lnTo>
                <a:lnTo>
                  <a:pt x="659711" y="269977"/>
                </a:lnTo>
                <a:lnTo>
                  <a:pt x="658054" y="269910"/>
                </a:lnTo>
                <a:lnTo>
                  <a:pt x="656634" y="270872"/>
                </a:lnTo>
                <a:lnTo>
                  <a:pt x="655463" y="272882"/>
                </a:lnTo>
                <a:lnTo>
                  <a:pt x="653082" y="273853"/>
                </a:lnTo>
                <a:lnTo>
                  <a:pt x="649491" y="273796"/>
                </a:lnTo>
                <a:lnTo>
                  <a:pt x="647376" y="274063"/>
                </a:lnTo>
                <a:lnTo>
                  <a:pt x="646719" y="274634"/>
                </a:lnTo>
                <a:lnTo>
                  <a:pt x="644338" y="275006"/>
                </a:lnTo>
                <a:lnTo>
                  <a:pt x="640232" y="275177"/>
                </a:lnTo>
                <a:lnTo>
                  <a:pt x="637975" y="275311"/>
                </a:lnTo>
                <a:lnTo>
                  <a:pt x="637584" y="275396"/>
                </a:lnTo>
                <a:lnTo>
                  <a:pt x="636946" y="275634"/>
                </a:lnTo>
                <a:lnTo>
                  <a:pt x="636070" y="276025"/>
                </a:lnTo>
                <a:lnTo>
                  <a:pt x="635318" y="277654"/>
                </a:lnTo>
                <a:lnTo>
                  <a:pt x="634679" y="280511"/>
                </a:lnTo>
                <a:lnTo>
                  <a:pt x="632936" y="281997"/>
                </a:lnTo>
                <a:lnTo>
                  <a:pt x="630079" y="282102"/>
                </a:lnTo>
                <a:lnTo>
                  <a:pt x="628240" y="282645"/>
                </a:lnTo>
                <a:lnTo>
                  <a:pt x="627412" y="283607"/>
                </a:lnTo>
                <a:lnTo>
                  <a:pt x="625031" y="284245"/>
                </a:lnTo>
                <a:lnTo>
                  <a:pt x="621097" y="284531"/>
                </a:lnTo>
                <a:lnTo>
                  <a:pt x="618915" y="284740"/>
                </a:lnTo>
                <a:lnTo>
                  <a:pt x="618496" y="284855"/>
                </a:lnTo>
                <a:lnTo>
                  <a:pt x="617963" y="285121"/>
                </a:lnTo>
                <a:lnTo>
                  <a:pt x="617296" y="285540"/>
                </a:lnTo>
                <a:lnTo>
                  <a:pt x="616725" y="287350"/>
                </a:lnTo>
                <a:lnTo>
                  <a:pt x="616239" y="290551"/>
                </a:lnTo>
                <a:lnTo>
                  <a:pt x="614401" y="292360"/>
                </a:lnTo>
                <a:lnTo>
                  <a:pt x="611200" y="292770"/>
                </a:lnTo>
                <a:lnTo>
                  <a:pt x="609343" y="293303"/>
                </a:lnTo>
                <a:lnTo>
                  <a:pt x="608838" y="293942"/>
                </a:lnTo>
                <a:lnTo>
                  <a:pt x="606771" y="294513"/>
                </a:lnTo>
                <a:lnTo>
                  <a:pt x="603152" y="295018"/>
                </a:lnTo>
                <a:lnTo>
                  <a:pt x="601266" y="295513"/>
                </a:lnTo>
                <a:lnTo>
                  <a:pt x="601104" y="295989"/>
                </a:lnTo>
                <a:lnTo>
                  <a:pt x="600789" y="296237"/>
                </a:lnTo>
                <a:lnTo>
                  <a:pt x="600313" y="296266"/>
                </a:lnTo>
                <a:lnTo>
                  <a:pt x="599627" y="297961"/>
                </a:lnTo>
                <a:lnTo>
                  <a:pt x="598742" y="301333"/>
                </a:lnTo>
                <a:lnTo>
                  <a:pt x="596360" y="303086"/>
                </a:lnTo>
                <a:lnTo>
                  <a:pt x="592484" y="303219"/>
                </a:lnTo>
                <a:lnTo>
                  <a:pt x="590312" y="303428"/>
                </a:lnTo>
                <a:lnTo>
                  <a:pt x="589845" y="303714"/>
                </a:lnTo>
                <a:lnTo>
                  <a:pt x="589131" y="304095"/>
                </a:lnTo>
                <a:lnTo>
                  <a:pt x="588188" y="304562"/>
                </a:lnTo>
                <a:lnTo>
                  <a:pt x="587645" y="306400"/>
                </a:lnTo>
                <a:lnTo>
                  <a:pt x="587512" y="309610"/>
                </a:lnTo>
                <a:lnTo>
                  <a:pt x="585835" y="311210"/>
                </a:lnTo>
                <a:lnTo>
                  <a:pt x="582625" y="311210"/>
                </a:lnTo>
                <a:lnTo>
                  <a:pt x="580739" y="311706"/>
                </a:lnTo>
                <a:lnTo>
                  <a:pt x="580158" y="312677"/>
                </a:lnTo>
                <a:lnTo>
                  <a:pt x="578501" y="313458"/>
                </a:lnTo>
                <a:lnTo>
                  <a:pt x="575767" y="314039"/>
                </a:lnTo>
                <a:lnTo>
                  <a:pt x="574367" y="315020"/>
                </a:lnTo>
                <a:lnTo>
                  <a:pt x="574310" y="316411"/>
                </a:lnTo>
                <a:lnTo>
                  <a:pt x="573586" y="317106"/>
                </a:lnTo>
                <a:lnTo>
                  <a:pt x="572195" y="317106"/>
                </a:lnTo>
                <a:lnTo>
                  <a:pt x="571157" y="318440"/>
                </a:lnTo>
                <a:lnTo>
                  <a:pt x="570462" y="321126"/>
                </a:lnTo>
                <a:lnTo>
                  <a:pt x="568081" y="322659"/>
                </a:lnTo>
                <a:lnTo>
                  <a:pt x="564013" y="323040"/>
                </a:lnTo>
                <a:lnTo>
                  <a:pt x="561851" y="323259"/>
                </a:lnTo>
                <a:lnTo>
                  <a:pt x="561594" y="323317"/>
                </a:lnTo>
                <a:lnTo>
                  <a:pt x="561365" y="323726"/>
                </a:lnTo>
                <a:lnTo>
                  <a:pt x="561080" y="325822"/>
                </a:lnTo>
                <a:lnTo>
                  <a:pt x="560584" y="329765"/>
                </a:lnTo>
                <a:lnTo>
                  <a:pt x="558365" y="331822"/>
                </a:lnTo>
                <a:lnTo>
                  <a:pt x="554422" y="332003"/>
                </a:lnTo>
                <a:lnTo>
                  <a:pt x="552202" y="332165"/>
                </a:lnTo>
                <a:lnTo>
                  <a:pt x="551707" y="332318"/>
                </a:lnTo>
                <a:lnTo>
                  <a:pt x="551355" y="332632"/>
                </a:lnTo>
                <a:lnTo>
                  <a:pt x="551136" y="333127"/>
                </a:lnTo>
                <a:lnTo>
                  <a:pt x="550964" y="335337"/>
                </a:lnTo>
                <a:lnTo>
                  <a:pt x="550840" y="339271"/>
                </a:lnTo>
                <a:lnTo>
                  <a:pt x="548821" y="341405"/>
                </a:lnTo>
                <a:lnTo>
                  <a:pt x="544887" y="341728"/>
                </a:lnTo>
                <a:lnTo>
                  <a:pt x="542754" y="341976"/>
                </a:lnTo>
                <a:lnTo>
                  <a:pt x="542411" y="342138"/>
                </a:lnTo>
                <a:lnTo>
                  <a:pt x="542182" y="342386"/>
                </a:lnTo>
                <a:lnTo>
                  <a:pt x="542068" y="342729"/>
                </a:lnTo>
                <a:lnTo>
                  <a:pt x="541877" y="344919"/>
                </a:lnTo>
                <a:lnTo>
                  <a:pt x="541601" y="348948"/>
                </a:lnTo>
                <a:lnTo>
                  <a:pt x="539448" y="351187"/>
                </a:lnTo>
                <a:lnTo>
                  <a:pt x="535419" y="351634"/>
                </a:lnTo>
                <a:lnTo>
                  <a:pt x="533295" y="351892"/>
                </a:lnTo>
                <a:lnTo>
                  <a:pt x="532562" y="354416"/>
                </a:lnTo>
                <a:lnTo>
                  <a:pt x="532076" y="358388"/>
                </a:lnTo>
                <a:lnTo>
                  <a:pt x="529838" y="360721"/>
                </a:lnTo>
                <a:lnTo>
                  <a:pt x="525866" y="361407"/>
                </a:lnTo>
                <a:lnTo>
                  <a:pt x="523837" y="361759"/>
                </a:lnTo>
                <a:lnTo>
                  <a:pt x="523437" y="364017"/>
                </a:lnTo>
                <a:lnTo>
                  <a:pt x="522884" y="368141"/>
                </a:lnTo>
                <a:lnTo>
                  <a:pt x="522065" y="370523"/>
                </a:lnTo>
                <a:lnTo>
                  <a:pt x="520989" y="371161"/>
                </a:lnTo>
                <a:lnTo>
                  <a:pt x="520389" y="372942"/>
                </a:lnTo>
                <a:lnTo>
                  <a:pt x="520275" y="375876"/>
                </a:lnTo>
                <a:lnTo>
                  <a:pt x="518751" y="377495"/>
                </a:lnTo>
                <a:lnTo>
                  <a:pt x="515817" y="377800"/>
                </a:lnTo>
                <a:lnTo>
                  <a:pt x="514102" y="378476"/>
                </a:lnTo>
                <a:lnTo>
                  <a:pt x="513607" y="379495"/>
                </a:lnTo>
                <a:lnTo>
                  <a:pt x="513226" y="380257"/>
                </a:lnTo>
                <a:lnTo>
                  <a:pt x="512959" y="380752"/>
                </a:lnTo>
                <a:lnTo>
                  <a:pt x="512807" y="382981"/>
                </a:lnTo>
                <a:lnTo>
                  <a:pt x="512769" y="386944"/>
                </a:lnTo>
                <a:lnTo>
                  <a:pt x="511331" y="389325"/>
                </a:lnTo>
                <a:lnTo>
                  <a:pt x="508502" y="390125"/>
                </a:lnTo>
                <a:lnTo>
                  <a:pt x="507092" y="391097"/>
                </a:lnTo>
                <a:lnTo>
                  <a:pt x="507092" y="392230"/>
                </a:lnTo>
                <a:lnTo>
                  <a:pt x="506530" y="392725"/>
                </a:lnTo>
                <a:lnTo>
                  <a:pt x="505397" y="392582"/>
                </a:lnTo>
                <a:lnTo>
                  <a:pt x="504482" y="394049"/>
                </a:lnTo>
                <a:lnTo>
                  <a:pt x="503796" y="397135"/>
                </a:lnTo>
                <a:lnTo>
                  <a:pt x="503196" y="399021"/>
                </a:lnTo>
                <a:lnTo>
                  <a:pt x="502672" y="399707"/>
                </a:lnTo>
                <a:lnTo>
                  <a:pt x="502368" y="401784"/>
                </a:lnTo>
                <a:lnTo>
                  <a:pt x="502272" y="405241"/>
                </a:lnTo>
                <a:lnTo>
                  <a:pt x="500491" y="407546"/>
                </a:lnTo>
                <a:lnTo>
                  <a:pt x="497034" y="408680"/>
                </a:lnTo>
                <a:lnTo>
                  <a:pt x="495262" y="409289"/>
                </a:lnTo>
                <a:lnTo>
                  <a:pt x="494833" y="411613"/>
                </a:lnTo>
                <a:lnTo>
                  <a:pt x="494233" y="415700"/>
                </a:lnTo>
                <a:lnTo>
                  <a:pt x="493671" y="418081"/>
                </a:lnTo>
                <a:lnTo>
                  <a:pt x="493119" y="418757"/>
                </a:lnTo>
                <a:lnTo>
                  <a:pt x="492824" y="420843"/>
                </a:lnTo>
                <a:lnTo>
                  <a:pt x="492776" y="424329"/>
                </a:lnTo>
                <a:lnTo>
                  <a:pt x="491328" y="426710"/>
                </a:lnTo>
                <a:lnTo>
                  <a:pt x="488490" y="427987"/>
                </a:lnTo>
                <a:lnTo>
                  <a:pt x="487070" y="428949"/>
                </a:lnTo>
                <a:lnTo>
                  <a:pt x="487070" y="429597"/>
                </a:lnTo>
                <a:lnTo>
                  <a:pt x="486747" y="429939"/>
                </a:lnTo>
                <a:lnTo>
                  <a:pt x="486099" y="429968"/>
                </a:lnTo>
                <a:lnTo>
                  <a:pt x="485470" y="431721"/>
                </a:lnTo>
                <a:lnTo>
                  <a:pt x="484861" y="435188"/>
                </a:lnTo>
                <a:lnTo>
                  <a:pt x="484432" y="437236"/>
                </a:lnTo>
                <a:lnTo>
                  <a:pt x="484184" y="437845"/>
                </a:lnTo>
                <a:lnTo>
                  <a:pt x="484061" y="440103"/>
                </a:lnTo>
                <a:lnTo>
                  <a:pt x="484061" y="444008"/>
                </a:lnTo>
                <a:lnTo>
                  <a:pt x="483765" y="446389"/>
                </a:lnTo>
                <a:lnTo>
                  <a:pt x="483165" y="447246"/>
                </a:lnTo>
                <a:lnTo>
                  <a:pt x="482870" y="449332"/>
                </a:lnTo>
                <a:lnTo>
                  <a:pt x="482870" y="452638"/>
                </a:lnTo>
                <a:lnTo>
                  <a:pt x="482117" y="455019"/>
                </a:lnTo>
                <a:lnTo>
                  <a:pt x="480612" y="456476"/>
                </a:lnTo>
                <a:lnTo>
                  <a:pt x="480003" y="458248"/>
                </a:lnTo>
                <a:lnTo>
                  <a:pt x="480298" y="460343"/>
                </a:lnTo>
                <a:lnTo>
                  <a:pt x="479393" y="461534"/>
                </a:lnTo>
                <a:lnTo>
                  <a:pt x="477298" y="461820"/>
                </a:lnTo>
                <a:lnTo>
                  <a:pt x="476040" y="462944"/>
                </a:lnTo>
                <a:lnTo>
                  <a:pt x="475612" y="464896"/>
                </a:lnTo>
                <a:lnTo>
                  <a:pt x="475364" y="466087"/>
                </a:lnTo>
                <a:lnTo>
                  <a:pt x="475278" y="466515"/>
                </a:lnTo>
                <a:lnTo>
                  <a:pt x="475174" y="468792"/>
                </a:lnTo>
                <a:lnTo>
                  <a:pt x="475050" y="472926"/>
                </a:lnTo>
                <a:lnTo>
                  <a:pt x="474926" y="475307"/>
                </a:lnTo>
                <a:lnTo>
                  <a:pt x="474783" y="475936"/>
                </a:lnTo>
                <a:lnTo>
                  <a:pt x="474697" y="478222"/>
                </a:lnTo>
                <a:lnTo>
                  <a:pt x="474650" y="482175"/>
                </a:lnTo>
                <a:lnTo>
                  <a:pt x="474469" y="484556"/>
                </a:lnTo>
                <a:lnTo>
                  <a:pt x="474145" y="485365"/>
                </a:lnTo>
                <a:lnTo>
                  <a:pt x="473954" y="487566"/>
                </a:lnTo>
                <a:lnTo>
                  <a:pt x="473897" y="491138"/>
                </a:lnTo>
                <a:lnTo>
                  <a:pt x="473621" y="493519"/>
                </a:lnTo>
                <a:lnTo>
                  <a:pt x="473116" y="494709"/>
                </a:lnTo>
                <a:lnTo>
                  <a:pt x="472831" y="496805"/>
                </a:lnTo>
                <a:lnTo>
                  <a:pt x="472764" y="499805"/>
                </a:lnTo>
                <a:lnTo>
                  <a:pt x="472211" y="502187"/>
                </a:lnTo>
                <a:lnTo>
                  <a:pt x="471183" y="503949"/>
                </a:lnTo>
                <a:lnTo>
                  <a:pt x="470668" y="505806"/>
                </a:lnTo>
                <a:lnTo>
                  <a:pt x="470668" y="507778"/>
                </a:lnTo>
                <a:lnTo>
                  <a:pt x="469678" y="509683"/>
                </a:lnTo>
                <a:lnTo>
                  <a:pt x="467706" y="511521"/>
                </a:lnTo>
                <a:lnTo>
                  <a:pt x="466668" y="512864"/>
                </a:lnTo>
                <a:lnTo>
                  <a:pt x="466563" y="513712"/>
                </a:lnTo>
                <a:lnTo>
                  <a:pt x="466506" y="514188"/>
                </a:lnTo>
                <a:lnTo>
                  <a:pt x="466363" y="516550"/>
                </a:lnTo>
                <a:lnTo>
                  <a:pt x="466115" y="520941"/>
                </a:lnTo>
                <a:lnTo>
                  <a:pt x="465982" y="523323"/>
                </a:lnTo>
                <a:lnTo>
                  <a:pt x="465953" y="523694"/>
                </a:lnTo>
                <a:lnTo>
                  <a:pt x="465896" y="526009"/>
                </a:lnTo>
                <a:lnTo>
                  <a:pt x="465792" y="530276"/>
                </a:lnTo>
                <a:lnTo>
                  <a:pt x="465725" y="532657"/>
                </a:lnTo>
                <a:lnTo>
                  <a:pt x="465715" y="533152"/>
                </a:lnTo>
                <a:lnTo>
                  <a:pt x="465696" y="535515"/>
                </a:lnTo>
                <a:lnTo>
                  <a:pt x="465658" y="539734"/>
                </a:lnTo>
                <a:lnTo>
                  <a:pt x="465639" y="542115"/>
                </a:lnTo>
                <a:lnTo>
                  <a:pt x="465649" y="542658"/>
                </a:lnTo>
                <a:lnTo>
                  <a:pt x="465649" y="545040"/>
                </a:lnTo>
                <a:lnTo>
                  <a:pt x="465649" y="549259"/>
                </a:lnTo>
                <a:lnTo>
                  <a:pt x="465658" y="551640"/>
                </a:lnTo>
                <a:lnTo>
                  <a:pt x="465658" y="552183"/>
                </a:lnTo>
                <a:lnTo>
                  <a:pt x="465668" y="554565"/>
                </a:lnTo>
                <a:lnTo>
                  <a:pt x="465668" y="558803"/>
                </a:lnTo>
                <a:lnTo>
                  <a:pt x="465668" y="561184"/>
                </a:lnTo>
                <a:lnTo>
                  <a:pt x="465677" y="561708"/>
                </a:lnTo>
                <a:lnTo>
                  <a:pt x="465725" y="564147"/>
                </a:lnTo>
                <a:lnTo>
                  <a:pt x="465830" y="568481"/>
                </a:lnTo>
                <a:lnTo>
                  <a:pt x="465887" y="570862"/>
                </a:lnTo>
                <a:lnTo>
                  <a:pt x="465906" y="571290"/>
                </a:lnTo>
                <a:lnTo>
                  <a:pt x="466115" y="573519"/>
                </a:lnTo>
                <a:lnTo>
                  <a:pt x="466525" y="577548"/>
                </a:lnTo>
                <a:lnTo>
                  <a:pt x="466935" y="579930"/>
                </a:lnTo>
                <a:lnTo>
                  <a:pt x="467344" y="580663"/>
                </a:lnTo>
                <a:lnTo>
                  <a:pt x="467582" y="581263"/>
                </a:lnTo>
                <a:lnTo>
                  <a:pt x="467649" y="581739"/>
                </a:lnTo>
                <a:lnTo>
                  <a:pt x="468868" y="584121"/>
                </a:lnTo>
                <a:lnTo>
                  <a:pt x="471249" y="588407"/>
                </a:lnTo>
                <a:lnTo>
                  <a:pt x="472440" y="591979"/>
                </a:lnTo>
                <a:lnTo>
                  <a:pt x="472440" y="594836"/>
                </a:lnTo>
                <a:lnTo>
                  <a:pt x="472802" y="597218"/>
                </a:lnTo>
                <a:lnTo>
                  <a:pt x="473507" y="599123"/>
                </a:lnTo>
                <a:lnTo>
                  <a:pt x="473869" y="601866"/>
                </a:lnTo>
                <a:lnTo>
                  <a:pt x="473869" y="605438"/>
                </a:lnTo>
                <a:lnTo>
                  <a:pt x="474021" y="607819"/>
                </a:lnTo>
                <a:lnTo>
                  <a:pt x="474326" y="609009"/>
                </a:lnTo>
                <a:lnTo>
                  <a:pt x="474707" y="611762"/>
                </a:lnTo>
                <a:lnTo>
                  <a:pt x="475155" y="616087"/>
                </a:lnTo>
                <a:lnTo>
                  <a:pt x="475421" y="618468"/>
                </a:lnTo>
                <a:lnTo>
                  <a:pt x="475526" y="618906"/>
                </a:lnTo>
                <a:lnTo>
                  <a:pt x="475745" y="619830"/>
                </a:lnTo>
                <a:lnTo>
                  <a:pt x="476079" y="621240"/>
                </a:lnTo>
                <a:lnTo>
                  <a:pt x="477507" y="623621"/>
                </a:lnTo>
                <a:lnTo>
                  <a:pt x="480022" y="626974"/>
                </a:lnTo>
                <a:lnTo>
                  <a:pt x="481355" y="629984"/>
                </a:lnTo>
                <a:lnTo>
                  <a:pt x="481498" y="632641"/>
                </a:lnTo>
                <a:lnTo>
                  <a:pt x="482165" y="635022"/>
                </a:lnTo>
                <a:lnTo>
                  <a:pt x="483346" y="637127"/>
                </a:lnTo>
                <a:lnTo>
                  <a:pt x="484137" y="640290"/>
                </a:lnTo>
                <a:lnTo>
                  <a:pt x="484508" y="644509"/>
                </a:lnTo>
                <a:lnTo>
                  <a:pt x="484813" y="646890"/>
                </a:lnTo>
                <a:lnTo>
                  <a:pt x="485042" y="647433"/>
                </a:lnTo>
                <a:lnTo>
                  <a:pt x="485308" y="648319"/>
                </a:lnTo>
                <a:lnTo>
                  <a:pt x="485623" y="649548"/>
                </a:lnTo>
                <a:lnTo>
                  <a:pt x="487213" y="651929"/>
                </a:lnTo>
                <a:lnTo>
                  <a:pt x="490099" y="655463"/>
                </a:lnTo>
                <a:lnTo>
                  <a:pt x="491623" y="658749"/>
                </a:lnTo>
                <a:lnTo>
                  <a:pt x="491776" y="661787"/>
                </a:lnTo>
                <a:lnTo>
                  <a:pt x="492376" y="664169"/>
                </a:lnTo>
                <a:lnTo>
                  <a:pt x="493395" y="665893"/>
                </a:lnTo>
                <a:lnTo>
                  <a:pt x="494252" y="668036"/>
                </a:lnTo>
                <a:lnTo>
                  <a:pt x="494948" y="670617"/>
                </a:lnTo>
                <a:lnTo>
                  <a:pt x="496395" y="672998"/>
                </a:lnTo>
                <a:lnTo>
                  <a:pt x="498577" y="675180"/>
                </a:lnTo>
                <a:lnTo>
                  <a:pt x="499710" y="677418"/>
                </a:lnTo>
                <a:lnTo>
                  <a:pt x="499805" y="679694"/>
                </a:lnTo>
                <a:lnTo>
                  <a:pt x="500758" y="682076"/>
                </a:lnTo>
                <a:lnTo>
                  <a:pt x="502549" y="684562"/>
                </a:lnTo>
                <a:lnTo>
                  <a:pt x="503796" y="687591"/>
                </a:lnTo>
                <a:lnTo>
                  <a:pt x="504482" y="691163"/>
                </a:lnTo>
                <a:lnTo>
                  <a:pt x="505254" y="693544"/>
                </a:lnTo>
                <a:lnTo>
                  <a:pt x="506120" y="694734"/>
                </a:lnTo>
                <a:lnTo>
                  <a:pt x="506578" y="695782"/>
                </a:lnTo>
                <a:lnTo>
                  <a:pt x="506616" y="696687"/>
                </a:lnTo>
                <a:lnTo>
                  <a:pt x="508054" y="699068"/>
                </a:lnTo>
                <a:lnTo>
                  <a:pt x="510883" y="702926"/>
                </a:lnTo>
                <a:lnTo>
                  <a:pt x="512816" y="706155"/>
                </a:lnTo>
                <a:lnTo>
                  <a:pt x="513836" y="708765"/>
                </a:lnTo>
                <a:lnTo>
                  <a:pt x="515464" y="711146"/>
                </a:lnTo>
                <a:lnTo>
                  <a:pt x="517684" y="713299"/>
                </a:lnTo>
                <a:lnTo>
                  <a:pt x="519132" y="715823"/>
                </a:lnTo>
                <a:lnTo>
                  <a:pt x="519808" y="718728"/>
                </a:lnTo>
                <a:lnTo>
                  <a:pt x="520875" y="721109"/>
                </a:lnTo>
                <a:lnTo>
                  <a:pt x="522322" y="722967"/>
                </a:lnTo>
                <a:lnTo>
                  <a:pt x="523246" y="724300"/>
                </a:lnTo>
                <a:lnTo>
                  <a:pt x="523665" y="725110"/>
                </a:lnTo>
                <a:lnTo>
                  <a:pt x="525590" y="727491"/>
                </a:lnTo>
                <a:lnTo>
                  <a:pt x="529028" y="731444"/>
                </a:lnTo>
                <a:lnTo>
                  <a:pt x="531409" y="734920"/>
                </a:lnTo>
                <a:lnTo>
                  <a:pt x="532733" y="737921"/>
                </a:lnTo>
                <a:lnTo>
                  <a:pt x="534314" y="740302"/>
                </a:lnTo>
                <a:lnTo>
                  <a:pt x="536143" y="742064"/>
                </a:lnTo>
                <a:lnTo>
                  <a:pt x="537143" y="743941"/>
                </a:lnTo>
                <a:lnTo>
                  <a:pt x="537296" y="745931"/>
                </a:lnTo>
                <a:lnTo>
                  <a:pt x="538477" y="748313"/>
                </a:lnTo>
                <a:lnTo>
                  <a:pt x="540677" y="751084"/>
                </a:lnTo>
                <a:lnTo>
                  <a:pt x="542068" y="752904"/>
                </a:lnTo>
                <a:lnTo>
                  <a:pt x="542639" y="753770"/>
                </a:lnTo>
                <a:lnTo>
                  <a:pt x="544773" y="756152"/>
                </a:lnTo>
                <a:lnTo>
                  <a:pt x="548478" y="760047"/>
                </a:lnTo>
                <a:lnTo>
                  <a:pt x="550859" y="763162"/>
                </a:lnTo>
                <a:lnTo>
                  <a:pt x="551917" y="765477"/>
                </a:lnTo>
                <a:lnTo>
                  <a:pt x="553641" y="767858"/>
                </a:lnTo>
                <a:lnTo>
                  <a:pt x="556022" y="770306"/>
                </a:lnTo>
                <a:lnTo>
                  <a:pt x="558403" y="773906"/>
                </a:lnTo>
                <a:lnTo>
                  <a:pt x="560784" y="778669"/>
                </a:lnTo>
                <a:lnTo>
                  <a:pt x="564109" y="783431"/>
                </a:lnTo>
                <a:lnTo>
                  <a:pt x="568366" y="788194"/>
                </a:lnTo>
                <a:lnTo>
                  <a:pt x="570748" y="790918"/>
                </a:lnTo>
                <a:lnTo>
                  <a:pt x="571252" y="791594"/>
                </a:lnTo>
                <a:lnTo>
                  <a:pt x="573367" y="793975"/>
                </a:lnTo>
                <a:lnTo>
                  <a:pt x="577110" y="798062"/>
                </a:lnTo>
                <a:lnTo>
                  <a:pt x="579491" y="800843"/>
                </a:lnTo>
                <a:lnTo>
                  <a:pt x="580511" y="802319"/>
                </a:lnTo>
                <a:lnTo>
                  <a:pt x="582663" y="804701"/>
                </a:lnTo>
                <a:lnTo>
                  <a:pt x="585949" y="807987"/>
                </a:lnTo>
                <a:lnTo>
                  <a:pt x="588331" y="810673"/>
                </a:lnTo>
                <a:lnTo>
                  <a:pt x="589807" y="812759"/>
                </a:lnTo>
                <a:lnTo>
                  <a:pt x="591922" y="815140"/>
                </a:lnTo>
                <a:lnTo>
                  <a:pt x="594655" y="817817"/>
                </a:lnTo>
                <a:lnTo>
                  <a:pt x="597037" y="820836"/>
                </a:lnTo>
                <a:lnTo>
                  <a:pt x="599065" y="824208"/>
                </a:lnTo>
                <a:lnTo>
                  <a:pt x="600713" y="826589"/>
                </a:lnTo>
                <a:lnTo>
                  <a:pt x="601999" y="827980"/>
                </a:lnTo>
                <a:lnTo>
                  <a:pt x="604380" y="830732"/>
                </a:lnTo>
                <a:lnTo>
                  <a:pt x="607857" y="834847"/>
                </a:lnTo>
                <a:lnTo>
                  <a:pt x="609914" y="837228"/>
                </a:lnTo>
                <a:lnTo>
                  <a:pt x="610533" y="837876"/>
                </a:lnTo>
                <a:lnTo>
                  <a:pt x="610981" y="838648"/>
                </a:lnTo>
                <a:lnTo>
                  <a:pt x="611248" y="839543"/>
                </a:lnTo>
                <a:lnTo>
                  <a:pt x="613019" y="841924"/>
                </a:lnTo>
                <a:lnTo>
                  <a:pt x="616277" y="845791"/>
                </a:lnTo>
                <a:lnTo>
                  <a:pt x="618211" y="848058"/>
                </a:lnTo>
                <a:lnTo>
                  <a:pt x="618820" y="848735"/>
                </a:lnTo>
                <a:lnTo>
                  <a:pt x="621106" y="851116"/>
                </a:lnTo>
                <a:lnTo>
                  <a:pt x="625069" y="855202"/>
                </a:lnTo>
                <a:lnTo>
                  <a:pt x="627450" y="857736"/>
                </a:lnTo>
                <a:lnTo>
                  <a:pt x="628250" y="858698"/>
                </a:lnTo>
                <a:lnTo>
                  <a:pt x="630650" y="861079"/>
                </a:lnTo>
                <a:lnTo>
                  <a:pt x="634651" y="864880"/>
                </a:lnTo>
                <a:lnTo>
                  <a:pt x="637032" y="867308"/>
                </a:lnTo>
                <a:lnTo>
                  <a:pt x="637794" y="868366"/>
                </a:lnTo>
                <a:lnTo>
                  <a:pt x="639899" y="870747"/>
                </a:lnTo>
                <a:lnTo>
                  <a:pt x="643347" y="874452"/>
                </a:lnTo>
                <a:lnTo>
                  <a:pt x="645728" y="877253"/>
                </a:lnTo>
                <a:lnTo>
                  <a:pt x="647043" y="879158"/>
                </a:lnTo>
                <a:lnTo>
                  <a:pt x="649062" y="881539"/>
                </a:lnTo>
                <a:lnTo>
                  <a:pt x="651786" y="884396"/>
                </a:lnTo>
                <a:lnTo>
                  <a:pt x="654167" y="887206"/>
                </a:lnTo>
                <a:lnTo>
                  <a:pt x="656206" y="889968"/>
                </a:lnTo>
                <a:lnTo>
                  <a:pt x="658330" y="892350"/>
                </a:lnTo>
                <a:lnTo>
                  <a:pt x="660540" y="894350"/>
                </a:lnTo>
                <a:lnTo>
                  <a:pt x="662921" y="897331"/>
                </a:lnTo>
                <a:lnTo>
                  <a:pt x="665474" y="901303"/>
                </a:lnTo>
                <a:lnTo>
                  <a:pt x="667169" y="903684"/>
                </a:lnTo>
                <a:lnTo>
                  <a:pt x="668007" y="904475"/>
                </a:lnTo>
                <a:lnTo>
                  <a:pt x="669198" y="906066"/>
                </a:lnTo>
                <a:lnTo>
                  <a:pt x="670741" y="908447"/>
                </a:lnTo>
                <a:lnTo>
                  <a:pt x="672627" y="910828"/>
                </a:lnTo>
                <a:lnTo>
                  <a:pt x="674856" y="913209"/>
                </a:lnTo>
                <a:lnTo>
                  <a:pt x="676046" y="914495"/>
                </a:lnTo>
                <a:lnTo>
                  <a:pt x="676199" y="914695"/>
                </a:lnTo>
                <a:lnTo>
                  <a:pt x="678332" y="917077"/>
                </a:lnTo>
                <a:lnTo>
                  <a:pt x="682438" y="921639"/>
                </a:lnTo>
                <a:lnTo>
                  <a:pt x="684819" y="924249"/>
                </a:lnTo>
                <a:lnTo>
                  <a:pt x="685476" y="924906"/>
                </a:lnTo>
                <a:lnTo>
                  <a:pt x="687686" y="927287"/>
                </a:lnTo>
                <a:lnTo>
                  <a:pt x="691467" y="931393"/>
                </a:lnTo>
                <a:lnTo>
                  <a:pt x="693849" y="934060"/>
                </a:lnTo>
                <a:lnTo>
                  <a:pt x="694830" y="935288"/>
                </a:lnTo>
                <a:lnTo>
                  <a:pt x="697097" y="937670"/>
                </a:lnTo>
                <a:lnTo>
                  <a:pt x="700630" y="941203"/>
                </a:lnTo>
                <a:lnTo>
                  <a:pt x="703012" y="943737"/>
                </a:lnTo>
                <a:lnTo>
                  <a:pt x="704240" y="945271"/>
                </a:lnTo>
                <a:lnTo>
                  <a:pt x="706469" y="947652"/>
                </a:lnTo>
                <a:lnTo>
                  <a:pt x="709698" y="950881"/>
                </a:lnTo>
                <a:lnTo>
                  <a:pt x="712079" y="953548"/>
                </a:lnTo>
                <a:lnTo>
                  <a:pt x="713613" y="955634"/>
                </a:lnTo>
                <a:lnTo>
                  <a:pt x="715709" y="958015"/>
                </a:lnTo>
                <a:lnTo>
                  <a:pt x="718385" y="960692"/>
                </a:lnTo>
                <a:lnTo>
                  <a:pt x="720766" y="963740"/>
                </a:lnTo>
                <a:lnTo>
                  <a:pt x="722852" y="967169"/>
                </a:lnTo>
                <a:lnTo>
                  <a:pt x="724567" y="969550"/>
                </a:lnTo>
                <a:lnTo>
                  <a:pt x="725900" y="970883"/>
                </a:lnTo>
                <a:lnTo>
                  <a:pt x="728281" y="973807"/>
                </a:lnTo>
                <a:lnTo>
                  <a:pt x="731710" y="978322"/>
                </a:lnTo>
                <a:lnTo>
                  <a:pt x="733549" y="980704"/>
                </a:lnTo>
                <a:lnTo>
                  <a:pt x="733796" y="980951"/>
                </a:lnTo>
                <a:lnTo>
                  <a:pt x="734139" y="981418"/>
                </a:lnTo>
                <a:lnTo>
                  <a:pt x="734568" y="982094"/>
                </a:lnTo>
                <a:lnTo>
                  <a:pt x="736683" y="984475"/>
                </a:lnTo>
                <a:lnTo>
                  <a:pt x="740464" y="988562"/>
                </a:lnTo>
                <a:lnTo>
                  <a:pt x="742502" y="990771"/>
                </a:lnTo>
                <a:lnTo>
                  <a:pt x="742798" y="991124"/>
                </a:lnTo>
                <a:lnTo>
                  <a:pt x="745103" y="993505"/>
                </a:lnTo>
                <a:lnTo>
                  <a:pt x="749417" y="997915"/>
                </a:lnTo>
                <a:lnTo>
                  <a:pt x="751799" y="1000401"/>
                </a:lnTo>
                <a:lnTo>
                  <a:pt x="752246" y="1000963"/>
                </a:lnTo>
                <a:lnTo>
                  <a:pt x="754513" y="1003344"/>
                </a:lnTo>
                <a:lnTo>
                  <a:pt x="758600" y="1007545"/>
                </a:lnTo>
                <a:lnTo>
                  <a:pt x="760981" y="1010079"/>
                </a:lnTo>
                <a:lnTo>
                  <a:pt x="761657" y="1010926"/>
                </a:lnTo>
                <a:lnTo>
                  <a:pt x="763762" y="1013308"/>
                </a:lnTo>
                <a:lnTo>
                  <a:pt x="767296" y="1017222"/>
                </a:lnTo>
                <a:lnTo>
                  <a:pt x="769677" y="1019937"/>
                </a:lnTo>
                <a:lnTo>
                  <a:pt x="770906" y="1021461"/>
                </a:lnTo>
                <a:lnTo>
                  <a:pt x="773173" y="1023842"/>
                </a:lnTo>
                <a:lnTo>
                  <a:pt x="776478" y="1027081"/>
                </a:lnTo>
                <a:lnTo>
                  <a:pt x="778859" y="1029595"/>
                </a:lnTo>
                <a:lnTo>
                  <a:pt x="780317" y="1031377"/>
                </a:lnTo>
                <a:lnTo>
                  <a:pt x="782660" y="1033758"/>
                </a:lnTo>
                <a:lnTo>
                  <a:pt x="785879" y="1036739"/>
                </a:lnTo>
                <a:lnTo>
                  <a:pt x="788260" y="1039520"/>
                </a:lnTo>
                <a:lnTo>
                  <a:pt x="789803" y="1042121"/>
                </a:lnTo>
                <a:lnTo>
                  <a:pt x="791528" y="1044502"/>
                </a:lnTo>
                <a:lnTo>
                  <a:pt x="793433" y="1046664"/>
                </a:lnTo>
                <a:lnTo>
                  <a:pt x="794690" y="1049007"/>
                </a:lnTo>
                <a:lnTo>
                  <a:pt x="795290" y="1051512"/>
                </a:lnTo>
                <a:lnTo>
                  <a:pt x="796481" y="1053894"/>
                </a:lnTo>
                <a:lnTo>
                  <a:pt x="798271" y="1056151"/>
                </a:lnTo>
                <a:lnTo>
                  <a:pt x="799405" y="1057561"/>
                </a:lnTo>
                <a:lnTo>
                  <a:pt x="799871" y="1058142"/>
                </a:lnTo>
                <a:lnTo>
                  <a:pt x="802015" y="1060523"/>
                </a:lnTo>
                <a:lnTo>
                  <a:pt x="805834" y="1064705"/>
                </a:lnTo>
                <a:lnTo>
                  <a:pt x="808215" y="1067648"/>
                </a:lnTo>
                <a:lnTo>
                  <a:pt x="809158" y="1069343"/>
                </a:lnTo>
                <a:lnTo>
                  <a:pt x="811063" y="1071724"/>
                </a:lnTo>
                <a:lnTo>
                  <a:pt x="813940" y="1074791"/>
                </a:lnTo>
                <a:lnTo>
                  <a:pt x="816321" y="1077887"/>
                </a:lnTo>
                <a:lnTo>
                  <a:pt x="818207" y="1081002"/>
                </a:lnTo>
                <a:lnTo>
                  <a:pt x="820064" y="1083383"/>
                </a:lnTo>
                <a:lnTo>
                  <a:pt x="821893" y="1085031"/>
                </a:lnTo>
                <a:lnTo>
                  <a:pt x="823732" y="1087679"/>
                </a:lnTo>
                <a:lnTo>
                  <a:pt x="825560" y="1091346"/>
                </a:lnTo>
                <a:lnTo>
                  <a:pt x="826951" y="1093727"/>
                </a:lnTo>
                <a:lnTo>
                  <a:pt x="827903" y="1094823"/>
                </a:lnTo>
                <a:lnTo>
                  <a:pt x="828456" y="1095461"/>
                </a:lnTo>
                <a:lnTo>
                  <a:pt x="830704" y="1098023"/>
                </a:lnTo>
                <a:lnTo>
                  <a:pt x="834771" y="1102604"/>
                </a:lnTo>
                <a:lnTo>
                  <a:pt x="837152" y="1105414"/>
                </a:lnTo>
                <a:lnTo>
                  <a:pt x="837848" y="1106443"/>
                </a:lnTo>
                <a:lnTo>
                  <a:pt x="839924" y="1108824"/>
                </a:lnTo>
                <a:lnTo>
                  <a:pt x="843363" y="1112558"/>
                </a:lnTo>
                <a:lnTo>
                  <a:pt x="845744" y="1115682"/>
                </a:lnTo>
                <a:lnTo>
                  <a:pt x="847068" y="1118206"/>
                </a:lnTo>
                <a:lnTo>
                  <a:pt x="848878" y="1120588"/>
                </a:lnTo>
                <a:lnTo>
                  <a:pt x="851192" y="1122826"/>
                </a:lnTo>
                <a:lnTo>
                  <a:pt x="852849" y="1125607"/>
                </a:lnTo>
                <a:lnTo>
                  <a:pt x="853850" y="1128922"/>
                </a:lnTo>
                <a:lnTo>
                  <a:pt x="854888" y="1131303"/>
                </a:lnTo>
                <a:lnTo>
                  <a:pt x="855974" y="1132751"/>
                </a:lnTo>
                <a:lnTo>
                  <a:pt x="856698" y="1133723"/>
                </a:lnTo>
                <a:lnTo>
                  <a:pt x="857069" y="1134208"/>
                </a:lnTo>
                <a:lnTo>
                  <a:pt x="859165" y="1136590"/>
                </a:lnTo>
                <a:lnTo>
                  <a:pt x="862984" y="1140866"/>
                </a:lnTo>
                <a:lnTo>
                  <a:pt x="865365" y="1144324"/>
                </a:lnTo>
                <a:lnTo>
                  <a:pt x="866308" y="1146972"/>
                </a:lnTo>
                <a:lnTo>
                  <a:pt x="867870" y="1149353"/>
                </a:lnTo>
                <a:lnTo>
                  <a:pt x="870071" y="1151468"/>
                </a:lnTo>
                <a:lnTo>
                  <a:pt x="871261" y="1153716"/>
                </a:lnTo>
                <a:lnTo>
                  <a:pt x="871442" y="1156097"/>
                </a:lnTo>
                <a:lnTo>
                  <a:pt x="872414" y="1158478"/>
                </a:lnTo>
                <a:lnTo>
                  <a:pt x="874166" y="1160859"/>
                </a:lnTo>
                <a:lnTo>
                  <a:pt x="875357" y="1162869"/>
                </a:lnTo>
                <a:lnTo>
                  <a:pt x="875986" y="1164498"/>
                </a:lnTo>
                <a:lnTo>
                  <a:pt x="877672" y="1166879"/>
                </a:lnTo>
                <a:lnTo>
                  <a:pt x="880405" y="1170013"/>
                </a:lnTo>
                <a:lnTo>
                  <a:pt x="881929" y="1173099"/>
                </a:lnTo>
                <a:lnTo>
                  <a:pt x="882234" y="1176137"/>
                </a:lnTo>
                <a:lnTo>
                  <a:pt x="882948" y="1178519"/>
                </a:lnTo>
                <a:lnTo>
                  <a:pt x="884063" y="1180243"/>
                </a:lnTo>
                <a:lnTo>
                  <a:pt x="884920" y="1181986"/>
                </a:lnTo>
                <a:lnTo>
                  <a:pt x="885520" y="1183757"/>
                </a:lnTo>
                <a:lnTo>
                  <a:pt x="887168" y="1186139"/>
                </a:lnTo>
                <a:lnTo>
                  <a:pt x="889854" y="1189130"/>
                </a:lnTo>
                <a:lnTo>
                  <a:pt x="891273" y="1192044"/>
                </a:lnTo>
                <a:lnTo>
                  <a:pt x="891416" y="1194873"/>
                </a:lnTo>
                <a:lnTo>
                  <a:pt x="892064" y="1197254"/>
                </a:lnTo>
                <a:lnTo>
                  <a:pt x="893216" y="1199188"/>
                </a:lnTo>
                <a:lnTo>
                  <a:pt x="894188" y="1201636"/>
                </a:lnTo>
                <a:lnTo>
                  <a:pt x="894959" y="1204617"/>
                </a:lnTo>
                <a:lnTo>
                  <a:pt x="896207" y="1206998"/>
                </a:lnTo>
                <a:lnTo>
                  <a:pt x="897922" y="1208780"/>
                </a:lnTo>
                <a:lnTo>
                  <a:pt x="898817" y="1210570"/>
                </a:lnTo>
                <a:lnTo>
                  <a:pt x="898884" y="1212352"/>
                </a:lnTo>
                <a:lnTo>
                  <a:pt x="899893" y="1214733"/>
                </a:lnTo>
                <a:lnTo>
                  <a:pt x="901837" y="1217714"/>
                </a:lnTo>
                <a:lnTo>
                  <a:pt x="902980" y="1221238"/>
                </a:lnTo>
                <a:lnTo>
                  <a:pt x="903341" y="1225325"/>
                </a:lnTo>
                <a:lnTo>
                  <a:pt x="903646" y="1227706"/>
                </a:lnTo>
                <a:lnTo>
                  <a:pt x="903903" y="1228382"/>
                </a:lnTo>
                <a:lnTo>
                  <a:pt x="904246" y="1229620"/>
                </a:lnTo>
                <a:lnTo>
                  <a:pt x="904665" y="1231402"/>
                </a:lnTo>
                <a:lnTo>
                  <a:pt x="905989" y="1233783"/>
                </a:lnTo>
                <a:lnTo>
                  <a:pt x="908228" y="1236764"/>
                </a:lnTo>
                <a:lnTo>
                  <a:pt x="909304" y="1239336"/>
                </a:lnTo>
                <a:lnTo>
                  <a:pt x="909237" y="1241498"/>
                </a:lnTo>
                <a:lnTo>
                  <a:pt x="909942" y="1243879"/>
                </a:lnTo>
                <a:lnTo>
                  <a:pt x="911409" y="1246480"/>
                </a:lnTo>
                <a:lnTo>
                  <a:pt x="912485" y="1249937"/>
                </a:lnTo>
                <a:lnTo>
                  <a:pt x="913162" y="1254252"/>
                </a:lnTo>
                <a:lnTo>
                  <a:pt x="913590" y="1256633"/>
                </a:lnTo>
                <a:lnTo>
                  <a:pt x="913752" y="1257081"/>
                </a:lnTo>
                <a:lnTo>
                  <a:pt x="913971" y="1257814"/>
                </a:lnTo>
                <a:lnTo>
                  <a:pt x="914257" y="1258834"/>
                </a:lnTo>
                <a:lnTo>
                  <a:pt x="915714" y="1261215"/>
                </a:lnTo>
                <a:lnTo>
                  <a:pt x="918324" y="1264958"/>
                </a:lnTo>
                <a:lnTo>
                  <a:pt x="919639" y="1268130"/>
                </a:lnTo>
                <a:lnTo>
                  <a:pt x="919639" y="1270759"/>
                </a:lnTo>
                <a:lnTo>
                  <a:pt x="920067" y="1273140"/>
                </a:lnTo>
                <a:lnTo>
                  <a:pt x="920934" y="1275274"/>
                </a:lnTo>
                <a:lnTo>
                  <a:pt x="921363" y="1278093"/>
                </a:lnTo>
                <a:lnTo>
                  <a:pt x="921363" y="1281579"/>
                </a:lnTo>
                <a:lnTo>
                  <a:pt x="921534" y="1283960"/>
                </a:lnTo>
                <a:lnTo>
                  <a:pt x="921858" y="1285237"/>
                </a:lnTo>
                <a:lnTo>
                  <a:pt x="922106" y="1287866"/>
                </a:lnTo>
                <a:lnTo>
                  <a:pt x="922287" y="1291857"/>
                </a:lnTo>
                <a:lnTo>
                  <a:pt x="922449" y="1294238"/>
                </a:lnTo>
                <a:lnTo>
                  <a:pt x="922582" y="1295009"/>
                </a:lnTo>
                <a:lnTo>
                  <a:pt x="922944" y="1297753"/>
                </a:lnTo>
                <a:lnTo>
                  <a:pt x="923534" y="1302468"/>
                </a:lnTo>
                <a:lnTo>
                  <a:pt x="923820" y="1304849"/>
                </a:lnTo>
                <a:lnTo>
                  <a:pt x="923906" y="1305525"/>
                </a:lnTo>
                <a:lnTo>
                  <a:pt x="924801" y="1307906"/>
                </a:lnTo>
                <a:lnTo>
                  <a:pt x="926544" y="1312269"/>
                </a:lnTo>
                <a:lnTo>
                  <a:pt x="927478" y="1315383"/>
                </a:lnTo>
                <a:lnTo>
                  <a:pt x="927602" y="1317260"/>
                </a:lnTo>
                <a:lnTo>
                  <a:pt x="928078" y="1319641"/>
                </a:lnTo>
                <a:lnTo>
                  <a:pt x="928888" y="1322527"/>
                </a:lnTo>
                <a:lnTo>
                  <a:pt x="929335" y="1325356"/>
                </a:lnTo>
                <a:lnTo>
                  <a:pt x="929402" y="1328109"/>
                </a:lnTo>
                <a:lnTo>
                  <a:pt x="929707" y="1330490"/>
                </a:lnTo>
                <a:lnTo>
                  <a:pt x="930250" y="1332500"/>
                </a:lnTo>
                <a:lnTo>
                  <a:pt x="930583" y="1335215"/>
                </a:lnTo>
                <a:lnTo>
                  <a:pt x="930716" y="1338644"/>
                </a:lnTo>
                <a:lnTo>
                  <a:pt x="930964" y="1341025"/>
                </a:lnTo>
                <a:lnTo>
                  <a:pt x="931316" y="1342358"/>
                </a:lnTo>
                <a:lnTo>
                  <a:pt x="931516" y="1344940"/>
                </a:lnTo>
                <a:lnTo>
                  <a:pt x="931574" y="1348778"/>
                </a:lnTo>
                <a:lnTo>
                  <a:pt x="931659" y="1351159"/>
                </a:lnTo>
                <a:lnTo>
                  <a:pt x="931783" y="1352083"/>
                </a:lnTo>
                <a:lnTo>
                  <a:pt x="931869" y="1354560"/>
                </a:lnTo>
                <a:lnTo>
                  <a:pt x="931916" y="1358570"/>
                </a:lnTo>
                <a:lnTo>
                  <a:pt x="931945" y="1360951"/>
                </a:lnTo>
                <a:lnTo>
                  <a:pt x="931945" y="1361704"/>
                </a:lnTo>
                <a:lnTo>
                  <a:pt x="931945" y="1364085"/>
                </a:lnTo>
                <a:lnTo>
                  <a:pt x="931945" y="1368095"/>
                </a:lnTo>
                <a:lnTo>
                  <a:pt x="931945" y="1370476"/>
                </a:lnTo>
                <a:lnTo>
                  <a:pt x="931945" y="1371229"/>
                </a:lnTo>
                <a:lnTo>
                  <a:pt x="931916" y="1373581"/>
                </a:lnTo>
                <a:lnTo>
                  <a:pt x="931869" y="1377534"/>
                </a:lnTo>
                <a:lnTo>
                  <a:pt x="931840" y="1379915"/>
                </a:lnTo>
                <a:lnTo>
                  <a:pt x="931831" y="1380725"/>
                </a:lnTo>
                <a:lnTo>
                  <a:pt x="931793" y="1383078"/>
                </a:lnTo>
                <a:lnTo>
                  <a:pt x="931745" y="1386973"/>
                </a:lnTo>
                <a:lnTo>
                  <a:pt x="931726" y="1389355"/>
                </a:lnTo>
                <a:lnTo>
                  <a:pt x="931735" y="1390221"/>
                </a:lnTo>
                <a:lnTo>
                  <a:pt x="931745" y="1392603"/>
                </a:lnTo>
                <a:lnTo>
                  <a:pt x="931745" y="1396508"/>
                </a:lnTo>
                <a:lnTo>
                  <a:pt x="931716" y="1398889"/>
                </a:lnTo>
                <a:lnTo>
                  <a:pt x="931669" y="1399746"/>
                </a:lnTo>
                <a:lnTo>
                  <a:pt x="931574" y="1402032"/>
                </a:lnTo>
                <a:lnTo>
                  <a:pt x="931421" y="1405738"/>
                </a:lnTo>
                <a:lnTo>
                  <a:pt x="931269" y="1408119"/>
                </a:lnTo>
                <a:lnTo>
                  <a:pt x="931116" y="1409176"/>
                </a:lnTo>
                <a:lnTo>
                  <a:pt x="931012" y="1411453"/>
                </a:lnTo>
                <a:lnTo>
                  <a:pt x="930954" y="1414948"/>
                </a:lnTo>
                <a:lnTo>
                  <a:pt x="930716" y="1417330"/>
                </a:lnTo>
                <a:lnTo>
                  <a:pt x="930297" y="1418596"/>
                </a:lnTo>
                <a:lnTo>
                  <a:pt x="930088" y="1420768"/>
                </a:lnTo>
                <a:lnTo>
                  <a:pt x="930088" y="1423845"/>
                </a:lnTo>
                <a:lnTo>
                  <a:pt x="929707" y="1426226"/>
                </a:lnTo>
                <a:lnTo>
                  <a:pt x="928935" y="1427912"/>
                </a:lnTo>
                <a:lnTo>
                  <a:pt x="928554" y="1429903"/>
                </a:lnTo>
                <a:lnTo>
                  <a:pt x="928554" y="1432217"/>
                </a:lnTo>
                <a:lnTo>
                  <a:pt x="927735" y="1434598"/>
                </a:lnTo>
                <a:lnTo>
                  <a:pt x="926106" y="1437046"/>
                </a:lnTo>
                <a:lnTo>
                  <a:pt x="925239" y="1438570"/>
                </a:lnTo>
                <a:lnTo>
                  <a:pt x="925154" y="1439170"/>
                </a:lnTo>
                <a:lnTo>
                  <a:pt x="924820" y="1439713"/>
                </a:lnTo>
                <a:lnTo>
                  <a:pt x="924220" y="1440218"/>
                </a:lnTo>
                <a:lnTo>
                  <a:pt x="923696" y="1442075"/>
                </a:lnTo>
                <a:lnTo>
                  <a:pt x="923249" y="1445295"/>
                </a:lnTo>
                <a:lnTo>
                  <a:pt x="923001" y="1447124"/>
                </a:lnTo>
                <a:lnTo>
                  <a:pt x="922944" y="1447571"/>
                </a:lnTo>
                <a:lnTo>
                  <a:pt x="922753" y="1449762"/>
                </a:lnTo>
                <a:lnTo>
                  <a:pt x="922430" y="1453696"/>
                </a:lnTo>
                <a:lnTo>
                  <a:pt x="922201" y="1456077"/>
                </a:lnTo>
                <a:lnTo>
                  <a:pt x="922077" y="1456906"/>
                </a:lnTo>
                <a:lnTo>
                  <a:pt x="922020" y="1459230"/>
                </a:lnTo>
                <a:lnTo>
                  <a:pt x="922020" y="1463040"/>
                </a:lnTo>
                <a:lnTo>
                  <a:pt x="921896" y="1465421"/>
                </a:lnTo>
                <a:lnTo>
                  <a:pt x="921639" y="1466374"/>
                </a:lnTo>
                <a:lnTo>
                  <a:pt x="921506" y="1468631"/>
                </a:lnTo>
                <a:lnTo>
                  <a:pt x="921506" y="1472184"/>
                </a:lnTo>
                <a:lnTo>
                  <a:pt x="921039" y="1474565"/>
                </a:lnTo>
                <a:lnTo>
                  <a:pt x="920105" y="1475775"/>
                </a:lnTo>
                <a:lnTo>
                  <a:pt x="919610" y="1477651"/>
                </a:lnTo>
                <a:lnTo>
                  <a:pt x="919544" y="1480204"/>
                </a:lnTo>
                <a:lnTo>
                  <a:pt x="918229" y="1482147"/>
                </a:lnTo>
                <a:lnTo>
                  <a:pt x="915676" y="1483471"/>
                </a:lnTo>
                <a:lnTo>
                  <a:pt x="914286" y="1484462"/>
                </a:lnTo>
                <a:lnTo>
                  <a:pt x="914067" y="1485128"/>
                </a:lnTo>
                <a:lnTo>
                  <a:pt x="913924" y="1485567"/>
                </a:lnTo>
                <a:lnTo>
                  <a:pt x="913571" y="1487881"/>
                </a:lnTo>
                <a:lnTo>
                  <a:pt x="913057" y="1491844"/>
                </a:lnTo>
                <a:lnTo>
                  <a:pt x="912600" y="1494225"/>
                </a:lnTo>
                <a:lnTo>
                  <a:pt x="912209" y="1495025"/>
                </a:lnTo>
                <a:lnTo>
                  <a:pt x="912019" y="1497216"/>
                </a:lnTo>
                <a:lnTo>
                  <a:pt x="912019" y="1500788"/>
                </a:lnTo>
                <a:lnTo>
                  <a:pt x="911428" y="1503169"/>
                </a:lnTo>
                <a:lnTo>
                  <a:pt x="910238" y="1504359"/>
                </a:lnTo>
                <a:lnTo>
                  <a:pt x="909714" y="1506217"/>
                </a:lnTo>
                <a:lnTo>
                  <a:pt x="909876" y="1508760"/>
                </a:lnTo>
                <a:lnTo>
                  <a:pt x="908685" y="1510494"/>
                </a:lnTo>
                <a:lnTo>
                  <a:pt x="906142" y="1511417"/>
                </a:lnTo>
                <a:lnTo>
                  <a:pt x="904742" y="1512399"/>
                </a:lnTo>
                <a:lnTo>
                  <a:pt x="904475" y="1513427"/>
                </a:lnTo>
                <a:lnTo>
                  <a:pt x="904313" y="1514075"/>
                </a:lnTo>
                <a:lnTo>
                  <a:pt x="904265" y="1514342"/>
                </a:lnTo>
                <a:lnTo>
                  <a:pt x="904046" y="1516513"/>
                </a:lnTo>
                <a:lnTo>
                  <a:pt x="903684" y="1520590"/>
                </a:lnTo>
                <a:lnTo>
                  <a:pt x="903237" y="1522971"/>
                </a:lnTo>
                <a:lnTo>
                  <a:pt x="902713" y="1523657"/>
                </a:lnTo>
                <a:lnTo>
                  <a:pt x="902418" y="1525743"/>
                </a:lnTo>
                <a:lnTo>
                  <a:pt x="902351" y="1529229"/>
                </a:lnTo>
                <a:lnTo>
                  <a:pt x="900579" y="1531610"/>
                </a:lnTo>
                <a:lnTo>
                  <a:pt x="897093" y="1532887"/>
                </a:lnTo>
                <a:lnTo>
                  <a:pt x="894988" y="1535544"/>
                </a:lnTo>
                <a:lnTo>
                  <a:pt x="894264" y="1539583"/>
                </a:lnTo>
                <a:lnTo>
                  <a:pt x="893683" y="1541964"/>
                </a:lnTo>
                <a:lnTo>
                  <a:pt x="893255" y="1542688"/>
                </a:lnTo>
                <a:lnTo>
                  <a:pt x="893045" y="1544850"/>
                </a:lnTo>
                <a:lnTo>
                  <a:pt x="893045" y="1548460"/>
                </a:lnTo>
                <a:lnTo>
                  <a:pt x="891235" y="1550841"/>
                </a:lnTo>
                <a:lnTo>
                  <a:pt x="887625" y="1551994"/>
                </a:lnTo>
                <a:lnTo>
                  <a:pt x="885454" y="1554585"/>
                </a:lnTo>
                <a:lnTo>
                  <a:pt x="884711" y="1558604"/>
                </a:lnTo>
                <a:lnTo>
                  <a:pt x="883987" y="1560986"/>
                </a:lnTo>
                <a:lnTo>
                  <a:pt x="883282" y="1561729"/>
                </a:lnTo>
                <a:lnTo>
                  <a:pt x="882996" y="1563824"/>
                </a:lnTo>
                <a:lnTo>
                  <a:pt x="883120" y="1567263"/>
                </a:lnTo>
                <a:lnTo>
                  <a:pt x="881463" y="1569282"/>
                </a:lnTo>
                <a:lnTo>
                  <a:pt x="878024" y="1569872"/>
                </a:lnTo>
                <a:lnTo>
                  <a:pt x="876148" y="1570387"/>
                </a:lnTo>
                <a:lnTo>
                  <a:pt x="875833" y="1570796"/>
                </a:lnTo>
                <a:lnTo>
                  <a:pt x="875633" y="1571158"/>
                </a:lnTo>
                <a:lnTo>
                  <a:pt x="875557" y="1571473"/>
                </a:lnTo>
                <a:lnTo>
                  <a:pt x="875262" y="1573559"/>
                </a:lnTo>
                <a:lnTo>
                  <a:pt x="874766" y="1577426"/>
                </a:lnTo>
                <a:lnTo>
                  <a:pt x="873576" y="1579807"/>
                </a:lnTo>
                <a:lnTo>
                  <a:pt x="871709" y="1580702"/>
                </a:lnTo>
                <a:lnTo>
                  <a:pt x="870737" y="1582122"/>
                </a:lnTo>
                <a:lnTo>
                  <a:pt x="870680" y="1584055"/>
                </a:lnTo>
                <a:lnTo>
                  <a:pt x="869680" y="1585055"/>
                </a:lnTo>
                <a:lnTo>
                  <a:pt x="867747" y="1585112"/>
                </a:lnTo>
                <a:lnTo>
                  <a:pt x="866404" y="1586160"/>
                </a:lnTo>
                <a:lnTo>
                  <a:pt x="865670" y="1588179"/>
                </a:lnTo>
                <a:lnTo>
                  <a:pt x="865003" y="1589570"/>
                </a:lnTo>
                <a:lnTo>
                  <a:pt x="864432" y="1590304"/>
                </a:lnTo>
                <a:lnTo>
                  <a:pt x="864137" y="1592399"/>
                </a:lnTo>
                <a:lnTo>
                  <a:pt x="864137" y="1595838"/>
                </a:lnTo>
                <a:lnTo>
                  <a:pt x="862413" y="1597676"/>
                </a:lnTo>
                <a:lnTo>
                  <a:pt x="858974" y="1597904"/>
                </a:lnTo>
                <a:lnTo>
                  <a:pt x="856964" y="1598276"/>
                </a:lnTo>
                <a:lnTo>
                  <a:pt x="856393" y="1598800"/>
                </a:lnTo>
                <a:lnTo>
                  <a:pt x="856002" y="1599343"/>
                </a:lnTo>
                <a:lnTo>
                  <a:pt x="855793" y="1599914"/>
                </a:lnTo>
                <a:lnTo>
                  <a:pt x="855593" y="1602095"/>
                </a:lnTo>
                <a:lnTo>
                  <a:pt x="855412" y="1605896"/>
                </a:lnTo>
                <a:lnTo>
                  <a:pt x="853859" y="1608277"/>
                </a:lnTo>
                <a:lnTo>
                  <a:pt x="850925" y="1609239"/>
                </a:lnTo>
                <a:lnTo>
                  <a:pt x="849459" y="1610154"/>
                </a:lnTo>
                <a:lnTo>
                  <a:pt x="849459" y="1611020"/>
                </a:lnTo>
                <a:lnTo>
                  <a:pt x="849020" y="1611459"/>
                </a:lnTo>
                <a:lnTo>
                  <a:pt x="848154" y="1611459"/>
                </a:lnTo>
                <a:lnTo>
                  <a:pt x="847334" y="1613021"/>
                </a:lnTo>
                <a:lnTo>
                  <a:pt x="846563" y="1616145"/>
                </a:lnTo>
                <a:lnTo>
                  <a:pt x="845372" y="1618088"/>
                </a:lnTo>
                <a:lnTo>
                  <a:pt x="843763" y="1618859"/>
                </a:lnTo>
                <a:lnTo>
                  <a:pt x="842896" y="1620374"/>
                </a:lnTo>
                <a:lnTo>
                  <a:pt x="842772" y="1622631"/>
                </a:lnTo>
                <a:lnTo>
                  <a:pt x="841581" y="1623822"/>
                </a:lnTo>
                <a:lnTo>
                  <a:pt x="839324" y="1623946"/>
                </a:lnTo>
                <a:lnTo>
                  <a:pt x="837819" y="1624822"/>
                </a:lnTo>
                <a:lnTo>
                  <a:pt x="837067" y="1626451"/>
                </a:lnTo>
                <a:lnTo>
                  <a:pt x="835962" y="1627642"/>
                </a:lnTo>
                <a:lnTo>
                  <a:pt x="834523" y="1628394"/>
                </a:lnTo>
                <a:lnTo>
                  <a:pt x="833771" y="1630023"/>
                </a:lnTo>
                <a:lnTo>
                  <a:pt x="833704" y="1632528"/>
                </a:lnTo>
                <a:lnTo>
                  <a:pt x="832428" y="1633804"/>
                </a:lnTo>
                <a:lnTo>
                  <a:pt x="829923" y="1633871"/>
                </a:lnTo>
                <a:lnTo>
                  <a:pt x="828294" y="1634623"/>
                </a:lnTo>
                <a:lnTo>
                  <a:pt x="827542" y="1636062"/>
                </a:lnTo>
                <a:lnTo>
                  <a:pt x="826513" y="1637167"/>
                </a:lnTo>
                <a:lnTo>
                  <a:pt x="825236" y="1637919"/>
                </a:lnTo>
                <a:lnTo>
                  <a:pt x="824627" y="1639691"/>
                </a:lnTo>
                <a:lnTo>
                  <a:pt x="824694" y="1642481"/>
                </a:lnTo>
                <a:lnTo>
                  <a:pt x="823331" y="1643910"/>
                </a:lnTo>
                <a:lnTo>
                  <a:pt x="820541" y="1643977"/>
                </a:lnTo>
                <a:lnTo>
                  <a:pt x="818807" y="1644625"/>
                </a:lnTo>
                <a:lnTo>
                  <a:pt x="818121" y="1645844"/>
                </a:lnTo>
                <a:lnTo>
                  <a:pt x="816931" y="1646796"/>
                </a:lnTo>
                <a:lnTo>
                  <a:pt x="815235" y="1647482"/>
                </a:lnTo>
                <a:lnTo>
                  <a:pt x="814321" y="1648949"/>
                </a:lnTo>
                <a:lnTo>
                  <a:pt x="814178" y="1651187"/>
                </a:lnTo>
                <a:lnTo>
                  <a:pt x="812987" y="1652378"/>
                </a:lnTo>
                <a:lnTo>
                  <a:pt x="810749" y="1652521"/>
                </a:lnTo>
                <a:lnTo>
                  <a:pt x="809263" y="1653416"/>
                </a:lnTo>
                <a:lnTo>
                  <a:pt x="808530" y="1655064"/>
                </a:lnTo>
                <a:lnTo>
                  <a:pt x="807253" y="1656255"/>
                </a:lnTo>
                <a:lnTo>
                  <a:pt x="805453" y="1656988"/>
                </a:lnTo>
                <a:lnTo>
                  <a:pt x="804548" y="1658464"/>
                </a:lnTo>
                <a:lnTo>
                  <a:pt x="804548" y="1660684"/>
                </a:lnTo>
                <a:lnTo>
                  <a:pt x="803434" y="1661874"/>
                </a:lnTo>
                <a:lnTo>
                  <a:pt x="801214" y="1662036"/>
                </a:lnTo>
                <a:lnTo>
                  <a:pt x="799786" y="1662989"/>
                </a:lnTo>
                <a:lnTo>
                  <a:pt x="799148" y="1664732"/>
                </a:lnTo>
                <a:lnTo>
                  <a:pt x="797862" y="1665923"/>
                </a:lnTo>
                <a:lnTo>
                  <a:pt x="795938" y="1666561"/>
                </a:lnTo>
                <a:lnTo>
                  <a:pt x="794928" y="1667932"/>
                </a:lnTo>
                <a:lnTo>
                  <a:pt x="794852" y="1670047"/>
                </a:lnTo>
                <a:lnTo>
                  <a:pt x="793747" y="1671104"/>
                </a:lnTo>
                <a:lnTo>
                  <a:pt x="791632" y="1671104"/>
                </a:lnTo>
                <a:lnTo>
                  <a:pt x="790232" y="1672095"/>
                </a:lnTo>
                <a:lnTo>
                  <a:pt x="789556" y="1674057"/>
                </a:lnTo>
                <a:lnTo>
                  <a:pt x="787175" y="1675324"/>
                </a:lnTo>
                <a:lnTo>
                  <a:pt x="783088" y="1675905"/>
                </a:lnTo>
                <a:lnTo>
                  <a:pt x="781002" y="1676200"/>
                </a:lnTo>
                <a:lnTo>
                  <a:pt x="780269" y="1678219"/>
                </a:lnTo>
                <a:lnTo>
                  <a:pt x="779297" y="1681867"/>
                </a:lnTo>
                <a:lnTo>
                  <a:pt x="776992" y="1683782"/>
                </a:lnTo>
                <a:lnTo>
                  <a:pt x="773344" y="1683972"/>
                </a:lnTo>
                <a:lnTo>
                  <a:pt x="771211" y="1684220"/>
                </a:lnTo>
                <a:lnTo>
                  <a:pt x="770582" y="1684525"/>
                </a:lnTo>
                <a:lnTo>
                  <a:pt x="769934" y="1684982"/>
                </a:lnTo>
                <a:lnTo>
                  <a:pt x="769268" y="1685611"/>
                </a:lnTo>
                <a:lnTo>
                  <a:pt x="768868" y="1687592"/>
                </a:lnTo>
                <a:lnTo>
                  <a:pt x="768744" y="1690935"/>
                </a:lnTo>
                <a:lnTo>
                  <a:pt x="767010" y="1692669"/>
                </a:lnTo>
                <a:lnTo>
                  <a:pt x="763667" y="1692793"/>
                </a:lnTo>
                <a:lnTo>
                  <a:pt x="761676" y="1693174"/>
                </a:lnTo>
                <a:lnTo>
                  <a:pt x="761028" y="1693831"/>
                </a:lnTo>
                <a:lnTo>
                  <a:pt x="759476" y="1694478"/>
                </a:lnTo>
                <a:lnTo>
                  <a:pt x="757018" y="1695126"/>
                </a:lnTo>
                <a:lnTo>
                  <a:pt x="755637" y="1696126"/>
                </a:lnTo>
                <a:lnTo>
                  <a:pt x="755342" y="1697488"/>
                </a:lnTo>
                <a:lnTo>
                  <a:pt x="754513" y="1698193"/>
                </a:lnTo>
                <a:lnTo>
                  <a:pt x="753151" y="1698250"/>
                </a:lnTo>
                <a:lnTo>
                  <a:pt x="751932" y="1699412"/>
                </a:lnTo>
                <a:lnTo>
                  <a:pt x="750856" y="1701679"/>
                </a:lnTo>
                <a:lnTo>
                  <a:pt x="748475" y="1702870"/>
                </a:lnTo>
                <a:lnTo>
                  <a:pt x="744788" y="1702956"/>
                </a:lnTo>
                <a:lnTo>
                  <a:pt x="742588" y="1703137"/>
                </a:lnTo>
                <a:lnTo>
                  <a:pt x="741874" y="1703403"/>
                </a:lnTo>
                <a:lnTo>
                  <a:pt x="740683" y="1703899"/>
                </a:lnTo>
                <a:lnTo>
                  <a:pt x="739016" y="1704613"/>
                </a:lnTo>
                <a:lnTo>
                  <a:pt x="738121" y="1706099"/>
                </a:lnTo>
                <a:lnTo>
                  <a:pt x="737987" y="1708347"/>
                </a:lnTo>
                <a:lnTo>
                  <a:pt x="736797" y="1709537"/>
                </a:lnTo>
                <a:lnTo>
                  <a:pt x="734549" y="1709671"/>
                </a:lnTo>
                <a:lnTo>
                  <a:pt x="733006" y="1710509"/>
                </a:lnTo>
                <a:lnTo>
                  <a:pt x="732158" y="1712043"/>
                </a:lnTo>
                <a:lnTo>
                  <a:pt x="729777" y="1712947"/>
                </a:lnTo>
                <a:lnTo>
                  <a:pt x="725862" y="1713205"/>
                </a:lnTo>
                <a:lnTo>
                  <a:pt x="723662" y="1713395"/>
                </a:lnTo>
                <a:lnTo>
                  <a:pt x="723195" y="1713500"/>
                </a:lnTo>
                <a:lnTo>
                  <a:pt x="722557" y="1713795"/>
                </a:lnTo>
                <a:lnTo>
                  <a:pt x="721747" y="1714262"/>
                </a:lnTo>
                <a:lnTo>
                  <a:pt x="721157" y="1716053"/>
                </a:lnTo>
                <a:lnTo>
                  <a:pt x="720776" y="1719158"/>
                </a:lnTo>
                <a:lnTo>
                  <a:pt x="719033" y="1720710"/>
                </a:lnTo>
                <a:lnTo>
                  <a:pt x="715928" y="1720710"/>
                </a:lnTo>
                <a:lnTo>
                  <a:pt x="713975" y="1721139"/>
                </a:lnTo>
                <a:lnTo>
                  <a:pt x="713184" y="1722006"/>
                </a:lnTo>
                <a:lnTo>
                  <a:pt x="710803" y="1722520"/>
                </a:lnTo>
                <a:lnTo>
                  <a:pt x="706831" y="1722701"/>
                </a:lnTo>
                <a:lnTo>
                  <a:pt x="704593" y="1722844"/>
                </a:lnTo>
                <a:lnTo>
                  <a:pt x="704088" y="1722958"/>
                </a:lnTo>
                <a:lnTo>
                  <a:pt x="703316" y="1723263"/>
                </a:lnTo>
                <a:lnTo>
                  <a:pt x="702278" y="1723768"/>
                </a:lnTo>
                <a:lnTo>
                  <a:pt x="701573" y="1725444"/>
                </a:lnTo>
                <a:lnTo>
                  <a:pt x="701183" y="1728273"/>
                </a:lnTo>
                <a:lnTo>
                  <a:pt x="699573" y="1729692"/>
                </a:lnTo>
                <a:lnTo>
                  <a:pt x="696744" y="1729692"/>
                </a:lnTo>
                <a:lnTo>
                  <a:pt x="694868" y="1730197"/>
                </a:lnTo>
                <a:lnTo>
                  <a:pt x="693944" y="1731207"/>
                </a:lnTo>
                <a:lnTo>
                  <a:pt x="691563" y="1731855"/>
                </a:lnTo>
                <a:lnTo>
                  <a:pt x="687724" y="1732131"/>
                </a:lnTo>
                <a:lnTo>
                  <a:pt x="685562" y="1732350"/>
                </a:lnTo>
                <a:lnTo>
                  <a:pt x="685076" y="1732502"/>
                </a:lnTo>
                <a:lnTo>
                  <a:pt x="683533" y="1732826"/>
                </a:lnTo>
                <a:lnTo>
                  <a:pt x="680933" y="1733312"/>
                </a:lnTo>
                <a:lnTo>
                  <a:pt x="679418" y="1734169"/>
                </a:lnTo>
                <a:lnTo>
                  <a:pt x="678980" y="1735417"/>
                </a:lnTo>
                <a:lnTo>
                  <a:pt x="678142" y="1736007"/>
                </a:lnTo>
                <a:lnTo>
                  <a:pt x="676894" y="1735960"/>
                </a:lnTo>
                <a:lnTo>
                  <a:pt x="675599" y="1737036"/>
                </a:lnTo>
                <a:lnTo>
                  <a:pt x="674237" y="1739246"/>
                </a:lnTo>
                <a:lnTo>
                  <a:pt x="671855" y="1740379"/>
                </a:lnTo>
                <a:lnTo>
                  <a:pt x="668455" y="1740437"/>
                </a:lnTo>
                <a:lnTo>
                  <a:pt x="666331" y="1740703"/>
                </a:lnTo>
                <a:lnTo>
                  <a:pt x="665502" y="1741170"/>
                </a:lnTo>
                <a:lnTo>
                  <a:pt x="663121" y="1741465"/>
                </a:lnTo>
                <a:lnTo>
                  <a:pt x="659187" y="1741589"/>
                </a:lnTo>
                <a:lnTo>
                  <a:pt x="656930" y="1741713"/>
                </a:lnTo>
                <a:lnTo>
                  <a:pt x="656330" y="1741827"/>
                </a:lnTo>
                <a:lnTo>
                  <a:pt x="654482" y="1742180"/>
                </a:lnTo>
                <a:lnTo>
                  <a:pt x="651367" y="1742780"/>
                </a:lnTo>
                <a:lnTo>
                  <a:pt x="649700" y="1743485"/>
                </a:lnTo>
                <a:lnTo>
                  <a:pt x="649472" y="1744313"/>
                </a:lnTo>
                <a:lnTo>
                  <a:pt x="648938" y="1744770"/>
                </a:lnTo>
                <a:lnTo>
                  <a:pt x="648110" y="1744847"/>
                </a:lnTo>
                <a:lnTo>
                  <a:pt x="646976" y="1746094"/>
                </a:lnTo>
                <a:lnTo>
                  <a:pt x="645528" y="1748504"/>
                </a:lnTo>
                <a:lnTo>
                  <a:pt x="643147" y="1749743"/>
                </a:lnTo>
                <a:lnTo>
                  <a:pt x="639832" y="1749800"/>
                </a:lnTo>
                <a:lnTo>
                  <a:pt x="637727" y="1750076"/>
                </a:lnTo>
                <a:lnTo>
                  <a:pt x="636842" y="1750581"/>
                </a:lnTo>
                <a:lnTo>
                  <a:pt x="634460" y="1750847"/>
                </a:lnTo>
                <a:lnTo>
                  <a:pt x="630584" y="1750895"/>
                </a:lnTo>
                <a:lnTo>
                  <a:pt x="628317" y="1751000"/>
                </a:lnTo>
                <a:lnTo>
                  <a:pt x="627640" y="1751171"/>
                </a:lnTo>
                <a:lnTo>
                  <a:pt x="625259" y="1751371"/>
                </a:lnTo>
                <a:lnTo>
                  <a:pt x="621173" y="1751619"/>
                </a:lnTo>
                <a:lnTo>
                  <a:pt x="618935" y="1751762"/>
                </a:lnTo>
                <a:lnTo>
                  <a:pt x="618544" y="1751809"/>
                </a:lnTo>
                <a:lnTo>
                  <a:pt x="616601" y="1752019"/>
                </a:lnTo>
                <a:lnTo>
                  <a:pt x="613086" y="1752410"/>
                </a:lnTo>
                <a:lnTo>
                  <a:pt x="611181" y="1752876"/>
                </a:lnTo>
                <a:lnTo>
                  <a:pt x="610876" y="1753438"/>
                </a:lnTo>
                <a:lnTo>
                  <a:pt x="610438" y="1753705"/>
                </a:lnTo>
                <a:lnTo>
                  <a:pt x="609876" y="1753676"/>
                </a:lnTo>
                <a:lnTo>
                  <a:pt x="608447" y="1754619"/>
                </a:lnTo>
                <a:lnTo>
                  <a:pt x="606133" y="1756543"/>
                </a:lnTo>
                <a:lnTo>
                  <a:pt x="603752" y="1757505"/>
                </a:lnTo>
                <a:lnTo>
                  <a:pt x="601304" y="1757505"/>
                </a:lnTo>
                <a:lnTo>
                  <a:pt x="599284" y="1757867"/>
                </a:lnTo>
                <a:lnTo>
                  <a:pt x="597694" y="1758591"/>
                </a:lnTo>
                <a:lnTo>
                  <a:pt x="595313" y="1758887"/>
                </a:lnTo>
                <a:lnTo>
                  <a:pt x="592141" y="1758763"/>
                </a:lnTo>
                <a:lnTo>
                  <a:pt x="589893" y="1758896"/>
                </a:lnTo>
                <a:lnTo>
                  <a:pt x="588569" y="1759287"/>
                </a:lnTo>
                <a:lnTo>
                  <a:pt x="586188" y="1759458"/>
                </a:lnTo>
                <a:lnTo>
                  <a:pt x="582749" y="1759410"/>
                </a:lnTo>
                <a:lnTo>
                  <a:pt x="580454" y="1759496"/>
                </a:lnTo>
                <a:lnTo>
                  <a:pt x="579311" y="1759725"/>
                </a:lnTo>
                <a:lnTo>
                  <a:pt x="576929" y="1759829"/>
                </a:lnTo>
                <a:lnTo>
                  <a:pt x="573310" y="1759829"/>
                </a:lnTo>
                <a:lnTo>
                  <a:pt x="570976" y="1759887"/>
                </a:lnTo>
                <a:lnTo>
                  <a:pt x="569938" y="1759991"/>
                </a:lnTo>
                <a:lnTo>
                  <a:pt x="567557" y="1760049"/>
                </a:lnTo>
                <a:lnTo>
                  <a:pt x="563832" y="1760049"/>
                </a:lnTo>
                <a:lnTo>
                  <a:pt x="561489" y="1760077"/>
                </a:lnTo>
                <a:lnTo>
                  <a:pt x="560518" y="1760144"/>
                </a:lnTo>
                <a:lnTo>
                  <a:pt x="558136" y="1760220"/>
                </a:lnTo>
                <a:lnTo>
                  <a:pt x="554345" y="1760306"/>
                </a:lnTo>
                <a:lnTo>
                  <a:pt x="552012" y="1760353"/>
                </a:lnTo>
                <a:lnTo>
                  <a:pt x="551145" y="1760372"/>
                </a:lnTo>
                <a:lnTo>
                  <a:pt x="548764" y="1760382"/>
                </a:lnTo>
                <a:lnTo>
                  <a:pt x="544868" y="1760382"/>
                </a:lnTo>
                <a:lnTo>
                  <a:pt x="542487" y="1760382"/>
                </a:lnTo>
                <a:lnTo>
                  <a:pt x="541620" y="1760382"/>
                </a:lnTo>
                <a:lnTo>
                  <a:pt x="539239" y="1760363"/>
                </a:lnTo>
                <a:lnTo>
                  <a:pt x="535343" y="1760325"/>
                </a:lnTo>
                <a:lnTo>
                  <a:pt x="532933" y="1760287"/>
                </a:lnTo>
                <a:lnTo>
                  <a:pt x="531990" y="1760258"/>
                </a:lnTo>
                <a:lnTo>
                  <a:pt x="529609" y="1760239"/>
                </a:lnTo>
                <a:lnTo>
                  <a:pt x="525790" y="1760239"/>
                </a:lnTo>
                <a:lnTo>
                  <a:pt x="523342" y="1760172"/>
                </a:lnTo>
                <a:lnTo>
                  <a:pt x="522265" y="1760049"/>
                </a:lnTo>
                <a:lnTo>
                  <a:pt x="519884" y="1759982"/>
                </a:lnTo>
                <a:lnTo>
                  <a:pt x="516198" y="1759982"/>
                </a:lnTo>
                <a:lnTo>
                  <a:pt x="513721" y="1759887"/>
                </a:lnTo>
                <a:lnTo>
                  <a:pt x="512455" y="1759696"/>
                </a:lnTo>
                <a:lnTo>
                  <a:pt x="510073" y="1759601"/>
                </a:lnTo>
                <a:lnTo>
                  <a:pt x="506578" y="1759601"/>
                </a:lnTo>
                <a:lnTo>
                  <a:pt x="503987" y="1759391"/>
                </a:lnTo>
                <a:lnTo>
                  <a:pt x="502301" y="1758972"/>
                </a:lnTo>
                <a:lnTo>
                  <a:pt x="499920" y="1758763"/>
                </a:lnTo>
                <a:lnTo>
                  <a:pt x="496843" y="1758763"/>
                </a:lnTo>
                <a:lnTo>
                  <a:pt x="493957" y="1758267"/>
                </a:lnTo>
                <a:lnTo>
                  <a:pt x="491280" y="1757267"/>
                </a:lnTo>
                <a:lnTo>
                  <a:pt x="488899" y="1756772"/>
                </a:lnTo>
                <a:lnTo>
                  <a:pt x="486813" y="1756772"/>
                </a:lnTo>
                <a:lnTo>
                  <a:pt x="483394" y="1755724"/>
                </a:lnTo>
                <a:lnTo>
                  <a:pt x="478631" y="1753638"/>
                </a:lnTo>
                <a:lnTo>
                  <a:pt x="473869" y="1752390"/>
                </a:lnTo>
                <a:lnTo>
                  <a:pt x="469106" y="1751981"/>
                </a:lnTo>
                <a:lnTo>
                  <a:pt x="466487" y="1751743"/>
                </a:lnTo>
                <a:lnTo>
                  <a:pt x="466011" y="1751676"/>
                </a:lnTo>
                <a:lnTo>
                  <a:pt x="463629" y="1751533"/>
                </a:lnTo>
                <a:lnTo>
                  <a:pt x="459343" y="1751305"/>
                </a:lnTo>
                <a:lnTo>
                  <a:pt x="456695" y="1751038"/>
                </a:lnTo>
                <a:lnTo>
                  <a:pt x="455686" y="1750733"/>
                </a:lnTo>
                <a:lnTo>
                  <a:pt x="453304" y="1750524"/>
                </a:lnTo>
                <a:lnTo>
                  <a:pt x="449551" y="1750409"/>
                </a:lnTo>
                <a:lnTo>
                  <a:pt x="446522" y="1749762"/>
                </a:lnTo>
                <a:lnTo>
                  <a:pt x="444208" y="1748580"/>
                </a:lnTo>
                <a:lnTo>
                  <a:pt x="441827" y="1747942"/>
                </a:lnTo>
                <a:lnTo>
                  <a:pt x="439379" y="1747876"/>
                </a:lnTo>
                <a:lnTo>
                  <a:pt x="436226" y="1746647"/>
                </a:lnTo>
                <a:lnTo>
                  <a:pt x="432368" y="1744266"/>
                </a:lnTo>
                <a:lnTo>
                  <a:pt x="429987" y="1742980"/>
                </a:lnTo>
                <a:lnTo>
                  <a:pt x="429082" y="1742799"/>
                </a:lnTo>
                <a:lnTo>
                  <a:pt x="428501" y="1742675"/>
                </a:lnTo>
                <a:lnTo>
                  <a:pt x="428263" y="1742618"/>
                </a:lnTo>
                <a:lnTo>
                  <a:pt x="425882" y="1742342"/>
                </a:lnTo>
                <a:lnTo>
                  <a:pt x="421357" y="1741827"/>
                </a:lnTo>
                <a:lnTo>
                  <a:pt x="418224" y="1741075"/>
                </a:lnTo>
                <a:lnTo>
                  <a:pt x="416471" y="1740065"/>
                </a:lnTo>
                <a:lnTo>
                  <a:pt x="414090" y="1739532"/>
                </a:lnTo>
                <a:lnTo>
                  <a:pt x="411080" y="1739446"/>
                </a:lnTo>
                <a:lnTo>
                  <a:pt x="407670" y="1737951"/>
                </a:lnTo>
                <a:lnTo>
                  <a:pt x="403860" y="1735017"/>
                </a:lnTo>
                <a:lnTo>
                  <a:pt x="401479" y="1733417"/>
                </a:lnTo>
                <a:lnTo>
                  <a:pt x="400526" y="1733140"/>
                </a:lnTo>
                <a:lnTo>
                  <a:pt x="399793" y="1732883"/>
                </a:lnTo>
                <a:lnTo>
                  <a:pt x="399288" y="1732645"/>
                </a:lnTo>
                <a:lnTo>
                  <a:pt x="396907" y="1732236"/>
                </a:lnTo>
                <a:lnTo>
                  <a:pt x="392649" y="1731645"/>
                </a:lnTo>
                <a:lnTo>
                  <a:pt x="388191" y="1729521"/>
                </a:lnTo>
                <a:lnTo>
                  <a:pt x="383524" y="1725854"/>
                </a:lnTo>
                <a:lnTo>
                  <a:pt x="381143" y="1724006"/>
                </a:lnTo>
                <a:lnTo>
                  <a:pt x="378485" y="1723349"/>
                </a:lnTo>
                <a:lnTo>
                  <a:pt x="373809" y="1722358"/>
                </a:lnTo>
                <a:lnTo>
                  <a:pt x="369303" y="1720025"/>
                </a:lnTo>
                <a:lnTo>
                  <a:pt x="364969" y="1716338"/>
                </a:lnTo>
                <a:lnTo>
                  <a:pt x="362588" y="1714395"/>
                </a:lnTo>
                <a:lnTo>
                  <a:pt x="362160" y="1714176"/>
                </a:lnTo>
                <a:lnTo>
                  <a:pt x="361712" y="1713938"/>
                </a:lnTo>
                <a:lnTo>
                  <a:pt x="361236" y="1713681"/>
                </a:lnTo>
                <a:lnTo>
                  <a:pt x="358854" y="1713109"/>
                </a:lnTo>
                <a:lnTo>
                  <a:pt x="354568" y="1712224"/>
                </a:lnTo>
                <a:lnTo>
                  <a:pt x="350472" y="1710080"/>
                </a:lnTo>
                <a:lnTo>
                  <a:pt x="346577" y="1706680"/>
                </a:lnTo>
                <a:lnTo>
                  <a:pt x="344195" y="1704756"/>
                </a:lnTo>
                <a:lnTo>
                  <a:pt x="343329" y="1704327"/>
                </a:lnTo>
                <a:lnTo>
                  <a:pt x="342081" y="1703508"/>
                </a:lnTo>
                <a:lnTo>
                  <a:pt x="340433" y="1702298"/>
                </a:lnTo>
                <a:lnTo>
                  <a:pt x="338052" y="1701422"/>
                </a:lnTo>
                <a:lnTo>
                  <a:pt x="334937" y="1700889"/>
                </a:lnTo>
                <a:lnTo>
                  <a:pt x="332080" y="1699327"/>
                </a:lnTo>
                <a:lnTo>
                  <a:pt x="329498" y="1696745"/>
                </a:lnTo>
                <a:lnTo>
                  <a:pt x="327117" y="1694993"/>
                </a:lnTo>
                <a:lnTo>
                  <a:pt x="324936" y="1694088"/>
                </a:lnTo>
                <a:lnTo>
                  <a:pt x="321745" y="1691707"/>
                </a:lnTo>
                <a:lnTo>
                  <a:pt x="317544" y="1687849"/>
                </a:lnTo>
                <a:lnTo>
                  <a:pt x="315163" y="1685735"/>
                </a:lnTo>
                <a:lnTo>
                  <a:pt x="314601" y="1685344"/>
                </a:lnTo>
                <a:lnTo>
                  <a:pt x="313258" y="1684277"/>
                </a:lnTo>
                <a:lnTo>
                  <a:pt x="311106" y="1682515"/>
                </a:lnTo>
                <a:lnTo>
                  <a:pt x="308724" y="1681201"/>
                </a:lnTo>
                <a:lnTo>
                  <a:pt x="306114" y="1680334"/>
                </a:lnTo>
                <a:lnTo>
                  <a:pt x="303895" y="1679019"/>
                </a:lnTo>
                <a:lnTo>
                  <a:pt x="302095" y="1677276"/>
                </a:lnTo>
                <a:lnTo>
                  <a:pt x="299714" y="1675524"/>
                </a:lnTo>
                <a:lnTo>
                  <a:pt x="296751" y="1673771"/>
                </a:lnTo>
                <a:lnTo>
                  <a:pt x="293675" y="1671390"/>
                </a:lnTo>
                <a:lnTo>
                  <a:pt x="290465" y="1668380"/>
                </a:lnTo>
                <a:lnTo>
                  <a:pt x="288084" y="1666199"/>
                </a:lnTo>
                <a:lnTo>
                  <a:pt x="286531" y="1664856"/>
                </a:lnTo>
                <a:lnTo>
                  <a:pt x="284102" y="1662474"/>
                </a:lnTo>
                <a:lnTo>
                  <a:pt x="280816" y="1659055"/>
                </a:lnTo>
                <a:lnTo>
                  <a:pt x="278435" y="1656693"/>
                </a:lnTo>
                <a:lnTo>
                  <a:pt x="276958" y="1655388"/>
                </a:lnTo>
                <a:lnTo>
                  <a:pt x="274520" y="1653007"/>
                </a:lnTo>
                <a:lnTo>
                  <a:pt x="271120" y="1649549"/>
                </a:lnTo>
                <a:lnTo>
                  <a:pt x="268738" y="1647111"/>
                </a:lnTo>
                <a:lnTo>
                  <a:pt x="267376" y="1645682"/>
                </a:lnTo>
                <a:lnTo>
                  <a:pt x="265033" y="1643301"/>
                </a:lnTo>
                <a:lnTo>
                  <a:pt x="261699" y="1639967"/>
                </a:lnTo>
                <a:lnTo>
                  <a:pt x="259318" y="1637424"/>
                </a:lnTo>
                <a:lnTo>
                  <a:pt x="257889" y="1635671"/>
                </a:lnTo>
                <a:lnTo>
                  <a:pt x="255670" y="1633290"/>
                </a:lnTo>
                <a:lnTo>
                  <a:pt x="252660" y="1630280"/>
                </a:lnTo>
                <a:lnTo>
                  <a:pt x="250279" y="1627518"/>
                </a:lnTo>
                <a:lnTo>
                  <a:pt x="248526" y="1624994"/>
                </a:lnTo>
                <a:lnTo>
                  <a:pt x="246497" y="1622612"/>
                </a:lnTo>
                <a:lnTo>
                  <a:pt x="244183" y="1620374"/>
                </a:lnTo>
                <a:lnTo>
                  <a:pt x="241802" y="1617221"/>
                </a:lnTo>
                <a:lnTo>
                  <a:pt x="239354" y="1613183"/>
                </a:lnTo>
                <a:lnTo>
                  <a:pt x="237763" y="1610801"/>
                </a:lnTo>
                <a:lnTo>
                  <a:pt x="237058" y="1610077"/>
                </a:lnTo>
                <a:lnTo>
                  <a:pt x="236506" y="1609173"/>
                </a:lnTo>
                <a:lnTo>
                  <a:pt x="236115" y="1608077"/>
                </a:lnTo>
                <a:lnTo>
                  <a:pt x="234315" y="1605696"/>
                </a:lnTo>
                <a:lnTo>
                  <a:pt x="231086" y="1602029"/>
                </a:lnTo>
                <a:lnTo>
                  <a:pt x="229257" y="1599819"/>
                </a:lnTo>
                <a:lnTo>
                  <a:pt x="228819" y="1599047"/>
                </a:lnTo>
                <a:lnTo>
                  <a:pt x="226809" y="1596666"/>
                </a:lnTo>
                <a:lnTo>
                  <a:pt x="223218" y="1592675"/>
                </a:lnTo>
                <a:lnTo>
                  <a:pt x="220837" y="1588837"/>
                </a:lnTo>
                <a:lnTo>
                  <a:pt x="219666" y="1585150"/>
                </a:lnTo>
                <a:lnTo>
                  <a:pt x="218484" y="1582769"/>
                </a:lnTo>
                <a:lnTo>
                  <a:pt x="217294" y="1581693"/>
                </a:lnTo>
                <a:lnTo>
                  <a:pt x="216589" y="1580445"/>
                </a:lnTo>
                <a:lnTo>
                  <a:pt x="216379" y="1579045"/>
                </a:lnTo>
                <a:lnTo>
                  <a:pt x="214884" y="1576664"/>
                </a:lnTo>
                <a:lnTo>
                  <a:pt x="212093" y="1573301"/>
                </a:lnTo>
                <a:lnTo>
                  <a:pt x="210417" y="1570958"/>
                </a:lnTo>
                <a:lnTo>
                  <a:pt x="209836" y="1569634"/>
                </a:lnTo>
                <a:lnTo>
                  <a:pt x="207912" y="1567253"/>
                </a:lnTo>
                <a:lnTo>
                  <a:pt x="204626" y="1563815"/>
                </a:lnTo>
                <a:lnTo>
                  <a:pt x="202873" y="1560338"/>
                </a:lnTo>
                <a:lnTo>
                  <a:pt x="202635" y="1556823"/>
                </a:lnTo>
                <a:lnTo>
                  <a:pt x="202121" y="1554442"/>
                </a:lnTo>
                <a:lnTo>
                  <a:pt x="201320" y="1553194"/>
                </a:lnTo>
                <a:lnTo>
                  <a:pt x="200701" y="1551956"/>
                </a:lnTo>
                <a:lnTo>
                  <a:pt x="200254" y="1550708"/>
                </a:lnTo>
                <a:lnTo>
                  <a:pt x="198520" y="1548327"/>
                </a:lnTo>
                <a:lnTo>
                  <a:pt x="195510" y="1544812"/>
                </a:lnTo>
                <a:lnTo>
                  <a:pt x="193900" y="1541450"/>
                </a:lnTo>
                <a:lnTo>
                  <a:pt x="193700" y="1538240"/>
                </a:lnTo>
                <a:lnTo>
                  <a:pt x="193129" y="1535859"/>
                </a:lnTo>
                <a:lnTo>
                  <a:pt x="192167" y="1534306"/>
                </a:lnTo>
                <a:lnTo>
                  <a:pt x="191395" y="1532582"/>
                </a:lnTo>
                <a:lnTo>
                  <a:pt x="190795" y="1530706"/>
                </a:lnTo>
                <a:lnTo>
                  <a:pt x="189195" y="1528324"/>
                </a:lnTo>
                <a:lnTo>
                  <a:pt x="186585" y="1525438"/>
                </a:lnTo>
                <a:lnTo>
                  <a:pt x="185223" y="1522628"/>
                </a:lnTo>
                <a:lnTo>
                  <a:pt x="185090" y="1519895"/>
                </a:lnTo>
                <a:lnTo>
                  <a:pt x="184375" y="1517513"/>
                </a:lnTo>
                <a:lnTo>
                  <a:pt x="183080" y="1515485"/>
                </a:lnTo>
                <a:lnTo>
                  <a:pt x="182147" y="1512170"/>
                </a:lnTo>
                <a:lnTo>
                  <a:pt x="181556" y="1507550"/>
                </a:lnTo>
                <a:lnTo>
                  <a:pt x="181251" y="1505169"/>
                </a:lnTo>
                <a:lnTo>
                  <a:pt x="181137" y="1504788"/>
                </a:lnTo>
                <a:lnTo>
                  <a:pt x="181032" y="1504464"/>
                </a:lnTo>
                <a:lnTo>
                  <a:pt x="179289" y="1502083"/>
                </a:lnTo>
                <a:lnTo>
                  <a:pt x="175927" y="1497644"/>
                </a:lnTo>
                <a:lnTo>
                  <a:pt x="174212" y="1493711"/>
                </a:lnTo>
                <a:lnTo>
                  <a:pt x="174155" y="1490291"/>
                </a:lnTo>
                <a:lnTo>
                  <a:pt x="173822" y="1487910"/>
                </a:lnTo>
                <a:lnTo>
                  <a:pt x="173222" y="1486567"/>
                </a:lnTo>
                <a:lnTo>
                  <a:pt x="172793" y="1483766"/>
                </a:lnTo>
                <a:lnTo>
                  <a:pt x="172545" y="1479490"/>
                </a:lnTo>
                <a:lnTo>
                  <a:pt x="172364" y="1477108"/>
                </a:lnTo>
                <a:lnTo>
                  <a:pt x="172241" y="1476623"/>
                </a:lnTo>
                <a:lnTo>
                  <a:pt x="172002" y="1475242"/>
                </a:lnTo>
                <a:lnTo>
                  <a:pt x="171631" y="1472975"/>
                </a:lnTo>
                <a:lnTo>
                  <a:pt x="170545" y="1470593"/>
                </a:lnTo>
                <a:lnTo>
                  <a:pt x="168745" y="1468098"/>
                </a:lnTo>
                <a:lnTo>
                  <a:pt x="167840" y="1465945"/>
                </a:lnTo>
                <a:lnTo>
                  <a:pt x="167840" y="1464145"/>
                </a:lnTo>
                <a:lnTo>
                  <a:pt x="167002" y="1461764"/>
                </a:lnTo>
                <a:lnTo>
                  <a:pt x="165325" y="1458801"/>
                </a:lnTo>
                <a:lnTo>
                  <a:pt x="164487" y="1455582"/>
                </a:lnTo>
                <a:lnTo>
                  <a:pt x="164487" y="1452096"/>
                </a:lnTo>
                <a:lnTo>
                  <a:pt x="164287" y="1449715"/>
                </a:lnTo>
                <a:lnTo>
                  <a:pt x="163906" y="1448438"/>
                </a:lnTo>
                <a:lnTo>
                  <a:pt x="163601" y="1445762"/>
                </a:lnTo>
                <a:lnTo>
                  <a:pt x="163392" y="1441675"/>
                </a:lnTo>
                <a:lnTo>
                  <a:pt x="163220" y="1439294"/>
                </a:lnTo>
                <a:lnTo>
                  <a:pt x="163087" y="1438618"/>
                </a:lnTo>
                <a:lnTo>
                  <a:pt x="162906" y="1436046"/>
                </a:lnTo>
                <a:lnTo>
                  <a:pt x="162668" y="1431598"/>
                </a:lnTo>
                <a:lnTo>
                  <a:pt x="162525" y="1429217"/>
                </a:lnTo>
                <a:lnTo>
                  <a:pt x="162477" y="1428902"/>
                </a:lnTo>
                <a:lnTo>
                  <a:pt x="162325" y="1427359"/>
                </a:lnTo>
                <a:lnTo>
                  <a:pt x="162058" y="1424588"/>
                </a:lnTo>
                <a:lnTo>
                  <a:pt x="161430" y="1422206"/>
                </a:lnTo>
                <a:lnTo>
                  <a:pt x="160439" y="1420216"/>
                </a:lnTo>
                <a:lnTo>
                  <a:pt x="159944" y="1418730"/>
                </a:lnTo>
                <a:lnTo>
                  <a:pt x="159944" y="1417739"/>
                </a:lnTo>
                <a:lnTo>
                  <a:pt x="159182" y="1415358"/>
                </a:lnTo>
                <a:lnTo>
                  <a:pt x="157677" y="1411586"/>
                </a:lnTo>
                <a:lnTo>
                  <a:pt x="156924" y="1408452"/>
                </a:lnTo>
                <a:lnTo>
                  <a:pt x="156924" y="1405947"/>
                </a:lnTo>
                <a:lnTo>
                  <a:pt x="156715" y="1403566"/>
                </a:lnTo>
                <a:lnTo>
                  <a:pt x="156305" y="1401308"/>
                </a:lnTo>
                <a:lnTo>
                  <a:pt x="156067" y="1398689"/>
                </a:lnTo>
                <a:lnTo>
                  <a:pt x="156000" y="1395708"/>
                </a:lnTo>
                <a:lnTo>
                  <a:pt x="155934" y="1393327"/>
                </a:lnTo>
                <a:lnTo>
                  <a:pt x="155867" y="1391545"/>
                </a:lnTo>
                <a:lnTo>
                  <a:pt x="155829" y="1389126"/>
                </a:lnTo>
                <a:lnTo>
                  <a:pt x="155829" y="1386078"/>
                </a:lnTo>
                <a:lnTo>
                  <a:pt x="155800" y="1383697"/>
                </a:lnTo>
                <a:lnTo>
                  <a:pt x="155734" y="1381982"/>
                </a:lnTo>
                <a:lnTo>
                  <a:pt x="155696" y="1379572"/>
                </a:lnTo>
                <a:lnTo>
                  <a:pt x="155696" y="1376458"/>
                </a:lnTo>
                <a:lnTo>
                  <a:pt x="155667" y="1374077"/>
                </a:lnTo>
                <a:lnTo>
                  <a:pt x="155610" y="1372429"/>
                </a:lnTo>
                <a:lnTo>
                  <a:pt x="155600" y="1370038"/>
                </a:lnTo>
                <a:lnTo>
                  <a:pt x="155658" y="1366923"/>
                </a:lnTo>
                <a:lnTo>
                  <a:pt x="155705" y="1364542"/>
                </a:lnTo>
                <a:lnTo>
                  <a:pt x="155734" y="1362894"/>
                </a:lnTo>
                <a:lnTo>
                  <a:pt x="155724" y="1360503"/>
                </a:lnTo>
                <a:lnTo>
                  <a:pt x="155667" y="1357360"/>
                </a:lnTo>
                <a:lnTo>
                  <a:pt x="155734" y="1354979"/>
                </a:lnTo>
                <a:lnTo>
                  <a:pt x="155943" y="1353360"/>
                </a:lnTo>
                <a:lnTo>
                  <a:pt x="156077" y="1351112"/>
                </a:lnTo>
                <a:lnTo>
                  <a:pt x="156143" y="1348235"/>
                </a:lnTo>
                <a:lnTo>
                  <a:pt x="156601" y="1345854"/>
                </a:lnTo>
                <a:lnTo>
                  <a:pt x="157458" y="1343968"/>
                </a:lnTo>
                <a:lnTo>
                  <a:pt x="157944" y="1342073"/>
                </a:lnTo>
                <a:lnTo>
                  <a:pt x="158058" y="1340168"/>
                </a:lnTo>
                <a:lnTo>
                  <a:pt x="159068" y="1337948"/>
                </a:lnTo>
                <a:lnTo>
                  <a:pt x="160973" y="1335405"/>
                </a:lnTo>
                <a:lnTo>
                  <a:pt x="161944" y="1333995"/>
                </a:lnTo>
                <a:lnTo>
                  <a:pt x="161973" y="1333710"/>
                </a:lnTo>
                <a:lnTo>
                  <a:pt x="162135" y="1331271"/>
                </a:lnTo>
                <a:lnTo>
                  <a:pt x="162411" y="1326823"/>
                </a:lnTo>
                <a:lnTo>
                  <a:pt x="162563" y="1324442"/>
                </a:lnTo>
                <a:lnTo>
                  <a:pt x="162573" y="1324127"/>
                </a:lnTo>
                <a:lnTo>
                  <a:pt x="162649" y="1321822"/>
                </a:lnTo>
                <a:lnTo>
                  <a:pt x="162782" y="1317527"/>
                </a:lnTo>
                <a:lnTo>
                  <a:pt x="162858" y="1315145"/>
                </a:lnTo>
                <a:lnTo>
                  <a:pt x="162878" y="1314679"/>
                </a:lnTo>
                <a:lnTo>
                  <a:pt x="162916" y="1312345"/>
                </a:lnTo>
                <a:lnTo>
                  <a:pt x="162982" y="1308125"/>
                </a:lnTo>
                <a:lnTo>
                  <a:pt x="163068" y="1305744"/>
                </a:lnTo>
                <a:lnTo>
                  <a:pt x="163163" y="1305201"/>
                </a:lnTo>
                <a:lnTo>
                  <a:pt x="163230" y="1302887"/>
                </a:lnTo>
                <a:lnTo>
                  <a:pt x="163268" y="1298800"/>
                </a:lnTo>
                <a:lnTo>
                  <a:pt x="163430" y="1296419"/>
                </a:lnTo>
                <a:lnTo>
                  <a:pt x="163735" y="1295743"/>
                </a:lnTo>
                <a:lnTo>
                  <a:pt x="163906" y="1293533"/>
                </a:lnTo>
                <a:lnTo>
                  <a:pt x="163954" y="1289790"/>
                </a:lnTo>
                <a:lnTo>
                  <a:pt x="164582" y="1287409"/>
                </a:lnTo>
                <a:lnTo>
                  <a:pt x="165811" y="1286389"/>
                </a:lnTo>
                <a:lnTo>
                  <a:pt x="166487" y="1284684"/>
                </a:lnTo>
                <a:lnTo>
                  <a:pt x="166621" y="1282303"/>
                </a:lnTo>
                <a:lnTo>
                  <a:pt x="167878" y="1280417"/>
                </a:lnTo>
                <a:lnTo>
                  <a:pt x="170259" y="1279027"/>
                </a:lnTo>
                <a:lnTo>
                  <a:pt x="171526" y="1277922"/>
                </a:lnTo>
                <a:lnTo>
                  <a:pt x="171688" y="1277083"/>
                </a:lnTo>
                <a:lnTo>
                  <a:pt x="171774" y="1276588"/>
                </a:lnTo>
                <a:lnTo>
                  <a:pt x="171955" y="1274216"/>
                </a:lnTo>
                <a:lnTo>
                  <a:pt x="172279" y="1269949"/>
                </a:lnTo>
                <a:lnTo>
                  <a:pt x="172498" y="1267568"/>
                </a:lnTo>
                <a:lnTo>
                  <a:pt x="172603" y="1267073"/>
                </a:lnTo>
                <a:lnTo>
                  <a:pt x="172669" y="1264758"/>
                </a:lnTo>
                <a:lnTo>
                  <a:pt x="172698" y="1260634"/>
                </a:lnTo>
                <a:lnTo>
                  <a:pt x="172879" y="1258253"/>
                </a:lnTo>
                <a:lnTo>
                  <a:pt x="173212" y="1257614"/>
                </a:lnTo>
                <a:lnTo>
                  <a:pt x="173403" y="1255424"/>
                </a:lnTo>
                <a:lnTo>
                  <a:pt x="173441" y="1251671"/>
                </a:lnTo>
                <a:lnTo>
                  <a:pt x="174498" y="1249289"/>
                </a:lnTo>
                <a:lnTo>
                  <a:pt x="176546" y="1248280"/>
                </a:lnTo>
                <a:lnTo>
                  <a:pt x="177632" y="1246984"/>
                </a:lnTo>
                <a:lnTo>
                  <a:pt x="177746" y="1245394"/>
                </a:lnTo>
                <a:lnTo>
                  <a:pt x="178594" y="1244508"/>
                </a:lnTo>
                <a:lnTo>
                  <a:pt x="180184" y="1244336"/>
                </a:lnTo>
                <a:lnTo>
                  <a:pt x="181242" y="1243013"/>
                </a:lnTo>
                <a:lnTo>
                  <a:pt x="181775" y="1240546"/>
                </a:lnTo>
                <a:lnTo>
                  <a:pt x="182108" y="1239050"/>
                </a:lnTo>
                <a:lnTo>
                  <a:pt x="182242" y="1238517"/>
                </a:lnTo>
                <a:lnTo>
                  <a:pt x="182347" y="1236240"/>
                </a:lnTo>
                <a:lnTo>
                  <a:pt x="182413" y="1232211"/>
                </a:lnTo>
                <a:lnTo>
                  <a:pt x="182766" y="1229830"/>
                </a:lnTo>
                <a:lnTo>
                  <a:pt x="183404" y="1229096"/>
                </a:lnTo>
                <a:lnTo>
                  <a:pt x="183718" y="1227030"/>
                </a:lnTo>
                <a:lnTo>
                  <a:pt x="183718" y="1223639"/>
                </a:lnTo>
                <a:lnTo>
                  <a:pt x="185414" y="1221486"/>
                </a:lnTo>
                <a:lnTo>
                  <a:pt x="188805" y="1220572"/>
                </a:lnTo>
                <a:lnTo>
                  <a:pt x="190586" y="1219972"/>
                </a:lnTo>
                <a:lnTo>
                  <a:pt x="190748" y="1219676"/>
                </a:lnTo>
                <a:lnTo>
                  <a:pt x="190833" y="1219448"/>
                </a:lnTo>
                <a:lnTo>
                  <a:pt x="191072" y="1217124"/>
                </a:lnTo>
                <a:lnTo>
                  <a:pt x="191500" y="1212971"/>
                </a:lnTo>
                <a:lnTo>
                  <a:pt x="191853" y="1210589"/>
                </a:lnTo>
                <a:lnTo>
                  <a:pt x="192138" y="1209980"/>
                </a:lnTo>
                <a:lnTo>
                  <a:pt x="192310" y="1207770"/>
                </a:lnTo>
                <a:lnTo>
                  <a:pt x="192386" y="1203970"/>
                </a:lnTo>
                <a:lnTo>
                  <a:pt x="193291" y="1201588"/>
                </a:lnTo>
                <a:lnTo>
                  <a:pt x="195034" y="1200626"/>
                </a:lnTo>
                <a:lnTo>
                  <a:pt x="195882" y="1199093"/>
                </a:lnTo>
                <a:lnTo>
                  <a:pt x="195824" y="1196978"/>
                </a:lnTo>
                <a:lnTo>
                  <a:pt x="196853" y="1195749"/>
                </a:lnTo>
                <a:lnTo>
                  <a:pt x="198968" y="1195407"/>
                </a:lnTo>
                <a:lnTo>
                  <a:pt x="200263" y="1194321"/>
                </a:lnTo>
                <a:lnTo>
                  <a:pt x="200730" y="1192482"/>
                </a:lnTo>
                <a:lnTo>
                  <a:pt x="201063" y="1191330"/>
                </a:lnTo>
                <a:lnTo>
                  <a:pt x="201273" y="1190863"/>
                </a:lnTo>
                <a:lnTo>
                  <a:pt x="201397" y="1188596"/>
                </a:lnTo>
                <a:lnTo>
                  <a:pt x="201435" y="1184548"/>
                </a:lnTo>
                <a:lnTo>
                  <a:pt x="202092" y="1182167"/>
                </a:lnTo>
                <a:lnTo>
                  <a:pt x="203387" y="1181452"/>
                </a:lnTo>
                <a:lnTo>
                  <a:pt x="204102" y="1179786"/>
                </a:lnTo>
                <a:lnTo>
                  <a:pt x="204245" y="1177176"/>
                </a:lnTo>
                <a:lnTo>
                  <a:pt x="205616" y="1175795"/>
                </a:lnTo>
                <a:lnTo>
                  <a:pt x="208245" y="1175652"/>
                </a:lnTo>
                <a:lnTo>
                  <a:pt x="209798" y="1174833"/>
                </a:lnTo>
                <a:lnTo>
                  <a:pt x="210302" y="1173337"/>
                </a:lnTo>
                <a:lnTo>
                  <a:pt x="210674" y="1172327"/>
                </a:lnTo>
                <a:lnTo>
                  <a:pt x="210893" y="1171823"/>
                </a:lnTo>
                <a:lnTo>
                  <a:pt x="211093" y="1169651"/>
                </a:lnTo>
                <a:lnTo>
                  <a:pt x="211274" y="1165793"/>
                </a:lnTo>
                <a:lnTo>
                  <a:pt x="212388" y="1163412"/>
                </a:lnTo>
                <a:lnTo>
                  <a:pt x="214417" y="1162507"/>
                </a:lnTo>
                <a:lnTo>
                  <a:pt x="215408" y="1161117"/>
                </a:lnTo>
                <a:lnTo>
                  <a:pt x="215351" y="1159240"/>
                </a:lnTo>
                <a:lnTo>
                  <a:pt x="216265" y="1158240"/>
                </a:lnTo>
                <a:lnTo>
                  <a:pt x="218142" y="1158116"/>
                </a:lnTo>
                <a:lnTo>
                  <a:pt x="219370" y="1156973"/>
                </a:lnTo>
                <a:lnTo>
                  <a:pt x="219961" y="1154792"/>
                </a:lnTo>
                <a:lnTo>
                  <a:pt x="220475" y="1153411"/>
                </a:lnTo>
                <a:lnTo>
                  <a:pt x="220923" y="1152820"/>
                </a:lnTo>
                <a:lnTo>
                  <a:pt x="221142" y="1150658"/>
                </a:lnTo>
                <a:lnTo>
                  <a:pt x="221142" y="1146934"/>
                </a:lnTo>
                <a:lnTo>
                  <a:pt x="223009" y="1144724"/>
                </a:lnTo>
                <a:lnTo>
                  <a:pt x="226733" y="1144029"/>
                </a:lnTo>
                <a:lnTo>
                  <a:pt x="228686" y="1143600"/>
                </a:lnTo>
                <a:lnTo>
                  <a:pt x="228857" y="1143429"/>
                </a:lnTo>
                <a:lnTo>
                  <a:pt x="229200" y="1140924"/>
                </a:lnTo>
                <a:lnTo>
                  <a:pt x="229610" y="1136771"/>
                </a:lnTo>
                <a:lnTo>
                  <a:pt x="230343" y="1134389"/>
                </a:lnTo>
                <a:lnTo>
                  <a:pt x="231381" y="1133780"/>
                </a:lnTo>
                <a:lnTo>
                  <a:pt x="231934" y="1131951"/>
                </a:lnTo>
                <a:lnTo>
                  <a:pt x="232000" y="1128903"/>
                </a:lnTo>
                <a:lnTo>
                  <a:pt x="233553" y="1127284"/>
                </a:lnTo>
                <a:lnTo>
                  <a:pt x="236601" y="1127084"/>
                </a:lnTo>
                <a:lnTo>
                  <a:pt x="238373" y="1126484"/>
                </a:lnTo>
                <a:lnTo>
                  <a:pt x="238877" y="1125464"/>
                </a:lnTo>
                <a:lnTo>
                  <a:pt x="239344" y="1124702"/>
                </a:lnTo>
                <a:lnTo>
                  <a:pt x="239773" y="1124198"/>
                </a:lnTo>
                <a:lnTo>
                  <a:pt x="240049" y="1122102"/>
                </a:lnTo>
                <a:lnTo>
                  <a:pt x="240192" y="1118416"/>
                </a:lnTo>
                <a:lnTo>
                  <a:pt x="242116" y="1116416"/>
                </a:lnTo>
                <a:lnTo>
                  <a:pt x="245802" y="1116120"/>
                </a:lnTo>
                <a:lnTo>
                  <a:pt x="247850" y="1115778"/>
                </a:lnTo>
                <a:lnTo>
                  <a:pt x="248241" y="1115397"/>
                </a:lnTo>
                <a:lnTo>
                  <a:pt x="248507" y="1115016"/>
                </a:lnTo>
                <a:lnTo>
                  <a:pt x="248650" y="1114625"/>
                </a:lnTo>
                <a:lnTo>
                  <a:pt x="248793" y="1112387"/>
                </a:lnTo>
                <a:lnTo>
                  <a:pt x="248945" y="1108310"/>
                </a:lnTo>
                <a:lnTo>
                  <a:pt x="250336" y="1105929"/>
                </a:lnTo>
                <a:lnTo>
                  <a:pt x="252965" y="1105243"/>
                </a:lnTo>
                <a:lnTo>
                  <a:pt x="254337" y="1104233"/>
                </a:lnTo>
                <a:lnTo>
                  <a:pt x="254451" y="1102900"/>
                </a:lnTo>
                <a:lnTo>
                  <a:pt x="255175" y="1102204"/>
                </a:lnTo>
                <a:lnTo>
                  <a:pt x="256508" y="1102147"/>
                </a:lnTo>
                <a:lnTo>
                  <a:pt x="257470" y="1100728"/>
                </a:lnTo>
                <a:lnTo>
                  <a:pt x="258051" y="1097937"/>
                </a:lnTo>
                <a:lnTo>
                  <a:pt x="259090" y="1096251"/>
                </a:lnTo>
                <a:lnTo>
                  <a:pt x="260585" y="1095670"/>
                </a:lnTo>
                <a:lnTo>
                  <a:pt x="261452" y="1094156"/>
                </a:lnTo>
                <a:lnTo>
                  <a:pt x="261699" y="1091717"/>
                </a:lnTo>
                <a:lnTo>
                  <a:pt x="263042" y="1090412"/>
                </a:lnTo>
                <a:lnTo>
                  <a:pt x="265481" y="1090232"/>
                </a:lnTo>
                <a:lnTo>
                  <a:pt x="266995" y="1089355"/>
                </a:lnTo>
                <a:lnTo>
                  <a:pt x="267576" y="1087793"/>
                </a:lnTo>
                <a:lnTo>
                  <a:pt x="268224" y="1086726"/>
                </a:lnTo>
                <a:lnTo>
                  <a:pt x="268938" y="1086145"/>
                </a:lnTo>
                <a:lnTo>
                  <a:pt x="269348" y="1084174"/>
                </a:lnTo>
                <a:lnTo>
                  <a:pt x="269453" y="1080811"/>
                </a:lnTo>
                <a:lnTo>
                  <a:pt x="271186" y="1079021"/>
                </a:lnTo>
                <a:lnTo>
                  <a:pt x="274549" y="1078811"/>
                </a:lnTo>
                <a:lnTo>
                  <a:pt x="276482" y="1078363"/>
                </a:lnTo>
                <a:lnTo>
                  <a:pt x="276997" y="1077687"/>
                </a:lnTo>
                <a:lnTo>
                  <a:pt x="277482" y="1077097"/>
                </a:lnTo>
                <a:lnTo>
                  <a:pt x="277968" y="1076582"/>
                </a:lnTo>
                <a:lnTo>
                  <a:pt x="278206" y="1074439"/>
                </a:lnTo>
                <a:lnTo>
                  <a:pt x="278206" y="1070667"/>
                </a:lnTo>
                <a:lnTo>
                  <a:pt x="280092" y="1068705"/>
                </a:lnTo>
                <a:lnTo>
                  <a:pt x="283864" y="1068553"/>
                </a:lnTo>
                <a:lnTo>
                  <a:pt x="285960" y="1068267"/>
                </a:lnTo>
                <a:lnTo>
                  <a:pt x="286379" y="1067848"/>
                </a:lnTo>
                <a:lnTo>
                  <a:pt x="286703" y="1067429"/>
                </a:lnTo>
                <a:lnTo>
                  <a:pt x="286950" y="1067010"/>
                </a:lnTo>
                <a:lnTo>
                  <a:pt x="287188" y="1064866"/>
                </a:lnTo>
                <a:lnTo>
                  <a:pt x="287436" y="1061009"/>
                </a:lnTo>
                <a:lnTo>
                  <a:pt x="289493" y="1058894"/>
                </a:lnTo>
                <a:lnTo>
                  <a:pt x="293341" y="1058513"/>
                </a:lnTo>
                <a:lnTo>
                  <a:pt x="295437" y="1058228"/>
                </a:lnTo>
                <a:lnTo>
                  <a:pt x="295770" y="1058027"/>
                </a:lnTo>
                <a:lnTo>
                  <a:pt x="295980" y="1057770"/>
                </a:lnTo>
                <a:lnTo>
                  <a:pt x="296075" y="1057437"/>
                </a:lnTo>
                <a:lnTo>
                  <a:pt x="296304" y="1055284"/>
                </a:lnTo>
                <a:lnTo>
                  <a:pt x="296656" y="1051303"/>
                </a:lnTo>
                <a:lnTo>
                  <a:pt x="298828" y="1049074"/>
                </a:lnTo>
                <a:lnTo>
                  <a:pt x="302809" y="1048598"/>
                </a:lnTo>
                <a:lnTo>
                  <a:pt x="304924" y="1048331"/>
                </a:lnTo>
                <a:lnTo>
                  <a:pt x="305152" y="1048264"/>
                </a:lnTo>
                <a:lnTo>
                  <a:pt x="305362" y="1047874"/>
                </a:lnTo>
                <a:lnTo>
                  <a:pt x="305591" y="1045712"/>
                </a:lnTo>
                <a:lnTo>
                  <a:pt x="305981" y="1041644"/>
                </a:lnTo>
                <a:lnTo>
                  <a:pt x="308219" y="1039349"/>
                </a:lnTo>
                <a:lnTo>
                  <a:pt x="312287" y="1038835"/>
                </a:lnTo>
                <a:lnTo>
                  <a:pt x="314392" y="1038558"/>
                </a:lnTo>
                <a:lnTo>
                  <a:pt x="315030" y="1036244"/>
                </a:lnTo>
                <a:lnTo>
                  <a:pt x="315620" y="1032272"/>
                </a:lnTo>
                <a:lnTo>
                  <a:pt x="317897" y="1030062"/>
                </a:lnTo>
                <a:lnTo>
                  <a:pt x="321869" y="1029614"/>
                </a:lnTo>
                <a:lnTo>
                  <a:pt x="323964" y="1029329"/>
                </a:lnTo>
                <a:lnTo>
                  <a:pt x="324202" y="1029224"/>
                </a:lnTo>
                <a:lnTo>
                  <a:pt x="324441" y="1028814"/>
                </a:lnTo>
                <a:lnTo>
                  <a:pt x="324698" y="1026690"/>
                </a:lnTo>
                <a:lnTo>
                  <a:pt x="325117" y="1022661"/>
                </a:lnTo>
                <a:lnTo>
                  <a:pt x="327336" y="1020423"/>
                </a:lnTo>
                <a:lnTo>
                  <a:pt x="331365" y="1019956"/>
                </a:lnTo>
                <a:lnTo>
                  <a:pt x="333480" y="1019689"/>
                </a:lnTo>
                <a:lnTo>
                  <a:pt x="334185" y="1017156"/>
                </a:lnTo>
                <a:lnTo>
                  <a:pt x="334604" y="1013108"/>
                </a:lnTo>
                <a:lnTo>
                  <a:pt x="336833" y="1010945"/>
                </a:lnTo>
                <a:lnTo>
                  <a:pt x="340881" y="1010660"/>
                </a:lnTo>
                <a:lnTo>
                  <a:pt x="343052" y="1010450"/>
                </a:lnTo>
                <a:lnTo>
                  <a:pt x="343348" y="1010317"/>
                </a:lnTo>
                <a:lnTo>
                  <a:pt x="343576" y="1010098"/>
                </a:lnTo>
                <a:lnTo>
                  <a:pt x="343738" y="1009802"/>
                </a:lnTo>
                <a:lnTo>
                  <a:pt x="344033" y="1007726"/>
                </a:lnTo>
                <a:lnTo>
                  <a:pt x="344491" y="1003868"/>
                </a:lnTo>
                <a:lnTo>
                  <a:pt x="346643" y="1001801"/>
                </a:lnTo>
                <a:lnTo>
                  <a:pt x="350501" y="1001525"/>
                </a:lnTo>
                <a:lnTo>
                  <a:pt x="352635" y="1001287"/>
                </a:lnTo>
                <a:lnTo>
                  <a:pt x="353063" y="1001078"/>
                </a:lnTo>
                <a:lnTo>
                  <a:pt x="353425" y="1000763"/>
                </a:lnTo>
                <a:lnTo>
                  <a:pt x="353730" y="1000335"/>
                </a:lnTo>
                <a:lnTo>
                  <a:pt x="354035" y="998258"/>
                </a:lnTo>
                <a:lnTo>
                  <a:pt x="354340" y="994534"/>
                </a:lnTo>
                <a:lnTo>
                  <a:pt x="356359" y="992543"/>
                </a:lnTo>
                <a:lnTo>
                  <a:pt x="360083" y="992276"/>
                </a:lnTo>
                <a:lnTo>
                  <a:pt x="362179" y="991991"/>
                </a:lnTo>
                <a:lnTo>
                  <a:pt x="362636" y="991676"/>
                </a:lnTo>
                <a:lnTo>
                  <a:pt x="363026" y="991286"/>
                </a:lnTo>
                <a:lnTo>
                  <a:pt x="363341" y="990829"/>
                </a:lnTo>
                <a:lnTo>
                  <a:pt x="363607" y="988714"/>
                </a:lnTo>
                <a:lnTo>
                  <a:pt x="363826" y="984952"/>
                </a:lnTo>
                <a:lnTo>
                  <a:pt x="365827" y="982904"/>
                </a:lnTo>
                <a:lnTo>
                  <a:pt x="369589" y="982589"/>
                </a:lnTo>
                <a:lnTo>
                  <a:pt x="371666" y="982294"/>
                </a:lnTo>
                <a:lnTo>
                  <a:pt x="372056" y="981999"/>
                </a:lnTo>
                <a:lnTo>
                  <a:pt x="372408" y="981656"/>
                </a:lnTo>
                <a:lnTo>
                  <a:pt x="372713" y="981266"/>
                </a:lnTo>
                <a:lnTo>
                  <a:pt x="372961" y="979141"/>
                </a:lnTo>
                <a:lnTo>
                  <a:pt x="373151" y="975265"/>
                </a:lnTo>
                <a:lnTo>
                  <a:pt x="375190" y="973226"/>
                </a:lnTo>
                <a:lnTo>
                  <a:pt x="379066" y="973036"/>
                </a:lnTo>
                <a:lnTo>
                  <a:pt x="381200" y="972788"/>
                </a:lnTo>
                <a:lnTo>
                  <a:pt x="381591" y="972493"/>
                </a:lnTo>
                <a:lnTo>
                  <a:pt x="382000" y="972141"/>
                </a:lnTo>
                <a:lnTo>
                  <a:pt x="382419" y="971750"/>
                </a:lnTo>
                <a:lnTo>
                  <a:pt x="382791" y="969731"/>
                </a:lnTo>
                <a:lnTo>
                  <a:pt x="383096" y="966102"/>
                </a:lnTo>
                <a:lnTo>
                  <a:pt x="385077" y="964206"/>
                </a:lnTo>
                <a:lnTo>
                  <a:pt x="388706" y="964054"/>
                </a:lnTo>
                <a:lnTo>
                  <a:pt x="390773" y="963740"/>
                </a:lnTo>
                <a:lnTo>
                  <a:pt x="391277" y="963263"/>
                </a:lnTo>
                <a:lnTo>
                  <a:pt x="392068" y="962777"/>
                </a:lnTo>
                <a:lnTo>
                  <a:pt x="393154" y="962273"/>
                </a:lnTo>
                <a:lnTo>
                  <a:pt x="393935" y="960672"/>
                </a:lnTo>
                <a:lnTo>
                  <a:pt x="394421" y="957977"/>
                </a:lnTo>
                <a:lnTo>
                  <a:pt x="396002" y="956491"/>
                </a:lnTo>
                <a:lnTo>
                  <a:pt x="398697" y="956215"/>
                </a:lnTo>
                <a:lnTo>
                  <a:pt x="400355" y="955481"/>
                </a:lnTo>
                <a:lnTo>
                  <a:pt x="400964" y="954300"/>
                </a:lnTo>
                <a:lnTo>
                  <a:pt x="402260" y="953414"/>
                </a:lnTo>
                <a:lnTo>
                  <a:pt x="404251" y="952805"/>
                </a:lnTo>
                <a:lnTo>
                  <a:pt x="405336" y="951509"/>
                </a:lnTo>
                <a:lnTo>
                  <a:pt x="405517" y="949528"/>
                </a:lnTo>
                <a:lnTo>
                  <a:pt x="406603" y="948338"/>
                </a:lnTo>
                <a:lnTo>
                  <a:pt x="408584" y="947938"/>
                </a:lnTo>
                <a:lnTo>
                  <a:pt x="409918" y="946890"/>
                </a:lnTo>
                <a:lnTo>
                  <a:pt x="410604" y="945194"/>
                </a:lnTo>
                <a:lnTo>
                  <a:pt x="412985" y="944242"/>
                </a:lnTo>
                <a:lnTo>
                  <a:pt x="417062" y="944042"/>
                </a:lnTo>
                <a:lnTo>
                  <a:pt x="419271" y="943870"/>
                </a:lnTo>
                <a:lnTo>
                  <a:pt x="419614" y="943727"/>
                </a:lnTo>
                <a:lnTo>
                  <a:pt x="420862" y="943489"/>
                </a:lnTo>
                <a:lnTo>
                  <a:pt x="423034" y="943146"/>
                </a:lnTo>
                <a:lnTo>
                  <a:pt x="424472" y="942213"/>
                </a:lnTo>
                <a:lnTo>
                  <a:pt x="425206" y="940679"/>
                </a:lnTo>
                <a:lnTo>
                  <a:pt x="426329" y="939822"/>
                </a:lnTo>
                <a:lnTo>
                  <a:pt x="427863" y="939641"/>
                </a:lnTo>
                <a:lnTo>
                  <a:pt x="429558" y="938955"/>
                </a:lnTo>
                <a:lnTo>
                  <a:pt x="431416" y="937765"/>
                </a:lnTo>
                <a:lnTo>
                  <a:pt x="433797" y="937089"/>
                </a:lnTo>
                <a:lnTo>
                  <a:pt x="436702" y="936946"/>
                </a:lnTo>
                <a:lnTo>
                  <a:pt x="439103" y="936965"/>
                </a:lnTo>
                <a:lnTo>
                  <a:pt x="441008" y="937165"/>
                </a:lnTo>
                <a:lnTo>
                  <a:pt x="443389" y="937260"/>
                </a:lnTo>
                <a:lnTo>
                  <a:pt x="446246" y="937260"/>
                </a:lnTo>
                <a:lnTo>
                  <a:pt x="449894" y="938527"/>
                </a:lnTo>
                <a:lnTo>
                  <a:pt x="454343" y="941070"/>
                </a:lnTo>
                <a:lnTo>
                  <a:pt x="456724" y="942365"/>
                </a:lnTo>
                <a:lnTo>
                  <a:pt x="457038" y="942423"/>
                </a:lnTo>
                <a:lnTo>
                  <a:pt x="457343" y="942575"/>
                </a:lnTo>
                <a:lnTo>
                  <a:pt x="457619" y="942842"/>
                </a:lnTo>
                <a:lnTo>
                  <a:pt x="460000" y="943461"/>
                </a:lnTo>
                <a:lnTo>
                  <a:pt x="464487" y="944423"/>
                </a:lnTo>
                <a:lnTo>
                  <a:pt x="468840" y="946804"/>
                </a:lnTo>
                <a:lnTo>
                  <a:pt x="473059" y="950605"/>
                </a:lnTo>
                <a:lnTo>
                  <a:pt x="475440" y="952719"/>
                </a:lnTo>
                <a:lnTo>
                  <a:pt x="475983" y="953167"/>
                </a:lnTo>
                <a:lnTo>
                  <a:pt x="478365" y="955548"/>
                </a:lnTo>
                <a:lnTo>
                  <a:pt x="482584" y="959863"/>
                </a:lnTo>
                <a:lnTo>
                  <a:pt x="484965" y="962530"/>
                </a:lnTo>
                <a:lnTo>
                  <a:pt x="485508" y="963549"/>
                </a:lnTo>
                <a:lnTo>
                  <a:pt x="487442" y="965930"/>
                </a:lnTo>
                <a:lnTo>
                  <a:pt x="490766" y="969674"/>
                </a:lnTo>
                <a:lnTo>
                  <a:pt x="492452" y="973245"/>
                </a:lnTo>
                <a:lnTo>
                  <a:pt x="492519" y="976636"/>
                </a:lnTo>
                <a:lnTo>
                  <a:pt x="492843" y="979018"/>
                </a:lnTo>
                <a:lnTo>
                  <a:pt x="493405" y="980389"/>
                </a:lnTo>
                <a:lnTo>
                  <a:pt x="493738" y="983104"/>
                </a:lnTo>
                <a:lnTo>
                  <a:pt x="493833" y="987152"/>
                </a:lnTo>
                <a:lnTo>
                  <a:pt x="493909" y="989533"/>
                </a:lnTo>
                <a:lnTo>
                  <a:pt x="493976" y="990248"/>
                </a:lnTo>
                <a:lnTo>
                  <a:pt x="493947" y="992600"/>
                </a:lnTo>
                <a:lnTo>
                  <a:pt x="493824" y="996591"/>
                </a:lnTo>
                <a:lnTo>
                  <a:pt x="493728" y="998972"/>
                </a:lnTo>
                <a:lnTo>
                  <a:pt x="493671" y="999744"/>
                </a:lnTo>
                <a:lnTo>
                  <a:pt x="493605" y="1002049"/>
                </a:lnTo>
                <a:lnTo>
                  <a:pt x="493519" y="1005897"/>
                </a:lnTo>
                <a:lnTo>
                  <a:pt x="493090" y="1008278"/>
                </a:lnTo>
                <a:lnTo>
                  <a:pt x="492319" y="1009193"/>
                </a:lnTo>
                <a:lnTo>
                  <a:pt x="491938" y="1011193"/>
                </a:lnTo>
                <a:lnTo>
                  <a:pt x="491938" y="1014270"/>
                </a:lnTo>
                <a:lnTo>
                  <a:pt x="490395" y="1015879"/>
                </a:lnTo>
                <a:lnTo>
                  <a:pt x="487318" y="1016003"/>
                </a:lnTo>
                <a:lnTo>
                  <a:pt x="485480" y="1016556"/>
                </a:lnTo>
                <a:lnTo>
                  <a:pt x="484899" y="1017527"/>
                </a:lnTo>
                <a:lnTo>
                  <a:pt x="484403" y="1018299"/>
                </a:lnTo>
                <a:lnTo>
                  <a:pt x="484003" y="1018880"/>
                </a:lnTo>
                <a:lnTo>
                  <a:pt x="483727" y="1020994"/>
                </a:lnTo>
                <a:lnTo>
                  <a:pt x="483584" y="1024623"/>
                </a:lnTo>
                <a:lnTo>
                  <a:pt x="481698" y="1026462"/>
                </a:lnTo>
                <a:lnTo>
                  <a:pt x="478069" y="1026509"/>
                </a:lnTo>
                <a:lnTo>
                  <a:pt x="475926" y="1026747"/>
                </a:lnTo>
                <a:lnTo>
                  <a:pt x="475278" y="1027186"/>
                </a:lnTo>
                <a:lnTo>
                  <a:pt x="474669" y="1027728"/>
                </a:lnTo>
                <a:lnTo>
                  <a:pt x="474116" y="1028376"/>
                </a:lnTo>
                <a:lnTo>
                  <a:pt x="473783" y="1030434"/>
                </a:lnTo>
                <a:lnTo>
                  <a:pt x="473688" y="1033891"/>
                </a:lnTo>
                <a:lnTo>
                  <a:pt x="471916" y="1035663"/>
                </a:lnTo>
                <a:lnTo>
                  <a:pt x="468459" y="1035758"/>
                </a:lnTo>
                <a:lnTo>
                  <a:pt x="466420" y="1036110"/>
                </a:lnTo>
                <a:lnTo>
                  <a:pt x="465820" y="1036720"/>
                </a:lnTo>
                <a:lnTo>
                  <a:pt x="465030" y="1037320"/>
                </a:lnTo>
                <a:lnTo>
                  <a:pt x="464039" y="1037920"/>
                </a:lnTo>
                <a:lnTo>
                  <a:pt x="463496" y="1039759"/>
                </a:lnTo>
                <a:lnTo>
                  <a:pt x="463382" y="1042816"/>
                </a:lnTo>
                <a:lnTo>
                  <a:pt x="461791" y="1044435"/>
                </a:lnTo>
                <a:lnTo>
                  <a:pt x="458734" y="1044607"/>
                </a:lnTo>
                <a:lnTo>
                  <a:pt x="456905" y="1045169"/>
                </a:lnTo>
                <a:lnTo>
                  <a:pt x="456324" y="1046102"/>
                </a:lnTo>
                <a:lnTo>
                  <a:pt x="455200" y="1046874"/>
                </a:lnTo>
                <a:lnTo>
                  <a:pt x="453533" y="1047455"/>
                </a:lnTo>
                <a:lnTo>
                  <a:pt x="452704" y="1049007"/>
                </a:lnTo>
                <a:lnTo>
                  <a:pt x="452704" y="1051522"/>
                </a:lnTo>
                <a:lnTo>
                  <a:pt x="451447" y="1052741"/>
                </a:lnTo>
                <a:lnTo>
                  <a:pt x="448932" y="1052674"/>
                </a:lnTo>
                <a:lnTo>
                  <a:pt x="447361" y="1053494"/>
                </a:lnTo>
                <a:lnTo>
                  <a:pt x="446742" y="1055189"/>
                </a:lnTo>
                <a:lnTo>
                  <a:pt x="445313" y="1056342"/>
                </a:lnTo>
                <a:lnTo>
                  <a:pt x="443074" y="1056961"/>
                </a:lnTo>
                <a:lnTo>
                  <a:pt x="441903" y="1058170"/>
                </a:lnTo>
                <a:lnTo>
                  <a:pt x="441779" y="1059952"/>
                </a:lnTo>
                <a:lnTo>
                  <a:pt x="440827" y="1060904"/>
                </a:lnTo>
                <a:lnTo>
                  <a:pt x="439045" y="1061028"/>
                </a:lnTo>
                <a:lnTo>
                  <a:pt x="437807" y="1062171"/>
                </a:lnTo>
                <a:lnTo>
                  <a:pt x="437131" y="1064352"/>
                </a:lnTo>
                <a:lnTo>
                  <a:pt x="435597" y="1065781"/>
                </a:lnTo>
                <a:lnTo>
                  <a:pt x="433216" y="1066457"/>
                </a:lnTo>
                <a:lnTo>
                  <a:pt x="432216" y="1067838"/>
                </a:lnTo>
                <a:lnTo>
                  <a:pt x="432578" y="1069905"/>
                </a:lnTo>
                <a:lnTo>
                  <a:pt x="431730" y="1070791"/>
                </a:lnTo>
                <a:lnTo>
                  <a:pt x="429663" y="1070477"/>
                </a:lnTo>
                <a:lnTo>
                  <a:pt x="428292" y="1071496"/>
                </a:lnTo>
                <a:lnTo>
                  <a:pt x="427625" y="1073829"/>
                </a:lnTo>
                <a:lnTo>
                  <a:pt x="425701" y="1075325"/>
                </a:lnTo>
                <a:lnTo>
                  <a:pt x="422510" y="1075992"/>
                </a:lnTo>
                <a:lnTo>
                  <a:pt x="420938" y="1076801"/>
                </a:lnTo>
                <a:lnTo>
                  <a:pt x="420986" y="1077754"/>
                </a:lnTo>
                <a:lnTo>
                  <a:pt x="420529" y="1078211"/>
                </a:lnTo>
                <a:lnTo>
                  <a:pt x="419576" y="1078163"/>
                </a:lnTo>
                <a:lnTo>
                  <a:pt x="418738" y="1079706"/>
                </a:lnTo>
                <a:lnTo>
                  <a:pt x="418014" y="1082840"/>
                </a:lnTo>
                <a:lnTo>
                  <a:pt x="415633" y="1084717"/>
                </a:lnTo>
                <a:lnTo>
                  <a:pt x="411594" y="1085345"/>
                </a:lnTo>
                <a:lnTo>
                  <a:pt x="409537" y="1085660"/>
                </a:lnTo>
                <a:lnTo>
                  <a:pt x="409051" y="1087850"/>
                </a:lnTo>
                <a:lnTo>
                  <a:pt x="408384" y="1091851"/>
                </a:lnTo>
                <a:lnTo>
                  <a:pt x="406051" y="1094061"/>
                </a:lnTo>
                <a:lnTo>
                  <a:pt x="402050" y="1094470"/>
                </a:lnTo>
                <a:lnTo>
                  <a:pt x="399907" y="1094699"/>
                </a:lnTo>
                <a:lnTo>
                  <a:pt x="399621" y="1094765"/>
                </a:lnTo>
                <a:lnTo>
                  <a:pt x="399431" y="1094946"/>
                </a:lnTo>
                <a:lnTo>
                  <a:pt x="399326" y="1095232"/>
                </a:lnTo>
                <a:lnTo>
                  <a:pt x="399031" y="1097309"/>
                </a:lnTo>
                <a:lnTo>
                  <a:pt x="398516" y="1101176"/>
                </a:lnTo>
                <a:lnTo>
                  <a:pt x="396326" y="1103347"/>
                </a:lnTo>
                <a:lnTo>
                  <a:pt x="392459" y="1103814"/>
                </a:lnTo>
                <a:lnTo>
                  <a:pt x="390363" y="1104090"/>
                </a:lnTo>
                <a:lnTo>
                  <a:pt x="390030" y="1104195"/>
                </a:lnTo>
                <a:lnTo>
                  <a:pt x="389820" y="1104405"/>
                </a:lnTo>
                <a:lnTo>
                  <a:pt x="389725" y="1104738"/>
                </a:lnTo>
                <a:lnTo>
                  <a:pt x="389477" y="1106872"/>
                </a:lnTo>
                <a:lnTo>
                  <a:pt x="389087" y="1110825"/>
                </a:lnTo>
                <a:lnTo>
                  <a:pt x="386925" y="1113034"/>
                </a:lnTo>
                <a:lnTo>
                  <a:pt x="382972" y="1113511"/>
                </a:lnTo>
                <a:lnTo>
                  <a:pt x="380876" y="1113796"/>
                </a:lnTo>
                <a:lnTo>
                  <a:pt x="380629" y="1113882"/>
                </a:lnTo>
                <a:lnTo>
                  <a:pt x="380448" y="1114054"/>
                </a:lnTo>
                <a:lnTo>
                  <a:pt x="380333" y="1114301"/>
                </a:lnTo>
                <a:lnTo>
                  <a:pt x="380038" y="1116387"/>
                </a:lnTo>
                <a:lnTo>
                  <a:pt x="379571" y="1120321"/>
                </a:lnTo>
                <a:lnTo>
                  <a:pt x="377371" y="1122617"/>
                </a:lnTo>
                <a:lnTo>
                  <a:pt x="373437" y="1123293"/>
                </a:lnTo>
                <a:lnTo>
                  <a:pt x="371418" y="1123655"/>
                </a:lnTo>
                <a:lnTo>
                  <a:pt x="370932" y="1125998"/>
                </a:lnTo>
                <a:lnTo>
                  <a:pt x="370399" y="1130094"/>
                </a:lnTo>
                <a:lnTo>
                  <a:pt x="368741" y="1132475"/>
                </a:lnTo>
                <a:lnTo>
                  <a:pt x="365941" y="1133142"/>
                </a:lnTo>
                <a:lnTo>
                  <a:pt x="364474" y="1134047"/>
                </a:lnTo>
                <a:lnTo>
                  <a:pt x="364312" y="1135190"/>
                </a:lnTo>
                <a:lnTo>
                  <a:pt x="363665" y="1135761"/>
                </a:lnTo>
                <a:lnTo>
                  <a:pt x="362522" y="1135761"/>
                </a:lnTo>
                <a:lnTo>
                  <a:pt x="361588" y="1137209"/>
                </a:lnTo>
                <a:lnTo>
                  <a:pt x="360864" y="1140104"/>
                </a:lnTo>
                <a:lnTo>
                  <a:pt x="359645" y="1141914"/>
                </a:lnTo>
                <a:lnTo>
                  <a:pt x="357921" y="1142638"/>
                </a:lnTo>
                <a:lnTo>
                  <a:pt x="357026" y="1144124"/>
                </a:lnTo>
                <a:lnTo>
                  <a:pt x="356968" y="1146381"/>
                </a:lnTo>
                <a:lnTo>
                  <a:pt x="355806" y="1147572"/>
                </a:lnTo>
                <a:lnTo>
                  <a:pt x="353549" y="1147696"/>
                </a:lnTo>
                <a:lnTo>
                  <a:pt x="352092" y="1148620"/>
                </a:lnTo>
                <a:lnTo>
                  <a:pt x="351434" y="1150344"/>
                </a:lnTo>
                <a:lnTo>
                  <a:pt x="350682" y="1151534"/>
                </a:lnTo>
                <a:lnTo>
                  <a:pt x="349844" y="1152192"/>
                </a:lnTo>
                <a:lnTo>
                  <a:pt x="349415" y="1154154"/>
                </a:lnTo>
                <a:lnTo>
                  <a:pt x="349415" y="1157411"/>
                </a:lnTo>
                <a:lnTo>
                  <a:pt x="347786" y="1159097"/>
                </a:lnTo>
                <a:lnTo>
                  <a:pt x="344529" y="1159221"/>
                </a:lnTo>
                <a:lnTo>
                  <a:pt x="342614" y="1159688"/>
                </a:lnTo>
                <a:lnTo>
                  <a:pt x="342043" y="1160497"/>
                </a:lnTo>
                <a:lnTo>
                  <a:pt x="341614" y="1161193"/>
                </a:lnTo>
                <a:lnTo>
                  <a:pt x="341328" y="1161764"/>
                </a:lnTo>
                <a:lnTo>
                  <a:pt x="341233" y="1164050"/>
                </a:lnTo>
                <a:lnTo>
                  <a:pt x="341319" y="1168041"/>
                </a:lnTo>
                <a:lnTo>
                  <a:pt x="339366" y="1170327"/>
                </a:lnTo>
                <a:lnTo>
                  <a:pt x="335375" y="1170908"/>
                </a:lnTo>
                <a:lnTo>
                  <a:pt x="333318" y="1171242"/>
                </a:lnTo>
                <a:lnTo>
                  <a:pt x="332861" y="1173642"/>
                </a:lnTo>
                <a:lnTo>
                  <a:pt x="332356" y="1177766"/>
                </a:lnTo>
                <a:lnTo>
                  <a:pt x="331489" y="1180148"/>
                </a:lnTo>
                <a:lnTo>
                  <a:pt x="330270" y="1180786"/>
                </a:lnTo>
                <a:lnTo>
                  <a:pt x="329660" y="1182548"/>
                </a:lnTo>
                <a:lnTo>
                  <a:pt x="329660" y="1185453"/>
                </a:lnTo>
                <a:lnTo>
                  <a:pt x="328203" y="1186986"/>
                </a:lnTo>
                <a:lnTo>
                  <a:pt x="325298" y="1187129"/>
                </a:lnTo>
                <a:lnTo>
                  <a:pt x="323602" y="1187815"/>
                </a:lnTo>
                <a:lnTo>
                  <a:pt x="323117" y="1189044"/>
                </a:lnTo>
                <a:lnTo>
                  <a:pt x="322707" y="1189892"/>
                </a:lnTo>
                <a:lnTo>
                  <a:pt x="322355" y="1190377"/>
                </a:lnTo>
                <a:lnTo>
                  <a:pt x="322136" y="1192540"/>
                </a:lnTo>
                <a:lnTo>
                  <a:pt x="322040" y="1196378"/>
                </a:lnTo>
                <a:lnTo>
                  <a:pt x="320450" y="1198759"/>
                </a:lnTo>
                <a:lnTo>
                  <a:pt x="317373" y="1199683"/>
                </a:lnTo>
                <a:lnTo>
                  <a:pt x="315782" y="1200474"/>
                </a:lnTo>
                <a:lnTo>
                  <a:pt x="315678" y="1201122"/>
                </a:lnTo>
                <a:lnTo>
                  <a:pt x="315297" y="1201503"/>
                </a:lnTo>
                <a:lnTo>
                  <a:pt x="314649" y="1201607"/>
                </a:lnTo>
                <a:lnTo>
                  <a:pt x="314030" y="1203369"/>
                </a:lnTo>
                <a:lnTo>
                  <a:pt x="313449" y="1206789"/>
                </a:lnTo>
                <a:lnTo>
                  <a:pt x="312953" y="1208799"/>
                </a:lnTo>
                <a:lnTo>
                  <a:pt x="312544" y="1209380"/>
                </a:lnTo>
                <a:lnTo>
                  <a:pt x="312296" y="1211513"/>
                </a:lnTo>
                <a:lnTo>
                  <a:pt x="312201" y="1215190"/>
                </a:lnTo>
                <a:lnTo>
                  <a:pt x="310753" y="1217571"/>
                </a:lnTo>
                <a:lnTo>
                  <a:pt x="307934" y="1218657"/>
                </a:lnTo>
                <a:lnTo>
                  <a:pt x="306495" y="1219600"/>
                </a:lnTo>
                <a:lnTo>
                  <a:pt x="306419" y="1220391"/>
                </a:lnTo>
                <a:lnTo>
                  <a:pt x="305991" y="1220924"/>
                </a:lnTo>
                <a:lnTo>
                  <a:pt x="305200" y="1221181"/>
                </a:lnTo>
                <a:lnTo>
                  <a:pt x="304533" y="1222905"/>
                </a:lnTo>
                <a:lnTo>
                  <a:pt x="304009" y="1226087"/>
                </a:lnTo>
                <a:lnTo>
                  <a:pt x="303476" y="1227934"/>
                </a:lnTo>
                <a:lnTo>
                  <a:pt x="302924" y="1228458"/>
                </a:lnTo>
                <a:lnTo>
                  <a:pt x="302619" y="1230535"/>
                </a:lnTo>
                <a:lnTo>
                  <a:pt x="302562" y="1234164"/>
                </a:lnTo>
                <a:lnTo>
                  <a:pt x="300866" y="1236545"/>
                </a:lnTo>
                <a:lnTo>
                  <a:pt x="297532" y="1237679"/>
                </a:lnTo>
                <a:lnTo>
                  <a:pt x="295885" y="1238412"/>
                </a:lnTo>
                <a:lnTo>
                  <a:pt x="295904" y="1238726"/>
                </a:lnTo>
                <a:lnTo>
                  <a:pt x="295437" y="1238955"/>
                </a:lnTo>
                <a:lnTo>
                  <a:pt x="295046" y="1240946"/>
                </a:lnTo>
                <a:lnTo>
                  <a:pt x="294580" y="1244879"/>
                </a:lnTo>
                <a:lnTo>
                  <a:pt x="294208" y="1247080"/>
                </a:lnTo>
                <a:lnTo>
                  <a:pt x="293932" y="1247546"/>
                </a:lnTo>
                <a:lnTo>
                  <a:pt x="293741" y="1249737"/>
                </a:lnTo>
                <a:lnTo>
                  <a:pt x="293637" y="1253652"/>
                </a:lnTo>
                <a:lnTo>
                  <a:pt x="292932" y="1256033"/>
                </a:lnTo>
                <a:lnTo>
                  <a:pt x="291627" y="1256881"/>
                </a:lnTo>
                <a:lnTo>
                  <a:pt x="290894" y="1258529"/>
                </a:lnTo>
                <a:lnTo>
                  <a:pt x="290732" y="1260977"/>
                </a:lnTo>
                <a:lnTo>
                  <a:pt x="289427" y="1262377"/>
                </a:lnTo>
                <a:lnTo>
                  <a:pt x="286979" y="1262710"/>
                </a:lnTo>
                <a:lnTo>
                  <a:pt x="285550" y="1263663"/>
                </a:lnTo>
                <a:lnTo>
                  <a:pt x="285140" y="1265225"/>
                </a:lnTo>
                <a:lnTo>
                  <a:pt x="284864" y="1266215"/>
                </a:lnTo>
                <a:lnTo>
                  <a:pt x="284721" y="1266625"/>
                </a:lnTo>
                <a:lnTo>
                  <a:pt x="284569" y="1268854"/>
                </a:lnTo>
                <a:lnTo>
                  <a:pt x="284417" y="1272911"/>
                </a:lnTo>
                <a:lnTo>
                  <a:pt x="284131" y="1275293"/>
                </a:lnTo>
                <a:lnTo>
                  <a:pt x="283712" y="1275998"/>
                </a:lnTo>
                <a:lnTo>
                  <a:pt x="283483" y="1278141"/>
                </a:lnTo>
                <a:lnTo>
                  <a:pt x="283426" y="1281732"/>
                </a:lnTo>
                <a:lnTo>
                  <a:pt x="282645" y="1284113"/>
                </a:lnTo>
                <a:lnTo>
                  <a:pt x="281111" y="1285284"/>
                </a:lnTo>
                <a:lnTo>
                  <a:pt x="280387" y="1286942"/>
                </a:lnTo>
                <a:lnTo>
                  <a:pt x="280464" y="1289075"/>
                </a:lnTo>
                <a:lnTo>
                  <a:pt x="279425" y="1290228"/>
                </a:lnTo>
                <a:lnTo>
                  <a:pt x="277292" y="1290380"/>
                </a:lnTo>
                <a:lnTo>
                  <a:pt x="275987" y="1291457"/>
                </a:lnTo>
                <a:lnTo>
                  <a:pt x="275520" y="1293457"/>
                </a:lnTo>
                <a:lnTo>
                  <a:pt x="275225" y="1294695"/>
                </a:lnTo>
                <a:lnTo>
                  <a:pt x="275111" y="1295162"/>
                </a:lnTo>
                <a:lnTo>
                  <a:pt x="274968" y="1297400"/>
                </a:lnTo>
                <a:lnTo>
                  <a:pt x="274796" y="1301401"/>
                </a:lnTo>
                <a:lnTo>
                  <a:pt x="274568" y="1303782"/>
                </a:lnTo>
                <a:lnTo>
                  <a:pt x="274301" y="1304544"/>
                </a:lnTo>
                <a:lnTo>
                  <a:pt x="274187" y="1306811"/>
                </a:lnTo>
                <a:lnTo>
                  <a:pt x="274234" y="1310592"/>
                </a:lnTo>
                <a:lnTo>
                  <a:pt x="274082" y="1312974"/>
                </a:lnTo>
                <a:lnTo>
                  <a:pt x="273720" y="1313955"/>
                </a:lnTo>
                <a:lnTo>
                  <a:pt x="273548" y="1316165"/>
                </a:lnTo>
                <a:lnTo>
                  <a:pt x="273548" y="1319584"/>
                </a:lnTo>
                <a:lnTo>
                  <a:pt x="273167" y="1321965"/>
                </a:lnTo>
                <a:lnTo>
                  <a:pt x="272415" y="1323308"/>
                </a:lnTo>
                <a:lnTo>
                  <a:pt x="272015" y="1325280"/>
                </a:lnTo>
                <a:lnTo>
                  <a:pt x="271948" y="1327890"/>
                </a:lnTo>
                <a:lnTo>
                  <a:pt x="270615" y="1330166"/>
                </a:lnTo>
                <a:lnTo>
                  <a:pt x="268005" y="1332128"/>
                </a:lnTo>
                <a:lnTo>
                  <a:pt x="266681" y="1333186"/>
                </a:lnTo>
                <a:lnTo>
                  <a:pt x="266376" y="1335615"/>
                </a:lnTo>
                <a:lnTo>
                  <a:pt x="265871" y="1339834"/>
                </a:lnTo>
                <a:lnTo>
                  <a:pt x="265586" y="1342215"/>
                </a:lnTo>
                <a:lnTo>
                  <a:pt x="265519" y="1342758"/>
                </a:lnTo>
                <a:lnTo>
                  <a:pt x="265452" y="1345073"/>
                </a:lnTo>
                <a:lnTo>
                  <a:pt x="265386" y="1349159"/>
                </a:lnTo>
                <a:lnTo>
                  <a:pt x="265328" y="1351540"/>
                </a:lnTo>
                <a:lnTo>
                  <a:pt x="265281" y="1352217"/>
                </a:lnTo>
                <a:lnTo>
                  <a:pt x="265262" y="1354569"/>
                </a:lnTo>
                <a:lnTo>
                  <a:pt x="265262" y="1358617"/>
                </a:lnTo>
                <a:lnTo>
                  <a:pt x="265252" y="1360999"/>
                </a:lnTo>
                <a:lnTo>
                  <a:pt x="265243" y="1361713"/>
                </a:lnTo>
                <a:lnTo>
                  <a:pt x="265233" y="1364094"/>
                </a:lnTo>
                <a:lnTo>
                  <a:pt x="265233" y="1368123"/>
                </a:lnTo>
                <a:lnTo>
                  <a:pt x="265224" y="1370505"/>
                </a:lnTo>
                <a:lnTo>
                  <a:pt x="265195" y="1371238"/>
                </a:lnTo>
                <a:lnTo>
                  <a:pt x="265186" y="1373600"/>
                </a:lnTo>
                <a:lnTo>
                  <a:pt x="265186" y="1377610"/>
                </a:lnTo>
                <a:lnTo>
                  <a:pt x="265186" y="1379992"/>
                </a:lnTo>
                <a:lnTo>
                  <a:pt x="265186" y="1380744"/>
                </a:lnTo>
                <a:lnTo>
                  <a:pt x="265186" y="1383125"/>
                </a:lnTo>
                <a:lnTo>
                  <a:pt x="265186" y="1387135"/>
                </a:lnTo>
                <a:lnTo>
                  <a:pt x="265195" y="1389517"/>
                </a:lnTo>
                <a:lnTo>
                  <a:pt x="265214" y="1390269"/>
                </a:lnTo>
                <a:lnTo>
                  <a:pt x="265262" y="1392698"/>
                </a:lnTo>
                <a:lnTo>
                  <a:pt x="265328" y="1396794"/>
                </a:lnTo>
                <a:lnTo>
                  <a:pt x="265386" y="1399175"/>
                </a:lnTo>
                <a:lnTo>
                  <a:pt x="265433" y="1399842"/>
                </a:lnTo>
                <a:lnTo>
                  <a:pt x="265605" y="1402394"/>
                </a:lnTo>
                <a:lnTo>
                  <a:pt x="265890" y="1406823"/>
                </a:lnTo>
                <a:lnTo>
                  <a:pt x="266052" y="1409205"/>
                </a:lnTo>
                <a:lnTo>
                  <a:pt x="266090" y="1409538"/>
                </a:lnTo>
                <a:lnTo>
                  <a:pt x="266252" y="1410653"/>
                </a:lnTo>
                <a:lnTo>
                  <a:pt x="266548" y="1412558"/>
                </a:lnTo>
                <a:lnTo>
                  <a:pt x="267624" y="1414939"/>
                </a:lnTo>
                <a:lnTo>
                  <a:pt x="269462" y="1417796"/>
                </a:lnTo>
                <a:lnTo>
                  <a:pt x="270386" y="1420149"/>
                </a:lnTo>
                <a:lnTo>
                  <a:pt x="270386" y="1421987"/>
                </a:lnTo>
                <a:lnTo>
                  <a:pt x="270920" y="1424369"/>
                </a:lnTo>
                <a:lnTo>
                  <a:pt x="271996" y="1427293"/>
                </a:lnTo>
                <a:lnTo>
                  <a:pt x="272529" y="1430207"/>
                </a:lnTo>
                <a:lnTo>
                  <a:pt x="272529" y="1433122"/>
                </a:lnTo>
                <a:lnTo>
                  <a:pt x="272806" y="1435503"/>
                </a:lnTo>
                <a:lnTo>
                  <a:pt x="273358" y="1437351"/>
                </a:lnTo>
                <a:lnTo>
                  <a:pt x="273663" y="1440037"/>
                </a:lnTo>
                <a:lnTo>
                  <a:pt x="273710" y="1443552"/>
                </a:lnTo>
                <a:lnTo>
                  <a:pt x="273901" y="1445933"/>
                </a:lnTo>
                <a:lnTo>
                  <a:pt x="274225" y="1447181"/>
                </a:lnTo>
                <a:lnTo>
                  <a:pt x="274587" y="1449924"/>
                </a:lnTo>
                <a:lnTo>
                  <a:pt x="274996" y="1454182"/>
                </a:lnTo>
                <a:lnTo>
                  <a:pt x="275273" y="1456563"/>
                </a:lnTo>
                <a:lnTo>
                  <a:pt x="275415" y="1457068"/>
                </a:lnTo>
                <a:lnTo>
                  <a:pt x="275673" y="1458020"/>
                </a:lnTo>
                <a:lnTo>
                  <a:pt x="276044" y="1459401"/>
                </a:lnTo>
                <a:lnTo>
                  <a:pt x="277568" y="1461783"/>
                </a:lnTo>
                <a:lnTo>
                  <a:pt x="280254" y="1465164"/>
                </a:lnTo>
                <a:lnTo>
                  <a:pt x="281635" y="1468231"/>
                </a:lnTo>
                <a:lnTo>
                  <a:pt x="281702" y="1470984"/>
                </a:lnTo>
                <a:lnTo>
                  <a:pt x="282311" y="1473365"/>
                </a:lnTo>
                <a:lnTo>
                  <a:pt x="283445" y="1475375"/>
                </a:lnTo>
                <a:lnTo>
                  <a:pt x="284455" y="1478185"/>
                </a:lnTo>
                <a:lnTo>
                  <a:pt x="285321" y="1481814"/>
                </a:lnTo>
                <a:lnTo>
                  <a:pt x="286264" y="1484195"/>
                </a:lnTo>
                <a:lnTo>
                  <a:pt x="287303" y="1485329"/>
                </a:lnTo>
                <a:lnTo>
                  <a:pt x="287903" y="1486500"/>
                </a:lnTo>
                <a:lnTo>
                  <a:pt x="288055" y="1487691"/>
                </a:lnTo>
                <a:lnTo>
                  <a:pt x="289370" y="1490072"/>
                </a:lnTo>
                <a:lnTo>
                  <a:pt x="291836" y="1493644"/>
                </a:lnTo>
                <a:lnTo>
                  <a:pt x="293494" y="1497673"/>
                </a:lnTo>
                <a:lnTo>
                  <a:pt x="294323" y="1502169"/>
                </a:lnTo>
                <a:lnTo>
                  <a:pt x="294808" y="1504550"/>
                </a:lnTo>
                <a:lnTo>
                  <a:pt x="294951" y="1504817"/>
                </a:lnTo>
                <a:lnTo>
                  <a:pt x="295085" y="1505102"/>
                </a:lnTo>
                <a:lnTo>
                  <a:pt x="295208" y="1505407"/>
                </a:lnTo>
                <a:lnTo>
                  <a:pt x="297113" y="1507788"/>
                </a:lnTo>
                <a:lnTo>
                  <a:pt x="300790" y="1512246"/>
                </a:lnTo>
                <a:lnTo>
                  <a:pt x="303171" y="1516409"/>
                </a:lnTo>
                <a:lnTo>
                  <a:pt x="304257" y="1520276"/>
                </a:lnTo>
                <a:lnTo>
                  <a:pt x="305219" y="1522657"/>
                </a:lnTo>
                <a:lnTo>
                  <a:pt x="306057" y="1523552"/>
                </a:lnTo>
                <a:lnTo>
                  <a:pt x="306438" y="1524371"/>
                </a:lnTo>
                <a:lnTo>
                  <a:pt x="306353" y="1525124"/>
                </a:lnTo>
                <a:lnTo>
                  <a:pt x="307858" y="1527505"/>
                </a:lnTo>
                <a:lnTo>
                  <a:pt x="310963" y="1531515"/>
                </a:lnTo>
                <a:lnTo>
                  <a:pt x="312963" y="1534392"/>
                </a:lnTo>
                <a:lnTo>
                  <a:pt x="313868" y="1536125"/>
                </a:lnTo>
                <a:lnTo>
                  <a:pt x="315878" y="1538507"/>
                </a:lnTo>
                <a:lnTo>
                  <a:pt x="318973" y="1541536"/>
                </a:lnTo>
                <a:lnTo>
                  <a:pt x="321354" y="1544479"/>
                </a:lnTo>
                <a:lnTo>
                  <a:pt x="323021" y="1547336"/>
                </a:lnTo>
                <a:lnTo>
                  <a:pt x="324841" y="1549718"/>
                </a:lnTo>
                <a:lnTo>
                  <a:pt x="326831" y="1551623"/>
                </a:lnTo>
                <a:lnTo>
                  <a:pt x="328660" y="1554404"/>
                </a:lnTo>
                <a:lnTo>
                  <a:pt x="330337" y="1558071"/>
                </a:lnTo>
                <a:lnTo>
                  <a:pt x="331661" y="1560452"/>
                </a:lnTo>
                <a:lnTo>
                  <a:pt x="332623" y="1561548"/>
                </a:lnTo>
                <a:lnTo>
                  <a:pt x="333175" y="1562186"/>
                </a:lnTo>
                <a:lnTo>
                  <a:pt x="335480" y="1564729"/>
                </a:lnTo>
                <a:lnTo>
                  <a:pt x="339681" y="1569329"/>
                </a:lnTo>
                <a:lnTo>
                  <a:pt x="342062" y="1571911"/>
                </a:lnTo>
                <a:lnTo>
                  <a:pt x="342624" y="1572492"/>
                </a:lnTo>
                <a:lnTo>
                  <a:pt x="344929" y="1574873"/>
                </a:lnTo>
                <a:lnTo>
                  <a:pt x="348977" y="1579055"/>
                </a:lnTo>
                <a:lnTo>
                  <a:pt x="351358" y="1581483"/>
                </a:lnTo>
                <a:lnTo>
                  <a:pt x="352073" y="1582160"/>
                </a:lnTo>
                <a:lnTo>
                  <a:pt x="354654" y="1584541"/>
                </a:lnTo>
                <a:lnTo>
                  <a:pt x="359102" y="1588627"/>
                </a:lnTo>
                <a:lnTo>
                  <a:pt x="361483" y="1590818"/>
                </a:lnTo>
                <a:lnTo>
                  <a:pt x="361798" y="1591113"/>
                </a:lnTo>
                <a:lnTo>
                  <a:pt x="362598" y="1591770"/>
                </a:lnTo>
                <a:lnTo>
                  <a:pt x="363903" y="1592771"/>
                </a:lnTo>
                <a:lnTo>
                  <a:pt x="366284" y="1593885"/>
                </a:lnTo>
                <a:lnTo>
                  <a:pt x="369741" y="1595104"/>
                </a:lnTo>
                <a:lnTo>
                  <a:pt x="372599" y="1596838"/>
                </a:lnTo>
                <a:lnTo>
                  <a:pt x="374837" y="1599076"/>
                </a:lnTo>
                <a:lnTo>
                  <a:pt x="377219" y="1600867"/>
                </a:lnTo>
                <a:lnTo>
                  <a:pt x="379743" y="1602210"/>
                </a:lnTo>
                <a:lnTo>
                  <a:pt x="382743" y="1604591"/>
                </a:lnTo>
                <a:lnTo>
                  <a:pt x="386220" y="1608011"/>
                </a:lnTo>
                <a:lnTo>
                  <a:pt x="388601" y="1610077"/>
                </a:lnTo>
                <a:lnTo>
                  <a:pt x="389887" y="1610792"/>
                </a:lnTo>
                <a:lnTo>
                  <a:pt x="391401" y="1611668"/>
                </a:lnTo>
                <a:lnTo>
                  <a:pt x="393163" y="1612716"/>
                </a:lnTo>
                <a:lnTo>
                  <a:pt x="395545" y="1613278"/>
                </a:lnTo>
                <a:lnTo>
                  <a:pt x="398545" y="1613345"/>
                </a:lnTo>
                <a:lnTo>
                  <a:pt x="401517" y="1614840"/>
                </a:lnTo>
                <a:lnTo>
                  <a:pt x="404460" y="1617783"/>
                </a:lnTo>
                <a:lnTo>
                  <a:pt x="406841" y="1619698"/>
                </a:lnTo>
                <a:lnTo>
                  <a:pt x="408661" y="1620593"/>
                </a:lnTo>
                <a:lnTo>
                  <a:pt x="410804" y="1621812"/>
                </a:lnTo>
                <a:lnTo>
                  <a:pt x="413252" y="1623374"/>
                </a:lnTo>
                <a:lnTo>
                  <a:pt x="415633" y="1624146"/>
                </a:lnTo>
                <a:lnTo>
                  <a:pt x="417947" y="1624146"/>
                </a:lnTo>
                <a:lnTo>
                  <a:pt x="420329" y="1625308"/>
                </a:lnTo>
                <a:lnTo>
                  <a:pt x="422777" y="1627622"/>
                </a:lnTo>
                <a:lnTo>
                  <a:pt x="425158" y="1629137"/>
                </a:lnTo>
                <a:lnTo>
                  <a:pt x="427472" y="1629870"/>
                </a:lnTo>
                <a:lnTo>
                  <a:pt x="429330" y="1630575"/>
                </a:lnTo>
                <a:lnTo>
                  <a:pt x="430740" y="1631261"/>
                </a:lnTo>
                <a:lnTo>
                  <a:pt x="433121" y="1631623"/>
                </a:lnTo>
                <a:lnTo>
                  <a:pt x="436474" y="1631690"/>
                </a:lnTo>
                <a:lnTo>
                  <a:pt x="440284" y="1633118"/>
                </a:lnTo>
                <a:lnTo>
                  <a:pt x="444541" y="1635900"/>
                </a:lnTo>
                <a:lnTo>
                  <a:pt x="446923" y="1637309"/>
                </a:lnTo>
                <a:lnTo>
                  <a:pt x="447427" y="1637338"/>
                </a:lnTo>
                <a:lnTo>
                  <a:pt x="447942" y="1637586"/>
                </a:lnTo>
                <a:lnTo>
                  <a:pt x="448466" y="1638062"/>
                </a:lnTo>
                <a:lnTo>
                  <a:pt x="450847" y="1638671"/>
                </a:lnTo>
                <a:lnTo>
                  <a:pt x="455085" y="1639424"/>
                </a:lnTo>
                <a:lnTo>
                  <a:pt x="457772" y="1639986"/>
                </a:lnTo>
                <a:lnTo>
                  <a:pt x="458905" y="1640376"/>
                </a:lnTo>
                <a:lnTo>
                  <a:pt x="461286" y="1640653"/>
                </a:lnTo>
                <a:lnTo>
                  <a:pt x="464915" y="1640805"/>
                </a:lnTo>
                <a:lnTo>
                  <a:pt x="467944" y="1641462"/>
                </a:lnTo>
                <a:lnTo>
                  <a:pt x="470392" y="1642615"/>
                </a:lnTo>
                <a:lnTo>
                  <a:pt x="472773" y="1643224"/>
                </a:lnTo>
                <a:lnTo>
                  <a:pt x="475088" y="1643282"/>
                </a:lnTo>
                <a:lnTo>
                  <a:pt x="478117" y="1644444"/>
                </a:lnTo>
                <a:lnTo>
                  <a:pt x="481841" y="1646701"/>
                </a:lnTo>
                <a:lnTo>
                  <a:pt x="484222" y="1647939"/>
                </a:lnTo>
                <a:lnTo>
                  <a:pt x="485261" y="1648158"/>
                </a:lnTo>
                <a:lnTo>
                  <a:pt x="485918" y="1648301"/>
                </a:lnTo>
                <a:lnTo>
                  <a:pt x="486204" y="1648368"/>
                </a:lnTo>
                <a:lnTo>
                  <a:pt x="488585" y="1648616"/>
                </a:lnTo>
                <a:lnTo>
                  <a:pt x="493062" y="1649054"/>
                </a:lnTo>
                <a:lnTo>
                  <a:pt x="495748" y="1649359"/>
                </a:lnTo>
                <a:lnTo>
                  <a:pt x="496653" y="1649540"/>
                </a:lnTo>
                <a:lnTo>
                  <a:pt x="499034" y="1649682"/>
                </a:lnTo>
                <a:lnTo>
                  <a:pt x="502891" y="1649778"/>
                </a:lnTo>
                <a:lnTo>
                  <a:pt x="505425" y="1649921"/>
                </a:lnTo>
                <a:lnTo>
                  <a:pt x="506616" y="1650111"/>
                </a:lnTo>
                <a:lnTo>
                  <a:pt x="508997" y="1650235"/>
                </a:lnTo>
                <a:lnTo>
                  <a:pt x="512569" y="1650292"/>
                </a:lnTo>
                <a:lnTo>
                  <a:pt x="515036" y="1650378"/>
                </a:lnTo>
                <a:lnTo>
                  <a:pt x="516407" y="1650502"/>
                </a:lnTo>
                <a:lnTo>
                  <a:pt x="518789" y="1650568"/>
                </a:lnTo>
                <a:lnTo>
                  <a:pt x="522180" y="1650568"/>
                </a:lnTo>
                <a:lnTo>
                  <a:pt x="524608" y="1650616"/>
                </a:lnTo>
                <a:lnTo>
                  <a:pt x="526085" y="1650721"/>
                </a:lnTo>
                <a:lnTo>
                  <a:pt x="528466" y="1650797"/>
                </a:lnTo>
                <a:lnTo>
                  <a:pt x="531752" y="1650854"/>
                </a:lnTo>
                <a:lnTo>
                  <a:pt x="534181" y="1650902"/>
                </a:lnTo>
                <a:lnTo>
                  <a:pt x="535734" y="1650930"/>
                </a:lnTo>
                <a:lnTo>
                  <a:pt x="538115" y="1650968"/>
                </a:lnTo>
                <a:lnTo>
                  <a:pt x="541325" y="1651025"/>
                </a:lnTo>
                <a:lnTo>
                  <a:pt x="543735" y="1651054"/>
                </a:lnTo>
                <a:lnTo>
                  <a:pt x="545344" y="1651054"/>
                </a:lnTo>
                <a:lnTo>
                  <a:pt x="547726" y="1651054"/>
                </a:lnTo>
                <a:lnTo>
                  <a:pt x="550878" y="1651054"/>
                </a:lnTo>
                <a:lnTo>
                  <a:pt x="553231" y="1651025"/>
                </a:lnTo>
                <a:lnTo>
                  <a:pt x="554793" y="1650978"/>
                </a:lnTo>
                <a:lnTo>
                  <a:pt x="557174" y="1650921"/>
                </a:lnTo>
                <a:lnTo>
                  <a:pt x="560375" y="1650863"/>
                </a:lnTo>
                <a:lnTo>
                  <a:pt x="562670" y="1650768"/>
                </a:lnTo>
                <a:lnTo>
                  <a:pt x="564051" y="1650654"/>
                </a:lnTo>
                <a:lnTo>
                  <a:pt x="566433" y="1650587"/>
                </a:lnTo>
                <a:lnTo>
                  <a:pt x="569814" y="1650587"/>
                </a:lnTo>
                <a:lnTo>
                  <a:pt x="572081" y="1650482"/>
                </a:lnTo>
                <a:lnTo>
                  <a:pt x="573234" y="1650254"/>
                </a:lnTo>
                <a:lnTo>
                  <a:pt x="575615" y="1650140"/>
                </a:lnTo>
                <a:lnTo>
                  <a:pt x="579225" y="1650140"/>
                </a:lnTo>
                <a:lnTo>
                  <a:pt x="581492" y="1650025"/>
                </a:lnTo>
                <a:lnTo>
                  <a:pt x="582425" y="1649806"/>
                </a:lnTo>
                <a:lnTo>
                  <a:pt x="584806" y="1649692"/>
                </a:lnTo>
                <a:lnTo>
                  <a:pt x="588635" y="1649692"/>
                </a:lnTo>
                <a:lnTo>
                  <a:pt x="590921" y="1649597"/>
                </a:lnTo>
                <a:lnTo>
                  <a:pt x="591664" y="1649406"/>
                </a:lnTo>
                <a:lnTo>
                  <a:pt x="594046" y="1649168"/>
                </a:lnTo>
                <a:lnTo>
                  <a:pt x="598065" y="1648863"/>
                </a:lnTo>
                <a:lnTo>
                  <a:pt x="600285" y="1648701"/>
                </a:lnTo>
                <a:lnTo>
                  <a:pt x="600704" y="1648673"/>
                </a:lnTo>
                <a:lnTo>
                  <a:pt x="601951" y="1648454"/>
                </a:lnTo>
                <a:lnTo>
                  <a:pt x="604047" y="1648035"/>
                </a:lnTo>
                <a:lnTo>
                  <a:pt x="605390" y="1646996"/>
                </a:lnTo>
                <a:lnTo>
                  <a:pt x="606000" y="1645349"/>
                </a:lnTo>
                <a:lnTo>
                  <a:pt x="607124" y="1644529"/>
                </a:lnTo>
                <a:lnTo>
                  <a:pt x="608771" y="1644529"/>
                </a:lnTo>
                <a:lnTo>
                  <a:pt x="610352" y="1643720"/>
                </a:lnTo>
                <a:lnTo>
                  <a:pt x="611848" y="1642110"/>
                </a:lnTo>
                <a:lnTo>
                  <a:pt x="614229" y="1641300"/>
                </a:lnTo>
                <a:lnTo>
                  <a:pt x="617496" y="1641300"/>
                </a:lnTo>
                <a:lnTo>
                  <a:pt x="619582" y="1641005"/>
                </a:lnTo>
                <a:lnTo>
                  <a:pt x="620506" y="1640434"/>
                </a:lnTo>
                <a:lnTo>
                  <a:pt x="622887" y="1640119"/>
                </a:lnTo>
                <a:lnTo>
                  <a:pt x="626726" y="1640072"/>
                </a:lnTo>
                <a:lnTo>
                  <a:pt x="628964" y="1639919"/>
                </a:lnTo>
                <a:lnTo>
                  <a:pt x="629583" y="1639672"/>
                </a:lnTo>
                <a:lnTo>
                  <a:pt x="631822" y="1639233"/>
                </a:lnTo>
                <a:lnTo>
                  <a:pt x="635679" y="1638614"/>
                </a:lnTo>
                <a:lnTo>
                  <a:pt x="637632" y="1638176"/>
                </a:lnTo>
                <a:lnTo>
                  <a:pt x="637661" y="1637929"/>
                </a:lnTo>
                <a:lnTo>
                  <a:pt x="638051" y="1637814"/>
                </a:lnTo>
                <a:lnTo>
                  <a:pt x="639013" y="1636395"/>
                </a:lnTo>
                <a:lnTo>
                  <a:pt x="640690" y="1633547"/>
                </a:lnTo>
                <a:lnTo>
                  <a:pt x="643071" y="1632071"/>
                </a:lnTo>
                <a:lnTo>
                  <a:pt x="646157" y="1631947"/>
                </a:lnTo>
                <a:lnTo>
                  <a:pt x="648129" y="1631537"/>
                </a:lnTo>
                <a:lnTo>
                  <a:pt x="648976" y="1630832"/>
                </a:lnTo>
                <a:lnTo>
                  <a:pt x="651358" y="1630394"/>
                </a:lnTo>
                <a:lnTo>
                  <a:pt x="655272" y="1630223"/>
                </a:lnTo>
                <a:lnTo>
                  <a:pt x="657482" y="1630051"/>
                </a:lnTo>
                <a:lnTo>
                  <a:pt x="657997" y="1629880"/>
                </a:lnTo>
                <a:lnTo>
                  <a:pt x="659101" y="1629547"/>
                </a:lnTo>
                <a:lnTo>
                  <a:pt x="660797" y="1629032"/>
                </a:lnTo>
                <a:lnTo>
                  <a:pt x="662007" y="1627861"/>
                </a:lnTo>
                <a:lnTo>
                  <a:pt x="662730" y="1626032"/>
                </a:lnTo>
                <a:lnTo>
                  <a:pt x="664007" y="1625089"/>
                </a:lnTo>
                <a:lnTo>
                  <a:pt x="665836" y="1625041"/>
                </a:lnTo>
                <a:lnTo>
                  <a:pt x="667322" y="1624146"/>
                </a:lnTo>
                <a:lnTo>
                  <a:pt x="668465" y="1622403"/>
                </a:lnTo>
                <a:lnTo>
                  <a:pt x="670846" y="1621450"/>
                </a:lnTo>
                <a:lnTo>
                  <a:pt x="674465" y="1621298"/>
                </a:lnTo>
                <a:lnTo>
                  <a:pt x="676656" y="1621107"/>
                </a:lnTo>
                <a:lnTo>
                  <a:pt x="677418" y="1620879"/>
                </a:lnTo>
                <a:lnTo>
                  <a:pt x="678790" y="1620393"/>
                </a:lnTo>
                <a:lnTo>
                  <a:pt x="680771" y="1619631"/>
                </a:lnTo>
                <a:lnTo>
                  <a:pt x="681914" y="1618393"/>
                </a:lnTo>
                <a:lnTo>
                  <a:pt x="682228" y="1616688"/>
                </a:lnTo>
                <a:lnTo>
                  <a:pt x="683238" y="1615678"/>
                </a:lnTo>
                <a:lnTo>
                  <a:pt x="684943" y="1615364"/>
                </a:lnTo>
                <a:lnTo>
                  <a:pt x="686257" y="1614297"/>
                </a:lnTo>
                <a:lnTo>
                  <a:pt x="687181" y="1612478"/>
                </a:lnTo>
                <a:lnTo>
                  <a:pt x="689562" y="1611249"/>
                </a:lnTo>
                <a:lnTo>
                  <a:pt x="693401" y="1610611"/>
                </a:lnTo>
                <a:lnTo>
                  <a:pt x="695430" y="1610258"/>
                </a:lnTo>
                <a:lnTo>
                  <a:pt x="695954" y="1610049"/>
                </a:lnTo>
                <a:lnTo>
                  <a:pt x="696354" y="1609830"/>
                </a:lnTo>
                <a:lnTo>
                  <a:pt x="697001" y="1608106"/>
                </a:lnTo>
                <a:lnTo>
                  <a:pt x="697916" y="1604867"/>
                </a:lnTo>
                <a:lnTo>
                  <a:pt x="699992" y="1603181"/>
                </a:lnTo>
                <a:lnTo>
                  <a:pt x="703231" y="1603048"/>
                </a:lnTo>
                <a:lnTo>
                  <a:pt x="705136" y="1602572"/>
                </a:lnTo>
                <a:lnTo>
                  <a:pt x="705707" y="1601753"/>
                </a:lnTo>
                <a:lnTo>
                  <a:pt x="706850" y="1601057"/>
                </a:lnTo>
                <a:lnTo>
                  <a:pt x="708584" y="1600486"/>
                </a:lnTo>
                <a:lnTo>
                  <a:pt x="709689" y="1599209"/>
                </a:lnTo>
                <a:lnTo>
                  <a:pt x="710165" y="1597228"/>
                </a:lnTo>
                <a:lnTo>
                  <a:pt x="711403" y="1596200"/>
                </a:lnTo>
                <a:lnTo>
                  <a:pt x="713384" y="1596142"/>
                </a:lnTo>
                <a:lnTo>
                  <a:pt x="714785" y="1595171"/>
                </a:lnTo>
                <a:lnTo>
                  <a:pt x="715613" y="1593275"/>
                </a:lnTo>
                <a:lnTo>
                  <a:pt x="717995" y="1592123"/>
                </a:lnTo>
                <a:lnTo>
                  <a:pt x="721928" y="1591704"/>
                </a:lnTo>
                <a:lnTo>
                  <a:pt x="724081" y="1591475"/>
                </a:lnTo>
                <a:lnTo>
                  <a:pt x="724443" y="1591418"/>
                </a:lnTo>
                <a:lnTo>
                  <a:pt x="724662" y="1591218"/>
                </a:lnTo>
                <a:lnTo>
                  <a:pt x="724748" y="1590856"/>
                </a:lnTo>
                <a:lnTo>
                  <a:pt x="725014" y="1588741"/>
                </a:lnTo>
                <a:lnTo>
                  <a:pt x="725462" y="1584865"/>
                </a:lnTo>
                <a:lnTo>
                  <a:pt x="727615" y="1582769"/>
                </a:lnTo>
                <a:lnTo>
                  <a:pt x="731491" y="1582464"/>
                </a:lnTo>
                <a:lnTo>
                  <a:pt x="733663" y="1582255"/>
                </a:lnTo>
                <a:lnTo>
                  <a:pt x="734130" y="1582150"/>
                </a:lnTo>
                <a:lnTo>
                  <a:pt x="734463" y="1581855"/>
                </a:lnTo>
                <a:lnTo>
                  <a:pt x="734644" y="1581388"/>
                </a:lnTo>
                <a:lnTo>
                  <a:pt x="734873" y="1579226"/>
                </a:lnTo>
                <a:lnTo>
                  <a:pt x="735140" y="1575387"/>
                </a:lnTo>
                <a:lnTo>
                  <a:pt x="737187" y="1573406"/>
                </a:lnTo>
                <a:lnTo>
                  <a:pt x="741026" y="1573273"/>
                </a:lnTo>
                <a:lnTo>
                  <a:pt x="743245" y="1573111"/>
                </a:lnTo>
                <a:lnTo>
                  <a:pt x="743845" y="1572911"/>
                </a:lnTo>
                <a:lnTo>
                  <a:pt x="744245" y="1572520"/>
                </a:lnTo>
                <a:lnTo>
                  <a:pt x="744455" y="1571920"/>
                </a:lnTo>
                <a:lnTo>
                  <a:pt x="744684" y="1569768"/>
                </a:lnTo>
                <a:lnTo>
                  <a:pt x="744931" y="1566062"/>
                </a:lnTo>
                <a:lnTo>
                  <a:pt x="746912" y="1564034"/>
                </a:lnTo>
                <a:lnTo>
                  <a:pt x="750618" y="1563691"/>
                </a:lnTo>
                <a:lnTo>
                  <a:pt x="752751" y="1563443"/>
                </a:lnTo>
                <a:lnTo>
                  <a:pt x="753294" y="1563272"/>
                </a:lnTo>
                <a:lnTo>
                  <a:pt x="753608" y="1562919"/>
                </a:lnTo>
                <a:lnTo>
                  <a:pt x="753694" y="1562376"/>
                </a:lnTo>
                <a:lnTo>
                  <a:pt x="753875" y="1560176"/>
                </a:lnTo>
                <a:lnTo>
                  <a:pt x="754151" y="1556318"/>
                </a:lnTo>
                <a:lnTo>
                  <a:pt x="756218" y="1553937"/>
                </a:lnTo>
                <a:lnTo>
                  <a:pt x="760076" y="1553032"/>
                </a:lnTo>
                <a:lnTo>
                  <a:pt x="762362" y="1550556"/>
                </a:lnTo>
                <a:lnTo>
                  <a:pt x="763086" y="1546517"/>
                </a:lnTo>
                <a:lnTo>
                  <a:pt x="764153" y="1544136"/>
                </a:lnTo>
                <a:lnTo>
                  <a:pt x="765553" y="1543412"/>
                </a:lnTo>
                <a:lnTo>
                  <a:pt x="766229" y="1541697"/>
                </a:lnTo>
                <a:lnTo>
                  <a:pt x="766153" y="1538992"/>
                </a:lnTo>
                <a:lnTo>
                  <a:pt x="767467" y="1537525"/>
                </a:lnTo>
                <a:lnTo>
                  <a:pt x="770172" y="1537287"/>
                </a:lnTo>
                <a:lnTo>
                  <a:pt x="771820" y="1536554"/>
                </a:lnTo>
                <a:lnTo>
                  <a:pt x="772420" y="1535325"/>
                </a:lnTo>
                <a:lnTo>
                  <a:pt x="773011" y="1534420"/>
                </a:lnTo>
                <a:lnTo>
                  <a:pt x="773611" y="1533820"/>
                </a:lnTo>
                <a:lnTo>
                  <a:pt x="773973" y="1531801"/>
                </a:lnTo>
                <a:lnTo>
                  <a:pt x="774106" y="1528362"/>
                </a:lnTo>
                <a:lnTo>
                  <a:pt x="775887" y="1526343"/>
                </a:lnTo>
                <a:lnTo>
                  <a:pt x="779326" y="1525753"/>
                </a:lnTo>
                <a:lnTo>
                  <a:pt x="781212" y="1525248"/>
                </a:lnTo>
                <a:lnTo>
                  <a:pt x="781536" y="1524857"/>
                </a:lnTo>
                <a:lnTo>
                  <a:pt x="781717" y="1524486"/>
                </a:lnTo>
                <a:lnTo>
                  <a:pt x="781736" y="1524162"/>
                </a:lnTo>
                <a:lnTo>
                  <a:pt x="781983" y="1522019"/>
                </a:lnTo>
                <a:lnTo>
                  <a:pt x="782441" y="1518066"/>
                </a:lnTo>
                <a:lnTo>
                  <a:pt x="783336" y="1515685"/>
                </a:lnTo>
                <a:lnTo>
                  <a:pt x="784670" y="1514875"/>
                </a:lnTo>
                <a:lnTo>
                  <a:pt x="785403" y="1513227"/>
                </a:lnTo>
                <a:lnTo>
                  <a:pt x="785527" y="1510732"/>
                </a:lnTo>
                <a:lnTo>
                  <a:pt x="786832" y="1509389"/>
                </a:lnTo>
                <a:lnTo>
                  <a:pt x="789327" y="1509198"/>
                </a:lnTo>
                <a:lnTo>
                  <a:pt x="790946" y="1508436"/>
                </a:lnTo>
                <a:lnTo>
                  <a:pt x="791689" y="1507103"/>
                </a:lnTo>
                <a:lnTo>
                  <a:pt x="792147" y="1506064"/>
                </a:lnTo>
                <a:lnTo>
                  <a:pt x="792328" y="1505321"/>
                </a:lnTo>
                <a:lnTo>
                  <a:pt x="792413" y="1503026"/>
                </a:lnTo>
                <a:lnTo>
                  <a:pt x="792413" y="1499187"/>
                </a:lnTo>
                <a:lnTo>
                  <a:pt x="793185" y="1496806"/>
                </a:lnTo>
                <a:lnTo>
                  <a:pt x="794718" y="1495882"/>
                </a:lnTo>
                <a:lnTo>
                  <a:pt x="795480" y="1494272"/>
                </a:lnTo>
                <a:lnTo>
                  <a:pt x="795480" y="1491958"/>
                </a:lnTo>
                <a:lnTo>
                  <a:pt x="796633" y="1490805"/>
                </a:lnTo>
                <a:lnTo>
                  <a:pt x="798947" y="1490805"/>
                </a:lnTo>
                <a:lnTo>
                  <a:pt x="800452" y="1489929"/>
                </a:lnTo>
                <a:lnTo>
                  <a:pt x="801148" y="1488176"/>
                </a:lnTo>
                <a:lnTo>
                  <a:pt x="801595" y="1486948"/>
                </a:lnTo>
                <a:lnTo>
                  <a:pt x="801795" y="1486252"/>
                </a:lnTo>
                <a:lnTo>
                  <a:pt x="801919" y="1483985"/>
                </a:lnTo>
                <a:lnTo>
                  <a:pt x="801967" y="1480166"/>
                </a:lnTo>
                <a:lnTo>
                  <a:pt x="802310" y="1477785"/>
                </a:lnTo>
                <a:lnTo>
                  <a:pt x="802948" y="1476842"/>
                </a:lnTo>
                <a:lnTo>
                  <a:pt x="803329" y="1474841"/>
                </a:lnTo>
                <a:lnTo>
                  <a:pt x="803443" y="1471784"/>
                </a:lnTo>
                <a:lnTo>
                  <a:pt x="805034" y="1469641"/>
                </a:lnTo>
                <a:lnTo>
                  <a:pt x="808091" y="1468412"/>
                </a:lnTo>
                <a:lnTo>
                  <a:pt x="809720" y="1467660"/>
                </a:lnTo>
                <a:lnTo>
                  <a:pt x="809901" y="1467364"/>
                </a:lnTo>
                <a:lnTo>
                  <a:pt x="809996" y="1467126"/>
                </a:lnTo>
                <a:lnTo>
                  <a:pt x="810301" y="1464850"/>
                </a:lnTo>
                <a:lnTo>
                  <a:pt x="810873" y="1460859"/>
                </a:lnTo>
                <a:lnTo>
                  <a:pt x="811292" y="1458478"/>
                </a:lnTo>
                <a:lnTo>
                  <a:pt x="811578" y="1457706"/>
                </a:lnTo>
                <a:lnTo>
                  <a:pt x="811721" y="1455468"/>
                </a:lnTo>
                <a:lnTo>
                  <a:pt x="811721" y="1451753"/>
                </a:lnTo>
                <a:lnTo>
                  <a:pt x="812054" y="1449372"/>
                </a:lnTo>
                <a:lnTo>
                  <a:pt x="812721" y="1448324"/>
                </a:lnTo>
                <a:lnTo>
                  <a:pt x="813111" y="1446333"/>
                </a:lnTo>
                <a:lnTo>
                  <a:pt x="813225" y="1443399"/>
                </a:lnTo>
                <a:lnTo>
                  <a:pt x="814445" y="1441018"/>
                </a:lnTo>
                <a:lnTo>
                  <a:pt x="816750" y="1439189"/>
                </a:lnTo>
                <a:lnTo>
                  <a:pt x="817874" y="1437932"/>
                </a:lnTo>
                <a:lnTo>
                  <a:pt x="817817" y="1437256"/>
                </a:lnTo>
                <a:lnTo>
                  <a:pt x="818131" y="1436741"/>
                </a:lnTo>
                <a:lnTo>
                  <a:pt x="818807" y="1436408"/>
                </a:lnTo>
                <a:lnTo>
                  <a:pt x="819388" y="1434608"/>
                </a:lnTo>
                <a:lnTo>
                  <a:pt x="819874" y="1431341"/>
                </a:lnTo>
                <a:lnTo>
                  <a:pt x="820141" y="1429474"/>
                </a:lnTo>
                <a:lnTo>
                  <a:pt x="820207" y="1428988"/>
                </a:lnTo>
                <a:lnTo>
                  <a:pt x="820322" y="1426721"/>
                </a:lnTo>
                <a:lnTo>
                  <a:pt x="820493" y="1422683"/>
                </a:lnTo>
                <a:lnTo>
                  <a:pt x="820655" y="1420301"/>
                </a:lnTo>
                <a:lnTo>
                  <a:pt x="820798" y="1419577"/>
                </a:lnTo>
                <a:lnTo>
                  <a:pt x="820922" y="1417320"/>
                </a:lnTo>
                <a:lnTo>
                  <a:pt x="821007" y="1413510"/>
                </a:lnTo>
                <a:lnTo>
                  <a:pt x="821188" y="1411129"/>
                </a:lnTo>
                <a:lnTo>
                  <a:pt x="821465" y="1410176"/>
                </a:lnTo>
                <a:lnTo>
                  <a:pt x="821607" y="1407928"/>
                </a:lnTo>
                <a:lnTo>
                  <a:pt x="821607" y="1404395"/>
                </a:lnTo>
                <a:lnTo>
                  <a:pt x="821855" y="1402013"/>
                </a:lnTo>
                <a:lnTo>
                  <a:pt x="822350" y="1400785"/>
                </a:lnTo>
                <a:lnTo>
                  <a:pt x="822598" y="1398651"/>
                </a:lnTo>
                <a:lnTo>
                  <a:pt x="822598" y="1395613"/>
                </a:lnTo>
                <a:lnTo>
                  <a:pt x="822827" y="1393231"/>
                </a:lnTo>
                <a:lnTo>
                  <a:pt x="823293" y="1391507"/>
                </a:lnTo>
                <a:lnTo>
                  <a:pt x="823560" y="1389393"/>
                </a:lnTo>
                <a:lnTo>
                  <a:pt x="823627" y="1386888"/>
                </a:lnTo>
                <a:lnTo>
                  <a:pt x="823693" y="1384506"/>
                </a:lnTo>
                <a:lnTo>
                  <a:pt x="823751" y="1382249"/>
                </a:lnTo>
                <a:lnTo>
                  <a:pt x="823779" y="1379906"/>
                </a:lnTo>
                <a:lnTo>
                  <a:pt x="823779" y="1377458"/>
                </a:lnTo>
                <a:lnTo>
                  <a:pt x="823722" y="1375077"/>
                </a:lnTo>
                <a:lnTo>
                  <a:pt x="823608" y="1372762"/>
                </a:lnTo>
                <a:lnTo>
                  <a:pt x="823551" y="1370314"/>
                </a:lnTo>
                <a:lnTo>
                  <a:pt x="823551" y="1367752"/>
                </a:lnTo>
                <a:lnTo>
                  <a:pt x="823493" y="1365371"/>
                </a:lnTo>
                <a:lnTo>
                  <a:pt x="823389" y="1363170"/>
                </a:lnTo>
                <a:lnTo>
                  <a:pt x="823331" y="1360742"/>
                </a:lnTo>
                <a:lnTo>
                  <a:pt x="823331" y="1358065"/>
                </a:lnTo>
                <a:lnTo>
                  <a:pt x="823284" y="1355684"/>
                </a:lnTo>
                <a:lnTo>
                  <a:pt x="823189" y="1353598"/>
                </a:lnTo>
                <a:lnTo>
                  <a:pt x="823141" y="1351169"/>
                </a:lnTo>
                <a:lnTo>
                  <a:pt x="823141" y="1348397"/>
                </a:lnTo>
                <a:lnTo>
                  <a:pt x="822960" y="1346016"/>
                </a:lnTo>
                <a:lnTo>
                  <a:pt x="822617" y="1344025"/>
                </a:lnTo>
                <a:lnTo>
                  <a:pt x="822446" y="1341472"/>
                </a:lnTo>
                <a:lnTo>
                  <a:pt x="822446" y="1338358"/>
                </a:lnTo>
                <a:lnTo>
                  <a:pt x="822236" y="1335977"/>
                </a:lnTo>
                <a:lnTo>
                  <a:pt x="821807" y="1334329"/>
                </a:lnTo>
                <a:lnTo>
                  <a:pt x="821569" y="1331709"/>
                </a:lnTo>
                <a:lnTo>
                  <a:pt x="821522" y="1328118"/>
                </a:lnTo>
                <a:lnTo>
                  <a:pt x="821369" y="1325737"/>
                </a:lnTo>
                <a:lnTo>
                  <a:pt x="821103" y="1324566"/>
                </a:lnTo>
                <a:lnTo>
                  <a:pt x="820807" y="1321880"/>
                </a:lnTo>
                <a:lnTo>
                  <a:pt x="820474" y="1317698"/>
                </a:lnTo>
                <a:lnTo>
                  <a:pt x="820245" y="1315317"/>
                </a:lnTo>
                <a:lnTo>
                  <a:pt x="820112" y="1314736"/>
                </a:lnTo>
                <a:lnTo>
                  <a:pt x="819826" y="1313126"/>
                </a:lnTo>
                <a:lnTo>
                  <a:pt x="819379" y="1310478"/>
                </a:lnTo>
                <a:lnTo>
                  <a:pt x="818417" y="1308097"/>
                </a:lnTo>
                <a:lnTo>
                  <a:pt x="816950" y="1305982"/>
                </a:lnTo>
                <a:lnTo>
                  <a:pt x="816216" y="1304192"/>
                </a:lnTo>
                <a:lnTo>
                  <a:pt x="816216" y="1302725"/>
                </a:lnTo>
                <a:lnTo>
                  <a:pt x="815378" y="1300343"/>
                </a:lnTo>
                <a:lnTo>
                  <a:pt x="813702" y="1297048"/>
                </a:lnTo>
                <a:lnTo>
                  <a:pt x="812864" y="1293828"/>
                </a:lnTo>
                <a:lnTo>
                  <a:pt x="812864" y="1290685"/>
                </a:lnTo>
                <a:lnTo>
                  <a:pt x="812540" y="1288304"/>
                </a:lnTo>
                <a:lnTo>
                  <a:pt x="811892" y="1286685"/>
                </a:lnTo>
                <a:lnTo>
                  <a:pt x="811387" y="1283789"/>
                </a:lnTo>
                <a:lnTo>
                  <a:pt x="811006" y="1279627"/>
                </a:lnTo>
                <a:lnTo>
                  <a:pt x="810749" y="1277245"/>
                </a:lnTo>
                <a:lnTo>
                  <a:pt x="810606" y="1276645"/>
                </a:lnTo>
                <a:lnTo>
                  <a:pt x="810311" y="1275607"/>
                </a:lnTo>
                <a:lnTo>
                  <a:pt x="809854" y="1274121"/>
                </a:lnTo>
                <a:lnTo>
                  <a:pt x="808311" y="1271740"/>
                </a:lnTo>
                <a:lnTo>
                  <a:pt x="805701" y="1268463"/>
                </a:lnTo>
                <a:lnTo>
                  <a:pt x="804348" y="1265482"/>
                </a:lnTo>
                <a:lnTo>
                  <a:pt x="804281" y="1262796"/>
                </a:lnTo>
                <a:lnTo>
                  <a:pt x="803700" y="1260415"/>
                </a:lnTo>
                <a:lnTo>
                  <a:pt x="802586" y="1258338"/>
                </a:lnTo>
                <a:lnTo>
                  <a:pt x="801643" y="1255024"/>
                </a:lnTo>
                <a:lnTo>
                  <a:pt x="800891" y="1250461"/>
                </a:lnTo>
                <a:lnTo>
                  <a:pt x="800481" y="1248080"/>
                </a:lnTo>
                <a:lnTo>
                  <a:pt x="800310" y="1247632"/>
                </a:lnTo>
                <a:lnTo>
                  <a:pt x="800167" y="1247346"/>
                </a:lnTo>
                <a:lnTo>
                  <a:pt x="798347" y="1244965"/>
                </a:lnTo>
                <a:lnTo>
                  <a:pt x="794852" y="1240488"/>
                </a:lnTo>
                <a:lnTo>
                  <a:pt x="792661" y="1236059"/>
                </a:lnTo>
                <a:lnTo>
                  <a:pt x="791766" y="1231668"/>
                </a:lnTo>
                <a:lnTo>
                  <a:pt x="791232" y="1229287"/>
                </a:lnTo>
                <a:lnTo>
                  <a:pt x="791061" y="1228916"/>
                </a:lnTo>
                <a:lnTo>
                  <a:pt x="790870" y="1228535"/>
                </a:lnTo>
                <a:lnTo>
                  <a:pt x="790670" y="1228163"/>
                </a:lnTo>
                <a:lnTo>
                  <a:pt x="788737" y="1225782"/>
                </a:lnTo>
                <a:lnTo>
                  <a:pt x="785070" y="1221391"/>
                </a:lnTo>
                <a:lnTo>
                  <a:pt x="782688" y="1217114"/>
                </a:lnTo>
                <a:lnTo>
                  <a:pt x="781593" y="1212952"/>
                </a:lnTo>
                <a:lnTo>
                  <a:pt x="780736" y="1210570"/>
                </a:lnTo>
                <a:lnTo>
                  <a:pt x="780098" y="1209970"/>
                </a:lnTo>
                <a:lnTo>
                  <a:pt x="779783" y="1209361"/>
                </a:lnTo>
                <a:lnTo>
                  <a:pt x="779783" y="1208723"/>
                </a:lnTo>
                <a:lnTo>
                  <a:pt x="778116" y="1206341"/>
                </a:lnTo>
                <a:lnTo>
                  <a:pt x="774783" y="1202217"/>
                </a:lnTo>
                <a:lnTo>
                  <a:pt x="772716" y="1199045"/>
                </a:lnTo>
                <a:lnTo>
                  <a:pt x="771925" y="1196835"/>
                </a:lnTo>
                <a:lnTo>
                  <a:pt x="770439" y="1194454"/>
                </a:lnTo>
                <a:lnTo>
                  <a:pt x="768277" y="1191901"/>
                </a:lnTo>
                <a:lnTo>
                  <a:pt x="767086" y="1189434"/>
                </a:lnTo>
                <a:lnTo>
                  <a:pt x="766867" y="1187053"/>
                </a:lnTo>
                <a:lnTo>
                  <a:pt x="765896" y="1184672"/>
                </a:lnTo>
                <a:lnTo>
                  <a:pt x="764162" y="1182291"/>
                </a:lnTo>
                <a:lnTo>
                  <a:pt x="762972" y="1180586"/>
                </a:lnTo>
                <a:lnTo>
                  <a:pt x="762324" y="1179547"/>
                </a:lnTo>
                <a:lnTo>
                  <a:pt x="760219" y="1177166"/>
                </a:lnTo>
                <a:lnTo>
                  <a:pt x="756647" y="1173442"/>
                </a:lnTo>
                <a:lnTo>
                  <a:pt x="754266" y="1169432"/>
                </a:lnTo>
                <a:lnTo>
                  <a:pt x="753075" y="1165146"/>
                </a:lnTo>
                <a:lnTo>
                  <a:pt x="752237" y="1162764"/>
                </a:lnTo>
                <a:lnTo>
                  <a:pt x="751761" y="1162288"/>
                </a:lnTo>
                <a:lnTo>
                  <a:pt x="751332" y="1161621"/>
                </a:lnTo>
                <a:lnTo>
                  <a:pt x="750941" y="1160755"/>
                </a:lnTo>
                <a:lnTo>
                  <a:pt x="749036" y="1158373"/>
                </a:lnTo>
                <a:lnTo>
                  <a:pt x="745627" y="1154478"/>
                </a:lnTo>
                <a:lnTo>
                  <a:pt x="743683" y="1152249"/>
                </a:lnTo>
                <a:lnTo>
                  <a:pt x="743198" y="1151687"/>
                </a:lnTo>
                <a:lnTo>
                  <a:pt x="741064" y="1149306"/>
                </a:lnTo>
                <a:lnTo>
                  <a:pt x="737302" y="1145105"/>
                </a:lnTo>
                <a:lnTo>
                  <a:pt x="734920" y="1142305"/>
                </a:lnTo>
                <a:lnTo>
                  <a:pt x="733920" y="1140924"/>
                </a:lnTo>
                <a:lnTo>
                  <a:pt x="731739" y="1138542"/>
                </a:lnTo>
                <a:lnTo>
                  <a:pt x="728358" y="1135161"/>
                </a:lnTo>
                <a:lnTo>
                  <a:pt x="725976" y="1132132"/>
                </a:lnTo>
                <a:lnTo>
                  <a:pt x="724595" y="1129455"/>
                </a:lnTo>
                <a:lnTo>
                  <a:pt x="722862" y="1127074"/>
                </a:lnTo>
                <a:lnTo>
                  <a:pt x="720776" y="1124988"/>
                </a:lnTo>
                <a:lnTo>
                  <a:pt x="718395" y="1121569"/>
                </a:lnTo>
                <a:lnTo>
                  <a:pt x="715718" y="1116806"/>
                </a:lnTo>
                <a:lnTo>
                  <a:pt x="712070" y="1112044"/>
                </a:lnTo>
                <a:lnTo>
                  <a:pt x="707450" y="1107281"/>
                </a:lnTo>
                <a:lnTo>
                  <a:pt x="705069" y="1104814"/>
                </a:lnTo>
                <a:lnTo>
                  <a:pt x="702678" y="1102271"/>
                </a:lnTo>
                <a:lnTo>
                  <a:pt x="698344" y="1097671"/>
                </a:lnTo>
                <a:lnTo>
                  <a:pt x="695963" y="1095146"/>
                </a:lnTo>
                <a:lnTo>
                  <a:pt x="695535" y="1094689"/>
                </a:lnTo>
                <a:lnTo>
                  <a:pt x="693315" y="1092308"/>
                </a:lnTo>
                <a:lnTo>
                  <a:pt x="689305" y="1088003"/>
                </a:lnTo>
                <a:lnTo>
                  <a:pt x="686924" y="1085440"/>
                </a:lnTo>
                <a:lnTo>
                  <a:pt x="686171" y="1084612"/>
                </a:lnTo>
                <a:lnTo>
                  <a:pt x="683857" y="1082231"/>
                </a:lnTo>
                <a:lnTo>
                  <a:pt x="679961" y="1078297"/>
                </a:lnTo>
                <a:lnTo>
                  <a:pt x="677580" y="1075706"/>
                </a:lnTo>
                <a:lnTo>
                  <a:pt x="676713" y="1074477"/>
                </a:lnTo>
                <a:lnTo>
                  <a:pt x="674446" y="1072096"/>
                </a:lnTo>
                <a:lnTo>
                  <a:pt x="670789" y="1068562"/>
                </a:lnTo>
                <a:lnTo>
                  <a:pt x="668407" y="1066067"/>
                </a:lnTo>
                <a:lnTo>
                  <a:pt x="667302" y="1064590"/>
                </a:lnTo>
                <a:lnTo>
                  <a:pt x="665140" y="1062209"/>
                </a:lnTo>
                <a:lnTo>
                  <a:pt x="661930" y="1058923"/>
                </a:lnTo>
                <a:lnTo>
                  <a:pt x="659549" y="1055684"/>
                </a:lnTo>
                <a:lnTo>
                  <a:pt x="657997" y="1052513"/>
                </a:lnTo>
                <a:lnTo>
                  <a:pt x="656530" y="1050131"/>
                </a:lnTo>
                <a:lnTo>
                  <a:pt x="655139" y="1048541"/>
                </a:lnTo>
                <a:lnTo>
                  <a:pt x="653291" y="1045902"/>
                </a:lnTo>
                <a:lnTo>
                  <a:pt x="650977" y="1042197"/>
                </a:lnTo>
                <a:lnTo>
                  <a:pt x="649338" y="1039816"/>
                </a:lnTo>
                <a:lnTo>
                  <a:pt x="648376" y="1038758"/>
                </a:lnTo>
                <a:lnTo>
                  <a:pt x="647843" y="1038177"/>
                </a:lnTo>
                <a:lnTo>
                  <a:pt x="645605" y="1035691"/>
                </a:lnTo>
                <a:lnTo>
                  <a:pt x="641404" y="1031034"/>
                </a:lnTo>
                <a:lnTo>
                  <a:pt x="639023" y="1028348"/>
                </a:lnTo>
                <a:lnTo>
                  <a:pt x="638461" y="1027643"/>
                </a:lnTo>
                <a:lnTo>
                  <a:pt x="636222" y="1025261"/>
                </a:lnTo>
                <a:lnTo>
                  <a:pt x="632308" y="1021204"/>
                </a:lnTo>
                <a:lnTo>
                  <a:pt x="629926" y="1018642"/>
                </a:lnTo>
                <a:lnTo>
                  <a:pt x="629079" y="1017575"/>
                </a:lnTo>
                <a:lnTo>
                  <a:pt x="626878" y="1015194"/>
                </a:lnTo>
                <a:lnTo>
                  <a:pt x="623345" y="1011498"/>
                </a:lnTo>
                <a:lnTo>
                  <a:pt x="620963" y="1008926"/>
                </a:lnTo>
                <a:lnTo>
                  <a:pt x="619735" y="1007469"/>
                </a:lnTo>
                <a:lnTo>
                  <a:pt x="617468" y="1005088"/>
                </a:lnTo>
                <a:lnTo>
                  <a:pt x="614162" y="1001782"/>
                </a:lnTo>
                <a:lnTo>
                  <a:pt x="611781" y="999173"/>
                </a:lnTo>
                <a:lnTo>
                  <a:pt x="610324" y="997268"/>
                </a:lnTo>
                <a:lnTo>
                  <a:pt x="608171" y="994886"/>
                </a:lnTo>
                <a:lnTo>
                  <a:pt x="605314" y="992029"/>
                </a:lnTo>
                <a:lnTo>
                  <a:pt x="602933" y="989219"/>
                </a:lnTo>
                <a:lnTo>
                  <a:pt x="601028" y="986457"/>
                </a:lnTo>
                <a:lnTo>
                  <a:pt x="599075" y="984075"/>
                </a:lnTo>
                <a:lnTo>
                  <a:pt x="597075" y="982075"/>
                </a:lnTo>
                <a:lnTo>
                  <a:pt x="594865" y="978865"/>
                </a:lnTo>
                <a:lnTo>
                  <a:pt x="592445" y="974446"/>
                </a:lnTo>
                <a:lnTo>
                  <a:pt x="591083" y="972064"/>
                </a:lnTo>
                <a:lnTo>
                  <a:pt x="590798" y="971721"/>
                </a:lnTo>
                <a:lnTo>
                  <a:pt x="590626" y="971521"/>
                </a:lnTo>
                <a:lnTo>
                  <a:pt x="588359" y="969093"/>
                </a:lnTo>
                <a:lnTo>
                  <a:pt x="583987" y="964378"/>
                </a:lnTo>
                <a:lnTo>
                  <a:pt x="581606" y="961815"/>
                </a:lnTo>
                <a:lnTo>
                  <a:pt x="581216" y="961387"/>
                </a:lnTo>
                <a:lnTo>
                  <a:pt x="578949" y="959006"/>
                </a:lnTo>
                <a:lnTo>
                  <a:pt x="574805" y="954672"/>
                </a:lnTo>
                <a:lnTo>
                  <a:pt x="572424" y="952176"/>
                </a:lnTo>
                <a:lnTo>
                  <a:pt x="571805" y="951519"/>
                </a:lnTo>
                <a:lnTo>
                  <a:pt x="569471" y="949138"/>
                </a:lnTo>
                <a:lnTo>
                  <a:pt x="565414" y="945032"/>
                </a:lnTo>
                <a:lnTo>
                  <a:pt x="563032" y="942556"/>
                </a:lnTo>
                <a:lnTo>
                  <a:pt x="562327" y="941718"/>
                </a:lnTo>
                <a:lnTo>
                  <a:pt x="559956" y="939336"/>
                </a:lnTo>
                <a:lnTo>
                  <a:pt x="555927" y="935412"/>
                </a:lnTo>
                <a:lnTo>
                  <a:pt x="553545" y="933031"/>
                </a:lnTo>
                <a:lnTo>
                  <a:pt x="552812" y="932202"/>
                </a:lnTo>
                <a:lnTo>
                  <a:pt x="550516" y="929821"/>
                </a:lnTo>
                <a:lnTo>
                  <a:pt x="546649" y="925887"/>
                </a:lnTo>
                <a:lnTo>
                  <a:pt x="544268" y="923373"/>
                </a:lnTo>
                <a:lnTo>
                  <a:pt x="543373" y="922277"/>
                </a:lnTo>
                <a:lnTo>
                  <a:pt x="541191" y="919896"/>
                </a:lnTo>
                <a:lnTo>
                  <a:pt x="537734" y="916229"/>
                </a:lnTo>
                <a:lnTo>
                  <a:pt x="535353" y="913590"/>
                </a:lnTo>
                <a:lnTo>
                  <a:pt x="534048" y="911962"/>
                </a:lnTo>
                <a:lnTo>
                  <a:pt x="531790" y="909580"/>
                </a:lnTo>
                <a:lnTo>
                  <a:pt x="528580" y="906447"/>
                </a:lnTo>
                <a:lnTo>
                  <a:pt x="526199" y="903427"/>
                </a:lnTo>
                <a:lnTo>
                  <a:pt x="524647" y="900522"/>
                </a:lnTo>
                <a:lnTo>
                  <a:pt x="522942" y="898141"/>
                </a:lnTo>
                <a:lnTo>
                  <a:pt x="521084" y="896283"/>
                </a:lnTo>
                <a:lnTo>
                  <a:pt x="519427" y="893702"/>
                </a:lnTo>
                <a:lnTo>
                  <a:pt x="517998" y="890407"/>
                </a:lnTo>
                <a:lnTo>
                  <a:pt x="516646" y="888025"/>
                </a:lnTo>
                <a:lnTo>
                  <a:pt x="515369" y="886558"/>
                </a:lnTo>
                <a:lnTo>
                  <a:pt x="514636" y="885701"/>
                </a:lnTo>
                <a:lnTo>
                  <a:pt x="514445" y="885463"/>
                </a:lnTo>
                <a:lnTo>
                  <a:pt x="512388" y="883082"/>
                </a:lnTo>
                <a:lnTo>
                  <a:pt x="508464" y="878557"/>
                </a:lnTo>
                <a:lnTo>
                  <a:pt x="506082" y="875767"/>
                </a:lnTo>
                <a:lnTo>
                  <a:pt x="505244" y="874690"/>
                </a:lnTo>
                <a:lnTo>
                  <a:pt x="503034" y="872309"/>
                </a:lnTo>
                <a:lnTo>
                  <a:pt x="499443" y="868623"/>
                </a:lnTo>
                <a:lnTo>
                  <a:pt x="497062" y="865946"/>
                </a:lnTo>
                <a:lnTo>
                  <a:pt x="495891" y="864299"/>
                </a:lnTo>
                <a:lnTo>
                  <a:pt x="493747" y="861917"/>
                </a:lnTo>
                <a:lnTo>
                  <a:pt x="490633" y="858803"/>
                </a:lnTo>
                <a:lnTo>
                  <a:pt x="488252" y="855774"/>
                </a:lnTo>
                <a:lnTo>
                  <a:pt x="486604" y="852811"/>
                </a:lnTo>
                <a:lnTo>
                  <a:pt x="484870" y="850430"/>
                </a:lnTo>
                <a:lnTo>
                  <a:pt x="483070" y="848630"/>
                </a:lnTo>
                <a:lnTo>
                  <a:pt x="480879" y="845544"/>
                </a:lnTo>
                <a:lnTo>
                  <a:pt x="478326" y="841181"/>
                </a:lnTo>
                <a:lnTo>
                  <a:pt x="476869" y="838800"/>
                </a:lnTo>
                <a:lnTo>
                  <a:pt x="476517" y="838400"/>
                </a:lnTo>
                <a:lnTo>
                  <a:pt x="476317" y="838171"/>
                </a:lnTo>
                <a:lnTo>
                  <a:pt x="474126" y="835743"/>
                </a:lnTo>
                <a:lnTo>
                  <a:pt x="469887" y="831028"/>
                </a:lnTo>
                <a:lnTo>
                  <a:pt x="467506" y="828332"/>
                </a:lnTo>
                <a:lnTo>
                  <a:pt x="466982" y="827656"/>
                </a:lnTo>
                <a:lnTo>
                  <a:pt x="464877" y="825275"/>
                </a:lnTo>
                <a:lnTo>
                  <a:pt x="461181" y="821188"/>
                </a:lnTo>
                <a:lnTo>
                  <a:pt x="458800" y="818340"/>
                </a:lnTo>
                <a:lnTo>
                  <a:pt x="457733" y="816731"/>
                </a:lnTo>
                <a:lnTo>
                  <a:pt x="455600" y="814349"/>
                </a:lnTo>
                <a:lnTo>
                  <a:pt x="452390" y="811197"/>
                </a:lnTo>
                <a:lnTo>
                  <a:pt x="450009" y="807672"/>
                </a:lnTo>
                <a:lnTo>
                  <a:pt x="448456" y="803777"/>
                </a:lnTo>
                <a:lnTo>
                  <a:pt x="447170" y="801395"/>
                </a:lnTo>
                <a:lnTo>
                  <a:pt x="446170" y="800529"/>
                </a:lnTo>
                <a:lnTo>
                  <a:pt x="445532" y="799462"/>
                </a:lnTo>
                <a:lnTo>
                  <a:pt x="445265" y="798195"/>
                </a:lnTo>
                <a:lnTo>
                  <a:pt x="443655" y="795814"/>
                </a:lnTo>
                <a:lnTo>
                  <a:pt x="440693" y="792318"/>
                </a:lnTo>
                <a:lnTo>
                  <a:pt x="438941" y="790089"/>
                </a:lnTo>
                <a:lnTo>
                  <a:pt x="438417" y="789118"/>
                </a:lnTo>
                <a:lnTo>
                  <a:pt x="436474" y="786736"/>
                </a:lnTo>
                <a:lnTo>
                  <a:pt x="433111" y="782945"/>
                </a:lnTo>
                <a:lnTo>
                  <a:pt x="430835" y="778774"/>
                </a:lnTo>
                <a:lnTo>
                  <a:pt x="429644" y="774221"/>
                </a:lnTo>
                <a:lnTo>
                  <a:pt x="428987" y="771839"/>
                </a:lnTo>
                <a:lnTo>
                  <a:pt x="428863" y="771630"/>
                </a:lnTo>
                <a:lnTo>
                  <a:pt x="426634" y="768982"/>
                </a:lnTo>
                <a:lnTo>
                  <a:pt x="422653" y="764324"/>
                </a:lnTo>
                <a:lnTo>
                  <a:pt x="420272" y="761076"/>
                </a:lnTo>
                <a:lnTo>
                  <a:pt x="419491" y="759238"/>
                </a:lnTo>
                <a:lnTo>
                  <a:pt x="417643" y="756856"/>
                </a:lnTo>
                <a:lnTo>
                  <a:pt x="414719" y="753932"/>
                </a:lnTo>
                <a:lnTo>
                  <a:pt x="413223" y="750980"/>
                </a:lnTo>
                <a:lnTo>
                  <a:pt x="413156" y="747989"/>
                </a:lnTo>
                <a:lnTo>
                  <a:pt x="412556" y="745607"/>
                </a:lnTo>
                <a:lnTo>
                  <a:pt x="411423" y="743836"/>
                </a:lnTo>
                <a:lnTo>
                  <a:pt x="410537" y="741921"/>
                </a:lnTo>
                <a:lnTo>
                  <a:pt x="409899" y="739864"/>
                </a:lnTo>
                <a:lnTo>
                  <a:pt x="408289" y="737483"/>
                </a:lnTo>
                <a:lnTo>
                  <a:pt x="405727" y="734778"/>
                </a:lnTo>
                <a:lnTo>
                  <a:pt x="404451" y="732139"/>
                </a:lnTo>
                <a:lnTo>
                  <a:pt x="404451" y="729577"/>
                </a:lnTo>
                <a:lnTo>
                  <a:pt x="403736" y="727196"/>
                </a:lnTo>
                <a:lnTo>
                  <a:pt x="402307" y="724995"/>
                </a:lnTo>
                <a:lnTo>
                  <a:pt x="401212" y="722643"/>
                </a:lnTo>
                <a:lnTo>
                  <a:pt x="400441" y="720119"/>
                </a:lnTo>
                <a:lnTo>
                  <a:pt x="398926" y="717737"/>
                </a:lnTo>
                <a:lnTo>
                  <a:pt x="396688" y="715499"/>
                </a:lnTo>
                <a:lnTo>
                  <a:pt x="395564" y="713251"/>
                </a:lnTo>
                <a:lnTo>
                  <a:pt x="395564" y="711013"/>
                </a:lnTo>
                <a:lnTo>
                  <a:pt x="394716" y="708631"/>
                </a:lnTo>
                <a:lnTo>
                  <a:pt x="393021" y="706107"/>
                </a:lnTo>
                <a:lnTo>
                  <a:pt x="391763" y="702812"/>
                </a:lnTo>
                <a:lnTo>
                  <a:pt x="390935" y="698725"/>
                </a:lnTo>
                <a:lnTo>
                  <a:pt x="390201" y="696344"/>
                </a:lnTo>
                <a:lnTo>
                  <a:pt x="389553" y="695668"/>
                </a:lnTo>
                <a:lnTo>
                  <a:pt x="389211" y="694982"/>
                </a:lnTo>
                <a:lnTo>
                  <a:pt x="389182" y="694306"/>
                </a:lnTo>
                <a:lnTo>
                  <a:pt x="387687" y="691925"/>
                </a:lnTo>
                <a:lnTo>
                  <a:pt x="384734" y="687838"/>
                </a:lnTo>
                <a:lnTo>
                  <a:pt x="383210" y="683933"/>
                </a:lnTo>
                <a:lnTo>
                  <a:pt x="383105" y="680199"/>
                </a:lnTo>
                <a:lnTo>
                  <a:pt x="382857" y="677818"/>
                </a:lnTo>
                <a:lnTo>
                  <a:pt x="382457" y="676789"/>
                </a:lnTo>
                <a:lnTo>
                  <a:pt x="381943" y="675008"/>
                </a:lnTo>
                <a:lnTo>
                  <a:pt x="381314" y="672465"/>
                </a:lnTo>
                <a:lnTo>
                  <a:pt x="379924" y="670084"/>
                </a:lnTo>
                <a:lnTo>
                  <a:pt x="377771" y="667864"/>
                </a:lnTo>
                <a:lnTo>
                  <a:pt x="376666" y="665636"/>
                </a:lnTo>
                <a:lnTo>
                  <a:pt x="376590" y="663416"/>
                </a:lnTo>
                <a:lnTo>
                  <a:pt x="375790" y="661035"/>
                </a:lnTo>
                <a:lnTo>
                  <a:pt x="374247" y="658492"/>
                </a:lnTo>
                <a:lnTo>
                  <a:pt x="373456" y="655320"/>
                </a:lnTo>
                <a:lnTo>
                  <a:pt x="373409" y="651510"/>
                </a:lnTo>
                <a:lnTo>
                  <a:pt x="373218" y="649129"/>
                </a:lnTo>
                <a:lnTo>
                  <a:pt x="372894" y="648176"/>
                </a:lnTo>
                <a:lnTo>
                  <a:pt x="372551" y="645452"/>
                </a:lnTo>
                <a:lnTo>
                  <a:pt x="372199" y="640966"/>
                </a:lnTo>
                <a:lnTo>
                  <a:pt x="371989" y="638585"/>
                </a:lnTo>
                <a:lnTo>
                  <a:pt x="371942" y="638308"/>
                </a:lnTo>
                <a:lnTo>
                  <a:pt x="371799" y="637584"/>
                </a:lnTo>
                <a:lnTo>
                  <a:pt x="371580" y="636394"/>
                </a:lnTo>
                <a:lnTo>
                  <a:pt x="370313" y="634013"/>
                </a:lnTo>
                <a:lnTo>
                  <a:pt x="367998" y="630441"/>
                </a:lnTo>
                <a:lnTo>
                  <a:pt x="366808" y="627459"/>
                </a:lnTo>
                <a:lnTo>
                  <a:pt x="366741" y="625078"/>
                </a:lnTo>
                <a:lnTo>
                  <a:pt x="366093" y="622697"/>
                </a:lnTo>
                <a:lnTo>
                  <a:pt x="364855" y="620316"/>
                </a:lnTo>
                <a:lnTo>
                  <a:pt x="364207" y="617287"/>
                </a:lnTo>
                <a:lnTo>
                  <a:pt x="364160" y="613620"/>
                </a:lnTo>
                <a:lnTo>
                  <a:pt x="363960" y="611238"/>
                </a:lnTo>
                <a:lnTo>
                  <a:pt x="363607" y="610143"/>
                </a:lnTo>
                <a:lnTo>
                  <a:pt x="363360" y="607514"/>
                </a:lnTo>
                <a:lnTo>
                  <a:pt x="363207" y="603342"/>
                </a:lnTo>
                <a:lnTo>
                  <a:pt x="363083" y="600961"/>
                </a:lnTo>
                <a:lnTo>
                  <a:pt x="362979" y="600370"/>
                </a:lnTo>
                <a:lnTo>
                  <a:pt x="362845" y="597856"/>
                </a:lnTo>
                <a:lnTo>
                  <a:pt x="362664" y="593408"/>
                </a:lnTo>
                <a:lnTo>
                  <a:pt x="362569" y="591026"/>
                </a:lnTo>
                <a:lnTo>
                  <a:pt x="362541" y="590712"/>
                </a:lnTo>
                <a:lnTo>
                  <a:pt x="362417" y="588207"/>
                </a:lnTo>
                <a:lnTo>
                  <a:pt x="362207" y="583521"/>
                </a:lnTo>
                <a:lnTo>
                  <a:pt x="362102" y="581139"/>
                </a:lnTo>
                <a:lnTo>
                  <a:pt x="362055" y="580492"/>
                </a:lnTo>
                <a:lnTo>
                  <a:pt x="361988" y="579434"/>
                </a:lnTo>
                <a:lnTo>
                  <a:pt x="361283" y="577053"/>
                </a:lnTo>
                <a:lnTo>
                  <a:pt x="359950" y="573348"/>
                </a:lnTo>
                <a:lnTo>
                  <a:pt x="359283" y="570833"/>
                </a:lnTo>
                <a:lnTo>
                  <a:pt x="359283" y="569500"/>
                </a:lnTo>
                <a:lnTo>
                  <a:pt x="358692" y="567119"/>
                </a:lnTo>
                <a:lnTo>
                  <a:pt x="357521" y="563690"/>
                </a:lnTo>
                <a:lnTo>
                  <a:pt x="356968" y="560756"/>
                </a:lnTo>
                <a:lnTo>
                  <a:pt x="357035" y="558308"/>
                </a:lnTo>
                <a:lnTo>
                  <a:pt x="356826" y="555927"/>
                </a:lnTo>
                <a:lnTo>
                  <a:pt x="356359" y="553612"/>
                </a:lnTo>
                <a:lnTo>
                  <a:pt x="356121" y="550993"/>
                </a:lnTo>
                <a:lnTo>
                  <a:pt x="356121" y="548078"/>
                </a:lnTo>
                <a:lnTo>
                  <a:pt x="356064" y="545697"/>
                </a:lnTo>
                <a:lnTo>
                  <a:pt x="355959" y="543849"/>
                </a:lnTo>
                <a:lnTo>
                  <a:pt x="355902" y="541411"/>
                </a:lnTo>
                <a:lnTo>
                  <a:pt x="355902" y="538391"/>
                </a:lnTo>
                <a:lnTo>
                  <a:pt x="355902" y="536010"/>
                </a:lnTo>
                <a:lnTo>
                  <a:pt x="355902" y="534267"/>
                </a:lnTo>
                <a:lnTo>
                  <a:pt x="355902" y="531886"/>
                </a:lnTo>
                <a:lnTo>
                  <a:pt x="355902" y="528866"/>
                </a:lnTo>
                <a:lnTo>
                  <a:pt x="355959" y="526485"/>
                </a:lnTo>
                <a:lnTo>
                  <a:pt x="356064" y="524742"/>
                </a:lnTo>
                <a:lnTo>
                  <a:pt x="356121" y="522418"/>
                </a:lnTo>
                <a:lnTo>
                  <a:pt x="356121" y="519503"/>
                </a:lnTo>
                <a:lnTo>
                  <a:pt x="356273" y="517122"/>
                </a:lnTo>
                <a:lnTo>
                  <a:pt x="356578" y="515274"/>
                </a:lnTo>
                <a:lnTo>
                  <a:pt x="356826" y="513131"/>
                </a:lnTo>
                <a:lnTo>
                  <a:pt x="356997" y="510702"/>
                </a:lnTo>
                <a:lnTo>
                  <a:pt x="357664" y="508321"/>
                </a:lnTo>
                <a:lnTo>
                  <a:pt x="358826" y="505987"/>
                </a:lnTo>
                <a:lnTo>
                  <a:pt x="359388" y="504168"/>
                </a:lnTo>
                <a:lnTo>
                  <a:pt x="359340" y="502853"/>
                </a:lnTo>
                <a:lnTo>
                  <a:pt x="359978" y="500948"/>
                </a:lnTo>
                <a:lnTo>
                  <a:pt x="361293" y="498453"/>
                </a:lnTo>
                <a:lnTo>
                  <a:pt x="361988" y="496767"/>
                </a:lnTo>
                <a:lnTo>
                  <a:pt x="362055" y="495881"/>
                </a:lnTo>
                <a:lnTo>
                  <a:pt x="362093" y="495405"/>
                </a:lnTo>
                <a:lnTo>
                  <a:pt x="362188" y="493043"/>
                </a:lnTo>
                <a:lnTo>
                  <a:pt x="362360" y="488528"/>
                </a:lnTo>
                <a:lnTo>
                  <a:pt x="362455" y="486146"/>
                </a:lnTo>
                <a:lnTo>
                  <a:pt x="362464" y="485899"/>
                </a:lnTo>
                <a:lnTo>
                  <a:pt x="362541" y="483594"/>
                </a:lnTo>
                <a:lnTo>
                  <a:pt x="362674" y="479231"/>
                </a:lnTo>
                <a:lnTo>
                  <a:pt x="362769" y="476850"/>
                </a:lnTo>
                <a:lnTo>
                  <a:pt x="362826" y="476450"/>
                </a:lnTo>
                <a:lnTo>
                  <a:pt x="362960" y="474202"/>
                </a:lnTo>
                <a:lnTo>
                  <a:pt x="363169" y="470106"/>
                </a:lnTo>
                <a:lnTo>
                  <a:pt x="363417" y="467725"/>
                </a:lnTo>
                <a:lnTo>
                  <a:pt x="363693" y="467058"/>
                </a:lnTo>
                <a:lnTo>
                  <a:pt x="363855" y="464839"/>
                </a:lnTo>
                <a:lnTo>
                  <a:pt x="363903" y="461058"/>
                </a:lnTo>
                <a:lnTo>
                  <a:pt x="364226" y="458676"/>
                </a:lnTo>
                <a:lnTo>
                  <a:pt x="364827" y="457695"/>
                </a:lnTo>
                <a:lnTo>
                  <a:pt x="365122" y="455609"/>
                </a:lnTo>
                <a:lnTo>
                  <a:pt x="365122" y="452438"/>
                </a:lnTo>
                <a:lnTo>
                  <a:pt x="365865" y="450056"/>
                </a:lnTo>
                <a:lnTo>
                  <a:pt x="367332" y="448466"/>
                </a:lnTo>
                <a:lnTo>
                  <a:pt x="368046" y="446789"/>
                </a:lnTo>
                <a:lnTo>
                  <a:pt x="367979" y="445027"/>
                </a:lnTo>
                <a:lnTo>
                  <a:pt x="368827" y="443703"/>
                </a:lnTo>
                <a:lnTo>
                  <a:pt x="370589" y="442827"/>
                </a:lnTo>
                <a:lnTo>
                  <a:pt x="371608" y="441465"/>
                </a:lnTo>
                <a:lnTo>
                  <a:pt x="371885" y="439617"/>
                </a:lnTo>
                <a:lnTo>
                  <a:pt x="372037" y="438560"/>
                </a:lnTo>
                <a:lnTo>
                  <a:pt x="372056" y="438283"/>
                </a:lnTo>
                <a:lnTo>
                  <a:pt x="372151" y="435997"/>
                </a:lnTo>
                <a:lnTo>
                  <a:pt x="372313" y="431702"/>
                </a:lnTo>
                <a:lnTo>
                  <a:pt x="372494" y="429320"/>
                </a:lnTo>
                <a:lnTo>
                  <a:pt x="372685" y="428854"/>
                </a:lnTo>
                <a:lnTo>
                  <a:pt x="372799" y="426587"/>
                </a:lnTo>
                <a:lnTo>
                  <a:pt x="372847" y="422519"/>
                </a:lnTo>
                <a:lnTo>
                  <a:pt x="373170" y="420138"/>
                </a:lnTo>
                <a:lnTo>
                  <a:pt x="373780" y="419443"/>
                </a:lnTo>
                <a:lnTo>
                  <a:pt x="374123" y="417405"/>
                </a:lnTo>
                <a:lnTo>
                  <a:pt x="374190" y="414014"/>
                </a:lnTo>
                <a:lnTo>
                  <a:pt x="375914" y="411632"/>
                </a:lnTo>
                <a:lnTo>
                  <a:pt x="379305" y="410261"/>
                </a:lnTo>
                <a:lnTo>
                  <a:pt x="381257" y="407451"/>
                </a:lnTo>
                <a:lnTo>
                  <a:pt x="381781" y="403212"/>
                </a:lnTo>
                <a:lnTo>
                  <a:pt x="382153" y="400831"/>
                </a:lnTo>
                <a:lnTo>
                  <a:pt x="382372" y="400307"/>
                </a:lnTo>
                <a:lnTo>
                  <a:pt x="382553" y="398097"/>
                </a:lnTo>
                <a:lnTo>
                  <a:pt x="382667" y="394202"/>
                </a:lnTo>
                <a:lnTo>
                  <a:pt x="383343" y="391820"/>
                </a:lnTo>
                <a:lnTo>
                  <a:pt x="384572" y="390954"/>
                </a:lnTo>
                <a:lnTo>
                  <a:pt x="385181" y="389192"/>
                </a:lnTo>
                <a:lnTo>
                  <a:pt x="385181" y="386515"/>
                </a:lnTo>
                <a:lnTo>
                  <a:pt x="386515" y="384905"/>
                </a:lnTo>
                <a:lnTo>
                  <a:pt x="389192" y="384353"/>
                </a:lnTo>
                <a:lnTo>
                  <a:pt x="390706" y="383496"/>
                </a:lnTo>
                <a:lnTo>
                  <a:pt x="391077" y="382324"/>
                </a:lnTo>
                <a:lnTo>
                  <a:pt x="391335" y="381552"/>
                </a:lnTo>
                <a:lnTo>
                  <a:pt x="391468" y="381181"/>
                </a:lnTo>
                <a:lnTo>
                  <a:pt x="391678" y="379009"/>
                </a:lnTo>
                <a:lnTo>
                  <a:pt x="391944" y="375028"/>
                </a:lnTo>
                <a:lnTo>
                  <a:pt x="392792" y="372647"/>
                </a:lnTo>
                <a:lnTo>
                  <a:pt x="394211" y="371866"/>
                </a:lnTo>
                <a:lnTo>
                  <a:pt x="394926" y="370189"/>
                </a:lnTo>
                <a:lnTo>
                  <a:pt x="394926" y="367627"/>
                </a:lnTo>
                <a:lnTo>
                  <a:pt x="396202" y="366274"/>
                </a:lnTo>
                <a:lnTo>
                  <a:pt x="398764" y="366141"/>
                </a:lnTo>
                <a:lnTo>
                  <a:pt x="400307" y="365293"/>
                </a:lnTo>
                <a:lnTo>
                  <a:pt x="400822" y="363750"/>
                </a:lnTo>
                <a:lnTo>
                  <a:pt x="401174" y="362722"/>
                </a:lnTo>
                <a:lnTo>
                  <a:pt x="401364" y="362207"/>
                </a:lnTo>
                <a:lnTo>
                  <a:pt x="401517" y="359978"/>
                </a:lnTo>
                <a:lnTo>
                  <a:pt x="401622" y="356025"/>
                </a:lnTo>
                <a:lnTo>
                  <a:pt x="402431" y="353644"/>
                </a:lnTo>
                <a:lnTo>
                  <a:pt x="403936" y="352835"/>
                </a:lnTo>
                <a:lnTo>
                  <a:pt x="404746" y="351263"/>
                </a:lnTo>
                <a:lnTo>
                  <a:pt x="404870" y="348939"/>
                </a:lnTo>
                <a:lnTo>
                  <a:pt x="406089" y="347691"/>
                </a:lnTo>
                <a:lnTo>
                  <a:pt x="408413" y="347501"/>
                </a:lnTo>
                <a:lnTo>
                  <a:pt x="409870" y="346577"/>
                </a:lnTo>
                <a:lnTo>
                  <a:pt x="410451" y="344910"/>
                </a:lnTo>
                <a:lnTo>
                  <a:pt x="410909" y="343776"/>
                </a:lnTo>
                <a:lnTo>
                  <a:pt x="411223" y="343195"/>
                </a:lnTo>
                <a:lnTo>
                  <a:pt x="411423" y="341014"/>
                </a:lnTo>
                <a:lnTo>
                  <a:pt x="411499" y="337233"/>
                </a:lnTo>
                <a:lnTo>
                  <a:pt x="413318" y="334851"/>
                </a:lnTo>
                <a:lnTo>
                  <a:pt x="416871" y="333870"/>
                </a:lnTo>
                <a:lnTo>
                  <a:pt x="418652" y="333270"/>
                </a:lnTo>
                <a:lnTo>
                  <a:pt x="419414" y="330946"/>
                </a:lnTo>
                <a:lnTo>
                  <a:pt x="420033" y="327050"/>
                </a:lnTo>
                <a:lnTo>
                  <a:pt x="420729" y="324783"/>
                </a:lnTo>
                <a:lnTo>
                  <a:pt x="421500" y="324164"/>
                </a:lnTo>
                <a:lnTo>
                  <a:pt x="421958" y="322240"/>
                </a:lnTo>
                <a:lnTo>
                  <a:pt x="422110" y="319021"/>
                </a:lnTo>
                <a:lnTo>
                  <a:pt x="423796" y="317278"/>
                </a:lnTo>
                <a:lnTo>
                  <a:pt x="427015" y="317021"/>
                </a:lnTo>
                <a:lnTo>
                  <a:pt x="428892" y="316516"/>
                </a:lnTo>
                <a:lnTo>
                  <a:pt x="429416" y="315763"/>
                </a:lnTo>
                <a:lnTo>
                  <a:pt x="429835" y="315116"/>
                </a:lnTo>
                <a:lnTo>
                  <a:pt x="430139" y="314592"/>
                </a:lnTo>
                <a:lnTo>
                  <a:pt x="430349" y="312420"/>
                </a:lnTo>
                <a:lnTo>
                  <a:pt x="430473" y="308610"/>
                </a:lnTo>
                <a:lnTo>
                  <a:pt x="432435" y="306343"/>
                </a:lnTo>
                <a:lnTo>
                  <a:pt x="436245" y="305619"/>
                </a:lnTo>
                <a:lnTo>
                  <a:pt x="438217" y="305210"/>
                </a:lnTo>
                <a:lnTo>
                  <a:pt x="438731" y="302762"/>
                </a:lnTo>
                <a:lnTo>
                  <a:pt x="439274" y="298694"/>
                </a:lnTo>
                <a:lnTo>
                  <a:pt x="440331" y="296313"/>
                </a:lnTo>
                <a:lnTo>
                  <a:pt x="441903" y="295618"/>
                </a:lnTo>
                <a:lnTo>
                  <a:pt x="442684" y="294027"/>
                </a:lnTo>
                <a:lnTo>
                  <a:pt x="442684" y="291532"/>
                </a:lnTo>
                <a:lnTo>
                  <a:pt x="443932" y="290189"/>
                </a:lnTo>
                <a:lnTo>
                  <a:pt x="446427" y="289998"/>
                </a:lnTo>
                <a:lnTo>
                  <a:pt x="447951" y="289141"/>
                </a:lnTo>
                <a:lnTo>
                  <a:pt x="448513" y="287626"/>
                </a:lnTo>
                <a:lnTo>
                  <a:pt x="449151" y="286588"/>
                </a:lnTo>
                <a:lnTo>
                  <a:pt x="449885" y="286026"/>
                </a:lnTo>
                <a:lnTo>
                  <a:pt x="450294" y="284064"/>
                </a:lnTo>
                <a:lnTo>
                  <a:pt x="450409" y="280692"/>
                </a:lnTo>
                <a:lnTo>
                  <a:pt x="452142" y="278902"/>
                </a:lnTo>
                <a:lnTo>
                  <a:pt x="455514" y="278682"/>
                </a:lnTo>
                <a:lnTo>
                  <a:pt x="457438" y="278216"/>
                </a:lnTo>
                <a:lnTo>
                  <a:pt x="457905" y="277511"/>
                </a:lnTo>
                <a:lnTo>
                  <a:pt x="458467" y="276930"/>
                </a:lnTo>
                <a:lnTo>
                  <a:pt x="459134" y="276463"/>
                </a:lnTo>
                <a:lnTo>
                  <a:pt x="459553" y="274491"/>
                </a:lnTo>
                <a:lnTo>
                  <a:pt x="459715" y="271034"/>
                </a:lnTo>
                <a:lnTo>
                  <a:pt x="461534" y="269157"/>
                </a:lnTo>
                <a:lnTo>
                  <a:pt x="464991" y="268872"/>
                </a:lnTo>
                <a:lnTo>
                  <a:pt x="466935" y="268434"/>
                </a:lnTo>
                <a:lnTo>
                  <a:pt x="467354" y="267833"/>
                </a:lnTo>
                <a:lnTo>
                  <a:pt x="467878" y="267329"/>
                </a:lnTo>
                <a:lnTo>
                  <a:pt x="468506" y="266910"/>
                </a:lnTo>
                <a:lnTo>
                  <a:pt x="468992" y="265014"/>
                </a:lnTo>
                <a:lnTo>
                  <a:pt x="469335" y="261642"/>
                </a:lnTo>
                <a:lnTo>
                  <a:pt x="471192" y="259852"/>
                </a:lnTo>
                <a:lnTo>
                  <a:pt x="474564" y="259632"/>
                </a:lnTo>
                <a:lnTo>
                  <a:pt x="476488" y="259166"/>
                </a:lnTo>
                <a:lnTo>
                  <a:pt x="476955" y="258461"/>
                </a:lnTo>
                <a:lnTo>
                  <a:pt x="477517" y="257880"/>
                </a:lnTo>
                <a:lnTo>
                  <a:pt x="478155" y="257413"/>
                </a:lnTo>
                <a:lnTo>
                  <a:pt x="478641" y="255508"/>
                </a:lnTo>
                <a:lnTo>
                  <a:pt x="478955" y="252174"/>
                </a:lnTo>
                <a:lnTo>
                  <a:pt x="480774" y="250384"/>
                </a:lnTo>
                <a:lnTo>
                  <a:pt x="484108" y="250127"/>
                </a:lnTo>
                <a:lnTo>
                  <a:pt x="486023" y="249660"/>
                </a:lnTo>
                <a:lnTo>
                  <a:pt x="486527" y="248984"/>
                </a:lnTo>
                <a:lnTo>
                  <a:pt x="487261" y="248402"/>
                </a:lnTo>
                <a:lnTo>
                  <a:pt x="488223" y="247898"/>
                </a:lnTo>
                <a:lnTo>
                  <a:pt x="488823" y="246116"/>
                </a:lnTo>
                <a:lnTo>
                  <a:pt x="489061" y="243059"/>
                </a:lnTo>
                <a:lnTo>
                  <a:pt x="490709" y="241411"/>
                </a:lnTo>
                <a:lnTo>
                  <a:pt x="493766" y="241173"/>
                </a:lnTo>
                <a:lnTo>
                  <a:pt x="495557" y="240582"/>
                </a:lnTo>
                <a:lnTo>
                  <a:pt x="496072" y="239620"/>
                </a:lnTo>
                <a:lnTo>
                  <a:pt x="497129" y="238897"/>
                </a:lnTo>
                <a:lnTo>
                  <a:pt x="498729" y="238382"/>
                </a:lnTo>
                <a:lnTo>
                  <a:pt x="499529" y="236801"/>
                </a:lnTo>
                <a:lnTo>
                  <a:pt x="499529" y="234153"/>
                </a:lnTo>
                <a:lnTo>
                  <a:pt x="500853" y="232791"/>
                </a:lnTo>
                <a:lnTo>
                  <a:pt x="503501" y="232724"/>
                </a:lnTo>
                <a:lnTo>
                  <a:pt x="505111" y="231943"/>
                </a:lnTo>
                <a:lnTo>
                  <a:pt x="505673" y="230467"/>
                </a:lnTo>
                <a:lnTo>
                  <a:pt x="507902" y="229448"/>
                </a:lnTo>
                <a:lnTo>
                  <a:pt x="511807" y="228886"/>
                </a:lnTo>
                <a:lnTo>
                  <a:pt x="513759" y="228448"/>
                </a:lnTo>
                <a:lnTo>
                  <a:pt x="513759" y="228152"/>
                </a:lnTo>
                <a:lnTo>
                  <a:pt x="514198" y="228076"/>
                </a:lnTo>
                <a:lnTo>
                  <a:pt x="514769" y="226266"/>
                </a:lnTo>
                <a:lnTo>
                  <a:pt x="515607" y="222590"/>
                </a:lnTo>
                <a:lnTo>
                  <a:pt x="517989" y="220675"/>
                </a:lnTo>
                <a:lnTo>
                  <a:pt x="521913" y="220513"/>
                </a:lnTo>
                <a:lnTo>
                  <a:pt x="524094" y="220323"/>
                </a:lnTo>
                <a:lnTo>
                  <a:pt x="524542" y="220085"/>
                </a:lnTo>
                <a:lnTo>
                  <a:pt x="525018" y="219742"/>
                </a:lnTo>
                <a:lnTo>
                  <a:pt x="525523" y="219294"/>
                </a:lnTo>
                <a:lnTo>
                  <a:pt x="525856" y="217246"/>
                </a:lnTo>
                <a:lnTo>
                  <a:pt x="526018" y="213598"/>
                </a:lnTo>
                <a:lnTo>
                  <a:pt x="527923" y="211741"/>
                </a:lnTo>
                <a:lnTo>
                  <a:pt x="531571" y="211693"/>
                </a:lnTo>
                <a:lnTo>
                  <a:pt x="533657" y="211398"/>
                </a:lnTo>
                <a:lnTo>
                  <a:pt x="534181" y="210855"/>
                </a:lnTo>
                <a:lnTo>
                  <a:pt x="535295" y="210331"/>
                </a:lnTo>
                <a:lnTo>
                  <a:pt x="537020" y="209807"/>
                </a:lnTo>
                <a:lnTo>
                  <a:pt x="537915" y="208321"/>
                </a:lnTo>
                <a:lnTo>
                  <a:pt x="537991" y="205873"/>
                </a:lnTo>
                <a:lnTo>
                  <a:pt x="539248" y="204654"/>
                </a:lnTo>
                <a:lnTo>
                  <a:pt x="541696" y="204654"/>
                </a:lnTo>
                <a:lnTo>
                  <a:pt x="543268" y="203845"/>
                </a:lnTo>
                <a:lnTo>
                  <a:pt x="543963" y="202216"/>
                </a:lnTo>
                <a:lnTo>
                  <a:pt x="546344" y="201282"/>
                </a:lnTo>
                <a:lnTo>
                  <a:pt x="550412" y="201025"/>
                </a:lnTo>
                <a:lnTo>
                  <a:pt x="552612" y="200835"/>
                </a:lnTo>
                <a:lnTo>
                  <a:pt x="552936" y="200730"/>
                </a:lnTo>
                <a:lnTo>
                  <a:pt x="553393" y="200511"/>
                </a:lnTo>
                <a:lnTo>
                  <a:pt x="553984" y="200187"/>
                </a:lnTo>
                <a:lnTo>
                  <a:pt x="554536" y="198358"/>
                </a:lnTo>
                <a:lnTo>
                  <a:pt x="555050" y="195024"/>
                </a:lnTo>
                <a:lnTo>
                  <a:pt x="556974" y="193272"/>
                </a:lnTo>
                <a:lnTo>
                  <a:pt x="560308" y="193091"/>
                </a:lnTo>
                <a:lnTo>
                  <a:pt x="562251" y="192653"/>
                </a:lnTo>
                <a:lnTo>
                  <a:pt x="562804" y="191957"/>
                </a:lnTo>
                <a:lnTo>
                  <a:pt x="565185" y="191453"/>
                </a:lnTo>
                <a:lnTo>
                  <a:pt x="569395" y="191138"/>
                </a:lnTo>
                <a:lnTo>
                  <a:pt x="571605" y="190957"/>
                </a:lnTo>
                <a:lnTo>
                  <a:pt x="572072" y="190805"/>
                </a:lnTo>
                <a:lnTo>
                  <a:pt x="572414" y="190605"/>
                </a:lnTo>
                <a:lnTo>
                  <a:pt x="572967" y="188776"/>
                </a:lnTo>
                <a:lnTo>
                  <a:pt x="573748" y="185337"/>
                </a:lnTo>
                <a:lnTo>
                  <a:pt x="575862" y="183585"/>
                </a:lnTo>
                <a:lnTo>
                  <a:pt x="579301" y="183528"/>
                </a:lnTo>
                <a:lnTo>
                  <a:pt x="581330" y="183185"/>
                </a:lnTo>
                <a:lnTo>
                  <a:pt x="581949" y="182537"/>
                </a:lnTo>
                <a:lnTo>
                  <a:pt x="584330" y="182061"/>
                </a:lnTo>
                <a:lnTo>
                  <a:pt x="588474" y="181756"/>
                </a:lnTo>
                <a:lnTo>
                  <a:pt x="590683" y="181575"/>
                </a:lnTo>
                <a:lnTo>
                  <a:pt x="590950" y="181527"/>
                </a:lnTo>
                <a:lnTo>
                  <a:pt x="591398" y="181375"/>
                </a:lnTo>
                <a:lnTo>
                  <a:pt x="592045" y="181108"/>
                </a:lnTo>
                <a:lnTo>
                  <a:pt x="592788" y="179480"/>
                </a:lnTo>
                <a:lnTo>
                  <a:pt x="593646" y="176479"/>
                </a:lnTo>
                <a:lnTo>
                  <a:pt x="595579" y="174946"/>
                </a:lnTo>
                <a:lnTo>
                  <a:pt x="598580" y="174889"/>
                </a:lnTo>
                <a:lnTo>
                  <a:pt x="600504" y="174441"/>
                </a:lnTo>
                <a:lnTo>
                  <a:pt x="601370" y="173593"/>
                </a:lnTo>
                <a:lnTo>
                  <a:pt x="603752" y="173136"/>
                </a:lnTo>
                <a:lnTo>
                  <a:pt x="607647" y="173060"/>
                </a:lnTo>
                <a:lnTo>
                  <a:pt x="609876" y="172907"/>
                </a:lnTo>
                <a:lnTo>
                  <a:pt x="610429" y="172679"/>
                </a:lnTo>
                <a:lnTo>
                  <a:pt x="612115" y="172279"/>
                </a:lnTo>
                <a:lnTo>
                  <a:pt x="614934" y="171726"/>
                </a:lnTo>
                <a:lnTo>
                  <a:pt x="616448" y="170859"/>
                </a:lnTo>
                <a:lnTo>
                  <a:pt x="616649" y="169669"/>
                </a:lnTo>
                <a:lnTo>
                  <a:pt x="617344" y="168993"/>
                </a:lnTo>
                <a:lnTo>
                  <a:pt x="618534" y="168850"/>
                </a:lnTo>
                <a:lnTo>
                  <a:pt x="619820" y="167764"/>
                </a:lnTo>
                <a:lnTo>
                  <a:pt x="621201" y="165716"/>
                </a:lnTo>
                <a:lnTo>
                  <a:pt x="623583" y="164716"/>
                </a:lnTo>
                <a:lnTo>
                  <a:pt x="626964" y="164773"/>
                </a:lnTo>
                <a:lnTo>
                  <a:pt x="629069" y="164497"/>
                </a:lnTo>
                <a:lnTo>
                  <a:pt x="629898" y="163887"/>
                </a:lnTo>
                <a:lnTo>
                  <a:pt x="632279" y="163544"/>
                </a:lnTo>
                <a:lnTo>
                  <a:pt x="636213" y="163478"/>
                </a:lnTo>
                <a:lnTo>
                  <a:pt x="638451" y="163335"/>
                </a:lnTo>
                <a:lnTo>
                  <a:pt x="639004" y="163135"/>
                </a:lnTo>
                <a:lnTo>
                  <a:pt x="641385" y="162792"/>
                </a:lnTo>
                <a:lnTo>
                  <a:pt x="645595" y="162316"/>
                </a:lnTo>
                <a:lnTo>
                  <a:pt x="647738" y="162068"/>
                </a:lnTo>
                <a:lnTo>
                  <a:pt x="648262" y="161963"/>
                </a:lnTo>
                <a:lnTo>
                  <a:pt x="649224" y="160544"/>
                </a:lnTo>
                <a:lnTo>
                  <a:pt x="650862" y="157772"/>
                </a:lnTo>
                <a:lnTo>
                  <a:pt x="653072" y="156391"/>
                </a:lnTo>
                <a:lnTo>
                  <a:pt x="655844" y="156391"/>
                </a:lnTo>
                <a:lnTo>
                  <a:pt x="657825" y="155981"/>
                </a:lnTo>
                <a:lnTo>
                  <a:pt x="659016" y="155181"/>
                </a:lnTo>
                <a:lnTo>
                  <a:pt x="661397" y="154753"/>
                </a:lnTo>
                <a:lnTo>
                  <a:pt x="664969" y="154705"/>
                </a:lnTo>
                <a:lnTo>
                  <a:pt x="667169" y="154534"/>
                </a:lnTo>
                <a:lnTo>
                  <a:pt x="668017" y="154238"/>
                </a:lnTo>
                <a:lnTo>
                  <a:pt x="670398" y="154067"/>
                </a:lnTo>
                <a:lnTo>
                  <a:pt x="674313" y="154029"/>
                </a:lnTo>
                <a:lnTo>
                  <a:pt x="676589" y="153914"/>
                </a:lnTo>
                <a:lnTo>
                  <a:pt x="677208" y="153734"/>
                </a:lnTo>
                <a:lnTo>
                  <a:pt x="679590" y="153533"/>
                </a:lnTo>
                <a:lnTo>
                  <a:pt x="683733" y="153324"/>
                </a:lnTo>
                <a:lnTo>
                  <a:pt x="685971" y="153181"/>
                </a:lnTo>
                <a:lnTo>
                  <a:pt x="686324" y="153124"/>
                </a:lnTo>
                <a:lnTo>
                  <a:pt x="687810" y="152924"/>
                </a:lnTo>
                <a:lnTo>
                  <a:pt x="690439" y="152571"/>
                </a:lnTo>
                <a:lnTo>
                  <a:pt x="692096" y="151848"/>
                </a:lnTo>
                <a:lnTo>
                  <a:pt x="692782" y="150752"/>
                </a:lnTo>
                <a:close/>
                <a:moveTo>
                  <a:pt x="2208247" y="359902"/>
                </a:moveTo>
                <a:lnTo>
                  <a:pt x="2209286" y="359940"/>
                </a:lnTo>
                <a:lnTo>
                  <a:pt x="2210552" y="358835"/>
                </a:lnTo>
                <a:lnTo>
                  <a:pt x="2212067" y="356568"/>
                </a:lnTo>
                <a:lnTo>
                  <a:pt x="2214448" y="355416"/>
                </a:lnTo>
                <a:lnTo>
                  <a:pt x="2217696" y="355359"/>
                </a:lnTo>
                <a:lnTo>
                  <a:pt x="2219820" y="355102"/>
                </a:lnTo>
                <a:lnTo>
                  <a:pt x="2220820" y="354644"/>
                </a:lnTo>
                <a:lnTo>
                  <a:pt x="2223202" y="354378"/>
                </a:lnTo>
                <a:lnTo>
                  <a:pt x="2226964" y="354282"/>
                </a:lnTo>
                <a:lnTo>
                  <a:pt x="2229221" y="354159"/>
                </a:lnTo>
                <a:lnTo>
                  <a:pt x="2229974" y="353997"/>
                </a:lnTo>
                <a:lnTo>
                  <a:pt x="2232355" y="353835"/>
                </a:lnTo>
                <a:lnTo>
                  <a:pt x="2236365" y="353673"/>
                </a:lnTo>
                <a:lnTo>
                  <a:pt x="2238670" y="353587"/>
                </a:lnTo>
                <a:lnTo>
                  <a:pt x="2239251" y="353587"/>
                </a:lnTo>
                <a:lnTo>
                  <a:pt x="2241633" y="353587"/>
                </a:lnTo>
                <a:lnTo>
                  <a:pt x="2245814" y="353587"/>
                </a:lnTo>
                <a:lnTo>
                  <a:pt x="2248281" y="353682"/>
                </a:lnTo>
                <a:lnTo>
                  <a:pt x="2249043" y="353863"/>
                </a:lnTo>
                <a:lnTo>
                  <a:pt x="2251424" y="354101"/>
                </a:lnTo>
                <a:lnTo>
                  <a:pt x="2255425" y="354397"/>
                </a:lnTo>
                <a:lnTo>
                  <a:pt x="2258339" y="354921"/>
                </a:lnTo>
                <a:lnTo>
                  <a:pt x="2260159" y="355692"/>
                </a:lnTo>
                <a:lnTo>
                  <a:pt x="2262540" y="356102"/>
                </a:lnTo>
                <a:lnTo>
                  <a:pt x="2265483" y="356168"/>
                </a:lnTo>
                <a:lnTo>
                  <a:pt x="2268769" y="357635"/>
                </a:lnTo>
                <a:lnTo>
                  <a:pt x="2272398" y="360512"/>
                </a:lnTo>
                <a:lnTo>
                  <a:pt x="2274780" y="362150"/>
                </a:lnTo>
                <a:lnTo>
                  <a:pt x="2275913" y="362550"/>
                </a:lnTo>
                <a:lnTo>
                  <a:pt x="2277085" y="363160"/>
                </a:lnTo>
                <a:lnTo>
                  <a:pt x="2278313" y="363988"/>
                </a:lnTo>
                <a:lnTo>
                  <a:pt x="2280695" y="364788"/>
                </a:lnTo>
                <a:lnTo>
                  <a:pt x="2284228" y="365579"/>
                </a:lnTo>
                <a:lnTo>
                  <a:pt x="2287438" y="367351"/>
                </a:lnTo>
                <a:lnTo>
                  <a:pt x="2290315" y="370103"/>
                </a:lnTo>
                <a:lnTo>
                  <a:pt x="2292696" y="372170"/>
                </a:lnTo>
                <a:lnTo>
                  <a:pt x="2294582" y="373571"/>
                </a:lnTo>
                <a:lnTo>
                  <a:pt x="2297182" y="375952"/>
                </a:lnTo>
                <a:lnTo>
                  <a:pt x="2300488" y="379314"/>
                </a:lnTo>
                <a:lnTo>
                  <a:pt x="2302869" y="382191"/>
                </a:lnTo>
                <a:lnTo>
                  <a:pt x="2304326" y="384572"/>
                </a:lnTo>
                <a:lnTo>
                  <a:pt x="2306212" y="386953"/>
                </a:lnTo>
                <a:lnTo>
                  <a:pt x="2308527" y="389334"/>
                </a:lnTo>
                <a:lnTo>
                  <a:pt x="2310174" y="392173"/>
                </a:lnTo>
                <a:lnTo>
                  <a:pt x="2311156" y="395468"/>
                </a:lnTo>
                <a:lnTo>
                  <a:pt x="2312194" y="397850"/>
                </a:lnTo>
                <a:lnTo>
                  <a:pt x="2313299" y="399317"/>
                </a:lnTo>
                <a:lnTo>
                  <a:pt x="2314032" y="400564"/>
                </a:lnTo>
                <a:lnTo>
                  <a:pt x="2314394" y="401593"/>
                </a:lnTo>
                <a:lnTo>
                  <a:pt x="2316042" y="403974"/>
                </a:lnTo>
                <a:lnTo>
                  <a:pt x="2318985" y="407708"/>
                </a:lnTo>
                <a:lnTo>
                  <a:pt x="2320452" y="411042"/>
                </a:lnTo>
                <a:lnTo>
                  <a:pt x="2320452" y="413985"/>
                </a:lnTo>
                <a:lnTo>
                  <a:pt x="2320833" y="416366"/>
                </a:lnTo>
                <a:lnTo>
                  <a:pt x="2321604" y="418186"/>
                </a:lnTo>
                <a:lnTo>
                  <a:pt x="2322005" y="420976"/>
                </a:lnTo>
                <a:lnTo>
                  <a:pt x="2322052" y="424729"/>
                </a:lnTo>
                <a:lnTo>
                  <a:pt x="2322157" y="427111"/>
                </a:lnTo>
                <a:lnTo>
                  <a:pt x="2322319" y="428120"/>
                </a:lnTo>
                <a:lnTo>
                  <a:pt x="2322462" y="430644"/>
                </a:lnTo>
                <a:lnTo>
                  <a:pt x="2322586" y="434683"/>
                </a:lnTo>
                <a:lnTo>
                  <a:pt x="2322662" y="437064"/>
                </a:lnTo>
                <a:lnTo>
                  <a:pt x="2322681" y="437788"/>
                </a:lnTo>
                <a:lnTo>
                  <a:pt x="2322671" y="440160"/>
                </a:lnTo>
                <a:lnTo>
                  <a:pt x="2322633" y="444179"/>
                </a:lnTo>
                <a:lnTo>
                  <a:pt x="2322576" y="446561"/>
                </a:lnTo>
                <a:lnTo>
                  <a:pt x="2322509" y="447304"/>
                </a:lnTo>
                <a:lnTo>
                  <a:pt x="2322452" y="449628"/>
                </a:lnTo>
                <a:lnTo>
                  <a:pt x="2322414" y="453533"/>
                </a:lnTo>
                <a:lnTo>
                  <a:pt x="2322224" y="455914"/>
                </a:lnTo>
                <a:lnTo>
                  <a:pt x="2321890" y="456771"/>
                </a:lnTo>
                <a:lnTo>
                  <a:pt x="2321690" y="458962"/>
                </a:lnTo>
                <a:lnTo>
                  <a:pt x="2321633" y="462477"/>
                </a:lnTo>
                <a:lnTo>
                  <a:pt x="2320471" y="464858"/>
                </a:lnTo>
                <a:lnTo>
                  <a:pt x="2318195" y="466106"/>
                </a:lnTo>
                <a:lnTo>
                  <a:pt x="2317013" y="467297"/>
                </a:lnTo>
                <a:lnTo>
                  <a:pt x="2316909" y="468440"/>
                </a:lnTo>
                <a:lnTo>
                  <a:pt x="2316290" y="469011"/>
                </a:lnTo>
                <a:lnTo>
                  <a:pt x="2315147" y="469011"/>
                </a:lnTo>
                <a:lnTo>
                  <a:pt x="2314194" y="470440"/>
                </a:lnTo>
                <a:lnTo>
                  <a:pt x="2313442" y="473307"/>
                </a:lnTo>
                <a:lnTo>
                  <a:pt x="2312908" y="475117"/>
                </a:lnTo>
                <a:lnTo>
                  <a:pt x="2312584" y="475869"/>
                </a:lnTo>
                <a:lnTo>
                  <a:pt x="2312403" y="478069"/>
                </a:lnTo>
                <a:lnTo>
                  <a:pt x="2312356" y="481717"/>
                </a:lnTo>
                <a:lnTo>
                  <a:pt x="2310517" y="484022"/>
                </a:lnTo>
                <a:lnTo>
                  <a:pt x="2306869" y="485003"/>
                </a:lnTo>
                <a:lnTo>
                  <a:pt x="2305002" y="485518"/>
                </a:lnTo>
                <a:lnTo>
                  <a:pt x="2304555" y="487823"/>
                </a:lnTo>
                <a:lnTo>
                  <a:pt x="2303983" y="491909"/>
                </a:lnTo>
                <a:lnTo>
                  <a:pt x="2301659" y="494290"/>
                </a:lnTo>
                <a:lnTo>
                  <a:pt x="2297573" y="494967"/>
                </a:lnTo>
                <a:lnTo>
                  <a:pt x="2295068" y="497224"/>
                </a:lnTo>
                <a:lnTo>
                  <a:pt x="2294163" y="501082"/>
                </a:lnTo>
                <a:lnTo>
                  <a:pt x="2291782" y="503101"/>
                </a:lnTo>
                <a:lnTo>
                  <a:pt x="2287924" y="503282"/>
                </a:lnTo>
                <a:lnTo>
                  <a:pt x="2285752" y="503482"/>
                </a:lnTo>
                <a:lnTo>
                  <a:pt x="2285248" y="503711"/>
                </a:lnTo>
                <a:lnTo>
                  <a:pt x="2284181" y="504073"/>
                </a:lnTo>
                <a:lnTo>
                  <a:pt x="2282552" y="504577"/>
                </a:lnTo>
                <a:lnTo>
                  <a:pt x="2281504" y="505911"/>
                </a:lnTo>
                <a:lnTo>
                  <a:pt x="2281057" y="508092"/>
                </a:lnTo>
                <a:lnTo>
                  <a:pt x="2279742" y="509245"/>
                </a:lnTo>
                <a:lnTo>
                  <a:pt x="2277561" y="509378"/>
                </a:lnTo>
                <a:lnTo>
                  <a:pt x="2276018" y="510216"/>
                </a:lnTo>
                <a:lnTo>
                  <a:pt x="2275113" y="511759"/>
                </a:lnTo>
                <a:lnTo>
                  <a:pt x="2272732" y="512550"/>
                </a:lnTo>
                <a:lnTo>
                  <a:pt x="2268874" y="512597"/>
                </a:lnTo>
                <a:lnTo>
                  <a:pt x="2266626" y="512731"/>
                </a:lnTo>
                <a:lnTo>
                  <a:pt x="2265988" y="512959"/>
                </a:lnTo>
                <a:lnTo>
                  <a:pt x="2263607" y="513255"/>
                </a:lnTo>
                <a:lnTo>
                  <a:pt x="2259482" y="513636"/>
                </a:lnTo>
                <a:lnTo>
                  <a:pt x="2257311" y="513845"/>
                </a:lnTo>
                <a:lnTo>
                  <a:pt x="2256063" y="514007"/>
                </a:lnTo>
                <a:lnTo>
                  <a:pt x="2254244" y="514236"/>
                </a:lnTo>
                <a:lnTo>
                  <a:pt x="2252558" y="514931"/>
                </a:lnTo>
                <a:lnTo>
                  <a:pt x="2250996" y="516084"/>
                </a:lnTo>
                <a:lnTo>
                  <a:pt x="2249634" y="516693"/>
                </a:lnTo>
                <a:lnTo>
                  <a:pt x="2248481" y="516769"/>
                </a:lnTo>
                <a:lnTo>
                  <a:pt x="2245947" y="516617"/>
                </a:lnTo>
                <a:lnTo>
                  <a:pt x="2242033" y="516236"/>
                </a:lnTo>
                <a:lnTo>
                  <a:pt x="2239651" y="516065"/>
                </a:lnTo>
                <a:lnTo>
                  <a:pt x="2238804" y="516103"/>
                </a:lnTo>
                <a:lnTo>
                  <a:pt x="2237384" y="515674"/>
                </a:lnTo>
                <a:lnTo>
                  <a:pt x="2235403" y="514788"/>
                </a:lnTo>
                <a:lnTo>
                  <a:pt x="2233022" y="514207"/>
                </a:lnTo>
                <a:lnTo>
                  <a:pt x="2230241" y="513912"/>
                </a:lnTo>
                <a:lnTo>
                  <a:pt x="2228679" y="513740"/>
                </a:lnTo>
                <a:lnTo>
                  <a:pt x="2228326" y="513683"/>
                </a:lnTo>
                <a:lnTo>
                  <a:pt x="2225945" y="513474"/>
                </a:lnTo>
                <a:lnTo>
                  <a:pt x="2221535" y="513131"/>
                </a:lnTo>
                <a:lnTo>
                  <a:pt x="2218696" y="512683"/>
                </a:lnTo>
                <a:lnTo>
                  <a:pt x="2217449" y="512121"/>
                </a:lnTo>
                <a:lnTo>
                  <a:pt x="2215067" y="511759"/>
                </a:lnTo>
                <a:lnTo>
                  <a:pt x="2211553" y="511578"/>
                </a:lnTo>
                <a:lnTo>
                  <a:pt x="2207714" y="509826"/>
                </a:lnTo>
                <a:lnTo>
                  <a:pt x="2203552" y="506492"/>
                </a:lnTo>
                <a:lnTo>
                  <a:pt x="2201170" y="504692"/>
                </a:lnTo>
                <a:lnTo>
                  <a:pt x="2200570" y="504434"/>
                </a:lnTo>
                <a:lnTo>
                  <a:pt x="2199818" y="503977"/>
                </a:lnTo>
                <a:lnTo>
                  <a:pt x="2198894" y="503311"/>
                </a:lnTo>
                <a:lnTo>
                  <a:pt x="2196513" y="502444"/>
                </a:lnTo>
                <a:lnTo>
                  <a:pt x="2192674" y="501377"/>
                </a:lnTo>
                <a:lnTo>
                  <a:pt x="2189369" y="499453"/>
                </a:lnTo>
                <a:lnTo>
                  <a:pt x="2186597" y="496681"/>
                </a:lnTo>
                <a:lnTo>
                  <a:pt x="2184216" y="494490"/>
                </a:lnTo>
                <a:lnTo>
                  <a:pt x="2182225" y="492871"/>
                </a:lnTo>
                <a:lnTo>
                  <a:pt x="2179653" y="490490"/>
                </a:lnTo>
                <a:lnTo>
                  <a:pt x="2176510" y="487347"/>
                </a:lnTo>
                <a:lnTo>
                  <a:pt x="2174129" y="484184"/>
                </a:lnTo>
                <a:lnTo>
                  <a:pt x="2172510" y="481013"/>
                </a:lnTo>
                <a:lnTo>
                  <a:pt x="2170871" y="478631"/>
                </a:lnTo>
                <a:lnTo>
                  <a:pt x="2169224" y="477041"/>
                </a:lnTo>
                <a:lnTo>
                  <a:pt x="2168433" y="475459"/>
                </a:lnTo>
                <a:lnTo>
                  <a:pt x="2168490" y="473869"/>
                </a:lnTo>
                <a:lnTo>
                  <a:pt x="2167366" y="471488"/>
                </a:lnTo>
                <a:lnTo>
                  <a:pt x="2165033" y="468316"/>
                </a:lnTo>
                <a:lnTo>
                  <a:pt x="2163528" y="464429"/>
                </a:lnTo>
                <a:lnTo>
                  <a:pt x="2162851" y="459829"/>
                </a:lnTo>
                <a:lnTo>
                  <a:pt x="2162489" y="457448"/>
                </a:lnTo>
                <a:lnTo>
                  <a:pt x="2162366" y="456981"/>
                </a:lnTo>
                <a:lnTo>
                  <a:pt x="2162242" y="456533"/>
                </a:lnTo>
                <a:lnTo>
                  <a:pt x="2160765" y="454152"/>
                </a:lnTo>
                <a:lnTo>
                  <a:pt x="2157946" y="449837"/>
                </a:lnTo>
                <a:lnTo>
                  <a:pt x="2156508" y="446237"/>
                </a:lnTo>
                <a:lnTo>
                  <a:pt x="2156450" y="443360"/>
                </a:lnTo>
                <a:lnTo>
                  <a:pt x="2156203" y="440979"/>
                </a:lnTo>
                <a:lnTo>
                  <a:pt x="2155784" y="439093"/>
                </a:lnTo>
                <a:lnTo>
                  <a:pt x="2155546" y="436474"/>
                </a:lnTo>
                <a:lnTo>
                  <a:pt x="2155488" y="433111"/>
                </a:lnTo>
                <a:lnTo>
                  <a:pt x="2155527" y="430730"/>
                </a:lnTo>
                <a:lnTo>
                  <a:pt x="2155650" y="429330"/>
                </a:lnTo>
                <a:lnTo>
                  <a:pt x="2155708" y="427006"/>
                </a:lnTo>
                <a:lnTo>
                  <a:pt x="2155708" y="423777"/>
                </a:lnTo>
                <a:lnTo>
                  <a:pt x="2156289" y="421396"/>
                </a:lnTo>
                <a:lnTo>
                  <a:pt x="2157432" y="419862"/>
                </a:lnTo>
                <a:lnTo>
                  <a:pt x="2158098" y="418148"/>
                </a:lnTo>
                <a:lnTo>
                  <a:pt x="2158279" y="416243"/>
                </a:lnTo>
                <a:lnTo>
                  <a:pt x="2159318" y="414909"/>
                </a:lnTo>
                <a:lnTo>
                  <a:pt x="2161223" y="414147"/>
                </a:lnTo>
                <a:lnTo>
                  <a:pt x="2162394" y="412937"/>
                </a:lnTo>
                <a:lnTo>
                  <a:pt x="2162823" y="411270"/>
                </a:lnTo>
                <a:lnTo>
                  <a:pt x="2163051" y="410223"/>
                </a:lnTo>
                <a:lnTo>
                  <a:pt x="2163080" y="409794"/>
                </a:lnTo>
                <a:lnTo>
                  <a:pt x="2163223" y="407546"/>
                </a:lnTo>
                <a:lnTo>
                  <a:pt x="2163470" y="403498"/>
                </a:lnTo>
                <a:lnTo>
                  <a:pt x="2163890" y="401117"/>
                </a:lnTo>
                <a:lnTo>
                  <a:pt x="2164480" y="400402"/>
                </a:lnTo>
                <a:lnTo>
                  <a:pt x="2164823" y="398374"/>
                </a:lnTo>
                <a:lnTo>
                  <a:pt x="2164928" y="395011"/>
                </a:lnTo>
                <a:lnTo>
                  <a:pt x="2166661" y="393192"/>
                </a:lnTo>
                <a:lnTo>
                  <a:pt x="2170024" y="392925"/>
                </a:lnTo>
                <a:lnTo>
                  <a:pt x="2171995" y="392516"/>
                </a:lnTo>
                <a:lnTo>
                  <a:pt x="2172576" y="391973"/>
                </a:lnTo>
                <a:lnTo>
                  <a:pt x="2172929" y="391401"/>
                </a:lnTo>
                <a:lnTo>
                  <a:pt x="2173034" y="390820"/>
                </a:lnTo>
                <a:lnTo>
                  <a:pt x="2173167" y="388563"/>
                </a:lnTo>
                <a:lnTo>
                  <a:pt x="2173319" y="384648"/>
                </a:lnTo>
                <a:lnTo>
                  <a:pt x="2175348" y="382295"/>
                </a:lnTo>
                <a:lnTo>
                  <a:pt x="2179263" y="381505"/>
                </a:lnTo>
                <a:lnTo>
                  <a:pt x="2181244" y="381105"/>
                </a:lnTo>
                <a:lnTo>
                  <a:pt x="2181749" y="379057"/>
                </a:lnTo>
                <a:lnTo>
                  <a:pt x="2182568" y="375171"/>
                </a:lnTo>
                <a:lnTo>
                  <a:pt x="2184921" y="373094"/>
                </a:lnTo>
                <a:lnTo>
                  <a:pt x="2188807" y="372809"/>
                </a:lnTo>
                <a:lnTo>
                  <a:pt x="2190979" y="372599"/>
                </a:lnTo>
                <a:lnTo>
                  <a:pt x="2191445" y="372466"/>
                </a:lnTo>
                <a:lnTo>
                  <a:pt x="2191855" y="372170"/>
                </a:lnTo>
                <a:lnTo>
                  <a:pt x="2192226" y="371704"/>
                </a:lnTo>
                <a:lnTo>
                  <a:pt x="2192588" y="369694"/>
                </a:lnTo>
                <a:lnTo>
                  <a:pt x="2192950" y="366122"/>
                </a:lnTo>
                <a:lnTo>
                  <a:pt x="2194922" y="364284"/>
                </a:lnTo>
                <a:lnTo>
                  <a:pt x="2198494" y="364188"/>
                </a:lnTo>
                <a:lnTo>
                  <a:pt x="2200618" y="363941"/>
                </a:lnTo>
                <a:lnTo>
                  <a:pt x="2201313" y="363531"/>
                </a:lnTo>
                <a:lnTo>
                  <a:pt x="2203152" y="362988"/>
                </a:lnTo>
                <a:lnTo>
                  <a:pt x="2206142" y="362293"/>
                </a:lnTo>
                <a:lnTo>
                  <a:pt x="2207657" y="361436"/>
                </a:lnTo>
                <a:lnTo>
                  <a:pt x="2207705" y="360397"/>
                </a:lnTo>
                <a:close/>
                <a:moveTo>
                  <a:pt x="729558" y="366255"/>
                </a:moveTo>
                <a:lnTo>
                  <a:pt x="732139" y="366151"/>
                </a:lnTo>
                <a:lnTo>
                  <a:pt x="734244" y="365874"/>
                </a:lnTo>
                <a:lnTo>
                  <a:pt x="735892" y="365446"/>
                </a:lnTo>
                <a:lnTo>
                  <a:pt x="738273" y="365284"/>
                </a:lnTo>
                <a:lnTo>
                  <a:pt x="741388" y="365389"/>
                </a:lnTo>
                <a:lnTo>
                  <a:pt x="743826" y="365446"/>
                </a:lnTo>
                <a:lnTo>
                  <a:pt x="745569" y="365446"/>
                </a:lnTo>
                <a:lnTo>
                  <a:pt x="747951" y="365446"/>
                </a:lnTo>
                <a:lnTo>
                  <a:pt x="750970" y="365446"/>
                </a:lnTo>
                <a:lnTo>
                  <a:pt x="753351" y="365446"/>
                </a:lnTo>
                <a:lnTo>
                  <a:pt x="755094" y="365446"/>
                </a:lnTo>
                <a:lnTo>
                  <a:pt x="757476" y="365446"/>
                </a:lnTo>
                <a:lnTo>
                  <a:pt x="760495" y="365446"/>
                </a:lnTo>
                <a:lnTo>
                  <a:pt x="762848" y="365417"/>
                </a:lnTo>
                <a:lnTo>
                  <a:pt x="764534" y="365360"/>
                </a:lnTo>
                <a:lnTo>
                  <a:pt x="766915" y="365303"/>
                </a:lnTo>
                <a:lnTo>
                  <a:pt x="769991" y="365255"/>
                </a:lnTo>
                <a:lnTo>
                  <a:pt x="772592" y="365474"/>
                </a:lnTo>
                <a:lnTo>
                  <a:pt x="774716" y="365960"/>
                </a:lnTo>
                <a:lnTo>
                  <a:pt x="777097" y="366208"/>
                </a:lnTo>
                <a:lnTo>
                  <a:pt x="779736" y="366208"/>
                </a:lnTo>
                <a:lnTo>
                  <a:pt x="782984" y="367522"/>
                </a:lnTo>
                <a:lnTo>
                  <a:pt x="786851" y="370161"/>
                </a:lnTo>
                <a:lnTo>
                  <a:pt x="789232" y="371637"/>
                </a:lnTo>
                <a:lnTo>
                  <a:pt x="790127" y="371970"/>
                </a:lnTo>
                <a:lnTo>
                  <a:pt x="792871" y="374352"/>
                </a:lnTo>
                <a:lnTo>
                  <a:pt x="797462" y="378781"/>
                </a:lnTo>
                <a:lnTo>
                  <a:pt x="799843" y="381133"/>
                </a:lnTo>
                <a:lnTo>
                  <a:pt x="800014" y="381410"/>
                </a:lnTo>
                <a:lnTo>
                  <a:pt x="801872" y="383791"/>
                </a:lnTo>
                <a:lnTo>
                  <a:pt x="805405" y="388277"/>
                </a:lnTo>
                <a:lnTo>
                  <a:pt x="807225" y="392344"/>
                </a:lnTo>
                <a:lnTo>
                  <a:pt x="807339" y="395992"/>
                </a:lnTo>
                <a:lnTo>
                  <a:pt x="807615" y="398374"/>
                </a:lnTo>
                <a:lnTo>
                  <a:pt x="808053" y="399488"/>
                </a:lnTo>
                <a:lnTo>
                  <a:pt x="808272" y="402098"/>
                </a:lnTo>
                <a:lnTo>
                  <a:pt x="808272" y="406184"/>
                </a:lnTo>
                <a:lnTo>
                  <a:pt x="808272" y="408565"/>
                </a:lnTo>
                <a:lnTo>
                  <a:pt x="808263" y="409242"/>
                </a:lnTo>
                <a:lnTo>
                  <a:pt x="808225" y="411575"/>
                </a:lnTo>
                <a:lnTo>
                  <a:pt x="808149" y="415585"/>
                </a:lnTo>
                <a:lnTo>
                  <a:pt x="808111" y="417967"/>
                </a:lnTo>
                <a:lnTo>
                  <a:pt x="808101" y="418719"/>
                </a:lnTo>
                <a:lnTo>
                  <a:pt x="808101" y="421100"/>
                </a:lnTo>
                <a:lnTo>
                  <a:pt x="808101" y="425101"/>
                </a:lnTo>
                <a:lnTo>
                  <a:pt x="808111" y="427482"/>
                </a:lnTo>
                <a:lnTo>
                  <a:pt x="808130" y="428244"/>
                </a:lnTo>
                <a:lnTo>
                  <a:pt x="808101" y="430597"/>
                </a:lnTo>
                <a:lnTo>
                  <a:pt x="808034" y="434550"/>
                </a:lnTo>
                <a:lnTo>
                  <a:pt x="808006" y="436931"/>
                </a:lnTo>
                <a:lnTo>
                  <a:pt x="808025" y="437740"/>
                </a:lnTo>
                <a:lnTo>
                  <a:pt x="808025" y="440122"/>
                </a:lnTo>
                <a:lnTo>
                  <a:pt x="807987" y="444056"/>
                </a:lnTo>
                <a:lnTo>
                  <a:pt x="807987" y="446437"/>
                </a:lnTo>
                <a:lnTo>
                  <a:pt x="808034" y="447265"/>
                </a:lnTo>
                <a:lnTo>
                  <a:pt x="808101" y="449713"/>
                </a:lnTo>
                <a:lnTo>
                  <a:pt x="808206" y="453790"/>
                </a:lnTo>
                <a:lnTo>
                  <a:pt x="808263" y="456171"/>
                </a:lnTo>
                <a:lnTo>
                  <a:pt x="808272" y="456857"/>
                </a:lnTo>
                <a:lnTo>
                  <a:pt x="808272" y="459248"/>
                </a:lnTo>
                <a:lnTo>
                  <a:pt x="808272" y="463334"/>
                </a:lnTo>
                <a:lnTo>
                  <a:pt x="808272" y="465715"/>
                </a:lnTo>
                <a:lnTo>
                  <a:pt x="808272" y="466392"/>
                </a:lnTo>
                <a:lnTo>
                  <a:pt x="808263" y="468754"/>
                </a:lnTo>
                <a:lnTo>
                  <a:pt x="808225" y="472802"/>
                </a:lnTo>
                <a:lnTo>
                  <a:pt x="808215" y="475183"/>
                </a:lnTo>
                <a:lnTo>
                  <a:pt x="808225" y="475898"/>
                </a:lnTo>
                <a:lnTo>
                  <a:pt x="808577" y="477145"/>
                </a:lnTo>
                <a:lnTo>
                  <a:pt x="809273" y="478927"/>
                </a:lnTo>
                <a:lnTo>
                  <a:pt x="810539" y="479841"/>
                </a:lnTo>
                <a:lnTo>
                  <a:pt x="812359" y="479879"/>
                </a:lnTo>
                <a:lnTo>
                  <a:pt x="814740" y="479927"/>
                </a:lnTo>
                <a:lnTo>
                  <a:pt x="817683" y="479993"/>
                </a:lnTo>
                <a:lnTo>
                  <a:pt x="819931" y="479860"/>
                </a:lnTo>
                <a:lnTo>
                  <a:pt x="821493" y="479536"/>
                </a:lnTo>
                <a:lnTo>
                  <a:pt x="823874" y="479317"/>
                </a:lnTo>
                <a:lnTo>
                  <a:pt x="827075" y="479203"/>
                </a:lnTo>
                <a:lnTo>
                  <a:pt x="829389" y="479127"/>
                </a:lnTo>
                <a:lnTo>
                  <a:pt x="830809" y="479108"/>
                </a:lnTo>
                <a:lnTo>
                  <a:pt x="833190" y="479031"/>
                </a:lnTo>
                <a:lnTo>
                  <a:pt x="836533" y="478907"/>
                </a:lnTo>
                <a:lnTo>
                  <a:pt x="838857" y="478860"/>
                </a:lnTo>
                <a:lnTo>
                  <a:pt x="840181" y="478888"/>
                </a:lnTo>
                <a:lnTo>
                  <a:pt x="842562" y="478927"/>
                </a:lnTo>
                <a:lnTo>
                  <a:pt x="846001" y="478993"/>
                </a:lnTo>
                <a:lnTo>
                  <a:pt x="848439" y="479050"/>
                </a:lnTo>
                <a:lnTo>
                  <a:pt x="849878" y="479098"/>
                </a:lnTo>
                <a:lnTo>
                  <a:pt x="852259" y="479155"/>
                </a:lnTo>
                <a:lnTo>
                  <a:pt x="855583" y="479222"/>
                </a:lnTo>
                <a:lnTo>
                  <a:pt x="858060" y="479308"/>
                </a:lnTo>
                <a:lnTo>
                  <a:pt x="859679" y="479431"/>
                </a:lnTo>
                <a:lnTo>
                  <a:pt x="862060" y="479517"/>
                </a:lnTo>
                <a:lnTo>
                  <a:pt x="865203" y="479584"/>
                </a:lnTo>
                <a:lnTo>
                  <a:pt x="867604" y="479593"/>
                </a:lnTo>
                <a:lnTo>
                  <a:pt x="869252" y="479565"/>
                </a:lnTo>
                <a:lnTo>
                  <a:pt x="871633" y="479546"/>
                </a:lnTo>
                <a:lnTo>
                  <a:pt x="874747" y="479546"/>
                </a:lnTo>
                <a:lnTo>
                  <a:pt x="877091" y="479517"/>
                </a:lnTo>
                <a:lnTo>
                  <a:pt x="878681" y="479460"/>
                </a:lnTo>
                <a:lnTo>
                  <a:pt x="881063" y="479422"/>
                </a:lnTo>
                <a:lnTo>
                  <a:pt x="884234" y="479422"/>
                </a:lnTo>
                <a:lnTo>
                  <a:pt x="886873" y="479679"/>
                </a:lnTo>
                <a:lnTo>
                  <a:pt x="888959" y="480184"/>
                </a:lnTo>
                <a:lnTo>
                  <a:pt x="891340" y="480403"/>
                </a:lnTo>
                <a:lnTo>
                  <a:pt x="894017" y="480336"/>
                </a:lnTo>
                <a:lnTo>
                  <a:pt x="897112" y="481670"/>
                </a:lnTo>
                <a:lnTo>
                  <a:pt x="900646" y="484403"/>
                </a:lnTo>
                <a:lnTo>
                  <a:pt x="903027" y="485975"/>
                </a:lnTo>
                <a:lnTo>
                  <a:pt x="904256" y="486366"/>
                </a:lnTo>
                <a:lnTo>
                  <a:pt x="906466" y="487956"/>
                </a:lnTo>
                <a:lnTo>
                  <a:pt x="909638" y="490738"/>
                </a:lnTo>
                <a:lnTo>
                  <a:pt x="912019" y="492443"/>
                </a:lnTo>
                <a:lnTo>
                  <a:pt x="913609" y="493081"/>
                </a:lnTo>
                <a:lnTo>
                  <a:pt x="914905" y="493871"/>
                </a:lnTo>
                <a:lnTo>
                  <a:pt x="915905" y="494824"/>
                </a:lnTo>
                <a:lnTo>
                  <a:pt x="916429" y="495833"/>
                </a:lnTo>
                <a:lnTo>
                  <a:pt x="916486" y="496891"/>
                </a:lnTo>
                <a:lnTo>
                  <a:pt x="917962" y="499272"/>
                </a:lnTo>
                <a:lnTo>
                  <a:pt x="920867" y="502977"/>
                </a:lnTo>
                <a:lnTo>
                  <a:pt x="922477" y="506959"/>
                </a:lnTo>
                <a:lnTo>
                  <a:pt x="922782" y="511226"/>
                </a:lnTo>
                <a:lnTo>
                  <a:pt x="922992" y="513607"/>
                </a:lnTo>
                <a:lnTo>
                  <a:pt x="923115" y="514102"/>
                </a:lnTo>
                <a:lnTo>
                  <a:pt x="923173" y="516541"/>
                </a:lnTo>
                <a:lnTo>
                  <a:pt x="923173" y="520932"/>
                </a:lnTo>
                <a:lnTo>
                  <a:pt x="923173" y="523313"/>
                </a:lnTo>
                <a:lnTo>
                  <a:pt x="923173" y="523684"/>
                </a:lnTo>
                <a:lnTo>
                  <a:pt x="923125" y="526028"/>
                </a:lnTo>
                <a:lnTo>
                  <a:pt x="923039" y="530323"/>
                </a:lnTo>
                <a:lnTo>
                  <a:pt x="923001" y="532705"/>
                </a:lnTo>
                <a:lnTo>
                  <a:pt x="923001" y="533171"/>
                </a:lnTo>
                <a:lnTo>
                  <a:pt x="922982" y="535534"/>
                </a:lnTo>
                <a:lnTo>
                  <a:pt x="922934" y="539791"/>
                </a:lnTo>
                <a:lnTo>
                  <a:pt x="922915" y="542173"/>
                </a:lnTo>
                <a:lnTo>
                  <a:pt x="922906" y="542677"/>
                </a:lnTo>
                <a:lnTo>
                  <a:pt x="922858" y="545011"/>
                </a:lnTo>
                <a:lnTo>
                  <a:pt x="922772" y="549173"/>
                </a:lnTo>
                <a:lnTo>
                  <a:pt x="922734" y="551555"/>
                </a:lnTo>
                <a:lnTo>
                  <a:pt x="922725" y="552155"/>
                </a:lnTo>
                <a:lnTo>
                  <a:pt x="922649" y="554450"/>
                </a:lnTo>
                <a:lnTo>
                  <a:pt x="922487" y="558460"/>
                </a:lnTo>
                <a:lnTo>
                  <a:pt x="922401" y="560842"/>
                </a:lnTo>
                <a:lnTo>
                  <a:pt x="922363" y="561594"/>
                </a:lnTo>
                <a:lnTo>
                  <a:pt x="922334" y="563947"/>
                </a:lnTo>
                <a:lnTo>
                  <a:pt x="922296" y="567881"/>
                </a:lnTo>
                <a:lnTo>
                  <a:pt x="921591" y="570262"/>
                </a:lnTo>
                <a:lnTo>
                  <a:pt x="920220" y="571090"/>
                </a:lnTo>
                <a:lnTo>
                  <a:pt x="919496" y="572748"/>
                </a:lnTo>
                <a:lnTo>
                  <a:pt x="919429" y="575253"/>
                </a:lnTo>
                <a:lnTo>
                  <a:pt x="918153" y="576529"/>
                </a:lnTo>
                <a:lnTo>
                  <a:pt x="915648" y="576596"/>
                </a:lnTo>
                <a:lnTo>
                  <a:pt x="914057" y="577386"/>
                </a:lnTo>
                <a:lnTo>
                  <a:pt x="913371" y="578901"/>
                </a:lnTo>
                <a:lnTo>
                  <a:pt x="911657" y="579996"/>
                </a:lnTo>
                <a:lnTo>
                  <a:pt x="908914" y="580682"/>
                </a:lnTo>
                <a:lnTo>
                  <a:pt x="907494" y="581644"/>
                </a:lnTo>
                <a:lnTo>
                  <a:pt x="907390" y="582873"/>
                </a:lnTo>
                <a:lnTo>
                  <a:pt x="906723" y="583540"/>
                </a:lnTo>
                <a:lnTo>
                  <a:pt x="905494" y="583644"/>
                </a:lnTo>
                <a:lnTo>
                  <a:pt x="904237" y="584768"/>
                </a:lnTo>
                <a:lnTo>
                  <a:pt x="902960" y="586921"/>
                </a:lnTo>
                <a:lnTo>
                  <a:pt x="900579" y="587988"/>
                </a:lnTo>
                <a:lnTo>
                  <a:pt x="897093" y="587988"/>
                </a:lnTo>
                <a:lnTo>
                  <a:pt x="894817" y="588102"/>
                </a:lnTo>
                <a:lnTo>
                  <a:pt x="893759" y="588321"/>
                </a:lnTo>
                <a:lnTo>
                  <a:pt x="891378" y="588455"/>
                </a:lnTo>
                <a:lnTo>
                  <a:pt x="887673" y="588502"/>
                </a:lnTo>
                <a:lnTo>
                  <a:pt x="885320" y="588531"/>
                </a:lnTo>
                <a:lnTo>
                  <a:pt x="884311" y="588531"/>
                </a:lnTo>
                <a:lnTo>
                  <a:pt x="881929" y="588531"/>
                </a:lnTo>
                <a:lnTo>
                  <a:pt x="878176" y="588531"/>
                </a:lnTo>
                <a:lnTo>
                  <a:pt x="875786" y="588521"/>
                </a:lnTo>
                <a:lnTo>
                  <a:pt x="874766" y="588502"/>
                </a:lnTo>
                <a:lnTo>
                  <a:pt x="872385" y="588521"/>
                </a:lnTo>
                <a:lnTo>
                  <a:pt x="868642" y="588569"/>
                </a:lnTo>
                <a:lnTo>
                  <a:pt x="866289" y="588597"/>
                </a:lnTo>
                <a:lnTo>
                  <a:pt x="865308" y="588597"/>
                </a:lnTo>
                <a:lnTo>
                  <a:pt x="862927" y="588597"/>
                </a:lnTo>
                <a:lnTo>
                  <a:pt x="859145" y="588597"/>
                </a:lnTo>
                <a:lnTo>
                  <a:pt x="856793" y="588626"/>
                </a:lnTo>
                <a:lnTo>
                  <a:pt x="855869" y="588683"/>
                </a:lnTo>
                <a:lnTo>
                  <a:pt x="853488" y="588712"/>
                </a:lnTo>
                <a:lnTo>
                  <a:pt x="849649" y="588712"/>
                </a:lnTo>
                <a:lnTo>
                  <a:pt x="847277" y="588721"/>
                </a:lnTo>
                <a:lnTo>
                  <a:pt x="846382" y="588750"/>
                </a:lnTo>
                <a:lnTo>
                  <a:pt x="844001" y="588759"/>
                </a:lnTo>
                <a:lnTo>
                  <a:pt x="840134" y="588759"/>
                </a:lnTo>
                <a:lnTo>
                  <a:pt x="837743" y="588750"/>
                </a:lnTo>
                <a:lnTo>
                  <a:pt x="836819" y="588721"/>
                </a:lnTo>
                <a:lnTo>
                  <a:pt x="834438" y="588693"/>
                </a:lnTo>
                <a:lnTo>
                  <a:pt x="830599" y="588645"/>
                </a:lnTo>
                <a:lnTo>
                  <a:pt x="828132" y="588559"/>
                </a:lnTo>
                <a:lnTo>
                  <a:pt x="827037" y="588426"/>
                </a:lnTo>
                <a:lnTo>
                  <a:pt x="824655" y="588340"/>
                </a:lnTo>
                <a:lnTo>
                  <a:pt x="820988" y="588293"/>
                </a:lnTo>
                <a:lnTo>
                  <a:pt x="818617" y="588302"/>
                </a:lnTo>
                <a:lnTo>
                  <a:pt x="817559" y="588388"/>
                </a:lnTo>
                <a:lnTo>
                  <a:pt x="815178" y="588435"/>
                </a:lnTo>
                <a:lnTo>
                  <a:pt x="811473" y="588435"/>
                </a:lnTo>
                <a:lnTo>
                  <a:pt x="809282" y="588616"/>
                </a:lnTo>
                <a:lnTo>
                  <a:pt x="808596" y="588988"/>
                </a:lnTo>
                <a:lnTo>
                  <a:pt x="808177" y="589521"/>
                </a:lnTo>
                <a:lnTo>
                  <a:pt x="808025" y="590207"/>
                </a:lnTo>
                <a:lnTo>
                  <a:pt x="807968" y="592531"/>
                </a:lnTo>
                <a:lnTo>
                  <a:pt x="808006" y="596494"/>
                </a:lnTo>
                <a:lnTo>
                  <a:pt x="808044" y="598875"/>
                </a:lnTo>
                <a:lnTo>
                  <a:pt x="808082" y="599675"/>
                </a:lnTo>
                <a:lnTo>
                  <a:pt x="808101" y="602075"/>
                </a:lnTo>
                <a:lnTo>
                  <a:pt x="808101" y="606076"/>
                </a:lnTo>
                <a:lnTo>
                  <a:pt x="808120" y="608457"/>
                </a:lnTo>
                <a:lnTo>
                  <a:pt x="808168" y="609219"/>
                </a:lnTo>
                <a:lnTo>
                  <a:pt x="808196" y="611619"/>
                </a:lnTo>
                <a:lnTo>
                  <a:pt x="808196" y="615667"/>
                </a:lnTo>
                <a:lnTo>
                  <a:pt x="808187" y="618049"/>
                </a:lnTo>
                <a:lnTo>
                  <a:pt x="808187" y="618763"/>
                </a:lnTo>
                <a:lnTo>
                  <a:pt x="808196" y="621163"/>
                </a:lnTo>
                <a:lnTo>
                  <a:pt x="808234" y="625240"/>
                </a:lnTo>
                <a:lnTo>
                  <a:pt x="808253" y="627621"/>
                </a:lnTo>
                <a:lnTo>
                  <a:pt x="808244" y="628307"/>
                </a:lnTo>
                <a:lnTo>
                  <a:pt x="808225" y="630669"/>
                </a:lnTo>
                <a:lnTo>
                  <a:pt x="808187" y="634698"/>
                </a:lnTo>
                <a:lnTo>
                  <a:pt x="808149" y="637080"/>
                </a:lnTo>
                <a:lnTo>
                  <a:pt x="808101" y="637813"/>
                </a:lnTo>
                <a:lnTo>
                  <a:pt x="808063" y="640156"/>
                </a:lnTo>
                <a:lnTo>
                  <a:pt x="808025" y="644109"/>
                </a:lnTo>
                <a:lnTo>
                  <a:pt x="807987" y="646490"/>
                </a:lnTo>
                <a:lnTo>
                  <a:pt x="807949" y="647300"/>
                </a:lnTo>
                <a:lnTo>
                  <a:pt x="807968" y="649700"/>
                </a:lnTo>
                <a:lnTo>
                  <a:pt x="808044" y="653691"/>
                </a:lnTo>
                <a:lnTo>
                  <a:pt x="808082" y="656072"/>
                </a:lnTo>
                <a:lnTo>
                  <a:pt x="808063" y="656844"/>
                </a:lnTo>
                <a:lnTo>
                  <a:pt x="808053" y="659216"/>
                </a:lnTo>
                <a:lnTo>
                  <a:pt x="808053" y="663188"/>
                </a:lnTo>
                <a:lnTo>
                  <a:pt x="808063" y="665569"/>
                </a:lnTo>
                <a:lnTo>
                  <a:pt x="808082" y="666359"/>
                </a:lnTo>
                <a:lnTo>
                  <a:pt x="808082" y="668750"/>
                </a:lnTo>
                <a:lnTo>
                  <a:pt x="808082" y="672741"/>
                </a:lnTo>
                <a:lnTo>
                  <a:pt x="808034" y="675122"/>
                </a:lnTo>
                <a:lnTo>
                  <a:pt x="807939" y="675894"/>
                </a:lnTo>
                <a:lnTo>
                  <a:pt x="807872" y="678199"/>
                </a:lnTo>
                <a:lnTo>
                  <a:pt x="807825" y="682057"/>
                </a:lnTo>
                <a:lnTo>
                  <a:pt x="806815" y="684438"/>
                </a:lnTo>
                <a:lnTo>
                  <a:pt x="804834" y="685343"/>
                </a:lnTo>
                <a:lnTo>
                  <a:pt x="803805" y="686705"/>
                </a:lnTo>
                <a:lnTo>
                  <a:pt x="803748" y="688505"/>
                </a:lnTo>
                <a:lnTo>
                  <a:pt x="802805" y="689448"/>
                </a:lnTo>
                <a:lnTo>
                  <a:pt x="801005" y="689505"/>
                </a:lnTo>
                <a:lnTo>
                  <a:pt x="799757" y="690639"/>
                </a:lnTo>
                <a:lnTo>
                  <a:pt x="799062" y="692839"/>
                </a:lnTo>
                <a:lnTo>
                  <a:pt x="797042" y="694287"/>
                </a:lnTo>
                <a:lnTo>
                  <a:pt x="793680" y="694982"/>
                </a:lnTo>
                <a:lnTo>
                  <a:pt x="791985" y="695668"/>
                </a:lnTo>
                <a:lnTo>
                  <a:pt x="791956" y="696344"/>
                </a:lnTo>
                <a:lnTo>
                  <a:pt x="791594" y="696706"/>
                </a:lnTo>
                <a:lnTo>
                  <a:pt x="790918" y="696735"/>
                </a:lnTo>
                <a:lnTo>
                  <a:pt x="789984" y="698192"/>
                </a:lnTo>
                <a:lnTo>
                  <a:pt x="788813" y="701069"/>
                </a:lnTo>
                <a:lnTo>
                  <a:pt x="786432" y="702507"/>
                </a:lnTo>
                <a:lnTo>
                  <a:pt x="782841" y="702507"/>
                </a:lnTo>
                <a:lnTo>
                  <a:pt x="780583" y="702621"/>
                </a:lnTo>
                <a:lnTo>
                  <a:pt x="779650" y="702869"/>
                </a:lnTo>
                <a:lnTo>
                  <a:pt x="777269" y="703031"/>
                </a:lnTo>
                <a:lnTo>
                  <a:pt x="773440" y="703126"/>
                </a:lnTo>
                <a:lnTo>
                  <a:pt x="771077" y="703135"/>
                </a:lnTo>
                <a:lnTo>
                  <a:pt x="770172" y="703069"/>
                </a:lnTo>
                <a:lnTo>
                  <a:pt x="767791" y="703021"/>
                </a:lnTo>
                <a:lnTo>
                  <a:pt x="763934" y="702974"/>
                </a:lnTo>
                <a:lnTo>
                  <a:pt x="761495" y="702916"/>
                </a:lnTo>
                <a:lnTo>
                  <a:pt x="760476" y="702850"/>
                </a:lnTo>
                <a:lnTo>
                  <a:pt x="758095" y="702821"/>
                </a:lnTo>
                <a:lnTo>
                  <a:pt x="754351" y="702821"/>
                </a:lnTo>
                <a:lnTo>
                  <a:pt x="751932" y="702783"/>
                </a:lnTo>
                <a:lnTo>
                  <a:pt x="750846" y="702707"/>
                </a:lnTo>
                <a:lnTo>
                  <a:pt x="748465" y="702650"/>
                </a:lnTo>
                <a:lnTo>
                  <a:pt x="744788" y="702593"/>
                </a:lnTo>
                <a:lnTo>
                  <a:pt x="742350" y="702535"/>
                </a:lnTo>
                <a:lnTo>
                  <a:pt x="741140" y="702469"/>
                </a:lnTo>
                <a:lnTo>
                  <a:pt x="738759" y="702412"/>
                </a:lnTo>
                <a:lnTo>
                  <a:pt x="735206" y="702354"/>
                </a:lnTo>
                <a:lnTo>
                  <a:pt x="732130" y="701659"/>
                </a:lnTo>
                <a:lnTo>
                  <a:pt x="729529" y="700326"/>
                </a:lnTo>
                <a:lnTo>
                  <a:pt x="727148" y="699659"/>
                </a:lnTo>
                <a:lnTo>
                  <a:pt x="724986" y="699659"/>
                </a:lnTo>
                <a:lnTo>
                  <a:pt x="722814" y="698573"/>
                </a:lnTo>
                <a:lnTo>
                  <a:pt x="720652" y="696411"/>
                </a:lnTo>
                <a:lnTo>
                  <a:pt x="718271" y="694468"/>
                </a:lnTo>
                <a:lnTo>
                  <a:pt x="715670" y="692753"/>
                </a:lnTo>
                <a:lnTo>
                  <a:pt x="712851" y="690372"/>
                </a:lnTo>
                <a:lnTo>
                  <a:pt x="709803" y="687324"/>
                </a:lnTo>
                <a:lnTo>
                  <a:pt x="708069" y="684066"/>
                </a:lnTo>
                <a:lnTo>
                  <a:pt x="707660" y="680609"/>
                </a:lnTo>
                <a:lnTo>
                  <a:pt x="707050" y="678228"/>
                </a:lnTo>
                <a:lnTo>
                  <a:pt x="706260" y="676923"/>
                </a:lnTo>
                <a:lnTo>
                  <a:pt x="705698" y="673989"/>
                </a:lnTo>
                <a:lnTo>
                  <a:pt x="705374" y="669407"/>
                </a:lnTo>
                <a:lnTo>
                  <a:pt x="705202" y="667026"/>
                </a:lnTo>
                <a:lnTo>
                  <a:pt x="705126" y="664388"/>
                </a:lnTo>
                <a:lnTo>
                  <a:pt x="705002" y="659673"/>
                </a:lnTo>
                <a:lnTo>
                  <a:pt x="704936" y="657292"/>
                </a:lnTo>
                <a:lnTo>
                  <a:pt x="704936" y="654863"/>
                </a:lnTo>
                <a:lnTo>
                  <a:pt x="704936" y="650138"/>
                </a:lnTo>
                <a:lnTo>
                  <a:pt x="704936" y="647757"/>
                </a:lnTo>
                <a:lnTo>
                  <a:pt x="704907" y="645319"/>
                </a:lnTo>
                <a:lnTo>
                  <a:pt x="704869" y="640556"/>
                </a:lnTo>
                <a:lnTo>
                  <a:pt x="704726" y="635794"/>
                </a:lnTo>
                <a:lnTo>
                  <a:pt x="704479" y="631031"/>
                </a:lnTo>
                <a:lnTo>
                  <a:pt x="704355" y="628526"/>
                </a:lnTo>
                <a:lnTo>
                  <a:pt x="704364" y="628298"/>
                </a:lnTo>
                <a:lnTo>
                  <a:pt x="704269" y="625916"/>
                </a:lnTo>
                <a:lnTo>
                  <a:pt x="704050" y="621382"/>
                </a:lnTo>
                <a:lnTo>
                  <a:pt x="703936" y="618887"/>
                </a:lnTo>
                <a:lnTo>
                  <a:pt x="703907" y="618411"/>
                </a:lnTo>
                <a:lnTo>
                  <a:pt x="704012" y="616029"/>
                </a:lnTo>
                <a:lnTo>
                  <a:pt x="704240" y="611743"/>
                </a:lnTo>
                <a:lnTo>
                  <a:pt x="704345" y="609476"/>
                </a:lnTo>
                <a:lnTo>
                  <a:pt x="704345" y="609229"/>
                </a:lnTo>
                <a:lnTo>
                  <a:pt x="704479" y="609009"/>
                </a:lnTo>
                <a:lnTo>
                  <a:pt x="704726" y="608828"/>
                </a:lnTo>
                <a:lnTo>
                  <a:pt x="705031" y="606743"/>
                </a:lnTo>
                <a:lnTo>
                  <a:pt x="705383" y="602771"/>
                </a:lnTo>
                <a:lnTo>
                  <a:pt x="705564" y="600608"/>
                </a:lnTo>
                <a:lnTo>
                  <a:pt x="705574" y="600256"/>
                </a:lnTo>
                <a:lnTo>
                  <a:pt x="705488" y="597789"/>
                </a:lnTo>
                <a:lnTo>
                  <a:pt x="705317" y="593217"/>
                </a:lnTo>
                <a:lnTo>
                  <a:pt x="705231" y="590836"/>
                </a:lnTo>
                <a:lnTo>
                  <a:pt x="705155" y="590407"/>
                </a:lnTo>
                <a:lnTo>
                  <a:pt x="704955" y="590131"/>
                </a:lnTo>
                <a:lnTo>
                  <a:pt x="704698" y="589969"/>
                </a:lnTo>
                <a:lnTo>
                  <a:pt x="704383" y="589940"/>
                </a:lnTo>
                <a:lnTo>
                  <a:pt x="702002" y="589664"/>
                </a:lnTo>
                <a:lnTo>
                  <a:pt x="697554" y="589150"/>
                </a:lnTo>
                <a:lnTo>
                  <a:pt x="694915" y="588893"/>
                </a:lnTo>
                <a:lnTo>
                  <a:pt x="694096" y="588902"/>
                </a:lnTo>
                <a:lnTo>
                  <a:pt x="691715" y="588883"/>
                </a:lnTo>
                <a:lnTo>
                  <a:pt x="687772" y="588845"/>
                </a:lnTo>
                <a:lnTo>
                  <a:pt x="685371" y="588826"/>
                </a:lnTo>
                <a:lnTo>
                  <a:pt x="684514" y="588836"/>
                </a:lnTo>
                <a:lnTo>
                  <a:pt x="682133" y="588883"/>
                </a:lnTo>
                <a:lnTo>
                  <a:pt x="678228" y="588969"/>
                </a:lnTo>
                <a:lnTo>
                  <a:pt x="675884" y="589007"/>
                </a:lnTo>
                <a:lnTo>
                  <a:pt x="675094" y="588988"/>
                </a:lnTo>
                <a:lnTo>
                  <a:pt x="672713" y="588978"/>
                </a:lnTo>
                <a:lnTo>
                  <a:pt x="668741" y="588978"/>
                </a:lnTo>
                <a:lnTo>
                  <a:pt x="666359" y="588978"/>
                </a:lnTo>
                <a:lnTo>
                  <a:pt x="665569" y="588978"/>
                </a:lnTo>
                <a:lnTo>
                  <a:pt x="663188" y="588978"/>
                </a:lnTo>
                <a:lnTo>
                  <a:pt x="659216" y="588978"/>
                </a:lnTo>
                <a:lnTo>
                  <a:pt x="656806" y="588959"/>
                </a:lnTo>
                <a:lnTo>
                  <a:pt x="655977" y="588912"/>
                </a:lnTo>
                <a:lnTo>
                  <a:pt x="653596" y="588883"/>
                </a:lnTo>
                <a:lnTo>
                  <a:pt x="649662" y="588883"/>
                </a:lnTo>
                <a:lnTo>
                  <a:pt x="647290" y="588893"/>
                </a:lnTo>
                <a:lnTo>
                  <a:pt x="646462" y="588902"/>
                </a:lnTo>
                <a:lnTo>
                  <a:pt x="644081" y="588902"/>
                </a:lnTo>
                <a:lnTo>
                  <a:pt x="640147" y="588902"/>
                </a:lnTo>
                <a:lnTo>
                  <a:pt x="637765" y="588912"/>
                </a:lnTo>
                <a:lnTo>
                  <a:pt x="636956" y="588921"/>
                </a:lnTo>
                <a:lnTo>
                  <a:pt x="634575" y="588902"/>
                </a:lnTo>
                <a:lnTo>
                  <a:pt x="630622" y="588855"/>
                </a:lnTo>
                <a:lnTo>
                  <a:pt x="628212" y="588826"/>
                </a:lnTo>
                <a:lnTo>
                  <a:pt x="627345" y="588816"/>
                </a:lnTo>
                <a:lnTo>
                  <a:pt x="624964" y="588788"/>
                </a:lnTo>
                <a:lnTo>
                  <a:pt x="621068" y="588740"/>
                </a:lnTo>
                <a:lnTo>
                  <a:pt x="618144" y="588197"/>
                </a:lnTo>
                <a:lnTo>
                  <a:pt x="616191" y="587159"/>
                </a:lnTo>
                <a:lnTo>
                  <a:pt x="613810" y="586578"/>
                </a:lnTo>
                <a:lnTo>
                  <a:pt x="611000" y="586435"/>
                </a:lnTo>
                <a:lnTo>
                  <a:pt x="608162" y="585035"/>
                </a:lnTo>
                <a:lnTo>
                  <a:pt x="605276" y="582359"/>
                </a:lnTo>
                <a:lnTo>
                  <a:pt x="602894" y="580349"/>
                </a:lnTo>
                <a:lnTo>
                  <a:pt x="601018" y="579006"/>
                </a:lnTo>
                <a:lnTo>
                  <a:pt x="598399" y="576624"/>
                </a:lnTo>
                <a:lnTo>
                  <a:pt x="595046" y="573205"/>
                </a:lnTo>
                <a:lnTo>
                  <a:pt x="592846" y="569290"/>
                </a:lnTo>
                <a:lnTo>
                  <a:pt x="591779" y="564880"/>
                </a:lnTo>
                <a:lnTo>
                  <a:pt x="591150" y="562499"/>
                </a:lnTo>
                <a:lnTo>
                  <a:pt x="590941" y="562146"/>
                </a:lnTo>
                <a:lnTo>
                  <a:pt x="590769" y="561423"/>
                </a:lnTo>
                <a:lnTo>
                  <a:pt x="590626" y="560327"/>
                </a:lnTo>
                <a:lnTo>
                  <a:pt x="589636" y="557946"/>
                </a:lnTo>
                <a:lnTo>
                  <a:pt x="587807" y="554279"/>
                </a:lnTo>
                <a:lnTo>
                  <a:pt x="586883" y="551536"/>
                </a:lnTo>
                <a:lnTo>
                  <a:pt x="586883" y="549707"/>
                </a:lnTo>
                <a:lnTo>
                  <a:pt x="586950" y="547326"/>
                </a:lnTo>
                <a:lnTo>
                  <a:pt x="587064" y="544392"/>
                </a:lnTo>
                <a:lnTo>
                  <a:pt x="587121" y="542068"/>
                </a:lnTo>
                <a:lnTo>
                  <a:pt x="587121" y="540353"/>
                </a:lnTo>
                <a:lnTo>
                  <a:pt x="587064" y="537972"/>
                </a:lnTo>
                <a:lnTo>
                  <a:pt x="586950" y="534924"/>
                </a:lnTo>
                <a:lnTo>
                  <a:pt x="586950" y="532552"/>
                </a:lnTo>
                <a:lnTo>
                  <a:pt x="587083" y="530847"/>
                </a:lnTo>
                <a:lnTo>
                  <a:pt x="587045" y="528466"/>
                </a:lnTo>
                <a:lnTo>
                  <a:pt x="586845" y="525409"/>
                </a:lnTo>
                <a:lnTo>
                  <a:pt x="586769" y="522951"/>
                </a:lnTo>
                <a:lnTo>
                  <a:pt x="586835" y="521113"/>
                </a:lnTo>
                <a:lnTo>
                  <a:pt x="587140" y="518732"/>
                </a:lnTo>
                <a:lnTo>
                  <a:pt x="587702" y="515807"/>
                </a:lnTo>
                <a:lnTo>
                  <a:pt x="588035" y="513759"/>
                </a:lnTo>
                <a:lnTo>
                  <a:pt x="588121" y="512569"/>
                </a:lnTo>
                <a:lnTo>
                  <a:pt x="588769" y="511769"/>
                </a:lnTo>
                <a:lnTo>
                  <a:pt x="589959" y="511378"/>
                </a:lnTo>
                <a:lnTo>
                  <a:pt x="590807" y="509845"/>
                </a:lnTo>
                <a:lnTo>
                  <a:pt x="591312" y="507178"/>
                </a:lnTo>
                <a:lnTo>
                  <a:pt x="591626" y="505587"/>
                </a:lnTo>
                <a:lnTo>
                  <a:pt x="591731" y="505082"/>
                </a:lnTo>
                <a:lnTo>
                  <a:pt x="591874" y="502844"/>
                </a:lnTo>
                <a:lnTo>
                  <a:pt x="592064" y="498881"/>
                </a:lnTo>
                <a:lnTo>
                  <a:pt x="593122" y="496500"/>
                </a:lnTo>
                <a:lnTo>
                  <a:pt x="595065" y="495700"/>
                </a:lnTo>
                <a:lnTo>
                  <a:pt x="596065" y="494319"/>
                </a:lnTo>
                <a:lnTo>
                  <a:pt x="596122" y="492357"/>
                </a:lnTo>
                <a:lnTo>
                  <a:pt x="597132" y="491319"/>
                </a:lnTo>
                <a:lnTo>
                  <a:pt x="599094" y="491195"/>
                </a:lnTo>
                <a:lnTo>
                  <a:pt x="600466" y="490185"/>
                </a:lnTo>
                <a:lnTo>
                  <a:pt x="601247" y="488280"/>
                </a:lnTo>
                <a:lnTo>
                  <a:pt x="603628" y="487023"/>
                </a:lnTo>
                <a:lnTo>
                  <a:pt x="607609" y="486394"/>
                </a:lnTo>
                <a:lnTo>
                  <a:pt x="609657" y="486061"/>
                </a:lnTo>
                <a:lnTo>
                  <a:pt x="610057" y="485956"/>
                </a:lnTo>
                <a:lnTo>
                  <a:pt x="610486" y="485832"/>
                </a:lnTo>
                <a:lnTo>
                  <a:pt x="611505" y="484470"/>
                </a:lnTo>
                <a:lnTo>
                  <a:pt x="613105" y="481860"/>
                </a:lnTo>
                <a:lnTo>
                  <a:pt x="615210" y="480527"/>
                </a:lnTo>
                <a:lnTo>
                  <a:pt x="617820" y="480460"/>
                </a:lnTo>
                <a:lnTo>
                  <a:pt x="620144" y="480403"/>
                </a:lnTo>
                <a:lnTo>
                  <a:pt x="622183" y="480355"/>
                </a:lnTo>
                <a:lnTo>
                  <a:pt x="624564" y="480336"/>
                </a:lnTo>
                <a:lnTo>
                  <a:pt x="627288" y="480336"/>
                </a:lnTo>
                <a:lnTo>
                  <a:pt x="629669" y="480336"/>
                </a:lnTo>
                <a:lnTo>
                  <a:pt x="631708" y="480336"/>
                </a:lnTo>
                <a:lnTo>
                  <a:pt x="634089" y="480336"/>
                </a:lnTo>
                <a:lnTo>
                  <a:pt x="636813" y="480336"/>
                </a:lnTo>
                <a:lnTo>
                  <a:pt x="639194" y="480336"/>
                </a:lnTo>
                <a:lnTo>
                  <a:pt x="641233" y="480336"/>
                </a:lnTo>
                <a:lnTo>
                  <a:pt x="643614" y="480365"/>
                </a:lnTo>
                <a:lnTo>
                  <a:pt x="646338" y="480431"/>
                </a:lnTo>
                <a:lnTo>
                  <a:pt x="648776" y="480479"/>
                </a:lnTo>
                <a:lnTo>
                  <a:pt x="650929" y="480536"/>
                </a:lnTo>
                <a:lnTo>
                  <a:pt x="653310" y="480498"/>
                </a:lnTo>
                <a:lnTo>
                  <a:pt x="655920" y="480365"/>
                </a:lnTo>
                <a:lnTo>
                  <a:pt x="658216" y="480270"/>
                </a:lnTo>
                <a:lnTo>
                  <a:pt x="660187" y="480222"/>
                </a:lnTo>
                <a:lnTo>
                  <a:pt x="662569" y="480203"/>
                </a:lnTo>
                <a:lnTo>
                  <a:pt x="665359" y="480203"/>
                </a:lnTo>
                <a:lnTo>
                  <a:pt x="667674" y="480136"/>
                </a:lnTo>
                <a:lnTo>
                  <a:pt x="669512" y="479993"/>
                </a:lnTo>
                <a:lnTo>
                  <a:pt x="671894" y="479927"/>
                </a:lnTo>
                <a:lnTo>
                  <a:pt x="674818" y="479927"/>
                </a:lnTo>
                <a:lnTo>
                  <a:pt x="677218" y="479955"/>
                </a:lnTo>
                <a:lnTo>
                  <a:pt x="679104" y="479993"/>
                </a:lnTo>
                <a:lnTo>
                  <a:pt x="681485" y="480079"/>
                </a:lnTo>
                <a:lnTo>
                  <a:pt x="684362" y="480212"/>
                </a:lnTo>
                <a:lnTo>
                  <a:pt x="686781" y="480251"/>
                </a:lnTo>
                <a:lnTo>
                  <a:pt x="688753" y="480203"/>
                </a:lnTo>
                <a:lnTo>
                  <a:pt x="691134" y="480155"/>
                </a:lnTo>
                <a:lnTo>
                  <a:pt x="693925" y="480089"/>
                </a:lnTo>
                <a:lnTo>
                  <a:pt x="695925" y="479698"/>
                </a:lnTo>
                <a:lnTo>
                  <a:pt x="697116" y="478993"/>
                </a:lnTo>
                <a:lnTo>
                  <a:pt x="699497" y="478346"/>
                </a:lnTo>
                <a:lnTo>
                  <a:pt x="703069" y="477764"/>
                </a:lnTo>
                <a:lnTo>
                  <a:pt x="705002" y="477317"/>
                </a:lnTo>
                <a:lnTo>
                  <a:pt x="705298" y="477002"/>
                </a:lnTo>
                <a:lnTo>
                  <a:pt x="705441" y="476698"/>
                </a:lnTo>
                <a:lnTo>
                  <a:pt x="705450" y="476402"/>
                </a:lnTo>
                <a:lnTo>
                  <a:pt x="705450" y="474021"/>
                </a:lnTo>
                <a:lnTo>
                  <a:pt x="705450" y="469563"/>
                </a:lnTo>
                <a:lnTo>
                  <a:pt x="705460" y="467182"/>
                </a:lnTo>
                <a:lnTo>
                  <a:pt x="705460" y="466877"/>
                </a:lnTo>
                <a:lnTo>
                  <a:pt x="705402" y="464439"/>
                </a:lnTo>
                <a:lnTo>
                  <a:pt x="705298" y="459877"/>
                </a:lnTo>
                <a:lnTo>
                  <a:pt x="705241" y="457495"/>
                </a:lnTo>
                <a:lnTo>
                  <a:pt x="705136" y="454819"/>
                </a:lnTo>
                <a:lnTo>
                  <a:pt x="704945" y="450056"/>
                </a:lnTo>
                <a:lnTo>
                  <a:pt x="704717" y="445294"/>
                </a:lnTo>
                <a:lnTo>
                  <a:pt x="704450" y="440531"/>
                </a:lnTo>
                <a:lnTo>
                  <a:pt x="704317" y="438007"/>
                </a:lnTo>
                <a:lnTo>
                  <a:pt x="704298" y="437731"/>
                </a:lnTo>
                <a:lnTo>
                  <a:pt x="704431" y="435350"/>
                </a:lnTo>
                <a:lnTo>
                  <a:pt x="704707" y="430863"/>
                </a:lnTo>
                <a:lnTo>
                  <a:pt x="704869" y="426263"/>
                </a:lnTo>
                <a:lnTo>
                  <a:pt x="704917" y="421548"/>
                </a:lnTo>
                <a:lnTo>
                  <a:pt x="704936" y="419167"/>
                </a:lnTo>
                <a:lnTo>
                  <a:pt x="704907" y="416719"/>
                </a:lnTo>
                <a:lnTo>
                  <a:pt x="704869" y="411956"/>
                </a:lnTo>
                <a:lnTo>
                  <a:pt x="704926" y="407270"/>
                </a:lnTo>
                <a:lnTo>
                  <a:pt x="705088" y="402669"/>
                </a:lnTo>
                <a:lnTo>
                  <a:pt x="705174" y="400288"/>
                </a:lnTo>
                <a:lnTo>
                  <a:pt x="705374" y="397935"/>
                </a:lnTo>
                <a:lnTo>
                  <a:pt x="705745" y="393716"/>
                </a:lnTo>
                <a:lnTo>
                  <a:pt x="706031" y="391335"/>
                </a:lnTo>
                <a:lnTo>
                  <a:pt x="706231" y="390792"/>
                </a:lnTo>
                <a:lnTo>
                  <a:pt x="706393" y="388582"/>
                </a:lnTo>
                <a:lnTo>
                  <a:pt x="706526" y="384686"/>
                </a:lnTo>
                <a:lnTo>
                  <a:pt x="707917" y="382305"/>
                </a:lnTo>
                <a:lnTo>
                  <a:pt x="710565" y="381438"/>
                </a:lnTo>
                <a:lnTo>
                  <a:pt x="711984" y="380467"/>
                </a:lnTo>
                <a:lnTo>
                  <a:pt x="712165" y="379409"/>
                </a:lnTo>
                <a:lnTo>
                  <a:pt x="712784" y="378762"/>
                </a:lnTo>
                <a:lnTo>
                  <a:pt x="713842" y="378524"/>
                </a:lnTo>
                <a:lnTo>
                  <a:pt x="714766" y="377066"/>
                </a:lnTo>
                <a:lnTo>
                  <a:pt x="715556" y="374390"/>
                </a:lnTo>
                <a:lnTo>
                  <a:pt x="717937" y="372789"/>
                </a:lnTo>
                <a:lnTo>
                  <a:pt x="721909" y="372285"/>
                </a:lnTo>
                <a:lnTo>
                  <a:pt x="723995" y="371989"/>
                </a:lnTo>
                <a:lnTo>
                  <a:pt x="724586" y="371770"/>
                </a:lnTo>
                <a:lnTo>
                  <a:pt x="725148" y="371570"/>
                </a:lnTo>
                <a:lnTo>
                  <a:pt x="726148" y="370189"/>
                </a:lnTo>
                <a:lnTo>
                  <a:pt x="727558" y="367608"/>
                </a:lnTo>
                <a:close/>
                <a:moveTo>
                  <a:pt x="1695050" y="628107"/>
                </a:moveTo>
                <a:lnTo>
                  <a:pt x="1695317" y="628069"/>
                </a:lnTo>
                <a:lnTo>
                  <a:pt x="1697555" y="627926"/>
                </a:lnTo>
                <a:lnTo>
                  <a:pt x="1701756" y="627659"/>
                </a:lnTo>
                <a:lnTo>
                  <a:pt x="1704137" y="627469"/>
                </a:lnTo>
                <a:lnTo>
                  <a:pt x="1704699" y="627345"/>
                </a:lnTo>
                <a:lnTo>
                  <a:pt x="1706166" y="627631"/>
                </a:lnTo>
                <a:lnTo>
                  <a:pt x="1708547" y="628307"/>
                </a:lnTo>
                <a:lnTo>
                  <a:pt x="1709738" y="629841"/>
                </a:lnTo>
                <a:lnTo>
                  <a:pt x="1709738" y="632222"/>
                </a:lnTo>
                <a:lnTo>
                  <a:pt x="1708547" y="633413"/>
                </a:lnTo>
                <a:lnTo>
                  <a:pt x="1706166" y="633413"/>
                </a:lnTo>
                <a:lnTo>
                  <a:pt x="1703384" y="633012"/>
                </a:lnTo>
                <a:lnTo>
                  <a:pt x="1700213" y="632222"/>
                </a:lnTo>
                <a:lnTo>
                  <a:pt x="1697831" y="631508"/>
                </a:lnTo>
                <a:lnTo>
                  <a:pt x="1696241" y="630869"/>
                </a:lnTo>
                <a:lnTo>
                  <a:pt x="1695107" y="630079"/>
                </a:lnTo>
                <a:lnTo>
                  <a:pt x="1694431" y="629126"/>
                </a:lnTo>
                <a:lnTo>
                  <a:pt x="1694297" y="628517"/>
                </a:lnTo>
                <a:lnTo>
                  <a:pt x="1694717" y="628250"/>
                </a:lnTo>
                <a:close/>
                <a:moveTo>
                  <a:pt x="2218677" y="627707"/>
                </a:moveTo>
                <a:lnTo>
                  <a:pt x="2219106" y="627545"/>
                </a:lnTo>
                <a:lnTo>
                  <a:pt x="2221706" y="627755"/>
                </a:lnTo>
                <a:lnTo>
                  <a:pt x="2226469" y="628355"/>
                </a:lnTo>
                <a:lnTo>
                  <a:pt x="2227259" y="629441"/>
                </a:lnTo>
                <a:lnTo>
                  <a:pt x="2224088" y="631031"/>
                </a:lnTo>
                <a:lnTo>
                  <a:pt x="2221706" y="631822"/>
                </a:lnTo>
                <a:lnTo>
                  <a:pt x="2220116" y="631822"/>
                </a:lnTo>
                <a:lnTo>
                  <a:pt x="2218534" y="631031"/>
                </a:lnTo>
                <a:lnTo>
                  <a:pt x="2216944" y="629441"/>
                </a:lnTo>
                <a:lnTo>
                  <a:pt x="2216725" y="628431"/>
                </a:lnTo>
                <a:lnTo>
                  <a:pt x="2217877" y="628002"/>
                </a:lnTo>
                <a:close/>
                <a:moveTo>
                  <a:pt x="2199380" y="636803"/>
                </a:moveTo>
                <a:lnTo>
                  <a:pt x="2199980" y="636451"/>
                </a:lnTo>
                <a:lnTo>
                  <a:pt x="2201466" y="636746"/>
                </a:lnTo>
                <a:lnTo>
                  <a:pt x="2203847" y="637699"/>
                </a:lnTo>
                <a:lnTo>
                  <a:pt x="2204637" y="638966"/>
                </a:lnTo>
                <a:lnTo>
                  <a:pt x="2203847" y="640556"/>
                </a:lnTo>
                <a:lnTo>
                  <a:pt x="2202656" y="642938"/>
                </a:lnTo>
                <a:lnTo>
                  <a:pt x="2201066" y="646109"/>
                </a:lnTo>
                <a:lnTo>
                  <a:pt x="2200008" y="645319"/>
                </a:lnTo>
                <a:lnTo>
                  <a:pt x="2199484" y="640556"/>
                </a:lnTo>
                <a:lnTo>
                  <a:pt x="2199180" y="637880"/>
                </a:lnTo>
                <a:lnTo>
                  <a:pt x="2199113" y="637280"/>
                </a:lnTo>
                <a:close/>
                <a:moveTo>
                  <a:pt x="1494234" y="672703"/>
                </a:moveTo>
                <a:lnTo>
                  <a:pt x="1495025" y="668731"/>
                </a:lnTo>
                <a:lnTo>
                  <a:pt x="1496025" y="669131"/>
                </a:lnTo>
                <a:lnTo>
                  <a:pt x="1497216" y="673894"/>
                </a:lnTo>
                <a:lnTo>
                  <a:pt x="1497692" y="676751"/>
                </a:lnTo>
                <a:lnTo>
                  <a:pt x="1497444" y="677704"/>
                </a:lnTo>
                <a:lnTo>
                  <a:pt x="1496854" y="680085"/>
                </a:lnTo>
                <a:lnTo>
                  <a:pt x="1495901" y="683895"/>
                </a:lnTo>
                <a:lnTo>
                  <a:pt x="1495025" y="683419"/>
                </a:lnTo>
                <a:lnTo>
                  <a:pt x="1494234" y="678656"/>
                </a:lnTo>
                <a:lnTo>
                  <a:pt x="1493834" y="675875"/>
                </a:lnTo>
                <a:lnTo>
                  <a:pt x="1493834" y="675084"/>
                </a:lnTo>
                <a:close/>
                <a:moveTo>
                  <a:pt x="2894409" y="682228"/>
                </a:moveTo>
                <a:lnTo>
                  <a:pt x="2895200" y="678256"/>
                </a:lnTo>
                <a:lnTo>
                  <a:pt x="2896391" y="678656"/>
                </a:lnTo>
                <a:lnTo>
                  <a:pt x="2897981" y="683419"/>
                </a:lnTo>
                <a:lnTo>
                  <a:pt x="2899172" y="686991"/>
                </a:lnTo>
                <a:lnTo>
                  <a:pt x="2899962" y="689372"/>
                </a:lnTo>
                <a:lnTo>
                  <a:pt x="2899172" y="690563"/>
                </a:lnTo>
                <a:lnTo>
                  <a:pt x="2896791" y="690563"/>
                </a:lnTo>
                <a:lnTo>
                  <a:pt x="2893219" y="689372"/>
                </a:lnTo>
                <a:lnTo>
                  <a:pt x="2888456" y="686991"/>
                </a:lnTo>
                <a:lnTo>
                  <a:pt x="2888056" y="685400"/>
                </a:lnTo>
                <a:lnTo>
                  <a:pt x="2892028" y="684609"/>
                </a:lnTo>
                <a:close/>
                <a:moveTo>
                  <a:pt x="3123752" y="913686"/>
                </a:moveTo>
                <a:lnTo>
                  <a:pt x="3124048" y="913457"/>
                </a:lnTo>
                <a:lnTo>
                  <a:pt x="3126581" y="913609"/>
                </a:lnTo>
                <a:lnTo>
                  <a:pt x="3131344" y="914133"/>
                </a:lnTo>
                <a:lnTo>
                  <a:pt x="3133725" y="916781"/>
                </a:lnTo>
                <a:lnTo>
                  <a:pt x="3133725" y="921544"/>
                </a:lnTo>
                <a:lnTo>
                  <a:pt x="3131344" y="923925"/>
                </a:lnTo>
                <a:lnTo>
                  <a:pt x="3126581" y="923925"/>
                </a:lnTo>
                <a:lnTo>
                  <a:pt x="3123800" y="921544"/>
                </a:lnTo>
                <a:lnTo>
                  <a:pt x="3123009" y="916781"/>
                </a:lnTo>
                <a:lnTo>
                  <a:pt x="3122857" y="914248"/>
                </a:lnTo>
                <a:lnTo>
                  <a:pt x="3123352" y="913952"/>
                </a:lnTo>
                <a:close/>
                <a:moveTo>
                  <a:pt x="512483" y="1302410"/>
                </a:moveTo>
                <a:lnTo>
                  <a:pt x="513731" y="1302353"/>
                </a:lnTo>
                <a:lnTo>
                  <a:pt x="515179" y="1301420"/>
                </a:lnTo>
                <a:lnTo>
                  <a:pt x="516836" y="1299620"/>
                </a:lnTo>
                <a:lnTo>
                  <a:pt x="519217" y="1298743"/>
                </a:lnTo>
                <a:lnTo>
                  <a:pt x="522322" y="1298810"/>
                </a:lnTo>
                <a:lnTo>
                  <a:pt x="524485" y="1298600"/>
                </a:lnTo>
                <a:lnTo>
                  <a:pt x="525713" y="1298105"/>
                </a:lnTo>
                <a:lnTo>
                  <a:pt x="528095" y="1297857"/>
                </a:lnTo>
                <a:lnTo>
                  <a:pt x="531628" y="1297857"/>
                </a:lnTo>
                <a:lnTo>
                  <a:pt x="533914" y="1297762"/>
                </a:lnTo>
                <a:lnTo>
                  <a:pt x="534953" y="1297572"/>
                </a:lnTo>
                <a:lnTo>
                  <a:pt x="537334" y="1297476"/>
                </a:lnTo>
                <a:lnTo>
                  <a:pt x="541058" y="1297476"/>
                </a:lnTo>
                <a:lnTo>
                  <a:pt x="543458" y="1297486"/>
                </a:lnTo>
                <a:lnTo>
                  <a:pt x="544525" y="1297515"/>
                </a:lnTo>
                <a:lnTo>
                  <a:pt x="546906" y="1297553"/>
                </a:lnTo>
                <a:lnTo>
                  <a:pt x="550602" y="1297600"/>
                </a:lnTo>
                <a:lnTo>
                  <a:pt x="553164" y="1297781"/>
                </a:lnTo>
                <a:lnTo>
                  <a:pt x="554593" y="1298096"/>
                </a:lnTo>
                <a:lnTo>
                  <a:pt x="556974" y="1298258"/>
                </a:lnTo>
                <a:lnTo>
                  <a:pt x="560308" y="1298258"/>
                </a:lnTo>
                <a:lnTo>
                  <a:pt x="563270" y="1298839"/>
                </a:lnTo>
                <a:lnTo>
                  <a:pt x="565871" y="1300010"/>
                </a:lnTo>
                <a:lnTo>
                  <a:pt x="568252" y="1300563"/>
                </a:lnTo>
                <a:lnTo>
                  <a:pt x="570414" y="1300496"/>
                </a:lnTo>
                <a:lnTo>
                  <a:pt x="572872" y="1301572"/>
                </a:lnTo>
                <a:lnTo>
                  <a:pt x="575624" y="1303811"/>
                </a:lnTo>
                <a:lnTo>
                  <a:pt x="578006" y="1305163"/>
                </a:lnTo>
                <a:lnTo>
                  <a:pt x="580015" y="1305649"/>
                </a:lnTo>
                <a:lnTo>
                  <a:pt x="581444" y="1306068"/>
                </a:lnTo>
                <a:lnTo>
                  <a:pt x="582273" y="1306411"/>
                </a:lnTo>
                <a:lnTo>
                  <a:pt x="584654" y="1306735"/>
                </a:lnTo>
                <a:lnTo>
                  <a:pt x="588588" y="1307021"/>
                </a:lnTo>
                <a:lnTo>
                  <a:pt x="592931" y="1308983"/>
                </a:lnTo>
                <a:lnTo>
                  <a:pt x="597694" y="1312631"/>
                </a:lnTo>
                <a:lnTo>
                  <a:pt x="602456" y="1315107"/>
                </a:lnTo>
                <a:lnTo>
                  <a:pt x="607219" y="1316431"/>
                </a:lnTo>
                <a:lnTo>
                  <a:pt x="611324" y="1318812"/>
                </a:lnTo>
                <a:lnTo>
                  <a:pt x="614763" y="1322251"/>
                </a:lnTo>
                <a:lnTo>
                  <a:pt x="617144" y="1324413"/>
                </a:lnTo>
                <a:lnTo>
                  <a:pt x="618468" y="1325280"/>
                </a:lnTo>
                <a:lnTo>
                  <a:pt x="621097" y="1327661"/>
                </a:lnTo>
                <a:lnTo>
                  <a:pt x="625031" y="1331557"/>
                </a:lnTo>
                <a:lnTo>
                  <a:pt x="627412" y="1333929"/>
                </a:lnTo>
                <a:lnTo>
                  <a:pt x="628240" y="1334795"/>
                </a:lnTo>
                <a:lnTo>
                  <a:pt x="630545" y="1337177"/>
                </a:lnTo>
                <a:lnTo>
                  <a:pt x="634346" y="1341072"/>
                </a:lnTo>
                <a:lnTo>
                  <a:pt x="636727" y="1343911"/>
                </a:lnTo>
                <a:lnTo>
                  <a:pt x="637689" y="1345682"/>
                </a:lnTo>
                <a:lnTo>
                  <a:pt x="639604" y="1348064"/>
                </a:lnTo>
                <a:lnTo>
                  <a:pt x="642461" y="1351055"/>
                </a:lnTo>
                <a:lnTo>
                  <a:pt x="644157" y="1354245"/>
                </a:lnTo>
                <a:lnTo>
                  <a:pt x="644681" y="1357627"/>
                </a:lnTo>
                <a:lnTo>
                  <a:pt x="645376" y="1360008"/>
                </a:lnTo>
                <a:lnTo>
                  <a:pt x="646243" y="1361389"/>
                </a:lnTo>
                <a:lnTo>
                  <a:pt x="646928" y="1362894"/>
                </a:lnTo>
                <a:lnTo>
                  <a:pt x="647443" y="1364532"/>
                </a:lnTo>
                <a:lnTo>
                  <a:pt x="648986" y="1366914"/>
                </a:lnTo>
                <a:lnTo>
                  <a:pt x="651548" y="1370038"/>
                </a:lnTo>
                <a:lnTo>
                  <a:pt x="652824" y="1372886"/>
                </a:lnTo>
                <a:lnTo>
                  <a:pt x="652824" y="1375448"/>
                </a:lnTo>
                <a:lnTo>
                  <a:pt x="653396" y="1377829"/>
                </a:lnTo>
                <a:lnTo>
                  <a:pt x="654520" y="1380030"/>
                </a:lnTo>
                <a:lnTo>
                  <a:pt x="655234" y="1383116"/>
                </a:lnTo>
                <a:lnTo>
                  <a:pt x="655530" y="1387107"/>
                </a:lnTo>
                <a:lnTo>
                  <a:pt x="655806" y="1389488"/>
                </a:lnTo>
                <a:lnTo>
                  <a:pt x="656063" y="1390259"/>
                </a:lnTo>
                <a:lnTo>
                  <a:pt x="656425" y="1393003"/>
                </a:lnTo>
                <a:lnTo>
                  <a:pt x="656892" y="1397718"/>
                </a:lnTo>
                <a:lnTo>
                  <a:pt x="657130" y="1400099"/>
                </a:lnTo>
                <a:lnTo>
                  <a:pt x="657158" y="1400518"/>
                </a:lnTo>
                <a:lnTo>
                  <a:pt x="657206" y="1401194"/>
                </a:lnTo>
                <a:lnTo>
                  <a:pt x="657825" y="1403575"/>
                </a:lnTo>
                <a:lnTo>
                  <a:pt x="659016" y="1407662"/>
                </a:lnTo>
                <a:lnTo>
                  <a:pt x="659635" y="1410319"/>
                </a:lnTo>
                <a:lnTo>
                  <a:pt x="659682" y="1411567"/>
                </a:lnTo>
                <a:lnTo>
                  <a:pt x="659444" y="1413948"/>
                </a:lnTo>
                <a:lnTo>
                  <a:pt x="658920" y="1417463"/>
                </a:lnTo>
                <a:lnTo>
                  <a:pt x="658673" y="1419596"/>
                </a:lnTo>
                <a:lnTo>
                  <a:pt x="658711" y="1420349"/>
                </a:lnTo>
                <a:lnTo>
                  <a:pt x="658349" y="1421149"/>
                </a:lnTo>
                <a:lnTo>
                  <a:pt x="657596" y="1421978"/>
                </a:lnTo>
                <a:lnTo>
                  <a:pt x="657101" y="1423864"/>
                </a:lnTo>
                <a:lnTo>
                  <a:pt x="656854" y="1426788"/>
                </a:lnTo>
                <a:lnTo>
                  <a:pt x="656711" y="1428379"/>
                </a:lnTo>
                <a:lnTo>
                  <a:pt x="656673" y="1428626"/>
                </a:lnTo>
                <a:lnTo>
                  <a:pt x="656473" y="1430807"/>
                </a:lnTo>
                <a:lnTo>
                  <a:pt x="656111" y="1434922"/>
                </a:lnTo>
                <a:lnTo>
                  <a:pt x="655863" y="1437303"/>
                </a:lnTo>
                <a:lnTo>
                  <a:pt x="655749" y="1437951"/>
                </a:lnTo>
                <a:lnTo>
                  <a:pt x="655606" y="1440190"/>
                </a:lnTo>
                <a:lnTo>
                  <a:pt x="655444" y="1444019"/>
                </a:lnTo>
                <a:lnTo>
                  <a:pt x="655187" y="1446400"/>
                </a:lnTo>
                <a:lnTo>
                  <a:pt x="654844" y="1447333"/>
                </a:lnTo>
                <a:lnTo>
                  <a:pt x="654625" y="1449495"/>
                </a:lnTo>
                <a:lnTo>
                  <a:pt x="654529" y="1452886"/>
                </a:lnTo>
                <a:lnTo>
                  <a:pt x="653558" y="1455268"/>
                </a:lnTo>
                <a:lnTo>
                  <a:pt x="651701" y="1456639"/>
                </a:lnTo>
                <a:lnTo>
                  <a:pt x="650796" y="1458116"/>
                </a:lnTo>
                <a:lnTo>
                  <a:pt x="650853" y="1459706"/>
                </a:lnTo>
                <a:lnTo>
                  <a:pt x="650081" y="1460621"/>
                </a:lnTo>
                <a:lnTo>
                  <a:pt x="648491" y="1460868"/>
                </a:lnTo>
                <a:lnTo>
                  <a:pt x="647376" y="1462135"/>
                </a:lnTo>
                <a:lnTo>
                  <a:pt x="646738" y="1464421"/>
                </a:lnTo>
                <a:lnTo>
                  <a:pt x="646271" y="1465888"/>
                </a:lnTo>
                <a:lnTo>
                  <a:pt x="645966" y="1466526"/>
                </a:lnTo>
                <a:lnTo>
                  <a:pt x="645795" y="1468736"/>
                </a:lnTo>
                <a:lnTo>
                  <a:pt x="645747" y="1472517"/>
                </a:lnTo>
                <a:lnTo>
                  <a:pt x="643842" y="1474861"/>
                </a:lnTo>
                <a:lnTo>
                  <a:pt x="640061" y="1475775"/>
                </a:lnTo>
                <a:lnTo>
                  <a:pt x="638156" y="1476242"/>
                </a:lnTo>
                <a:lnTo>
                  <a:pt x="637737" y="1478394"/>
                </a:lnTo>
                <a:lnTo>
                  <a:pt x="637061" y="1482423"/>
                </a:lnTo>
                <a:lnTo>
                  <a:pt x="635689" y="1484805"/>
                </a:lnTo>
                <a:lnTo>
                  <a:pt x="633622" y="1485538"/>
                </a:lnTo>
                <a:lnTo>
                  <a:pt x="632660" y="1486957"/>
                </a:lnTo>
                <a:lnTo>
                  <a:pt x="632812" y="1489072"/>
                </a:lnTo>
                <a:lnTo>
                  <a:pt x="631822" y="1490091"/>
                </a:lnTo>
                <a:lnTo>
                  <a:pt x="629707" y="1490024"/>
                </a:lnTo>
                <a:lnTo>
                  <a:pt x="628307" y="1490996"/>
                </a:lnTo>
                <a:lnTo>
                  <a:pt x="627621" y="1493034"/>
                </a:lnTo>
                <a:lnTo>
                  <a:pt x="626212" y="1494396"/>
                </a:lnTo>
                <a:lnTo>
                  <a:pt x="624078" y="1495082"/>
                </a:lnTo>
                <a:lnTo>
                  <a:pt x="622973" y="1496358"/>
                </a:lnTo>
                <a:lnTo>
                  <a:pt x="622897" y="1498235"/>
                </a:lnTo>
                <a:lnTo>
                  <a:pt x="621935" y="1499168"/>
                </a:lnTo>
                <a:lnTo>
                  <a:pt x="620058" y="1499168"/>
                </a:lnTo>
                <a:lnTo>
                  <a:pt x="618744" y="1500235"/>
                </a:lnTo>
                <a:lnTo>
                  <a:pt x="617982" y="1502359"/>
                </a:lnTo>
                <a:lnTo>
                  <a:pt x="615601" y="1503731"/>
                </a:lnTo>
                <a:lnTo>
                  <a:pt x="611600" y="1504331"/>
                </a:lnTo>
                <a:lnTo>
                  <a:pt x="609533" y="1504655"/>
                </a:lnTo>
                <a:lnTo>
                  <a:pt x="608543" y="1506703"/>
                </a:lnTo>
                <a:lnTo>
                  <a:pt x="607562" y="1510198"/>
                </a:lnTo>
                <a:lnTo>
                  <a:pt x="605323" y="1511999"/>
                </a:lnTo>
                <a:lnTo>
                  <a:pt x="601828" y="1512113"/>
                </a:lnTo>
                <a:lnTo>
                  <a:pt x="599761" y="1512437"/>
                </a:lnTo>
                <a:lnTo>
                  <a:pt x="599142" y="1512970"/>
                </a:lnTo>
                <a:lnTo>
                  <a:pt x="597046" y="1513542"/>
                </a:lnTo>
                <a:lnTo>
                  <a:pt x="593465" y="1514161"/>
                </a:lnTo>
                <a:lnTo>
                  <a:pt x="591617" y="1514704"/>
                </a:lnTo>
                <a:lnTo>
                  <a:pt x="591512" y="1515151"/>
                </a:lnTo>
                <a:lnTo>
                  <a:pt x="591226" y="1515389"/>
                </a:lnTo>
                <a:lnTo>
                  <a:pt x="590779" y="1515418"/>
                </a:lnTo>
                <a:lnTo>
                  <a:pt x="589902" y="1516923"/>
                </a:lnTo>
                <a:lnTo>
                  <a:pt x="588597" y="1519904"/>
                </a:lnTo>
                <a:lnTo>
                  <a:pt x="586216" y="1521457"/>
                </a:lnTo>
                <a:lnTo>
                  <a:pt x="582759" y="1521562"/>
                </a:lnTo>
                <a:lnTo>
                  <a:pt x="580644" y="1521828"/>
                </a:lnTo>
                <a:lnTo>
                  <a:pt x="579872" y="1522247"/>
                </a:lnTo>
                <a:lnTo>
                  <a:pt x="577491" y="1522543"/>
                </a:lnTo>
                <a:lnTo>
                  <a:pt x="573500" y="1522714"/>
                </a:lnTo>
                <a:lnTo>
                  <a:pt x="571252" y="1522847"/>
                </a:lnTo>
                <a:lnTo>
                  <a:pt x="570757" y="1522962"/>
                </a:lnTo>
                <a:lnTo>
                  <a:pt x="568566" y="1523257"/>
                </a:lnTo>
                <a:lnTo>
                  <a:pt x="564661" y="1523752"/>
                </a:lnTo>
                <a:lnTo>
                  <a:pt x="562651" y="1524124"/>
                </a:lnTo>
                <a:lnTo>
                  <a:pt x="562537" y="1524371"/>
                </a:lnTo>
                <a:lnTo>
                  <a:pt x="562099" y="1524524"/>
                </a:lnTo>
                <a:lnTo>
                  <a:pt x="560480" y="1525276"/>
                </a:lnTo>
                <a:lnTo>
                  <a:pt x="557479" y="1526781"/>
                </a:lnTo>
                <a:lnTo>
                  <a:pt x="555098" y="1527639"/>
                </a:lnTo>
                <a:lnTo>
                  <a:pt x="553336" y="1527858"/>
                </a:lnTo>
                <a:lnTo>
                  <a:pt x="551212" y="1528124"/>
                </a:lnTo>
                <a:lnTo>
                  <a:pt x="548745" y="1528429"/>
                </a:lnTo>
                <a:lnTo>
                  <a:pt x="546364" y="1528629"/>
                </a:lnTo>
                <a:lnTo>
                  <a:pt x="544068" y="1528715"/>
                </a:lnTo>
                <a:lnTo>
                  <a:pt x="541201" y="1528229"/>
                </a:lnTo>
                <a:lnTo>
                  <a:pt x="537762" y="1527172"/>
                </a:lnTo>
                <a:lnTo>
                  <a:pt x="535381" y="1526648"/>
                </a:lnTo>
                <a:lnTo>
                  <a:pt x="534057" y="1526648"/>
                </a:lnTo>
                <a:lnTo>
                  <a:pt x="532209" y="1525981"/>
                </a:lnTo>
                <a:lnTo>
                  <a:pt x="529828" y="1524657"/>
                </a:lnTo>
                <a:lnTo>
                  <a:pt x="527447" y="1523886"/>
                </a:lnTo>
                <a:lnTo>
                  <a:pt x="525066" y="1523657"/>
                </a:lnTo>
                <a:lnTo>
                  <a:pt x="523723" y="1523505"/>
                </a:lnTo>
                <a:lnTo>
                  <a:pt x="523418" y="1523429"/>
                </a:lnTo>
                <a:lnTo>
                  <a:pt x="521037" y="1523181"/>
                </a:lnTo>
                <a:lnTo>
                  <a:pt x="516579" y="1522771"/>
                </a:lnTo>
                <a:lnTo>
                  <a:pt x="513740" y="1522314"/>
                </a:lnTo>
                <a:lnTo>
                  <a:pt x="512531" y="1521819"/>
                </a:lnTo>
                <a:lnTo>
                  <a:pt x="510149" y="1521504"/>
                </a:lnTo>
                <a:lnTo>
                  <a:pt x="506597" y="1521371"/>
                </a:lnTo>
                <a:lnTo>
                  <a:pt x="502501" y="1519599"/>
                </a:lnTo>
                <a:lnTo>
                  <a:pt x="497862" y="1516180"/>
                </a:lnTo>
                <a:lnTo>
                  <a:pt x="495481" y="1514456"/>
                </a:lnTo>
                <a:lnTo>
                  <a:pt x="492728" y="1513637"/>
                </a:lnTo>
                <a:lnTo>
                  <a:pt x="488090" y="1512456"/>
                </a:lnTo>
                <a:lnTo>
                  <a:pt x="483860" y="1510132"/>
                </a:lnTo>
                <a:lnTo>
                  <a:pt x="480031" y="1506674"/>
                </a:lnTo>
                <a:lnTo>
                  <a:pt x="477650" y="1504693"/>
                </a:lnTo>
                <a:lnTo>
                  <a:pt x="476717" y="1504178"/>
                </a:lnTo>
                <a:lnTo>
                  <a:pt x="473964" y="1501797"/>
                </a:lnTo>
                <a:lnTo>
                  <a:pt x="469382" y="1497549"/>
                </a:lnTo>
                <a:lnTo>
                  <a:pt x="467001" y="1495339"/>
                </a:lnTo>
                <a:lnTo>
                  <a:pt x="466820" y="1495177"/>
                </a:lnTo>
                <a:lnTo>
                  <a:pt x="464553" y="1492796"/>
                </a:lnTo>
                <a:lnTo>
                  <a:pt x="460200" y="1488196"/>
                </a:lnTo>
                <a:lnTo>
                  <a:pt x="457819" y="1485671"/>
                </a:lnTo>
                <a:lnTo>
                  <a:pt x="457410" y="1485224"/>
                </a:lnTo>
                <a:lnTo>
                  <a:pt x="455190" y="1482842"/>
                </a:lnTo>
                <a:lnTo>
                  <a:pt x="451171" y="1478528"/>
                </a:lnTo>
                <a:lnTo>
                  <a:pt x="448789" y="1475584"/>
                </a:lnTo>
                <a:lnTo>
                  <a:pt x="448046" y="1473994"/>
                </a:lnTo>
                <a:lnTo>
                  <a:pt x="446227" y="1471613"/>
                </a:lnTo>
                <a:lnTo>
                  <a:pt x="443322" y="1468441"/>
                </a:lnTo>
                <a:lnTo>
                  <a:pt x="441703" y="1465221"/>
                </a:lnTo>
                <a:lnTo>
                  <a:pt x="441350" y="1461973"/>
                </a:lnTo>
                <a:lnTo>
                  <a:pt x="440712" y="1459592"/>
                </a:lnTo>
                <a:lnTo>
                  <a:pt x="439807" y="1458077"/>
                </a:lnTo>
                <a:lnTo>
                  <a:pt x="439055" y="1456353"/>
                </a:lnTo>
                <a:lnTo>
                  <a:pt x="438455" y="1454420"/>
                </a:lnTo>
                <a:lnTo>
                  <a:pt x="436931" y="1452039"/>
                </a:lnTo>
                <a:lnTo>
                  <a:pt x="434483" y="1449210"/>
                </a:lnTo>
                <a:lnTo>
                  <a:pt x="433254" y="1446581"/>
                </a:lnTo>
                <a:lnTo>
                  <a:pt x="433254" y="1444133"/>
                </a:lnTo>
                <a:lnTo>
                  <a:pt x="432645" y="1441752"/>
                </a:lnTo>
                <a:lnTo>
                  <a:pt x="431416" y="1439437"/>
                </a:lnTo>
                <a:lnTo>
                  <a:pt x="430797" y="1436437"/>
                </a:lnTo>
                <a:lnTo>
                  <a:pt x="430797" y="1432760"/>
                </a:lnTo>
                <a:lnTo>
                  <a:pt x="430673" y="1430379"/>
                </a:lnTo>
                <a:lnTo>
                  <a:pt x="430416" y="1429293"/>
                </a:lnTo>
                <a:lnTo>
                  <a:pt x="430187" y="1426683"/>
                </a:lnTo>
                <a:lnTo>
                  <a:pt x="429987" y="1422549"/>
                </a:lnTo>
                <a:lnTo>
                  <a:pt x="429844" y="1420168"/>
                </a:lnTo>
                <a:lnTo>
                  <a:pt x="429749" y="1419539"/>
                </a:lnTo>
                <a:lnTo>
                  <a:pt x="429663" y="1417072"/>
                </a:lnTo>
                <a:lnTo>
                  <a:pt x="429587" y="1412777"/>
                </a:lnTo>
                <a:lnTo>
                  <a:pt x="429539" y="1410395"/>
                </a:lnTo>
                <a:lnTo>
                  <a:pt x="429520" y="1409929"/>
                </a:lnTo>
                <a:lnTo>
                  <a:pt x="429539" y="1407576"/>
                </a:lnTo>
                <a:lnTo>
                  <a:pt x="429616" y="1403328"/>
                </a:lnTo>
                <a:lnTo>
                  <a:pt x="429654" y="1400947"/>
                </a:lnTo>
                <a:lnTo>
                  <a:pt x="429663" y="1400432"/>
                </a:lnTo>
                <a:lnTo>
                  <a:pt x="429711" y="1398089"/>
                </a:lnTo>
                <a:lnTo>
                  <a:pt x="429778" y="1393927"/>
                </a:lnTo>
                <a:lnTo>
                  <a:pt x="429863" y="1391545"/>
                </a:lnTo>
                <a:lnTo>
                  <a:pt x="429949" y="1390945"/>
                </a:lnTo>
                <a:lnTo>
                  <a:pt x="429997" y="1388612"/>
                </a:lnTo>
                <a:lnTo>
                  <a:pt x="429997" y="1384535"/>
                </a:lnTo>
                <a:lnTo>
                  <a:pt x="430168" y="1382154"/>
                </a:lnTo>
                <a:lnTo>
                  <a:pt x="430501" y="1381468"/>
                </a:lnTo>
                <a:lnTo>
                  <a:pt x="430721" y="1379306"/>
                </a:lnTo>
                <a:lnTo>
                  <a:pt x="430825" y="1375667"/>
                </a:lnTo>
                <a:lnTo>
                  <a:pt x="431711" y="1373286"/>
                </a:lnTo>
                <a:lnTo>
                  <a:pt x="433378" y="1372162"/>
                </a:lnTo>
                <a:lnTo>
                  <a:pt x="434207" y="1370619"/>
                </a:lnTo>
                <a:lnTo>
                  <a:pt x="434207" y="1368647"/>
                </a:lnTo>
                <a:lnTo>
                  <a:pt x="435197" y="1367399"/>
                </a:lnTo>
                <a:lnTo>
                  <a:pt x="437169" y="1366885"/>
                </a:lnTo>
                <a:lnTo>
                  <a:pt x="438350" y="1365695"/>
                </a:lnTo>
                <a:lnTo>
                  <a:pt x="438760" y="1363828"/>
                </a:lnTo>
                <a:lnTo>
                  <a:pt x="439036" y="1362685"/>
                </a:lnTo>
                <a:lnTo>
                  <a:pt x="439179" y="1362275"/>
                </a:lnTo>
                <a:lnTo>
                  <a:pt x="439360" y="1360075"/>
                </a:lnTo>
                <a:lnTo>
                  <a:pt x="439569" y="1356074"/>
                </a:lnTo>
                <a:lnTo>
                  <a:pt x="440560" y="1353693"/>
                </a:lnTo>
                <a:lnTo>
                  <a:pt x="442341" y="1352931"/>
                </a:lnTo>
                <a:lnTo>
                  <a:pt x="443303" y="1351512"/>
                </a:lnTo>
                <a:lnTo>
                  <a:pt x="443436" y="1349426"/>
                </a:lnTo>
                <a:lnTo>
                  <a:pt x="444551" y="1348349"/>
                </a:lnTo>
                <a:lnTo>
                  <a:pt x="446637" y="1348283"/>
                </a:lnTo>
                <a:lnTo>
                  <a:pt x="448008" y="1347273"/>
                </a:lnTo>
                <a:lnTo>
                  <a:pt x="448675" y="1345330"/>
                </a:lnTo>
                <a:lnTo>
                  <a:pt x="449447" y="1344025"/>
                </a:lnTo>
                <a:lnTo>
                  <a:pt x="450304" y="1343358"/>
                </a:lnTo>
                <a:lnTo>
                  <a:pt x="450847" y="1341520"/>
                </a:lnTo>
                <a:lnTo>
                  <a:pt x="451075" y="1338510"/>
                </a:lnTo>
                <a:lnTo>
                  <a:pt x="452685" y="1336862"/>
                </a:lnTo>
                <a:lnTo>
                  <a:pt x="455695" y="1336577"/>
                </a:lnTo>
                <a:lnTo>
                  <a:pt x="457495" y="1335996"/>
                </a:lnTo>
                <a:lnTo>
                  <a:pt x="458076" y="1335110"/>
                </a:lnTo>
                <a:lnTo>
                  <a:pt x="458724" y="1334376"/>
                </a:lnTo>
                <a:lnTo>
                  <a:pt x="459429" y="1333795"/>
                </a:lnTo>
                <a:lnTo>
                  <a:pt x="459896" y="1331871"/>
                </a:lnTo>
                <a:lnTo>
                  <a:pt x="460115" y="1328623"/>
                </a:lnTo>
                <a:lnTo>
                  <a:pt x="461848" y="1326766"/>
                </a:lnTo>
                <a:lnTo>
                  <a:pt x="465096" y="1326290"/>
                </a:lnTo>
                <a:lnTo>
                  <a:pt x="466944" y="1325756"/>
                </a:lnTo>
                <a:lnTo>
                  <a:pt x="467382" y="1325147"/>
                </a:lnTo>
                <a:lnTo>
                  <a:pt x="468440" y="1324632"/>
                </a:lnTo>
                <a:lnTo>
                  <a:pt x="470116" y="1324194"/>
                </a:lnTo>
                <a:lnTo>
                  <a:pt x="471316" y="1323013"/>
                </a:lnTo>
                <a:lnTo>
                  <a:pt x="472030" y="1321079"/>
                </a:lnTo>
                <a:lnTo>
                  <a:pt x="473354" y="1320032"/>
                </a:lnTo>
                <a:lnTo>
                  <a:pt x="475288" y="1319860"/>
                </a:lnTo>
                <a:lnTo>
                  <a:pt x="476612" y="1318803"/>
                </a:lnTo>
                <a:lnTo>
                  <a:pt x="477345" y="1316879"/>
                </a:lnTo>
                <a:lnTo>
                  <a:pt x="479727" y="1315736"/>
                </a:lnTo>
                <a:lnTo>
                  <a:pt x="483756" y="1315383"/>
                </a:lnTo>
                <a:lnTo>
                  <a:pt x="485937" y="1315183"/>
                </a:lnTo>
                <a:lnTo>
                  <a:pt x="486270" y="1315136"/>
                </a:lnTo>
                <a:lnTo>
                  <a:pt x="486728" y="1314945"/>
                </a:lnTo>
                <a:lnTo>
                  <a:pt x="487309" y="1314612"/>
                </a:lnTo>
                <a:lnTo>
                  <a:pt x="487966" y="1312888"/>
                </a:lnTo>
                <a:lnTo>
                  <a:pt x="488690" y="1309773"/>
                </a:lnTo>
                <a:lnTo>
                  <a:pt x="490623" y="1308125"/>
                </a:lnTo>
                <a:lnTo>
                  <a:pt x="493738" y="1307954"/>
                </a:lnTo>
                <a:lnTo>
                  <a:pt x="495671" y="1307497"/>
                </a:lnTo>
                <a:lnTo>
                  <a:pt x="496405" y="1306763"/>
                </a:lnTo>
                <a:lnTo>
                  <a:pt x="498786" y="1306325"/>
                </a:lnTo>
                <a:lnTo>
                  <a:pt x="502815" y="1306173"/>
                </a:lnTo>
                <a:lnTo>
                  <a:pt x="505054" y="1306030"/>
                </a:lnTo>
                <a:lnTo>
                  <a:pt x="505520" y="1305906"/>
                </a:lnTo>
                <a:lnTo>
                  <a:pt x="507149" y="1305620"/>
                </a:lnTo>
                <a:lnTo>
                  <a:pt x="509940" y="1305154"/>
                </a:lnTo>
                <a:lnTo>
                  <a:pt x="511473" y="1304306"/>
                </a:lnTo>
                <a:lnTo>
                  <a:pt x="511731" y="1303058"/>
                </a:lnTo>
                <a:close/>
                <a:moveTo>
                  <a:pt x="1883483" y="1320660"/>
                </a:moveTo>
                <a:lnTo>
                  <a:pt x="1885131" y="1320603"/>
                </a:lnTo>
                <a:lnTo>
                  <a:pt x="1887931" y="1321422"/>
                </a:lnTo>
                <a:lnTo>
                  <a:pt x="1891903" y="1323127"/>
                </a:lnTo>
                <a:lnTo>
                  <a:pt x="1894284" y="1324089"/>
                </a:lnTo>
                <a:lnTo>
                  <a:pt x="1895075" y="1324327"/>
                </a:lnTo>
                <a:lnTo>
                  <a:pt x="1897266" y="1326709"/>
                </a:lnTo>
                <a:lnTo>
                  <a:pt x="1900838" y="1331233"/>
                </a:lnTo>
                <a:lnTo>
                  <a:pt x="1902581" y="1335253"/>
                </a:lnTo>
                <a:lnTo>
                  <a:pt x="1902514" y="1338758"/>
                </a:lnTo>
                <a:lnTo>
                  <a:pt x="1902524" y="1341139"/>
                </a:lnTo>
                <a:lnTo>
                  <a:pt x="1902619" y="1342396"/>
                </a:lnTo>
                <a:lnTo>
                  <a:pt x="1902628" y="1344787"/>
                </a:lnTo>
                <a:lnTo>
                  <a:pt x="1902571" y="1348321"/>
                </a:lnTo>
                <a:lnTo>
                  <a:pt x="1902495" y="1350702"/>
                </a:lnTo>
                <a:lnTo>
                  <a:pt x="1902400" y="1351931"/>
                </a:lnTo>
                <a:lnTo>
                  <a:pt x="1902323" y="1354236"/>
                </a:lnTo>
                <a:lnTo>
                  <a:pt x="1902257" y="1357617"/>
                </a:lnTo>
                <a:lnTo>
                  <a:pt x="1902266" y="1359999"/>
                </a:lnTo>
                <a:lnTo>
                  <a:pt x="1902333" y="1361380"/>
                </a:lnTo>
                <a:lnTo>
                  <a:pt x="1902343" y="1363770"/>
                </a:lnTo>
                <a:lnTo>
                  <a:pt x="1902285" y="1367161"/>
                </a:lnTo>
                <a:lnTo>
                  <a:pt x="1902219" y="1369543"/>
                </a:lnTo>
                <a:lnTo>
                  <a:pt x="1902143" y="1370914"/>
                </a:lnTo>
                <a:lnTo>
                  <a:pt x="1902047" y="1373200"/>
                </a:lnTo>
                <a:lnTo>
                  <a:pt x="1901933" y="1376401"/>
                </a:lnTo>
                <a:lnTo>
                  <a:pt x="1901809" y="1378782"/>
                </a:lnTo>
                <a:lnTo>
                  <a:pt x="1901657" y="1380344"/>
                </a:lnTo>
                <a:lnTo>
                  <a:pt x="1901619" y="1382678"/>
                </a:lnTo>
                <a:lnTo>
                  <a:pt x="1901676" y="1385792"/>
                </a:lnTo>
                <a:lnTo>
                  <a:pt x="1901638" y="1388174"/>
                </a:lnTo>
                <a:lnTo>
                  <a:pt x="1901495" y="1389821"/>
                </a:lnTo>
                <a:lnTo>
                  <a:pt x="1901428" y="1392136"/>
                </a:lnTo>
                <a:lnTo>
                  <a:pt x="1901428" y="1395117"/>
                </a:lnTo>
                <a:lnTo>
                  <a:pt x="1901428" y="1397498"/>
                </a:lnTo>
                <a:lnTo>
                  <a:pt x="1901428" y="1399280"/>
                </a:lnTo>
                <a:lnTo>
                  <a:pt x="1901428" y="1401661"/>
                </a:lnTo>
                <a:lnTo>
                  <a:pt x="1901428" y="1404642"/>
                </a:lnTo>
                <a:lnTo>
                  <a:pt x="1901495" y="1407023"/>
                </a:lnTo>
                <a:lnTo>
                  <a:pt x="1901638" y="1408805"/>
                </a:lnTo>
                <a:lnTo>
                  <a:pt x="1901704" y="1411253"/>
                </a:lnTo>
                <a:lnTo>
                  <a:pt x="1901704" y="1414367"/>
                </a:lnTo>
                <a:lnTo>
                  <a:pt x="1901752" y="1416749"/>
                </a:lnTo>
                <a:lnTo>
                  <a:pt x="1901838" y="1418396"/>
                </a:lnTo>
                <a:lnTo>
                  <a:pt x="1901885" y="1420825"/>
                </a:lnTo>
                <a:lnTo>
                  <a:pt x="1901885" y="1424035"/>
                </a:lnTo>
                <a:lnTo>
                  <a:pt x="1901923" y="1426416"/>
                </a:lnTo>
                <a:lnTo>
                  <a:pt x="1902000" y="1427969"/>
                </a:lnTo>
                <a:lnTo>
                  <a:pt x="1902047" y="1430388"/>
                </a:lnTo>
                <a:lnTo>
                  <a:pt x="1902047" y="1433674"/>
                </a:lnTo>
                <a:lnTo>
                  <a:pt x="1902028" y="1436056"/>
                </a:lnTo>
                <a:lnTo>
                  <a:pt x="1902009" y="1437532"/>
                </a:lnTo>
                <a:lnTo>
                  <a:pt x="1901990" y="1439904"/>
                </a:lnTo>
                <a:lnTo>
                  <a:pt x="1901990" y="1443161"/>
                </a:lnTo>
                <a:lnTo>
                  <a:pt x="1902038" y="1445543"/>
                </a:lnTo>
                <a:lnTo>
                  <a:pt x="1902143" y="1447048"/>
                </a:lnTo>
                <a:lnTo>
                  <a:pt x="1902190" y="1449476"/>
                </a:lnTo>
                <a:lnTo>
                  <a:pt x="1902190" y="1452839"/>
                </a:lnTo>
                <a:lnTo>
                  <a:pt x="1902162" y="1455220"/>
                </a:lnTo>
                <a:lnTo>
                  <a:pt x="1902114" y="1456620"/>
                </a:lnTo>
                <a:lnTo>
                  <a:pt x="1902095" y="1458982"/>
                </a:lnTo>
                <a:lnTo>
                  <a:pt x="1902095" y="1462288"/>
                </a:lnTo>
                <a:lnTo>
                  <a:pt x="1900438" y="1464669"/>
                </a:lnTo>
                <a:lnTo>
                  <a:pt x="1897132" y="1466126"/>
                </a:lnTo>
                <a:lnTo>
                  <a:pt x="1893437" y="1467193"/>
                </a:lnTo>
                <a:lnTo>
                  <a:pt x="1889350" y="1467869"/>
                </a:lnTo>
                <a:lnTo>
                  <a:pt x="1886969" y="1468212"/>
                </a:lnTo>
                <a:lnTo>
                  <a:pt x="1886293" y="1468212"/>
                </a:lnTo>
                <a:lnTo>
                  <a:pt x="1885607" y="1467869"/>
                </a:lnTo>
                <a:lnTo>
                  <a:pt x="1884931" y="1467193"/>
                </a:lnTo>
                <a:lnTo>
                  <a:pt x="1882550" y="1466040"/>
                </a:lnTo>
                <a:lnTo>
                  <a:pt x="1878463" y="1464421"/>
                </a:lnTo>
                <a:lnTo>
                  <a:pt x="1875987" y="1463983"/>
                </a:lnTo>
                <a:lnTo>
                  <a:pt x="1875101" y="1464716"/>
                </a:lnTo>
                <a:lnTo>
                  <a:pt x="1872720" y="1465307"/>
                </a:lnTo>
                <a:lnTo>
                  <a:pt x="1868843" y="1465755"/>
                </a:lnTo>
                <a:lnTo>
                  <a:pt x="1866700" y="1465993"/>
                </a:lnTo>
                <a:lnTo>
                  <a:pt x="1866290" y="1466021"/>
                </a:lnTo>
                <a:lnTo>
                  <a:pt x="1865614" y="1466240"/>
                </a:lnTo>
                <a:lnTo>
                  <a:pt x="1864652" y="1466650"/>
                </a:lnTo>
                <a:lnTo>
                  <a:pt x="1863728" y="1468107"/>
                </a:lnTo>
                <a:lnTo>
                  <a:pt x="1862833" y="1470612"/>
                </a:lnTo>
                <a:lnTo>
                  <a:pt x="1861137" y="1471860"/>
                </a:lnTo>
                <a:lnTo>
                  <a:pt x="1858632" y="1471860"/>
                </a:lnTo>
                <a:lnTo>
                  <a:pt x="1856565" y="1472184"/>
                </a:lnTo>
                <a:lnTo>
                  <a:pt x="1854946" y="1472822"/>
                </a:lnTo>
                <a:lnTo>
                  <a:pt x="1852565" y="1473137"/>
                </a:lnTo>
                <a:lnTo>
                  <a:pt x="1849422" y="1473137"/>
                </a:lnTo>
                <a:lnTo>
                  <a:pt x="1847021" y="1473127"/>
                </a:lnTo>
                <a:lnTo>
                  <a:pt x="1845374" y="1473089"/>
                </a:lnTo>
                <a:lnTo>
                  <a:pt x="1842992" y="1473079"/>
                </a:lnTo>
                <a:lnTo>
                  <a:pt x="1839878" y="1473079"/>
                </a:lnTo>
                <a:lnTo>
                  <a:pt x="1836068" y="1471651"/>
                </a:lnTo>
                <a:lnTo>
                  <a:pt x="1831553" y="1468784"/>
                </a:lnTo>
                <a:lnTo>
                  <a:pt x="1829171" y="1467345"/>
                </a:lnTo>
                <a:lnTo>
                  <a:pt x="1828924" y="1467336"/>
                </a:lnTo>
                <a:lnTo>
                  <a:pt x="1828676" y="1467212"/>
                </a:lnTo>
                <a:lnTo>
                  <a:pt x="1828429" y="1466964"/>
                </a:lnTo>
                <a:lnTo>
                  <a:pt x="1826047" y="1466221"/>
                </a:lnTo>
                <a:lnTo>
                  <a:pt x="1821532" y="1464955"/>
                </a:lnTo>
                <a:lnTo>
                  <a:pt x="1817446" y="1462573"/>
                </a:lnTo>
                <a:lnTo>
                  <a:pt x="1813779" y="1459078"/>
                </a:lnTo>
                <a:lnTo>
                  <a:pt x="1811398" y="1456792"/>
                </a:lnTo>
                <a:lnTo>
                  <a:pt x="1810302" y="1455725"/>
                </a:lnTo>
                <a:lnTo>
                  <a:pt x="1807978" y="1453344"/>
                </a:lnTo>
                <a:lnTo>
                  <a:pt x="1804445" y="1449648"/>
                </a:lnTo>
                <a:lnTo>
                  <a:pt x="1802063" y="1446324"/>
                </a:lnTo>
                <a:lnTo>
                  <a:pt x="1800835" y="1443361"/>
                </a:lnTo>
                <a:lnTo>
                  <a:pt x="1799320" y="1440980"/>
                </a:lnTo>
                <a:lnTo>
                  <a:pt x="1797520" y="1439180"/>
                </a:lnTo>
                <a:lnTo>
                  <a:pt x="1796615" y="1437370"/>
                </a:lnTo>
                <a:lnTo>
                  <a:pt x="1796615" y="1435570"/>
                </a:lnTo>
                <a:lnTo>
                  <a:pt x="1795796" y="1433189"/>
                </a:lnTo>
                <a:lnTo>
                  <a:pt x="1794158" y="1430226"/>
                </a:lnTo>
                <a:lnTo>
                  <a:pt x="1793338" y="1427026"/>
                </a:lnTo>
                <a:lnTo>
                  <a:pt x="1793338" y="1423587"/>
                </a:lnTo>
                <a:lnTo>
                  <a:pt x="1793205" y="1421206"/>
                </a:lnTo>
                <a:lnTo>
                  <a:pt x="1792948" y="1419882"/>
                </a:lnTo>
                <a:lnTo>
                  <a:pt x="1792815" y="1417377"/>
                </a:lnTo>
                <a:lnTo>
                  <a:pt x="1792815" y="1413672"/>
                </a:lnTo>
                <a:lnTo>
                  <a:pt x="1792815" y="1411291"/>
                </a:lnTo>
                <a:lnTo>
                  <a:pt x="1792815" y="1410233"/>
                </a:lnTo>
                <a:lnTo>
                  <a:pt x="1792815" y="1407852"/>
                </a:lnTo>
                <a:lnTo>
                  <a:pt x="1792815" y="1404147"/>
                </a:lnTo>
                <a:lnTo>
                  <a:pt x="1792948" y="1401766"/>
                </a:lnTo>
                <a:lnTo>
                  <a:pt x="1793205" y="1400708"/>
                </a:lnTo>
                <a:lnTo>
                  <a:pt x="1793338" y="1398451"/>
                </a:lnTo>
                <a:lnTo>
                  <a:pt x="1793338" y="1395012"/>
                </a:lnTo>
                <a:lnTo>
                  <a:pt x="1794939" y="1392631"/>
                </a:lnTo>
                <a:lnTo>
                  <a:pt x="1798130" y="1391307"/>
                </a:lnTo>
                <a:lnTo>
                  <a:pt x="1799739" y="1390536"/>
                </a:lnTo>
                <a:lnTo>
                  <a:pt x="1800577" y="1388250"/>
                </a:lnTo>
                <a:lnTo>
                  <a:pt x="1801301" y="1384449"/>
                </a:lnTo>
                <a:lnTo>
                  <a:pt x="1802101" y="1382201"/>
                </a:lnTo>
                <a:lnTo>
                  <a:pt x="1803006" y="1381477"/>
                </a:lnTo>
                <a:lnTo>
                  <a:pt x="1803521" y="1379611"/>
                </a:lnTo>
                <a:lnTo>
                  <a:pt x="1803635" y="1376582"/>
                </a:lnTo>
                <a:lnTo>
                  <a:pt x="1805207" y="1375010"/>
                </a:lnTo>
                <a:lnTo>
                  <a:pt x="1808236" y="1374896"/>
                </a:lnTo>
                <a:lnTo>
                  <a:pt x="1810112" y="1374391"/>
                </a:lnTo>
                <a:lnTo>
                  <a:pt x="1810845" y="1373505"/>
                </a:lnTo>
                <a:lnTo>
                  <a:pt x="1812112" y="1372695"/>
                </a:lnTo>
                <a:lnTo>
                  <a:pt x="1813903" y="1371962"/>
                </a:lnTo>
                <a:lnTo>
                  <a:pt x="1814789" y="1370476"/>
                </a:lnTo>
                <a:lnTo>
                  <a:pt x="1814789" y="1368238"/>
                </a:lnTo>
                <a:lnTo>
                  <a:pt x="1815913" y="1367114"/>
                </a:lnTo>
                <a:lnTo>
                  <a:pt x="1818151" y="1367114"/>
                </a:lnTo>
                <a:lnTo>
                  <a:pt x="1819666" y="1366247"/>
                </a:lnTo>
                <a:lnTo>
                  <a:pt x="1820456" y="1364513"/>
                </a:lnTo>
                <a:lnTo>
                  <a:pt x="1822837" y="1363647"/>
                </a:lnTo>
                <a:lnTo>
                  <a:pt x="1826809" y="1363647"/>
                </a:lnTo>
                <a:lnTo>
                  <a:pt x="1829200" y="1363656"/>
                </a:lnTo>
                <a:lnTo>
                  <a:pt x="1830000" y="1363666"/>
                </a:lnTo>
                <a:lnTo>
                  <a:pt x="1832258" y="1363275"/>
                </a:lnTo>
                <a:lnTo>
                  <a:pt x="1835972" y="1362475"/>
                </a:lnTo>
                <a:lnTo>
                  <a:pt x="1837820" y="1361951"/>
                </a:lnTo>
                <a:lnTo>
                  <a:pt x="1837820" y="1361704"/>
                </a:lnTo>
                <a:lnTo>
                  <a:pt x="1838201" y="1361532"/>
                </a:lnTo>
                <a:lnTo>
                  <a:pt x="1839449" y="1360399"/>
                </a:lnTo>
                <a:lnTo>
                  <a:pt x="1841687" y="1358151"/>
                </a:lnTo>
                <a:lnTo>
                  <a:pt x="1844069" y="1357036"/>
                </a:lnTo>
                <a:lnTo>
                  <a:pt x="1846593" y="1357036"/>
                </a:lnTo>
                <a:lnTo>
                  <a:pt x="1849317" y="1357379"/>
                </a:lnTo>
                <a:lnTo>
                  <a:pt x="1852251" y="1358065"/>
                </a:lnTo>
                <a:lnTo>
                  <a:pt x="1854632" y="1358475"/>
                </a:lnTo>
                <a:lnTo>
                  <a:pt x="1856461" y="1358608"/>
                </a:lnTo>
                <a:lnTo>
                  <a:pt x="1858328" y="1359522"/>
                </a:lnTo>
                <a:lnTo>
                  <a:pt x="1860233" y="1361227"/>
                </a:lnTo>
                <a:lnTo>
                  <a:pt x="1862614" y="1362513"/>
                </a:lnTo>
                <a:lnTo>
                  <a:pt x="1865471" y="1363380"/>
                </a:lnTo>
                <a:lnTo>
                  <a:pt x="1867948" y="1364428"/>
                </a:lnTo>
                <a:lnTo>
                  <a:pt x="1870053" y="1365666"/>
                </a:lnTo>
                <a:lnTo>
                  <a:pt x="1872434" y="1366352"/>
                </a:lnTo>
                <a:lnTo>
                  <a:pt x="1875092" y="1366495"/>
                </a:lnTo>
                <a:lnTo>
                  <a:pt x="1876758" y="1365780"/>
                </a:lnTo>
                <a:lnTo>
                  <a:pt x="1877425" y="1364199"/>
                </a:lnTo>
                <a:lnTo>
                  <a:pt x="1877749" y="1363075"/>
                </a:lnTo>
                <a:lnTo>
                  <a:pt x="1877739" y="1362408"/>
                </a:lnTo>
                <a:lnTo>
                  <a:pt x="1877730" y="1360018"/>
                </a:lnTo>
                <a:lnTo>
                  <a:pt x="1877730" y="1355912"/>
                </a:lnTo>
                <a:lnTo>
                  <a:pt x="1877730" y="1353531"/>
                </a:lnTo>
                <a:lnTo>
                  <a:pt x="1877730" y="1352874"/>
                </a:lnTo>
                <a:lnTo>
                  <a:pt x="1877663" y="1350426"/>
                </a:lnTo>
                <a:lnTo>
                  <a:pt x="1877530" y="1346178"/>
                </a:lnTo>
                <a:lnTo>
                  <a:pt x="1877454" y="1343797"/>
                </a:lnTo>
                <a:lnTo>
                  <a:pt x="1877435" y="1343282"/>
                </a:lnTo>
                <a:lnTo>
                  <a:pt x="1877339" y="1340806"/>
                </a:lnTo>
                <a:lnTo>
                  <a:pt x="1877158" y="1336367"/>
                </a:lnTo>
                <a:lnTo>
                  <a:pt x="1877082" y="1333986"/>
                </a:lnTo>
                <a:lnTo>
                  <a:pt x="1877111" y="1333662"/>
                </a:lnTo>
                <a:lnTo>
                  <a:pt x="1877235" y="1331405"/>
                </a:lnTo>
                <a:lnTo>
                  <a:pt x="1877473" y="1327223"/>
                </a:lnTo>
                <a:lnTo>
                  <a:pt x="1878682" y="1324842"/>
                </a:lnTo>
                <a:lnTo>
                  <a:pt x="1880883" y="1324261"/>
                </a:lnTo>
                <a:lnTo>
                  <a:pt x="1882150" y="1323156"/>
                </a:lnTo>
                <a:lnTo>
                  <a:pt x="1882492" y="1321508"/>
                </a:lnTo>
                <a:close/>
                <a:moveTo>
                  <a:pt x="1949768" y="1320194"/>
                </a:moveTo>
                <a:lnTo>
                  <a:pt x="1951673" y="1320260"/>
                </a:lnTo>
                <a:lnTo>
                  <a:pt x="1954216" y="1321213"/>
                </a:lnTo>
                <a:lnTo>
                  <a:pt x="1957388" y="1323051"/>
                </a:lnTo>
                <a:lnTo>
                  <a:pt x="1959769" y="1324337"/>
                </a:lnTo>
                <a:lnTo>
                  <a:pt x="1961359" y="1325070"/>
                </a:lnTo>
                <a:lnTo>
                  <a:pt x="1963826" y="1327452"/>
                </a:lnTo>
                <a:lnTo>
                  <a:pt x="1967170" y="1331481"/>
                </a:lnTo>
                <a:lnTo>
                  <a:pt x="1968875" y="1335205"/>
                </a:lnTo>
                <a:lnTo>
                  <a:pt x="1968951" y="1338624"/>
                </a:lnTo>
                <a:lnTo>
                  <a:pt x="1968798" y="1341006"/>
                </a:lnTo>
                <a:lnTo>
                  <a:pt x="1968427" y="1342349"/>
                </a:lnTo>
                <a:lnTo>
                  <a:pt x="1968198" y="1344501"/>
                </a:lnTo>
                <a:lnTo>
                  <a:pt x="1968113" y="1347464"/>
                </a:lnTo>
                <a:lnTo>
                  <a:pt x="1966589" y="1348950"/>
                </a:lnTo>
                <a:lnTo>
                  <a:pt x="1963626" y="1348950"/>
                </a:lnTo>
                <a:lnTo>
                  <a:pt x="1961788" y="1349492"/>
                </a:lnTo>
                <a:lnTo>
                  <a:pt x="1961074" y="1350578"/>
                </a:lnTo>
                <a:lnTo>
                  <a:pt x="1958692" y="1351188"/>
                </a:lnTo>
                <a:lnTo>
                  <a:pt x="1954644" y="1351321"/>
                </a:lnTo>
                <a:lnTo>
                  <a:pt x="1951720" y="1350778"/>
                </a:lnTo>
                <a:lnTo>
                  <a:pt x="1949920" y="1349550"/>
                </a:lnTo>
                <a:lnTo>
                  <a:pt x="1947539" y="1349045"/>
                </a:lnTo>
                <a:lnTo>
                  <a:pt x="1944576" y="1349264"/>
                </a:lnTo>
                <a:lnTo>
                  <a:pt x="1941719" y="1347788"/>
                </a:lnTo>
                <a:lnTo>
                  <a:pt x="1938957" y="1344616"/>
                </a:lnTo>
                <a:lnTo>
                  <a:pt x="1937614" y="1341682"/>
                </a:lnTo>
                <a:lnTo>
                  <a:pt x="1937699" y="1339005"/>
                </a:lnTo>
                <a:lnTo>
                  <a:pt x="1937747" y="1336624"/>
                </a:lnTo>
                <a:lnTo>
                  <a:pt x="1937747" y="1334538"/>
                </a:lnTo>
                <a:lnTo>
                  <a:pt x="1937785" y="1332205"/>
                </a:lnTo>
                <a:lnTo>
                  <a:pt x="1937861" y="1329604"/>
                </a:lnTo>
                <a:lnTo>
                  <a:pt x="1939204" y="1328128"/>
                </a:lnTo>
                <a:lnTo>
                  <a:pt x="1941805" y="1327766"/>
                </a:lnTo>
                <a:lnTo>
                  <a:pt x="1943376" y="1326966"/>
                </a:lnTo>
                <a:lnTo>
                  <a:pt x="1943938" y="1325718"/>
                </a:lnTo>
                <a:lnTo>
                  <a:pt x="1945072" y="1324813"/>
                </a:lnTo>
                <a:lnTo>
                  <a:pt x="1946796" y="1324251"/>
                </a:lnTo>
                <a:lnTo>
                  <a:pt x="1947948" y="1323023"/>
                </a:lnTo>
                <a:lnTo>
                  <a:pt x="1948529" y="1321118"/>
                </a:lnTo>
                <a:close/>
                <a:moveTo>
                  <a:pt x="1491272" y="1327899"/>
                </a:moveTo>
                <a:lnTo>
                  <a:pt x="1494044" y="1327756"/>
                </a:lnTo>
                <a:lnTo>
                  <a:pt x="1496892" y="1328233"/>
                </a:lnTo>
                <a:lnTo>
                  <a:pt x="1499826" y="1329299"/>
                </a:lnTo>
                <a:lnTo>
                  <a:pt x="1502207" y="1329871"/>
                </a:lnTo>
                <a:lnTo>
                  <a:pt x="1504036" y="1329938"/>
                </a:lnTo>
                <a:lnTo>
                  <a:pt x="1505903" y="1330852"/>
                </a:lnTo>
                <a:lnTo>
                  <a:pt x="1507808" y="1332614"/>
                </a:lnTo>
                <a:lnTo>
                  <a:pt x="1509293" y="1334986"/>
                </a:lnTo>
                <a:lnTo>
                  <a:pt x="1510370" y="1337967"/>
                </a:lnTo>
                <a:lnTo>
                  <a:pt x="1511656" y="1340348"/>
                </a:lnTo>
                <a:lnTo>
                  <a:pt x="1513170" y="1342130"/>
                </a:lnTo>
                <a:lnTo>
                  <a:pt x="1514065" y="1343301"/>
                </a:lnTo>
                <a:lnTo>
                  <a:pt x="1514342" y="1343863"/>
                </a:lnTo>
                <a:lnTo>
                  <a:pt x="1516294" y="1346244"/>
                </a:lnTo>
                <a:lnTo>
                  <a:pt x="1519923" y="1350445"/>
                </a:lnTo>
                <a:lnTo>
                  <a:pt x="1522305" y="1354398"/>
                </a:lnTo>
                <a:lnTo>
                  <a:pt x="1523438" y="1358103"/>
                </a:lnTo>
                <a:lnTo>
                  <a:pt x="1524533" y="1360484"/>
                </a:lnTo>
                <a:lnTo>
                  <a:pt x="1525591" y="1361542"/>
                </a:lnTo>
                <a:lnTo>
                  <a:pt x="1526038" y="1362532"/>
                </a:lnTo>
                <a:lnTo>
                  <a:pt x="1525886" y="1363437"/>
                </a:lnTo>
                <a:lnTo>
                  <a:pt x="1527210" y="1365818"/>
                </a:lnTo>
                <a:lnTo>
                  <a:pt x="1530001" y="1369676"/>
                </a:lnTo>
                <a:lnTo>
                  <a:pt x="1531925" y="1373362"/>
                </a:lnTo>
                <a:lnTo>
                  <a:pt x="1532992" y="1376877"/>
                </a:lnTo>
                <a:lnTo>
                  <a:pt x="1534077" y="1379258"/>
                </a:lnTo>
                <a:lnTo>
                  <a:pt x="1535173" y="1380506"/>
                </a:lnTo>
                <a:lnTo>
                  <a:pt x="1535925" y="1381877"/>
                </a:lnTo>
                <a:lnTo>
                  <a:pt x="1536335" y="1383382"/>
                </a:lnTo>
                <a:lnTo>
                  <a:pt x="1537792" y="1385764"/>
                </a:lnTo>
                <a:lnTo>
                  <a:pt x="1540297" y="1389021"/>
                </a:lnTo>
                <a:lnTo>
                  <a:pt x="1541936" y="1391336"/>
                </a:lnTo>
                <a:lnTo>
                  <a:pt x="1542679" y="1392717"/>
                </a:lnTo>
                <a:lnTo>
                  <a:pt x="1544545" y="1395098"/>
                </a:lnTo>
                <a:lnTo>
                  <a:pt x="1547536" y="1398480"/>
                </a:lnTo>
                <a:lnTo>
                  <a:pt x="1549489" y="1402128"/>
                </a:lnTo>
                <a:lnTo>
                  <a:pt x="1550403" y="1406033"/>
                </a:lnTo>
                <a:lnTo>
                  <a:pt x="1551108" y="1408414"/>
                </a:lnTo>
                <a:lnTo>
                  <a:pt x="1551594" y="1409271"/>
                </a:lnTo>
                <a:lnTo>
                  <a:pt x="1552023" y="1410081"/>
                </a:lnTo>
                <a:lnTo>
                  <a:pt x="1552394" y="1410833"/>
                </a:lnTo>
                <a:lnTo>
                  <a:pt x="1553366" y="1411634"/>
                </a:lnTo>
                <a:lnTo>
                  <a:pt x="1554956" y="1412462"/>
                </a:lnTo>
                <a:lnTo>
                  <a:pt x="1557338" y="1413386"/>
                </a:lnTo>
                <a:lnTo>
                  <a:pt x="1560509" y="1414415"/>
                </a:lnTo>
                <a:lnTo>
                  <a:pt x="1562462" y="1413986"/>
                </a:lnTo>
                <a:lnTo>
                  <a:pt x="1563195" y="1412100"/>
                </a:lnTo>
                <a:lnTo>
                  <a:pt x="1563653" y="1410795"/>
                </a:lnTo>
                <a:lnTo>
                  <a:pt x="1563834" y="1410062"/>
                </a:lnTo>
                <a:lnTo>
                  <a:pt x="1563957" y="1407814"/>
                </a:lnTo>
                <a:lnTo>
                  <a:pt x="1564043" y="1404052"/>
                </a:lnTo>
                <a:lnTo>
                  <a:pt x="1565148" y="1401670"/>
                </a:lnTo>
                <a:lnTo>
                  <a:pt x="1567282" y="1400670"/>
                </a:lnTo>
                <a:lnTo>
                  <a:pt x="1568339" y="1399356"/>
                </a:lnTo>
                <a:lnTo>
                  <a:pt x="1568339" y="1397708"/>
                </a:lnTo>
                <a:lnTo>
                  <a:pt x="1569158" y="1396832"/>
                </a:lnTo>
                <a:lnTo>
                  <a:pt x="1570806" y="1396708"/>
                </a:lnTo>
                <a:lnTo>
                  <a:pt x="1571987" y="1395508"/>
                </a:lnTo>
                <a:lnTo>
                  <a:pt x="1572701" y="1393222"/>
                </a:lnTo>
                <a:lnTo>
                  <a:pt x="1573330" y="1391726"/>
                </a:lnTo>
                <a:lnTo>
                  <a:pt x="1573882" y="1391012"/>
                </a:lnTo>
                <a:lnTo>
                  <a:pt x="1574206" y="1388955"/>
                </a:lnTo>
                <a:lnTo>
                  <a:pt x="1574311" y="1385564"/>
                </a:lnTo>
                <a:lnTo>
                  <a:pt x="1576064" y="1383668"/>
                </a:lnTo>
                <a:lnTo>
                  <a:pt x="1579455" y="1383268"/>
                </a:lnTo>
                <a:lnTo>
                  <a:pt x="1581398" y="1382830"/>
                </a:lnTo>
                <a:lnTo>
                  <a:pt x="1581893" y="1382354"/>
                </a:lnTo>
                <a:lnTo>
                  <a:pt x="1582160" y="1381868"/>
                </a:lnTo>
                <a:lnTo>
                  <a:pt x="1582179" y="1381373"/>
                </a:lnTo>
                <a:lnTo>
                  <a:pt x="1582245" y="1379058"/>
                </a:lnTo>
                <a:lnTo>
                  <a:pt x="1582360" y="1374934"/>
                </a:lnTo>
                <a:lnTo>
                  <a:pt x="1582817" y="1372553"/>
                </a:lnTo>
                <a:lnTo>
                  <a:pt x="1583607" y="1371914"/>
                </a:lnTo>
                <a:lnTo>
                  <a:pt x="1584036" y="1369962"/>
                </a:lnTo>
                <a:lnTo>
                  <a:pt x="1584103" y="1366695"/>
                </a:lnTo>
                <a:lnTo>
                  <a:pt x="1585770" y="1364961"/>
                </a:lnTo>
                <a:lnTo>
                  <a:pt x="1589037" y="1364761"/>
                </a:lnTo>
                <a:lnTo>
                  <a:pt x="1590942" y="1364275"/>
                </a:lnTo>
                <a:lnTo>
                  <a:pt x="1591485" y="1363523"/>
                </a:lnTo>
                <a:lnTo>
                  <a:pt x="1591808" y="1362885"/>
                </a:lnTo>
                <a:lnTo>
                  <a:pt x="1591913" y="1362342"/>
                </a:lnTo>
                <a:lnTo>
                  <a:pt x="1592028" y="1360075"/>
                </a:lnTo>
                <a:lnTo>
                  <a:pt x="1592151" y="1356084"/>
                </a:lnTo>
                <a:lnTo>
                  <a:pt x="1592913" y="1353703"/>
                </a:lnTo>
                <a:lnTo>
                  <a:pt x="1594323" y="1352931"/>
                </a:lnTo>
                <a:lnTo>
                  <a:pt x="1595066" y="1351293"/>
                </a:lnTo>
                <a:lnTo>
                  <a:pt x="1595133" y="1348778"/>
                </a:lnTo>
                <a:lnTo>
                  <a:pt x="1596428" y="1347445"/>
                </a:lnTo>
                <a:lnTo>
                  <a:pt x="1598943" y="1347302"/>
                </a:lnTo>
                <a:lnTo>
                  <a:pt x="1600533" y="1346511"/>
                </a:lnTo>
                <a:lnTo>
                  <a:pt x="1601191" y="1345063"/>
                </a:lnTo>
                <a:lnTo>
                  <a:pt x="1601619" y="1344016"/>
                </a:lnTo>
                <a:lnTo>
                  <a:pt x="1601810" y="1343358"/>
                </a:lnTo>
                <a:lnTo>
                  <a:pt x="1601972" y="1341139"/>
                </a:lnTo>
                <a:lnTo>
                  <a:pt x="1602105" y="1337358"/>
                </a:lnTo>
                <a:lnTo>
                  <a:pt x="1604058" y="1335310"/>
                </a:lnTo>
                <a:lnTo>
                  <a:pt x="1607839" y="1334976"/>
                </a:lnTo>
                <a:lnTo>
                  <a:pt x="1609973" y="1334738"/>
                </a:lnTo>
                <a:lnTo>
                  <a:pt x="1610477" y="1334586"/>
                </a:lnTo>
                <a:lnTo>
                  <a:pt x="1611792" y="1334252"/>
                </a:lnTo>
                <a:lnTo>
                  <a:pt x="1613906" y="1333748"/>
                </a:lnTo>
                <a:lnTo>
                  <a:pt x="1615269" y="1332738"/>
                </a:lnTo>
                <a:lnTo>
                  <a:pt x="1615878" y="1331204"/>
                </a:lnTo>
                <a:lnTo>
                  <a:pt x="1616954" y="1330414"/>
                </a:lnTo>
                <a:lnTo>
                  <a:pt x="1618488" y="1330357"/>
                </a:lnTo>
                <a:lnTo>
                  <a:pt x="1620441" y="1331119"/>
                </a:lnTo>
                <a:lnTo>
                  <a:pt x="1622822" y="1332709"/>
                </a:lnTo>
                <a:lnTo>
                  <a:pt x="1625203" y="1334929"/>
                </a:lnTo>
                <a:lnTo>
                  <a:pt x="1627584" y="1337786"/>
                </a:lnTo>
                <a:lnTo>
                  <a:pt x="1629489" y="1340168"/>
                </a:lnTo>
                <a:lnTo>
                  <a:pt x="1630918" y="1342073"/>
                </a:lnTo>
                <a:lnTo>
                  <a:pt x="1631633" y="1343739"/>
                </a:lnTo>
                <a:lnTo>
                  <a:pt x="1631633" y="1345168"/>
                </a:lnTo>
                <a:lnTo>
                  <a:pt x="1631213" y="1347549"/>
                </a:lnTo>
                <a:lnTo>
                  <a:pt x="1630385" y="1350883"/>
                </a:lnTo>
                <a:lnTo>
                  <a:pt x="1629985" y="1352864"/>
                </a:lnTo>
                <a:lnTo>
                  <a:pt x="1630023" y="1353503"/>
                </a:lnTo>
                <a:lnTo>
                  <a:pt x="1629728" y="1354693"/>
                </a:lnTo>
                <a:lnTo>
                  <a:pt x="1629089" y="1356436"/>
                </a:lnTo>
                <a:lnTo>
                  <a:pt x="1628727" y="1358456"/>
                </a:lnTo>
                <a:lnTo>
                  <a:pt x="1628632" y="1360742"/>
                </a:lnTo>
                <a:lnTo>
                  <a:pt x="1628585" y="1361932"/>
                </a:lnTo>
                <a:lnTo>
                  <a:pt x="1628556" y="1364380"/>
                </a:lnTo>
                <a:lnTo>
                  <a:pt x="1628508" y="1369000"/>
                </a:lnTo>
                <a:lnTo>
                  <a:pt x="1628480" y="1371381"/>
                </a:lnTo>
                <a:lnTo>
                  <a:pt x="1628546" y="1373981"/>
                </a:lnTo>
                <a:lnTo>
                  <a:pt x="1628699" y="1378744"/>
                </a:lnTo>
                <a:lnTo>
                  <a:pt x="1629089" y="1383506"/>
                </a:lnTo>
                <a:lnTo>
                  <a:pt x="1629728" y="1388269"/>
                </a:lnTo>
                <a:lnTo>
                  <a:pt x="1630042" y="1390964"/>
                </a:lnTo>
                <a:lnTo>
                  <a:pt x="1630042" y="1391603"/>
                </a:lnTo>
                <a:lnTo>
                  <a:pt x="1630289" y="1393984"/>
                </a:lnTo>
                <a:lnTo>
                  <a:pt x="1630775" y="1398108"/>
                </a:lnTo>
                <a:lnTo>
                  <a:pt x="1631013" y="1400737"/>
                </a:lnTo>
                <a:lnTo>
                  <a:pt x="1631013" y="1401851"/>
                </a:lnTo>
                <a:lnTo>
                  <a:pt x="1631013" y="1404233"/>
                </a:lnTo>
                <a:lnTo>
                  <a:pt x="1631013" y="1407881"/>
                </a:lnTo>
                <a:lnTo>
                  <a:pt x="1631013" y="1410262"/>
                </a:lnTo>
                <a:lnTo>
                  <a:pt x="1631013" y="1411376"/>
                </a:lnTo>
                <a:lnTo>
                  <a:pt x="1631013" y="1413758"/>
                </a:lnTo>
                <a:lnTo>
                  <a:pt x="1631013" y="1417406"/>
                </a:lnTo>
                <a:lnTo>
                  <a:pt x="1631013" y="1419787"/>
                </a:lnTo>
                <a:lnTo>
                  <a:pt x="1631013" y="1420901"/>
                </a:lnTo>
                <a:lnTo>
                  <a:pt x="1631118" y="1423283"/>
                </a:lnTo>
                <a:lnTo>
                  <a:pt x="1631318" y="1426931"/>
                </a:lnTo>
                <a:lnTo>
                  <a:pt x="1631385" y="1429379"/>
                </a:lnTo>
                <a:lnTo>
                  <a:pt x="1631318" y="1430626"/>
                </a:lnTo>
                <a:lnTo>
                  <a:pt x="1631452" y="1433008"/>
                </a:lnTo>
                <a:lnTo>
                  <a:pt x="1631785" y="1436522"/>
                </a:lnTo>
                <a:lnTo>
                  <a:pt x="1631947" y="1439066"/>
                </a:lnTo>
                <a:lnTo>
                  <a:pt x="1631947" y="1440656"/>
                </a:lnTo>
                <a:lnTo>
                  <a:pt x="1632090" y="1443038"/>
                </a:lnTo>
                <a:lnTo>
                  <a:pt x="1632366" y="1446209"/>
                </a:lnTo>
                <a:lnTo>
                  <a:pt x="1632461" y="1448695"/>
                </a:lnTo>
                <a:lnTo>
                  <a:pt x="1632385" y="1450477"/>
                </a:lnTo>
                <a:lnTo>
                  <a:pt x="1632280" y="1452858"/>
                </a:lnTo>
                <a:lnTo>
                  <a:pt x="1632156" y="1455839"/>
                </a:lnTo>
                <a:lnTo>
                  <a:pt x="1632090" y="1458154"/>
                </a:lnTo>
                <a:lnTo>
                  <a:pt x="1632090" y="1459811"/>
                </a:lnTo>
                <a:lnTo>
                  <a:pt x="1631261" y="1461002"/>
                </a:lnTo>
                <a:lnTo>
                  <a:pt x="1629604" y="1461726"/>
                </a:lnTo>
                <a:lnTo>
                  <a:pt x="1628565" y="1463069"/>
                </a:lnTo>
                <a:lnTo>
                  <a:pt x="1628137" y="1465021"/>
                </a:lnTo>
                <a:lnTo>
                  <a:pt x="1627270" y="1466212"/>
                </a:lnTo>
                <a:lnTo>
                  <a:pt x="1625965" y="1466640"/>
                </a:lnTo>
                <a:lnTo>
                  <a:pt x="1624908" y="1467964"/>
                </a:lnTo>
                <a:lnTo>
                  <a:pt x="1624098" y="1470184"/>
                </a:lnTo>
                <a:lnTo>
                  <a:pt x="1622584" y="1471260"/>
                </a:lnTo>
                <a:lnTo>
                  <a:pt x="1620364" y="1471184"/>
                </a:lnTo>
                <a:lnTo>
                  <a:pt x="1617659" y="1470079"/>
                </a:lnTo>
                <a:lnTo>
                  <a:pt x="1614488" y="1467926"/>
                </a:lnTo>
                <a:lnTo>
                  <a:pt x="1612106" y="1466012"/>
                </a:lnTo>
                <a:lnTo>
                  <a:pt x="1610516" y="1464354"/>
                </a:lnTo>
                <a:lnTo>
                  <a:pt x="1608696" y="1461973"/>
                </a:lnTo>
                <a:lnTo>
                  <a:pt x="1606629" y="1458868"/>
                </a:lnTo>
                <a:lnTo>
                  <a:pt x="1605524" y="1456220"/>
                </a:lnTo>
                <a:lnTo>
                  <a:pt x="1605372" y="1454010"/>
                </a:lnTo>
                <a:lnTo>
                  <a:pt x="1605220" y="1451629"/>
                </a:lnTo>
                <a:lnTo>
                  <a:pt x="1605048" y="1449076"/>
                </a:lnTo>
                <a:lnTo>
                  <a:pt x="1604924" y="1446571"/>
                </a:lnTo>
                <a:lnTo>
                  <a:pt x="1604839" y="1444104"/>
                </a:lnTo>
                <a:lnTo>
                  <a:pt x="1604762" y="1441723"/>
                </a:lnTo>
                <a:lnTo>
                  <a:pt x="1604686" y="1439428"/>
                </a:lnTo>
                <a:lnTo>
                  <a:pt x="1604648" y="1437008"/>
                </a:lnTo>
                <a:lnTo>
                  <a:pt x="1604648" y="1434465"/>
                </a:lnTo>
                <a:lnTo>
                  <a:pt x="1604410" y="1432084"/>
                </a:lnTo>
                <a:lnTo>
                  <a:pt x="1603943" y="1429864"/>
                </a:lnTo>
                <a:lnTo>
                  <a:pt x="1603667" y="1427207"/>
                </a:lnTo>
                <a:lnTo>
                  <a:pt x="1603591" y="1424121"/>
                </a:lnTo>
                <a:lnTo>
                  <a:pt x="1603372" y="1421740"/>
                </a:lnTo>
                <a:lnTo>
                  <a:pt x="1603010" y="1420063"/>
                </a:lnTo>
                <a:lnTo>
                  <a:pt x="1602867" y="1417539"/>
                </a:lnTo>
                <a:lnTo>
                  <a:pt x="1602943" y="1414167"/>
                </a:lnTo>
                <a:lnTo>
                  <a:pt x="1602924" y="1411786"/>
                </a:lnTo>
                <a:lnTo>
                  <a:pt x="1602819" y="1410395"/>
                </a:lnTo>
                <a:lnTo>
                  <a:pt x="1602762" y="1407957"/>
                </a:lnTo>
                <a:lnTo>
                  <a:pt x="1602762" y="1404480"/>
                </a:lnTo>
                <a:lnTo>
                  <a:pt x="1602829" y="1402099"/>
                </a:lnTo>
                <a:lnTo>
                  <a:pt x="1602972" y="1400813"/>
                </a:lnTo>
                <a:lnTo>
                  <a:pt x="1602638" y="1398108"/>
                </a:lnTo>
                <a:lnTo>
                  <a:pt x="1601848" y="1393974"/>
                </a:lnTo>
                <a:lnTo>
                  <a:pt x="1601524" y="1391593"/>
                </a:lnTo>
                <a:lnTo>
                  <a:pt x="1601667" y="1390964"/>
                </a:lnTo>
                <a:lnTo>
                  <a:pt x="1601353" y="1390469"/>
                </a:lnTo>
                <a:lnTo>
                  <a:pt x="1600581" y="1390107"/>
                </a:lnTo>
                <a:lnTo>
                  <a:pt x="1600086" y="1389993"/>
                </a:lnTo>
                <a:lnTo>
                  <a:pt x="1599857" y="1390126"/>
                </a:lnTo>
                <a:lnTo>
                  <a:pt x="1599581" y="1392746"/>
                </a:lnTo>
                <a:lnTo>
                  <a:pt x="1599238" y="1396937"/>
                </a:lnTo>
                <a:lnTo>
                  <a:pt x="1598590" y="1399318"/>
                </a:lnTo>
                <a:lnTo>
                  <a:pt x="1597638" y="1399889"/>
                </a:lnTo>
                <a:lnTo>
                  <a:pt x="1597171" y="1401794"/>
                </a:lnTo>
                <a:lnTo>
                  <a:pt x="1597171" y="1405042"/>
                </a:lnTo>
                <a:lnTo>
                  <a:pt x="1595542" y="1406881"/>
                </a:lnTo>
                <a:lnTo>
                  <a:pt x="1592294" y="1407290"/>
                </a:lnTo>
                <a:lnTo>
                  <a:pt x="1590475" y="1407843"/>
                </a:lnTo>
                <a:lnTo>
                  <a:pt x="1590065" y="1408538"/>
                </a:lnTo>
                <a:lnTo>
                  <a:pt x="1589827" y="1409090"/>
                </a:lnTo>
                <a:lnTo>
                  <a:pt x="1589761" y="1409500"/>
                </a:lnTo>
                <a:lnTo>
                  <a:pt x="1589646" y="1411757"/>
                </a:lnTo>
                <a:lnTo>
                  <a:pt x="1589465" y="1415863"/>
                </a:lnTo>
                <a:lnTo>
                  <a:pt x="1588903" y="1418244"/>
                </a:lnTo>
                <a:lnTo>
                  <a:pt x="1587970" y="1418901"/>
                </a:lnTo>
                <a:lnTo>
                  <a:pt x="1587589" y="1420901"/>
                </a:lnTo>
                <a:lnTo>
                  <a:pt x="1587760" y="1424245"/>
                </a:lnTo>
                <a:lnTo>
                  <a:pt x="1586170" y="1425969"/>
                </a:lnTo>
                <a:lnTo>
                  <a:pt x="1582826" y="1426054"/>
                </a:lnTo>
                <a:lnTo>
                  <a:pt x="1580921" y="1426540"/>
                </a:lnTo>
                <a:lnTo>
                  <a:pt x="1580464" y="1427397"/>
                </a:lnTo>
                <a:lnTo>
                  <a:pt x="1580169" y="1428064"/>
                </a:lnTo>
                <a:lnTo>
                  <a:pt x="1580036" y="1428521"/>
                </a:lnTo>
                <a:lnTo>
                  <a:pt x="1579902" y="1430760"/>
                </a:lnTo>
                <a:lnTo>
                  <a:pt x="1579750" y="1434789"/>
                </a:lnTo>
                <a:lnTo>
                  <a:pt x="1578940" y="1437170"/>
                </a:lnTo>
                <a:lnTo>
                  <a:pt x="1577464" y="1437904"/>
                </a:lnTo>
                <a:lnTo>
                  <a:pt x="1576730" y="1439551"/>
                </a:lnTo>
                <a:lnTo>
                  <a:pt x="1576730" y="1442104"/>
                </a:lnTo>
                <a:lnTo>
                  <a:pt x="1575454" y="1443380"/>
                </a:lnTo>
                <a:lnTo>
                  <a:pt x="1572901" y="1443380"/>
                </a:lnTo>
                <a:lnTo>
                  <a:pt x="1571339" y="1444190"/>
                </a:lnTo>
                <a:lnTo>
                  <a:pt x="1570758" y="1445828"/>
                </a:lnTo>
                <a:lnTo>
                  <a:pt x="1569901" y="1446933"/>
                </a:lnTo>
                <a:lnTo>
                  <a:pt x="1568758" y="1447514"/>
                </a:lnTo>
                <a:lnTo>
                  <a:pt x="1568072" y="1449200"/>
                </a:lnTo>
                <a:lnTo>
                  <a:pt x="1567834" y="1452010"/>
                </a:lnTo>
                <a:lnTo>
                  <a:pt x="1566310" y="1453420"/>
                </a:lnTo>
                <a:lnTo>
                  <a:pt x="1563500" y="1453420"/>
                </a:lnTo>
                <a:lnTo>
                  <a:pt x="1560443" y="1452734"/>
                </a:lnTo>
                <a:lnTo>
                  <a:pt x="1557128" y="1451381"/>
                </a:lnTo>
                <a:lnTo>
                  <a:pt x="1554747" y="1450696"/>
                </a:lnTo>
                <a:lnTo>
                  <a:pt x="1553299" y="1450696"/>
                </a:lnTo>
                <a:lnTo>
                  <a:pt x="1551813" y="1449972"/>
                </a:lnTo>
                <a:lnTo>
                  <a:pt x="1550299" y="1448524"/>
                </a:lnTo>
                <a:lnTo>
                  <a:pt x="1549194" y="1446686"/>
                </a:lnTo>
                <a:lnTo>
                  <a:pt x="1548479" y="1444466"/>
                </a:lnTo>
                <a:lnTo>
                  <a:pt x="1547079" y="1442085"/>
                </a:lnTo>
                <a:lnTo>
                  <a:pt x="1544974" y="1439542"/>
                </a:lnTo>
                <a:lnTo>
                  <a:pt x="1543707" y="1437789"/>
                </a:lnTo>
                <a:lnTo>
                  <a:pt x="1543269" y="1436808"/>
                </a:lnTo>
                <a:lnTo>
                  <a:pt x="1541478" y="1434427"/>
                </a:lnTo>
                <a:lnTo>
                  <a:pt x="1538335" y="1430645"/>
                </a:lnTo>
                <a:lnTo>
                  <a:pt x="1536097" y="1426512"/>
                </a:lnTo>
                <a:lnTo>
                  <a:pt x="1534773" y="1422035"/>
                </a:lnTo>
                <a:lnTo>
                  <a:pt x="1534020" y="1419654"/>
                </a:lnTo>
                <a:lnTo>
                  <a:pt x="1533868" y="1419368"/>
                </a:lnTo>
                <a:lnTo>
                  <a:pt x="1533725" y="1419111"/>
                </a:lnTo>
                <a:lnTo>
                  <a:pt x="1533592" y="1418873"/>
                </a:lnTo>
                <a:lnTo>
                  <a:pt x="1531896" y="1416491"/>
                </a:lnTo>
                <a:lnTo>
                  <a:pt x="1528639" y="1411967"/>
                </a:lnTo>
                <a:lnTo>
                  <a:pt x="1526257" y="1408224"/>
                </a:lnTo>
                <a:lnTo>
                  <a:pt x="1524752" y="1405261"/>
                </a:lnTo>
                <a:lnTo>
                  <a:pt x="1523095" y="1402880"/>
                </a:lnTo>
                <a:lnTo>
                  <a:pt x="1521295" y="1401080"/>
                </a:lnTo>
                <a:lnTo>
                  <a:pt x="1520285" y="1399165"/>
                </a:lnTo>
                <a:lnTo>
                  <a:pt x="1520076" y="1397156"/>
                </a:lnTo>
                <a:lnTo>
                  <a:pt x="1519057" y="1394774"/>
                </a:lnTo>
                <a:lnTo>
                  <a:pt x="1517237" y="1392022"/>
                </a:lnTo>
                <a:lnTo>
                  <a:pt x="1515866" y="1389917"/>
                </a:lnTo>
                <a:lnTo>
                  <a:pt x="1514942" y="1388459"/>
                </a:lnTo>
                <a:lnTo>
                  <a:pt x="1514008" y="1388002"/>
                </a:lnTo>
                <a:lnTo>
                  <a:pt x="1513084" y="1388526"/>
                </a:lnTo>
                <a:lnTo>
                  <a:pt x="1512646" y="1389259"/>
                </a:lnTo>
                <a:lnTo>
                  <a:pt x="1512684" y="1390183"/>
                </a:lnTo>
                <a:lnTo>
                  <a:pt x="1512646" y="1392517"/>
                </a:lnTo>
                <a:lnTo>
                  <a:pt x="1512503" y="1396260"/>
                </a:lnTo>
                <a:lnTo>
                  <a:pt x="1512437" y="1398641"/>
                </a:lnTo>
                <a:lnTo>
                  <a:pt x="1512437" y="1399661"/>
                </a:lnTo>
                <a:lnTo>
                  <a:pt x="1512437" y="1402042"/>
                </a:lnTo>
                <a:lnTo>
                  <a:pt x="1512437" y="1405785"/>
                </a:lnTo>
                <a:lnTo>
                  <a:pt x="1512418" y="1408166"/>
                </a:lnTo>
                <a:lnTo>
                  <a:pt x="1512399" y="1409186"/>
                </a:lnTo>
                <a:lnTo>
                  <a:pt x="1512360" y="1411538"/>
                </a:lnTo>
                <a:lnTo>
                  <a:pt x="1512313" y="1415205"/>
                </a:lnTo>
                <a:lnTo>
                  <a:pt x="1512275" y="1417587"/>
                </a:lnTo>
                <a:lnTo>
                  <a:pt x="1512237" y="1418682"/>
                </a:lnTo>
                <a:lnTo>
                  <a:pt x="1512237" y="1421063"/>
                </a:lnTo>
                <a:lnTo>
                  <a:pt x="1512284" y="1424740"/>
                </a:lnTo>
                <a:lnTo>
                  <a:pt x="1512322" y="1427121"/>
                </a:lnTo>
                <a:lnTo>
                  <a:pt x="1512341" y="1428207"/>
                </a:lnTo>
                <a:lnTo>
                  <a:pt x="1512408" y="1430645"/>
                </a:lnTo>
                <a:lnTo>
                  <a:pt x="1512503" y="1434446"/>
                </a:lnTo>
                <a:lnTo>
                  <a:pt x="1512560" y="1436827"/>
                </a:lnTo>
                <a:lnTo>
                  <a:pt x="1512580" y="1437789"/>
                </a:lnTo>
                <a:lnTo>
                  <a:pt x="1512646" y="1440237"/>
                </a:lnTo>
                <a:lnTo>
                  <a:pt x="1512741" y="1444152"/>
                </a:lnTo>
                <a:lnTo>
                  <a:pt x="1512827" y="1446533"/>
                </a:lnTo>
                <a:lnTo>
                  <a:pt x="1512913" y="1447381"/>
                </a:lnTo>
                <a:lnTo>
                  <a:pt x="1512980" y="1449829"/>
                </a:lnTo>
                <a:lnTo>
                  <a:pt x="1513027" y="1453877"/>
                </a:lnTo>
                <a:lnTo>
                  <a:pt x="1513075" y="1456258"/>
                </a:lnTo>
                <a:lnTo>
                  <a:pt x="1513122" y="1456973"/>
                </a:lnTo>
                <a:lnTo>
                  <a:pt x="1513170" y="1459392"/>
                </a:lnTo>
                <a:lnTo>
                  <a:pt x="1513208" y="1463535"/>
                </a:lnTo>
                <a:lnTo>
                  <a:pt x="1512560" y="1465917"/>
                </a:lnTo>
                <a:lnTo>
                  <a:pt x="1511208" y="1466536"/>
                </a:lnTo>
                <a:lnTo>
                  <a:pt x="1510360" y="1468079"/>
                </a:lnTo>
                <a:lnTo>
                  <a:pt x="1510027" y="1470527"/>
                </a:lnTo>
                <a:lnTo>
                  <a:pt x="1508627" y="1471717"/>
                </a:lnTo>
                <a:lnTo>
                  <a:pt x="1506179" y="1471651"/>
                </a:lnTo>
                <a:lnTo>
                  <a:pt x="1504121" y="1471974"/>
                </a:lnTo>
                <a:lnTo>
                  <a:pt x="1502474" y="1472708"/>
                </a:lnTo>
                <a:lnTo>
                  <a:pt x="1500092" y="1473070"/>
                </a:lnTo>
                <a:lnTo>
                  <a:pt x="1496978" y="1473070"/>
                </a:lnTo>
                <a:lnTo>
                  <a:pt x="1493834" y="1471517"/>
                </a:lnTo>
                <a:lnTo>
                  <a:pt x="1490663" y="1468403"/>
                </a:lnTo>
                <a:lnTo>
                  <a:pt x="1489043" y="1465231"/>
                </a:lnTo>
                <a:lnTo>
                  <a:pt x="1488977" y="1461983"/>
                </a:lnTo>
                <a:lnTo>
                  <a:pt x="1488462" y="1459601"/>
                </a:lnTo>
                <a:lnTo>
                  <a:pt x="1487500" y="1458087"/>
                </a:lnTo>
                <a:lnTo>
                  <a:pt x="1487033" y="1455239"/>
                </a:lnTo>
                <a:lnTo>
                  <a:pt x="1487062" y="1451067"/>
                </a:lnTo>
                <a:lnTo>
                  <a:pt x="1487081" y="1448686"/>
                </a:lnTo>
                <a:lnTo>
                  <a:pt x="1487081" y="1448095"/>
                </a:lnTo>
                <a:lnTo>
                  <a:pt x="1487062" y="1445695"/>
                </a:lnTo>
                <a:lnTo>
                  <a:pt x="1487033" y="1441494"/>
                </a:lnTo>
                <a:lnTo>
                  <a:pt x="1487033" y="1439113"/>
                </a:lnTo>
                <a:lnTo>
                  <a:pt x="1487072" y="1438551"/>
                </a:lnTo>
                <a:lnTo>
                  <a:pt x="1487091" y="1436189"/>
                </a:lnTo>
                <a:lnTo>
                  <a:pt x="1487091" y="1432027"/>
                </a:lnTo>
                <a:lnTo>
                  <a:pt x="1487110" y="1429645"/>
                </a:lnTo>
                <a:lnTo>
                  <a:pt x="1487138" y="1429045"/>
                </a:lnTo>
                <a:lnTo>
                  <a:pt x="1487138" y="1426664"/>
                </a:lnTo>
                <a:lnTo>
                  <a:pt x="1487100" y="1422492"/>
                </a:lnTo>
                <a:lnTo>
                  <a:pt x="1487072" y="1420111"/>
                </a:lnTo>
                <a:lnTo>
                  <a:pt x="1487053" y="1419520"/>
                </a:lnTo>
                <a:lnTo>
                  <a:pt x="1487043" y="1417130"/>
                </a:lnTo>
                <a:lnTo>
                  <a:pt x="1487043" y="1412939"/>
                </a:lnTo>
                <a:lnTo>
                  <a:pt x="1487043" y="1410557"/>
                </a:lnTo>
                <a:lnTo>
                  <a:pt x="1487043" y="1409986"/>
                </a:lnTo>
                <a:lnTo>
                  <a:pt x="1487043" y="1407605"/>
                </a:lnTo>
                <a:lnTo>
                  <a:pt x="1487043" y="1403414"/>
                </a:lnTo>
                <a:lnTo>
                  <a:pt x="1487043" y="1401032"/>
                </a:lnTo>
                <a:lnTo>
                  <a:pt x="1487053" y="1400461"/>
                </a:lnTo>
                <a:lnTo>
                  <a:pt x="1487081" y="1398099"/>
                </a:lnTo>
                <a:lnTo>
                  <a:pt x="1487110" y="1393955"/>
                </a:lnTo>
                <a:lnTo>
                  <a:pt x="1487129" y="1391574"/>
                </a:lnTo>
                <a:lnTo>
                  <a:pt x="1487119" y="1390955"/>
                </a:lnTo>
                <a:lnTo>
                  <a:pt x="1487091" y="1388555"/>
                </a:lnTo>
                <a:lnTo>
                  <a:pt x="1487062" y="1384364"/>
                </a:lnTo>
                <a:lnTo>
                  <a:pt x="1487033" y="1381982"/>
                </a:lnTo>
                <a:lnTo>
                  <a:pt x="1487014" y="1381411"/>
                </a:lnTo>
                <a:lnTo>
                  <a:pt x="1486986" y="1379001"/>
                </a:lnTo>
                <a:lnTo>
                  <a:pt x="1486948" y="1374753"/>
                </a:lnTo>
                <a:lnTo>
                  <a:pt x="1486929" y="1372372"/>
                </a:lnTo>
                <a:lnTo>
                  <a:pt x="1486929" y="1371857"/>
                </a:lnTo>
                <a:lnTo>
                  <a:pt x="1486919" y="1369476"/>
                </a:lnTo>
                <a:lnTo>
                  <a:pt x="1486919" y="1365228"/>
                </a:lnTo>
                <a:lnTo>
                  <a:pt x="1486910" y="1362847"/>
                </a:lnTo>
                <a:lnTo>
                  <a:pt x="1486891" y="1362332"/>
                </a:lnTo>
                <a:lnTo>
                  <a:pt x="1486910" y="1359970"/>
                </a:lnTo>
                <a:lnTo>
                  <a:pt x="1486976" y="1355760"/>
                </a:lnTo>
                <a:lnTo>
                  <a:pt x="1487005" y="1353379"/>
                </a:lnTo>
                <a:lnTo>
                  <a:pt x="1487005" y="1352826"/>
                </a:lnTo>
                <a:lnTo>
                  <a:pt x="1487014" y="1350464"/>
                </a:lnTo>
                <a:lnTo>
                  <a:pt x="1487043" y="1346283"/>
                </a:lnTo>
                <a:lnTo>
                  <a:pt x="1487100" y="1343901"/>
                </a:lnTo>
                <a:lnTo>
                  <a:pt x="1487167" y="1343320"/>
                </a:lnTo>
                <a:lnTo>
                  <a:pt x="1487205" y="1340968"/>
                </a:lnTo>
                <a:lnTo>
                  <a:pt x="1487205" y="1336862"/>
                </a:lnTo>
                <a:lnTo>
                  <a:pt x="1487805" y="1334481"/>
                </a:lnTo>
                <a:lnTo>
                  <a:pt x="1489015" y="1333824"/>
                </a:lnTo>
                <a:lnTo>
                  <a:pt x="1489681" y="1332119"/>
                </a:lnTo>
                <a:lnTo>
                  <a:pt x="1489824" y="1329347"/>
                </a:lnTo>
                <a:close/>
                <a:moveTo>
                  <a:pt x="2260625" y="1324813"/>
                </a:moveTo>
                <a:lnTo>
                  <a:pt x="2264845" y="1324318"/>
                </a:lnTo>
                <a:lnTo>
                  <a:pt x="2266988" y="1324080"/>
                </a:lnTo>
                <a:lnTo>
                  <a:pt x="2269455" y="1324261"/>
                </a:lnTo>
                <a:lnTo>
                  <a:pt x="2274132" y="1324499"/>
                </a:lnTo>
                <a:lnTo>
                  <a:pt x="2278370" y="1326842"/>
                </a:lnTo>
                <a:lnTo>
                  <a:pt x="2282171" y="1331281"/>
                </a:lnTo>
                <a:lnTo>
                  <a:pt x="2284038" y="1335367"/>
                </a:lnTo>
                <a:lnTo>
                  <a:pt x="2283990" y="1339110"/>
                </a:lnTo>
                <a:lnTo>
                  <a:pt x="2283990" y="1341491"/>
                </a:lnTo>
                <a:lnTo>
                  <a:pt x="2284057" y="1342511"/>
                </a:lnTo>
                <a:lnTo>
                  <a:pt x="2284066" y="1344901"/>
                </a:lnTo>
                <a:lnTo>
                  <a:pt x="2284019" y="1348664"/>
                </a:lnTo>
                <a:lnTo>
                  <a:pt x="2283971" y="1351045"/>
                </a:lnTo>
                <a:lnTo>
                  <a:pt x="2283933" y="1352045"/>
                </a:lnTo>
                <a:lnTo>
                  <a:pt x="2283885" y="1354388"/>
                </a:lnTo>
                <a:lnTo>
                  <a:pt x="2283838" y="1358055"/>
                </a:lnTo>
                <a:lnTo>
                  <a:pt x="2283809" y="1360437"/>
                </a:lnTo>
                <a:lnTo>
                  <a:pt x="2283809" y="1361532"/>
                </a:lnTo>
                <a:lnTo>
                  <a:pt x="2283790" y="1363885"/>
                </a:lnTo>
                <a:lnTo>
                  <a:pt x="2283743" y="1367504"/>
                </a:lnTo>
                <a:lnTo>
                  <a:pt x="2283685" y="1369886"/>
                </a:lnTo>
                <a:lnTo>
                  <a:pt x="2283638" y="1371029"/>
                </a:lnTo>
                <a:lnTo>
                  <a:pt x="2283590" y="1373362"/>
                </a:lnTo>
                <a:lnTo>
                  <a:pt x="2283543" y="1376886"/>
                </a:lnTo>
                <a:lnTo>
                  <a:pt x="2283495" y="1379268"/>
                </a:lnTo>
                <a:lnTo>
                  <a:pt x="2283438" y="1380506"/>
                </a:lnTo>
                <a:lnTo>
                  <a:pt x="2283419" y="1382859"/>
                </a:lnTo>
                <a:lnTo>
                  <a:pt x="2283419" y="1386326"/>
                </a:lnTo>
                <a:lnTo>
                  <a:pt x="2283409" y="1388707"/>
                </a:lnTo>
                <a:lnTo>
                  <a:pt x="2283390" y="1390002"/>
                </a:lnTo>
                <a:lnTo>
                  <a:pt x="2283400" y="1392403"/>
                </a:lnTo>
                <a:lnTo>
                  <a:pt x="2283457" y="1395898"/>
                </a:lnTo>
                <a:lnTo>
                  <a:pt x="2283476" y="1398280"/>
                </a:lnTo>
                <a:lnTo>
                  <a:pt x="2283476" y="1399546"/>
                </a:lnTo>
                <a:lnTo>
                  <a:pt x="2283476" y="1401928"/>
                </a:lnTo>
                <a:lnTo>
                  <a:pt x="2283476" y="1405423"/>
                </a:lnTo>
                <a:lnTo>
                  <a:pt x="2283476" y="1407805"/>
                </a:lnTo>
                <a:lnTo>
                  <a:pt x="2283476" y="1409071"/>
                </a:lnTo>
                <a:lnTo>
                  <a:pt x="2283476" y="1411453"/>
                </a:lnTo>
                <a:lnTo>
                  <a:pt x="2283476" y="1414948"/>
                </a:lnTo>
                <a:lnTo>
                  <a:pt x="2283476" y="1417330"/>
                </a:lnTo>
                <a:lnTo>
                  <a:pt x="2283476" y="1418596"/>
                </a:lnTo>
                <a:lnTo>
                  <a:pt x="2283476" y="1420978"/>
                </a:lnTo>
                <a:lnTo>
                  <a:pt x="2283476" y="1424473"/>
                </a:lnTo>
                <a:lnTo>
                  <a:pt x="2283485" y="1426855"/>
                </a:lnTo>
                <a:lnTo>
                  <a:pt x="2283504" y="1428121"/>
                </a:lnTo>
                <a:lnTo>
                  <a:pt x="2283485" y="1430484"/>
                </a:lnTo>
                <a:lnTo>
                  <a:pt x="2283438" y="1433951"/>
                </a:lnTo>
                <a:lnTo>
                  <a:pt x="2283409" y="1436332"/>
                </a:lnTo>
                <a:lnTo>
                  <a:pt x="2283390" y="1437627"/>
                </a:lnTo>
                <a:lnTo>
                  <a:pt x="2283381" y="1439999"/>
                </a:lnTo>
                <a:lnTo>
                  <a:pt x="2283381" y="1443447"/>
                </a:lnTo>
                <a:lnTo>
                  <a:pt x="2283438" y="1445828"/>
                </a:lnTo>
                <a:lnTo>
                  <a:pt x="2283562" y="1447143"/>
                </a:lnTo>
                <a:lnTo>
                  <a:pt x="2283638" y="1449610"/>
                </a:lnTo>
                <a:lnTo>
                  <a:pt x="2283685" y="1453229"/>
                </a:lnTo>
                <a:lnTo>
                  <a:pt x="2283752" y="1455611"/>
                </a:lnTo>
                <a:lnTo>
                  <a:pt x="2283838" y="1456754"/>
                </a:lnTo>
                <a:lnTo>
                  <a:pt x="2283838" y="1459135"/>
                </a:lnTo>
                <a:lnTo>
                  <a:pt x="2283752" y="1462745"/>
                </a:lnTo>
                <a:lnTo>
                  <a:pt x="2282514" y="1465126"/>
                </a:lnTo>
                <a:lnTo>
                  <a:pt x="2280133" y="1466279"/>
                </a:lnTo>
                <a:lnTo>
                  <a:pt x="2278990" y="1467517"/>
                </a:lnTo>
                <a:lnTo>
                  <a:pt x="2279094" y="1468850"/>
                </a:lnTo>
                <a:lnTo>
                  <a:pt x="2278475" y="1469517"/>
                </a:lnTo>
                <a:lnTo>
                  <a:pt x="2277142" y="1469517"/>
                </a:lnTo>
                <a:lnTo>
                  <a:pt x="2275351" y="1470108"/>
                </a:lnTo>
                <a:lnTo>
                  <a:pt x="2273094" y="1471279"/>
                </a:lnTo>
                <a:lnTo>
                  <a:pt x="2270712" y="1471860"/>
                </a:lnTo>
                <a:lnTo>
                  <a:pt x="2268207" y="1471860"/>
                </a:lnTo>
                <a:lnTo>
                  <a:pt x="2265693" y="1470612"/>
                </a:lnTo>
                <a:lnTo>
                  <a:pt x="2263188" y="1468107"/>
                </a:lnTo>
                <a:lnTo>
                  <a:pt x="2261902" y="1465564"/>
                </a:lnTo>
                <a:lnTo>
                  <a:pt x="2261835" y="1462992"/>
                </a:lnTo>
                <a:lnTo>
                  <a:pt x="2261064" y="1460611"/>
                </a:lnTo>
                <a:lnTo>
                  <a:pt x="2259578" y="1458420"/>
                </a:lnTo>
                <a:lnTo>
                  <a:pt x="2258854" y="1455315"/>
                </a:lnTo>
                <a:lnTo>
                  <a:pt x="2258882" y="1451286"/>
                </a:lnTo>
                <a:lnTo>
                  <a:pt x="2258863" y="1448905"/>
                </a:lnTo>
                <a:lnTo>
                  <a:pt x="2258787" y="1448171"/>
                </a:lnTo>
                <a:lnTo>
                  <a:pt x="2258711" y="1445714"/>
                </a:lnTo>
                <a:lnTo>
                  <a:pt x="2258644" y="1441552"/>
                </a:lnTo>
                <a:lnTo>
                  <a:pt x="2258616" y="1439170"/>
                </a:lnTo>
                <a:lnTo>
                  <a:pt x="2258625" y="1438570"/>
                </a:lnTo>
                <a:lnTo>
                  <a:pt x="2258625" y="1436189"/>
                </a:lnTo>
                <a:lnTo>
                  <a:pt x="2258625" y="1432027"/>
                </a:lnTo>
                <a:lnTo>
                  <a:pt x="2258625" y="1429645"/>
                </a:lnTo>
                <a:lnTo>
                  <a:pt x="2258635" y="1429045"/>
                </a:lnTo>
                <a:lnTo>
                  <a:pt x="2258625" y="1426655"/>
                </a:lnTo>
                <a:lnTo>
                  <a:pt x="2258597" y="1422473"/>
                </a:lnTo>
                <a:lnTo>
                  <a:pt x="2258587" y="1420092"/>
                </a:lnTo>
                <a:lnTo>
                  <a:pt x="2258597" y="1419511"/>
                </a:lnTo>
                <a:lnTo>
                  <a:pt x="2258587" y="1417120"/>
                </a:lnTo>
                <a:lnTo>
                  <a:pt x="2258549" y="1412919"/>
                </a:lnTo>
                <a:lnTo>
                  <a:pt x="2258539" y="1410538"/>
                </a:lnTo>
                <a:lnTo>
                  <a:pt x="2258539" y="1409976"/>
                </a:lnTo>
                <a:lnTo>
                  <a:pt x="2258520" y="1407576"/>
                </a:lnTo>
                <a:lnTo>
                  <a:pt x="2258482" y="1403337"/>
                </a:lnTo>
                <a:lnTo>
                  <a:pt x="2258463" y="1400956"/>
                </a:lnTo>
                <a:lnTo>
                  <a:pt x="2258463" y="1400432"/>
                </a:lnTo>
                <a:lnTo>
                  <a:pt x="2258444" y="1398032"/>
                </a:lnTo>
                <a:lnTo>
                  <a:pt x="2258416" y="1393755"/>
                </a:lnTo>
                <a:lnTo>
                  <a:pt x="2258397" y="1391374"/>
                </a:lnTo>
                <a:lnTo>
                  <a:pt x="2258397" y="1390888"/>
                </a:lnTo>
                <a:lnTo>
                  <a:pt x="2258378" y="1388497"/>
                </a:lnTo>
                <a:lnTo>
                  <a:pt x="2258339" y="1384183"/>
                </a:lnTo>
                <a:lnTo>
                  <a:pt x="2258320" y="1381801"/>
                </a:lnTo>
                <a:lnTo>
                  <a:pt x="2258320" y="1381354"/>
                </a:lnTo>
                <a:lnTo>
                  <a:pt x="2258301" y="1378953"/>
                </a:lnTo>
                <a:lnTo>
                  <a:pt x="2258263" y="1374600"/>
                </a:lnTo>
                <a:lnTo>
                  <a:pt x="2258244" y="1372219"/>
                </a:lnTo>
                <a:lnTo>
                  <a:pt x="2258244" y="1371810"/>
                </a:lnTo>
                <a:lnTo>
                  <a:pt x="2258216" y="1369400"/>
                </a:lnTo>
                <a:lnTo>
                  <a:pt x="2258187" y="1365009"/>
                </a:lnTo>
                <a:lnTo>
                  <a:pt x="2258158" y="1362627"/>
                </a:lnTo>
                <a:lnTo>
                  <a:pt x="2258158" y="1362256"/>
                </a:lnTo>
                <a:lnTo>
                  <a:pt x="2258120" y="1359837"/>
                </a:lnTo>
                <a:lnTo>
                  <a:pt x="2258044" y="1355369"/>
                </a:lnTo>
                <a:lnTo>
                  <a:pt x="2257997" y="1352988"/>
                </a:lnTo>
                <a:lnTo>
                  <a:pt x="2257997" y="1352693"/>
                </a:lnTo>
                <a:lnTo>
                  <a:pt x="2257949" y="1350274"/>
                </a:lnTo>
                <a:lnTo>
                  <a:pt x="2257873" y="1345711"/>
                </a:lnTo>
                <a:lnTo>
                  <a:pt x="2257835" y="1343330"/>
                </a:lnTo>
                <a:lnTo>
                  <a:pt x="2257863" y="1340777"/>
                </a:lnTo>
                <a:lnTo>
                  <a:pt x="2257930" y="1336291"/>
                </a:lnTo>
                <a:lnTo>
                  <a:pt x="2257977" y="1333910"/>
                </a:lnTo>
                <a:lnTo>
                  <a:pt x="2257997" y="1333633"/>
                </a:lnTo>
                <a:lnTo>
                  <a:pt x="2258130" y="1331395"/>
                </a:lnTo>
                <a:lnTo>
                  <a:pt x="2258387" y="1327175"/>
                </a:lnTo>
                <a:close/>
                <a:moveTo>
                  <a:pt x="2396328" y="1328147"/>
                </a:moveTo>
                <a:lnTo>
                  <a:pt x="2398976" y="1328023"/>
                </a:lnTo>
                <a:lnTo>
                  <a:pt x="2402281" y="1329347"/>
                </a:lnTo>
                <a:lnTo>
                  <a:pt x="2406253" y="1332119"/>
                </a:lnTo>
                <a:lnTo>
                  <a:pt x="2408634" y="1334072"/>
                </a:lnTo>
                <a:lnTo>
                  <a:pt x="2409425" y="1335205"/>
                </a:lnTo>
                <a:lnTo>
                  <a:pt x="2410949" y="1337586"/>
                </a:lnTo>
                <a:lnTo>
                  <a:pt x="2413187" y="1341215"/>
                </a:lnTo>
                <a:lnTo>
                  <a:pt x="2414311" y="1344149"/>
                </a:lnTo>
                <a:lnTo>
                  <a:pt x="2414311" y="1346387"/>
                </a:lnTo>
                <a:lnTo>
                  <a:pt x="2414311" y="1348769"/>
                </a:lnTo>
                <a:lnTo>
                  <a:pt x="2414311" y="1351293"/>
                </a:lnTo>
                <a:lnTo>
                  <a:pt x="2414311" y="1353674"/>
                </a:lnTo>
                <a:lnTo>
                  <a:pt x="2414311" y="1355912"/>
                </a:lnTo>
                <a:lnTo>
                  <a:pt x="2414311" y="1358294"/>
                </a:lnTo>
                <a:lnTo>
                  <a:pt x="2414311" y="1360818"/>
                </a:lnTo>
                <a:lnTo>
                  <a:pt x="2414311" y="1363199"/>
                </a:lnTo>
                <a:lnTo>
                  <a:pt x="2414311" y="1365437"/>
                </a:lnTo>
                <a:lnTo>
                  <a:pt x="2414378" y="1367819"/>
                </a:lnTo>
                <a:lnTo>
                  <a:pt x="2414521" y="1370343"/>
                </a:lnTo>
                <a:lnTo>
                  <a:pt x="2414588" y="1372791"/>
                </a:lnTo>
                <a:lnTo>
                  <a:pt x="2414588" y="1375172"/>
                </a:lnTo>
                <a:lnTo>
                  <a:pt x="2414588" y="1377553"/>
                </a:lnTo>
                <a:lnTo>
                  <a:pt x="2414588" y="1379934"/>
                </a:lnTo>
                <a:lnTo>
                  <a:pt x="2414588" y="1382316"/>
                </a:lnTo>
                <a:lnTo>
                  <a:pt x="2414588" y="1384697"/>
                </a:lnTo>
                <a:lnTo>
                  <a:pt x="2414588" y="1387078"/>
                </a:lnTo>
                <a:lnTo>
                  <a:pt x="2414588" y="1389459"/>
                </a:lnTo>
                <a:lnTo>
                  <a:pt x="2414588" y="1391841"/>
                </a:lnTo>
                <a:lnTo>
                  <a:pt x="2414588" y="1394222"/>
                </a:lnTo>
                <a:lnTo>
                  <a:pt x="2414683" y="1396603"/>
                </a:lnTo>
                <a:lnTo>
                  <a:pt x="2414864" y="1398984"/>
                </a:lnTo>
                <a:lnTo>
                  <a:pt x="2414949" y="1401461"/>
                </a:lnTo>
                <a:lnTo>
                  <a:pt x="2414949" y="1404023"/>
                </a:lnTo>
                <a:lnTo>
                  <a:pt x="2415007" y="1406404"/>
                </a:lnTo>
                <a:lnTo>
                  <a:pt x="2415111" y="1408605"/>
                </a:lnTo>
                <a:lnTo>
                  <a:pt x="2415169" y="1411033"/>
                </a:lnTo>
                <a:lnTo>
                  <a:pt x="2415169" y="1413710"/>
                </a:lnTo>
                <a:lnTo>
                  <a:pt x="2415197" y="1416091"/>
                </a:lnTo>
                <a:lnTo>
                  <a:pt x="2415245" y="1418177"/>
                </a:lnTo>
                <a:lnTo>
                  <a:pt x="2415302" y="1420616"/>
                </a:lnTo>
                <a:lnTo>
                  <a:pt x="2415369" y="1423406"/>
                </a:lnTo>
                <a:lnTo>
                  <a:pt x="2415426" y="1425788"/>
                </a:lnTo>
                <a:lnTo>
                  <a:pt x="2415473" y="1427759"/>
                </a:lnTo>
                <a:lnTo>
                  <a:pt x="2415530" y="1430198"/>
                </a:lnTo>
                <a:lnTo>
                  <a:pt x="2415597" y="1433103"/>
                </a:lnTo>
                <a:lnTo>
                  <a:pt x="2415654" y="1435484"/>
                </a:lnTo>
                <a:lnTo>
                  <a:pt x="2415702" y="1437342"/>
                </a:lnTo>
                <a:lnTo>
                  <a:pt x="2415721" y="1439751"/>
                </a:lnTo>
                <a:lnTo>
                  <a:pt x="2415721" y="1442695"/>
                </a:lnTo>
                <a:lnTo>
                  <a:pt x="2415759" y="1445076"/>
                </a:lnTo>
                <a:lnTo>
                  <a:pt x="2415845" y="1446895"/>
                </a:lnTo>
                <a:lnTo>
                  <a:pt x="2415921" y="1449353"/>
                </a:lnTo>
                <a:lnTo>
                  <a:pt x="2415988" y="1452448"/>
                </a:lnTo>
                <a:lnTo>
                  <a:pt x="2416007" y="1454829"/>
                </a:lnTo>
                <a:lnTo>
                  <a:pt x="2415969" y="1456496"/>
                </a:lnTo>
                <a:lnTo>
                  <a:pt x="2415988" y="1458897"/>
                </a:lnTo>
                <a:lnTo>
                  <a:pt x="2416064" y="1462030"/>
                </a:lnTo>
                <a:lnTo>
                  <a:pt x="2414530" y="1464412"/>
                </a:lnTo>
                <a:lnTo>
                  <a:pt x="2411397" y="1466040"/>
                </a:lnTo>
                <a:lnTo>
                  <a:pt x="2408930" y="1468336"/>
                </a:lnTo>
                <a:lnTo>
                  <a:pt x="2407129" y="1471298"/>
                </a:lnTo>
                <a:lnTo>
                  <a:pt x="2404748" y="1472813"/>
                </a:lnTo>
                <a:lnTo>
                  <a:pt x="2401786" y="1472879"/>
                </a:lnTo>
                <a:lnTo>
                  <a:pt x="2398081" y="1471393"/>
                </a:lnTo>
                <a:lnTo>
                  <a:pt x="2393633" y="1468364"/>
                </a:lnTo>
                <a:lnTo>
                  <a:pt x="2391251" y="1466536"/>
                </a:lnTo>
                <a:lnTo>
                  <a:pt x="2390937" y="1465898"/>
                </a:lnTo>
                <a:lnTo>
                  <a:pt x="2389670" y="1463516"/>
                </a:lnTo>
                <a:lnTo>
                  <a:pt x="2387460" y="1459392"/>
                </a:lnTo>
                <a:lnTo>
                  <a:pt x="2386394" y="1456258"/>
                </a:lnTo>
                <a:lnTo>
                  <a:pt x="2386470" y="1454125"/>
                </a:lnTo>
                <a:lnTo>
                  <a:pt x="2386508" y="1451743"/>
                </a:lnTo>
                <a:lnTo>
                  <a:pt x="2386508" y="1449114"/>
                </a:lnTo>
                <a:lnTo>
                  <a:pt x="2386536" y="1446771"/>
                </a:lnTo>
                <a:lnTo>
                  <a:pt x="2386613" y="1444704"/>
                </a:lnTo>
                <a:lnTo>
                  <a:pt x="2386527" y="1442323"/>
                </a:lnTo>
                <a:lnTo>
                  <a:pt x="2386279" y="1439628"/>
                </a:lnTo>
                <a:lnTo>
                  <a:pt x="2386155" y="1437122"/>
                </a:lnTo>
                <a:lnTo>
                  <a:pt x="2386155" y="1434808"/>
                </a:lnTo>
                <a:lnTo>
                  <a:pt x="2386117" y="1432427"/>
                </a:lnTo>
                <a:lnTo>
                  <a:pt x="2386051" y="1429979"/>
                </a:lnTo>
                <a:lnTo>
                  <a:pt x="2386013" y="1427559"/>
                </a:lnTo>
                <a:lnTo>
                  <a:pt x="2386013" y="1425178"/>
                </a:lnTo>
                <a:lnTo>
                  <a:pt x="2385917" y="1422797"/>
                </a:lnTo>
                <a:lnTo>
                  <a:pt x="2385727" y="1420416"/>
                </a:lnTo>
                <a:lnTo>
                  <a:pt x="2385660" y="1417968"/>
                </a:lnTo>
                <a:lnTo>
                  <a:pt x="2385727" y="1415463"/>
                </a:lnTo>
                <a:lnTo>
                  <a:pt x="2385765" y="1413081"/>
                </a:lnTo>
                <a:lnTo>
                  <a:pt x="2385765" y="1410824"/>
                </a:lnTo>
                <a:lnTo>
                  <a:pt x="2385793" y="1408481"/>
                </a:lnTo>
                <a:lnTo>
                  <a:pt x="2385860" y="1406033"/>
                </a:lnTo>
                <a:lnTo>
                  <a:pt x="2385955" y="1403652"/>
                </a:lnTo>
                <a:lnTo>
                  <a:pt x="2386079" y="1401337"/>
                </a:lnTo>
                <a:lnTo>
                  <a:pt x="2386146" y="1399013"/>
                </a:lnTo>
                <a:lnTo>
                  <a:pt x="2386146" y="1396698"/>
                </a:lnTo>
                <a:lnTo>
                  <a:pt x="2386251" y="1394317"/>
                </a:lnTo>
                <a:lnTo>
                  <a:pt x="2386460" y="1391869"/>
                </a:lnTo>
                <a:lnTo>
                  <a:pt x="2386536" y="1389564"/>
                </a:lnTo>
                <a:lnTo>
                  <a:pt x="2386479" y="1387402"/>
                </a:lnTo>
                <a:lnTo>
                  <a:pt x="2386527" y="1385021"/>
                </a:lnTo>
                <a:lnTo>
                  <a:pt x="2386698" y="1382420"/>
                </a:lnTo>
                <a:lnTo>
                  <a:pt x="2386784" y="1380125"/>
                </a:lnTo>
                <a:lnTo>
                  <a:pt x="2386784" y="1378125"/>
                </a:lnTo>
                <a:lnTo>
                  <a:pt x="2386927" y="1375743"/>
                </a:lnTo>
                <a:lnTo>
                  <a:pt x="2387222" y="1372981"/>
                </a:lnTo>
                <a:lnTo>
                  <a:pt x="2387375" y="1370752"/>
                </a:lnTo>
                <a:lnTo>
                  <a:pt x="2387375" y="1369047"/>
                </a:lnTo>
                <a:lnTo>
                  <a:pt x="2387556" y="1366666"/>
                </a:lnTo>
                <a:lnTo>
                  <a:pt x="2387927" y="1363609"/>
                </a:lnTo>
                <a:lnTo>
                  <a:pt x="2388108" y="1361408"/>
                </a:lnTo>
                <a:lnTo>
                  <a:pt x="2388108" y="1360075"/>
                </a:lnTo>
                <a:lnTo>
                  <a:pt x="2388175" y="1357694"/>
                </a:lnTo>
                <a:lnTo>
                  <a:pt x="2388327" y="1354265"/>
                </a:lnTo>
                <a:lnTo>
                  <a:pt x="2388394" y="1351959"/>
                </a:lnTo>
                <a:lnTo>
                  <a:pt x="2388394" y="1350769"/>
                </a:lnTo>
                <a:lnTo>
                  <a:pt x="2388194" y="1348388"/>
                </a:lnTo>
                <a:lnTo>
                  <a:pt x="2387803" y="1344816"/>
                </a:lnTo>
                <a:lnTo>
                  <a:pt x="2387679" y="1342311"/>
                </a:lnTo>
                <a:lnTo>
                  <a:pt x="2387841" y="1340882"/>
                </a:lnTo>
                <a:lnTo>
                  <a:pt x="2388632" y="1339691"/>
                </a:lnTo>
                <a:lnTo>
                  <a:pt x="2390061" y="1338739"/>
                </a:lnTo>
                <a:lnTo>
                  <a:pt x="2391023" y="1337320"/>
                </a:lnTo>
                <a:lnTo>
                  <a:pt x="2391518" y="1335434"/>
                </a:lnTo>
                <a:lnTo>
                  <a:pt x="2392147" y="1334243"/>
                </a:lnTo>
                <a:lnTo>
                  <a:pt x="2392909" y="1333748"/>
                </a:lnTo>
                <a:lnTo>
                  <a:pt x="2393728" y="1332176"/>
                </a:lnTo>
                <a:lnTo>
                  <a:pt x="2394585" y="1329528"/>
                </a:lnTo>
                <a:close/>
                <a:moveTo>
                  <a:pt x="3185112" y="1325556"/>
                </a:moveTo>
                <a:lnTo>
                  <a:pt x="3188951" y="1325023"/>
                </a:lnTo>
                <a:lnTo>
                  <a:pt x="3191142" y="1324823"/>
                </a:lnTo>
                <a:lnTo>
                  <a:pt x="3191685" y="1324975"/>
                </a:lnTo>
                <a:lnTo>
                  <a:pt x="3194066" y="1325175"/>
                </a:lnTo>
                <a:lnTo>
                  <a:pt x="3198285" y="1325432"/>
                </a:lnTo>
                <a:lnTo>
                  <a:pt x="3202248" y="1327547"/>
                </a:lnTo>
                <a:lnTo>
                  <a:pt x="3205934" y="1331519"/>
                </a:lnTo>
                <a:lnTo>
                  <a:pt x="3207829" y="1335395"/>
                </a:lnTo>
                <a:lnTo>
                  <a:pt x="3207934" y="1339196"/>
                </a:lnTo>
                <a:lnTo>
                  <a:pt x="3207868" y="1341577"/>
                </a:lnTo>
                <a:lnTo>
                  <a:pt x="3207620" y="1342539"/>
                </a:lnTo>
                <a:lnTo>
                  <a:pt x="3207439" y="1344740"/>
                </a:lnTo>
                <a:lnTo>
                  <a:pt x="3207315" y="1348159"/>
                </a:lnTo>
                <a:lnTo>
                  <a:pt x="3205534" y="1349873"/>
                </a:lnTo>
                <a:lnTo>
                  <a:pt x="3202115" y="1349873"/>
                </a:lnTo>
                <a:lnTo>
                  <a:pt x="3199971" y="1350112"/>
                </a:lnTo>
                <a:lnTo>
                  <a:pt x="3199105" y="1350578"/>
                </a:lnTo>
                <a:lnTo>
                  <a:pt x="3196723" y="1350883"/>
                </a:lnTo>
                <a:lnTo>
                  <a:pt x="3192828" y="1351026"/>
                </a:lnTo>
                <a:lnTo>
                  <a:pt x="3188856" y="1349073"/>
                </a:lnTo>
                <a:lnTo>
                  <a:pt x="3184827" y="1345044"/>
                </a:lnTo>
                <a:lnTo>
                  <a:pt x="3182855" y="1341053"/>
                </a:lnTo>
                <a:lnTo>
                  <a:pt x="3182950" y="1337110"/>
                </a:lnTo>
                <a:lnTo>
                  <a:pt x="3182960" y="1334729"/>
                </a:lnTo>
                <a:lnTo>
                  <a:pt x="3182903" y="1333910"/>
                </a:lnTo>
                <a:lnTo>
                  <a:pt x="3182950" y="1331576"/>
                </a:lnTo>
                <a:lnTo>
                  <a:pt x="3183112" y="1327737"/>
                </a:lnTo>
                <a:close/>
                <a:moveTo>
                  <a:pt x="3101483" y="1338101"/>
                </a:moveTo>
                <a:lnTo>
                  <a:pt x="3103931" y="1338034"/>
                </a:lnTo>
                <a:lnTo>
                  <a:pt x="3106245" y="1337967"/>
                </a:lnTo>
                <a:lnTo>
                  <a:pt x="3108436" y="1337910"/>
                </a:lnTo>
                <a:lnTo>
                  <a:pt x="3110817" y="1337872"/>
                </a:lnTo>
                <a:lnTo>
                  <a:pt x="3113389" y="1337872"/>
                </a:lnTo>
                <a:lnTo>
                  <a:pt x="3116209" y="1339167"/>
                </a:lnTo>
                <a:lnTo>
                  <a:pt x="3119285" y="1341739"/>
                </a:lnTo>
                <a:lnTo>
                  <a:pt x="3120819" y="1344559"/>
                </a:lnTo>
                <a:lnTo>
                  <a:pt x="3120819" y="1347635"/>
                </a:lnTo>
                <a:lnTo>
                  <a:pt x="3121409" y="1350016"/>
                </a:lnTo>
                <a:lnTo>
                  <a:pt x="3122590" y="1351702"/>
                </a:lnTo>
                <a:lnTo>
                  <a:pt x="3123438" y="1353598"/>
                </a:lnTo>
                <a:lnTo>
                  <a:pt x="3123943" y="1355693"/>
                </a:lnTo>
                <a:lnTo>
                  <a:pt x="3125448" y="1356941"/>
                </a:lnTo>
                <a:lnTo>
                  <a:pt x="3127943" y="1357341"/>
                </a:lnTo>
                <a:lnTo>
                  <a:pt x="3130325" y="1357684"/>
                </a:lnTo>
                <a:lnTo>
                  <a:pt x="3132592" y="1357960"/>
                </a:lnTo>
                <a:lnTo>
                  <a:pt x="3135211" y="1359103"/>
                </a:lnTo>
                <a:lnTo>
                  <a:pt x="3138192" y="1361084"/>
                </a:lnTo>
                <a:lnTo>
                  <a:pt x="3140573" y="1362342"/>
                </a:lnTo>
                <a:lnTo>
                  <a:pt x="3142355" y="1362866"/>
                </a:lnTo>
                <a:lnTo>
                  <a:pt x="3144984" y="1365247"/>
                </a:lnTo>
                <a:lnTo>
                  <a:pt x="3148441" y="1369485"/>
                </a:lnTo>
                <a:lnTo>
                  <a:pt x="3150013" y="1373162"/>
                </a:lnTo>
                <a:lnTo>
                  <a:pt x="3149679" y="1376296"/>
                </a:lnTo>
                <a:lnTo>
                  <a:pt x="3147946" y="1378582"/>
                </a:lnTo>
                <a:lnTo>
                  <a:pt x="3144812" y="1380020"/>
                </a:lnTo>
                <a:lnTo>
                  <a:pt x="3143193" y="1380782"/>
                </a:lnTo>
                <a:lnTo>
                  <a:pt x="3142745" y="1380963"/>
                </a:lnTo>
                <a:lnTo>
                  <a:pt x="3142174" y="1381068"/>
                </a:lnTo>
                <a:lnTo>
                  <a:pt x="3140774" y="1382049"/>
                </a:lnTo>
                <a:lnTo>
                  <a:pt x="3138535" y="1383887"/>
                </a:lnTo>
                <a:lnTo>
                  <a:pt x="3136487" y="1384992"/>
                </a:lnTo>
                <a:lnTo>
                  <a:pt x="3134649" y="1385345"/>
                </a:lnTo>
                <a:lnTo>
                  <a:pt x="3132801" y="1385878"/>
                </a:lnTo>
                <a:lnTo>
                  <a:pt x="3130944" y="1386592"/>
                </a:lnTo>
                <a:lnTo>
                  <a:pt x="3128562" y="1387126"/>
                </a:lnTo>
                <a:lnTo>
                  <a:pt x="3125657" y="1387488"/>
                </a:lnTo>
                <a:lnTo>
                  <a:pt x="3123981" y="1388202"/>
                </a:lnTo>
                <a:lnTo>
                  <a:pt x="3123543" y="1389250"/>
                </a:lnTo>
                <a:lnTo>
                  <a:pt x="3123314" y="1389993"/>
                </a:lnTo>
                <a:lnTo>
                  <a:pt x="3123295" y="1390431"/>
                </a:lnTo>
                <a:lnTo>
                  <a:pt x="3123371" y="1392888"/>
                </a:lnTo>
                <a:lnTo>
                  <a:pt x="3123543" y="1397365"/>
                </a:lnTo>
                <a:lnTo>
                  <a:pt x="3123629" y="1399746"/>
                </a:lnTo>
                <a:lnTo>
                  <a:pt x="3123638" y="1400032"/>
                </a:lnTo>
                <a:lnTo>
                  <a:pt x="3123619" y="1402394"/>
                </a:lnTo>
                <a:lnTo>
                  <a:pt x="3123571" y="1406833"/>
                </a:lnTo>
                <a:lnTo>
                  <a:pt x="3123552" y="1409214"/>
                </a:lnTo>
                <a:lnTo>
                  <a:pt x="3123543" y="1409538"/>
                </a:lnTo>
                <a:lnTo>
                  <a:pt x="3123514" y="1411891"/>
                </a:lnTo>
                <a:lnTo>
                  <a:pt x="3123476" y="1416282"/>
                </a:lnTo>
                <a:lnTo>
                  <a:pt x="3123448" y="1418663"/>
                </a:lnTo>
                <a:lnTo>
                  <a:pt x="3123448" y="1419035"/>
                </a:lnTo>
                <a:lnTo>
                  <a:pt x="3123486" y="1421463"/>
                </a:lnTo>
                <a:lnTo>
                  <a:pt x="3123581" y="1425940"/>
                </a:lnTo>
                <a:lnTo>
                  <a:pt x="3123629" y="1428321"/>
                </a:lnTo>
                <a:lnTo>
                  <a:pt x="3123638" y="1428607"/>
                </a:lnTo>
                <a:lnTo>
                  <a:pt x="3123552" y="1430903"/>
                </a:lnTo>
                <a:lnTo>
                  <a:pt x="3123390" y="1435217"/>
                </a:lnTo>
                <a:lnTo>
                  <a:pt x="3123324" y="1437599"/>
                </a:lnTo>
                <a:lnTo>
                  <a:pt x="3123362" y="1438046"/>
                </a:lnTo>
                <a:lnTo>
                  <a:pt x="3123581" y="1438770"/>
                </a:lnTo>
                <a:lnTo>
                  <a:pt x="3123990" y="1439761"/>
                </a:lnTo>
                <a:lnTo>
                  <a:pt x="3126010" y="1442142"/>
                </a:lnTo>
                <a:lnTo>
                  <a:pt x="3129629" y="1445914"/>
                </a:lnTo>
                <a:lnTo>
                  <a:pt x="3132011" y="1448038"/>
                </a:lnTo>
                <a:lnTo>
                  <a:pt x="3133154" y="1448505"/>
                </a:lnTo>
                <a:lnTo>
                  <a:pt x="3134001" y="1448781"/>
                </a:lnTo>
                <a:lnTo>
                  <a:pt x="3134554" y="1448857"/>
                </a:lnTo>
                <a:lnTo>
                  <a:pt x="3136744" y="1448629"/>
                </a:lnTo>
                <a:lnTo>
                  <a:pt x="3140593" y="1448076"/>
                </a:lnTo>
                <a:lnTo>
                  <a:pt x="3142555" y="1447648"/>
                </a:lnTo>
                <a:lnTo>
                  <a:pt x="3142621" y="1447352"/>
                </a:lnTo>
                <a:lnTo>
                  <a:pt x="3142802" y="1447181"/>
                </a:lnTo>
                <a:lnTo>
                  <a:pt x="3143098" y="1447143"/>
                </a:lnTo>
                <a:lnTo>
                  <a:pt x="3143545" y="1447286"/>
                </a:lnTo>
                <a:lnTo>
                  <a:pt x="3144145" y="1447629"/>
                </a:lnTo>
                <a:lnTo>
                  <a:pt x="3146527" y="1449191"/>
                </a:lnTo>
                <a:lnTo>
                  <a:pt x="3150689" y="1451972"/>
                </a:lnTo>
                <a:lnTo>
                  <a:pt x="3153289" y="1454353"/>
                </a:lnTo>
                <a:lnTo>
                  <a:pt x="3154328" y="1456334"/>
                </a:lnTo>
                <a:lnTo>
                  <a:pt x="3154871" y="1457868"/>
                </a:lnTo>
                <a:lnTo>
                  <a:pt x="3154918" y="1458944"/>
                </a:lnTo>
                <a:lnTo>
                  <a:pt x="3154394" y="1459544"/>
                </a:lnTo>
                <a:lnTo>
                  <a:pt x="3153318" y="1459649"/>
                </a:lnTo>
                <a:lnTo>
                  <a:pt x="3152442" y="1461154"/>
                </a:lnTo>
                <a:lnTo>
                  <a:pt x="3151775" y="1464059"/>
                </a:lnTo>
                <a:lnTo>
                  <a:pt x="3150584" y="1465850"/>
                </a:lnTo>
                <a:lnTo>
                  <a:pt x="3148870" y="1466517"/>
                </a:lnTo>
                <a:lnTo>
                  <a:pt x="3147936" y="1467964"/>
                </a:lnTo>
                <a:lnTo>
                  <a:pt x="3147793" y="1470203"/>
                </a:lnTo>
                <a:lnTo>
                  <a:pt x="3146603" y="1471251"/>
                </a:lnTo>
                <a:lnTo>
                  <a:pt x="3144364" y="1471117"/>
                </a:lnTo>
                <a:lnTo>
                  <a:pt x="3142507" y="1471641"/>
                </a:lnTo>
                <a:lnTo>
                  <a:pt x="3141021" y="1472822"/>
                </a:lnTo>
                <a:lnTo>
                  <a:pt x="3138640" y="1473413"/>
                </a:lnTo>
                <a:lnTo>
                  <a:pt x="3135363" y="1473413"/>
                </a:lnTo>
                <a:lnTo>
                  <a:pt x="3132801" y="1473222"/>
                </a:lnTo>
                <a:lnTo>
                  <a:pt x="3130953" y="1472860"/>
                </a:lnTo>
                <a:lnTo>
                  <a:pt x="3128572" y="1472708"/>
                </a:lnTo>
                <a:lnTo>
                  <a:pt x="3125657" y="1472775"/>
                </a:lnTo>
                <a:lnTo>
                  <a:pt x="3122095" y="1471317"/>
                </a:lnTo>
                <a:lnTo>
                  <a:pt x="3117894" y="1468336"/>
                </a:lnTo>
                <a:lnTo>
                  <a:pt x="3115513" y="1466764"/>
                </a:lnTo>
                <a:lnTo>
                  <a:pt x="3114951" y="1466593"/>
                </a:lnTo>
                <a:lnTo>
                  <a:pt x="3114113" y="1466040"/>
                </a:lnTo>
                <a:lnTo>
                  <a:pt x="3112999" y="1465088"/>
                </a:lnTo>
                <a:lnTo>
                  <a:pt x="3110617" y="1463821"/>
                </a:lnTo>
                <a:lnTo>
                  <a:pt x="3106969" y="1462240"/>
                </a:lnTo>
                <a:lnTo>
                  <a:pt x="3104083" y="1460421"/>
                </a:lnTo>
                <a:lnTo>
                  <a:pt x="3101950" y="1458354"/>
                </a:lnTo>
                <a:lnTo>
                  <a:pt x="3100797" y="1456182"/>
                </a:lnTo>
                <a:lnTo>
                  <a:pt x="3100645" y="1453886"/>
                </a:lnTo>
                <a:lnTo>
                  <a:pt x="3099721" y="1451505"/>
                </a:lnTo>
                <a:lnTo>
                  <a:pt x="3098035" y="1449038"/>
                </a:lnTo>
                <a:lnTo>
                  <a:pt x="3097149" y="1445762"/>
                </a:lnTo>
                <a:lnTo>
                  <a:pt x="3097054" y="1441685"/>
                </a:lnTo>
                <a:lnTo>
                  <a:pt x="3096949" y="1439304"/>
                </a:lnTo>
                <a:lnTo>
                  <a:pt x="3096844" y="1438618"/>
                </a:lnTo>
                <a:lnTo>
                  <a:pt x="3096816" y="1436208"/>
                </a:lnTo>
                <a:lnTo>
                  <a:pt x="3096854" y="1432065"/>
                </a:lnTo>
                <a:lnTo>
                  <a:pt x="3096873" y="1429683"/>
                </a:lnTo>
                <a:lnTo>
                  <a:pt x="3096854" y="1429064"/>
                </a:lnTo>
                <a:lnTo>
                  <a:pt x="3096854" y="1426674"/>
                </a:lnTo>
                <a:lnTo>
                  <a:pt x="3096854" y="1422530"/>
                </a:lnTo>
                <a:lnTo>
                  <a:pt x="3096854" y="1420149"/>
                </a:lnTo>
                <a:lnTo>
                  <a:pt x="3096863" y="1419530"/>
                </a:lnTo>
                <a:lnTo>
                  <a:pt x="3096825" y="1417110"/>
                </a:lnTo>
                <a:lnTo>
                  <a:pt x="3096739" y="1412881"/>
                </a:lnTo>
                <a:lnTo>
                  <a:pt x="3096701" y="1410500"/>
                </a:lnTo>
                <a:lnTo>
                  <a:pt x="3096711" y="1409967"/>
                </a:lnTo>
                <a:lnTo>
                  <a:pt x="3096720" y="1407595"/>
                </a:lnTo>
                <a:lnTo>
                  <a:pt x="3096720" y="1403375"/>
                </a:lnTo>
                <a:lnTo>
                  <a:pt x="3096720" y="1400994"/>
                </a:lnTo>
                <a:lnTo>
                  <a:pt x="3096730" y="1400451"/>
                </a:lnTo>
                <a:lnTo>
                  <a:pt x="3096787" y="1398118"/>
                </a:lnTo>
                <a:lnTo>
                  <a:pt x="3096873" y="1394003"/>
                </a:lnTo>
                <a:lnTo>
                  <a:pt x="3096911" y="1391622"/>
                </a:lnTo>
                <a:lnTo>
                  <a:pt x="3096911" y="1390974"/>
                </a:lnTo>
                <a:lnTo>
                  <a:pt x="3096597" y="1389898"/>
                </a:lnTo>
                <a:lnTo>
                  <a:pt x="3095949" y="1388383"/>
                </a:lnTo>
                <a:lnTo>
                  <a:pt x="3093329" y="1386002"/>
                </a:lnTo>
                <a:lnTo>
                  <a:pt x="3088729" y="1382754"/>
                </a:lnTo>
                <a:lnTo>
                  <a:pt x="3086348" y="1381058"/>
                </a:lnTo>
                <a:lnTo>
                  <a:pt x="3084471" y="1378553"/>
                </a:lnTo>
                <a:lnTo>
                  <a:pt x="3081204" y="1373915"/>
                </a:lnTo>
                <a:lnTo>
                  <a:pt x="3079547" y="1369933"/>
                </a:lnTo>
                <a:lnTo>
                  <a:pt x="3079480" y="1366609"/>
                </a:lnTo>
                <a:lnTo>
                  <a:pt x="3081109" y="1364656"/>
                </a:lnTo>
                <a:lnTo>
                  <a:pt x="3084433" y="1364066"/>
                </a:lnTo>
                <a:lnTo>
                  <a:pt x="3086281" y="1363523"/>
                </a:lnTo>
                <a:lnTo>
                  <a:pt x="3086643" y="1363037"/>
                </a:lnTo>
                <a:lnTo>
                  <a:pt x="3087757" y="1362618"/>
                </a:lnTo>
                <a:lnTo>
                  <a:pt x="3089643" y="1362256"/>
                </a:lnTo>
                <a:lnTo>
                  <a:pt x="3090986" y="1361218"/>
                </a:lnTo>
                <a:lnTo>
                  <a:pt x="3091796" y="1359503"/>
                </a:lnTo>
                <a:lnTo>
                  <a:pt x="3093053" y="1358532"/>
                </a:lnTo>
                <a:lnTo>
                  <a:pt x="3094768" y="1358294"/>
                </a:lnTo>
                <a:lnTo>
                  <a:pt x="3095892" y="1357036"/>
                </a:lnTo>
                <a:lnTo>
                  <a:pt x="3096435" y="1354769"/>
                </a:lnTo>
                <a:lnTo>
                  <a:pt x="3096768" y="1353360"/>
                </a:lnTo>
                <a:lnTo>
                  <a:pt x="3096892" y="1352817"/>
                </a:lnTo>
                <a:lnTo>
                  <a:pt x="3096997" y="1350540"/>
                </a:lnTo>
                <a:lnTo>
                  <a:pt x="3097082" y="1346530"/>
                </a:lnTo>
                <a:lnTo>
                  <a:pt x="3097806" y="1344149"/>
                </a:lnTo>
                <a:lnTo>
                  <a:pt x="3099149" y="1343396"/>
                </a:lnTo>
                <a:lnTo>
                  <a:pt x="3099940" y="1341806"/>
                </a:lnTo>
                <a:lnTo>
                  <a:pt x="3100149" y="1339358"/>
                </a:lnTo>
                <a:close/>
                <a:moveTo>
                  <a:pt x="1711900" y="1358551"/>
                </a:moveTo>
                <a:lnTo>
                  <a:pt x="1713633" y="1358446"/>
                </a:lnTo>
                <a:lnTo>
                  <a:pt x="1716119" y="1358541"/>
                </a:lnTo>
                <a:lnTo>
                  <a:pt x="1719348" y="1358856"/>
                </a:lnTo>
                <a:lnTo>
                  <a:pt x="1721729" y="1358951"/>
                </a:lnTo>
                <a:lnTo>
                  <a:pt x="1723263" y="1358837"/>
                </a:lnTo>
                <a:lnTo>
                  <a:pt x="1725101" y="1359599"/>
                </a:lnTo>
                <a:lnTo>
                  <a:pt x="1727235" y="1361246"/>
                </a:lnTo>
                <a:lnTo>
                  <a:pt x="1729616" y="1362380"/>
                </a:lnTo>
                <a:lnTo>
                  <a:pt x="1732245" y="1362999"/>
                </a:lnTo>
                <a:lnTo>
                  <a:pt x="1734341" y="1363790"/>
                </a:lnTo>
                <a:lnTo>
                  <a:pt x="1735931" y="1364761"/>
                </a:lnTo>
                <a:lnTo>
                  <a:pt x="1738313" y="1365533"/>
                </a:lnTo>
                <a:lnTo>
                  <a:pt x="1741484" y="1366085"/>
                </a:lnTo>
                <a:lnTo>
                  <a:pt x="1744380" y="1367666"/>
                </a:lnTo>
                <a:lnTo>
                  <a:pt x="1747009" y="1370295"/>
                </a:lnTo>
                <a:lnTo>
                  <a:pt x="1749390" y="1372533"/>
                </a:lnTo>
                <a:lnTo>
                  <a:pt x="1751524" y="1374391"/>
                </a:lnTo>
                <a:lnTo>
                  <a:pt x="1754048" y="1376772"/>
                </a:lnTo>
                <a:lnTo>
                  <a:pt x="1756953" y="1379677"/>
                </a:lnTo>
                <a:lnTo>
                  <a:pt x="1758753" y="1382925"/>
                </a:lnTo>
                <a:lnTo>
                  <a:pt x="1759458" y="1386535"/>
                </a:lnTo>
                <a:lnTo>
                  <a:pt x="1760172" y="1388916"/>
                </a:lnTo>
                <a:lnTo>
                  <a:pt x="1760906" y="1390069"/>
                </a:lnTo>
                <a:lnTo>
                  <a:pt x="1761487" y="1391164"/>
                </a:lnTo>
                <a:lnTo>
                  <a:pt x="1761915" y="1392184"/>
                </a:lnTo>
                <a:lnTo>
                  <a:pt x="1763668" y="1394565"/>
                </a:lnTo>
                <a:lnTo>
                  <a:pt x="1766745" y="1398308"/>
                </a:lnTo>
                <a:lnTo>
                  <a:pt x="1768288" y="1401718"/>
                </a:lnTo>
                <a:lnTo>
                  <a:pt x="1768288" y="1404795"/>
                </a:lnTo>
                <a:lnTo>
                  <a:pt x="1768592" y="1407176"/>
                </a:lnTo>
                <a:lnTo>
                  <a:pt x="1769202" y="1408862"/>
                </a:lnTo>
                <a:lnTo>
                  <a:pt x="1769507" y="1411548"/>
                </a:lnTo>
                <a:lnTo>
                  <a:pt x="1769507" y="1415234"/>
                </a:lnTo>
                <a:lnTo>
                  <a:pt x="1768945" y="1417615"/>
                </a:lnTo>
                <a:lnTo>
                  <a:pt x="1767821" y="1418692"/>
                </a:lnTo>
                <a:lnTo>
                  <a:pt x="1767249" y="1420511"/>
                </a:lnTo>
                <a:lnTo>
                  <a:pt x="1767249" y="1423073"/>
                </a:lnTo>
                <a:lnTo>
                  <a:pt x="1765973" y="1424349"/>
                </a:lnTo>
                <a:lnTo>
                  <a:pt x="1763411" y="1424349"/>
                </a:lnTo>
                <a:lnTo>
                  <a:pt x="1761649" y="1424978"/>
                </a:lnTo>
                <a:lnTo>
                  <a:pt x="1760696" y="1426226"/>
                </a:lnTo>
                <a:lnTo>
                  <a:pt x="1758315" y="1426845"/>
                </a:lnTo>
                <a:lnTo>
                  <a:pt x="1754505" y="1426845"/>
                </a:lnTo>
                <a:lnTo>
                  <a:pt x="1752171" y="1426893"/>
                </a:lnTo>
                <a:lnTo>
                  <a:pt x="1751305" y="1426978"/>
                </a:lnTo>
                <a:lnTo>
                  <a:pt x="1748923" y="1427016"/>
                </a:lnTo>
                <a:lnTo>
                  <a:pt x="1745028" y="1427016"/>
                </a:lnTo>
                <a:lnTo>
                  <a:pt x="1742637" y="1427007"/>
                </a:lnTo>
                <a:lnTo>
                  <a:pt x="1741751" y="1426988"/>
                </a:lnTo>
                <a:lnTo>
                  <a:pt x="1739370" y="1426978"/>
                </a:lnTo>
                <a:lnTo>
                  <a:pt x="1735493" y="1426978"/>
                </a:lnTo>
                <a:lnTo>
                  <a:pt x="1733112" y="1426988"/>
                </a:lnTo>
                <a:lnTo>
                  <a:pt x="1732236" y="1426997"/>
                </a:lnTo>
                <a:lnTo>
                  <a:pt x="1729854" y="1426978"/>
                </a:lnTo>
                <a:lnTo>
                  <a:pt x="1725968" y="1426940"/>
                </a:lnTo>
                <a:lnTo>
                  <a:pt x="1723577" y="1426931"/>
                </a:lnTo>
                <a:lnTo>
                  <a:pt x="1722692" y="1426959"/>
                </a:lnTo>
                <a:lnTo>
                  <a:pt x="1720310" y="1426997"/>
                </a:lnTo>
                <a:lnTo>
                  <a:pt x="1716434" y="1427036"/>
                </a:lnTo>
                <a:lnTo>
                  <a:pt x="1714081" y="1427055"/>
                </a:lnTo>
                <a:lnTo>
                  <a:pt x="1713243" y="1427064"/>
                </a:lnTo>
                <a:lnTo>
                  <a:pt x="1710861" y="1427093"/>
                </a:lnTo>
                <a:lnTo>
                  <a:pt x="1706937" y="1427131"/>
                </a:lnTo>
                <a:lnTo>
                  <a:pt x="1704546" y="1427121"/>
                </a:lnTo>
                <a:lnTo>
                  <a:pt x="1703699" y="1427074"/>
                </a:lnTo>
                <a:lnTo>
                  <a:pt x="1701317" y="1427045"/>
                </a:lnTo>
                <a:lnTo>
                  <a:pt x="1697403" y="1427045"/>
                </a:lnTo>
                <a:lnTo>
                  <a:pt x="1695098" y="1427121"/>
                </a:lnTo>
                <a:lnTo>
                  <a:pt x="1694402" y="1427274"/>
                </a:lnTo>
                <a:lnTo>
                  <a:pt x="1693783" y="1427702"/>
                </a:lnTo>
                <a:lnTo>
                  <a:pt x="1693231" y="1428398"/>
                </a:lnTo>
                <a:lnTo>
                  <a:pt x="1693240" y="1430788"/>
                </a:lnTo>
                <a:lnTo>
                  <a:pt x="1693802" y="1434875"/>
                </a:lnTo>
                <a:lnTo>
                  <a:pt x="1694193" y="1437256"/>
                </a:lnTo>
                <a:lnTo>
                  <a:pt x="1694393" y="1437932"/>
                </a:lnTo>
                <a:lnTo>
                  <a:pt x="1694736" y="1438466"/>
                </a:lnTo>
                <a:lnTo>
                  <a:pt x="1695212" y="1438837"/>
                </a:lnTo>
                <a:lnTo>
                  <a:pt x="1695917" y="1439304"/>
                </a:lnTo>
                <a:lnTo>
                  <a:pt x="1696841" y="1439856"/>
                </a:lnTo>
                <a:lnTo>
                  <a:pt x="1699222" y="1440542"/>
                </a:lnTo>
                <a:lnTo>
                  <a:pt x="1703060" y="1441352"/>
                </a:lnTo>
                <a:lnTo>
                  <a:pt x="1707290" y="1443266"/>
                </a:lnTo>
                <a:lnTo>
                  <a:pt x="1711909" y="1446286"/>
                </a:lnTo>
                <a:lnTo>
                  <a:pt x="1714290" y="1447819"/>
                </a:lnTo>
                <a:lnTo>
                  <a:pt x="1716957" y="1448152"/>
                </a:lnTo>
                <a:lnTo>
                  <a:pt x="1721672" y="1448638"/>
                </a:lnTo>
                <a:lnTo>
                  <a:pt x="1724301" y="1448895"/>
                </a:lnTo>
                <a:lnTo>
                  <a:pt x="1724863" y="1448914"/>
                </a:lnTo>
                <a:lnTo>
                  <a:pt x="1727244" y="1448667"/>
                </a:lnTo>
                <a:lnTo>
                  <a:pt x="1731445" y="1448162"/>
                </a:lnTo>
                <a:lnTo>
                  <a:pt x="1733569" y="1447905"/>
                </a:lnTo>
                <a:lnTo>
                  <a:pt x="1734036" y="1445828"/>
                </a:lnTo>
                <a:lnTo>
                  <a:pt x="1734798" y="1441885"/>
                </a:lnTo>
                <a:lnTo>
                  <a:pt x="1737160" y="1439847"/>
                </a:lnTo>
                <a:lnTo>
                  <a:pt x="1741103" y="1439732"/>
                </a:lnTo>
                <a:lnTo>
                  <a:pt x="1743370" y="1439618"/>
                </a:lnTo>
                <a:lnTo>
                  <a:pt x="1743961" y="1439513"/>
                </a:lnTo>
                <a:lnTo>
                  <a:pt x="1746342" y="1439180"/>
                </a:lnTo>
                <a:lnTo>
                  <a:pt x="1750514" y="1438637"/>
                </a:lnTo>
                <a:lnTo>
                  <a:pt x="1754743" y="1440723"/>
                </a:lnTo>
                <a:lnTo>
                  <a:pt x="1759020" y="1445438"/>
                </a:lnTo>
                <a:lnTo>
                  <a:pt x="1761087" y="1449867"/>
                </a:lnTo>
                <a:lnTo>
                  <a:pt x="1760944" y="1454010"/>
                </a:lnTo>
                <a:lnTo>
                  <a:pt x="1760458" y="1456392"/>
                </a:lnTo>
                <a:lnTo>
                  <a:pt x="1759610" y="1457011"/>
                </a:lnTo>
                <a:lnTo>
                  <a:pt x="1759134" y="1458916"/>
                </a:lnTo>
                <a:lnTo>
                  <a:pt x="1759010" y="1462088"/>
                </a:lnTo>
                <a:lnTo>
                  <a:pt x="1757363" y="1463621"/>
                </a:lnTo>
                <a:lnTo>
                  <a:pt x="1754191" y="1463507"/>
                </a:lnTo>
                <a:lnTo>
                  <a:pt x="1752219" y="1463916"/>
                </a:lnTo>
                <a:lnTo>
                  <a:pt x="1751447" y="1464850"/>
                </a:lnTo>
                <a:lnTo>
                  <a:pt x="1749066" y="1465545"/>
                </a:lnTo>
                <a:lnTo>
                  <a:pt x="1745075" y="1466012"/>
                </a:lnTo>
                <a:lnTo>
                  <a:pt x="1742904" y="1466231"/>
                </a:lnTo>
                <a:lnTo>
                  <a:pt x="1742561" y="1466183"/>
                </a:lnTo>
                <a:lnTo>
                  <a:pt x="1741894" y="1466336"/>
                </a:lnTo>
                <a:lnTo>
                  <a:pt x="1740903" y="1466679"/>
                </a:lnTo>
                <a:lnTo>
                  <a:pt x="1739789" y="1467945"/>
                </a:lnTo>
                <a:lnTo>
                  <a:pt x="1738560" y="1470146"/>
                </a:lnTo>
                <a:lnTo>
                  <a:pt x="1736846" y="1471308"/>
                </a:lnTo>
                <a:lnTo>
                  <a:pt x="1734645" y="1471422"/>
                </a:lnTo>
                <a:lnTo>
                  <a:pt x="1732798" y="1471955"/>
                </a:lnTo>
                <a:lnTo>
                  <a:pt x="1731283" y="1472889"/>
                </a:lnTo>
                <a:lnTo>
                  <a:pt x="1728902" y="1473356"/>
                </a:lnTo>
                <a:lnTo>
                  <a:pt x="1725654" y="1473356"/>
                </a:lnTo>
                <a:lnTo>
                  <a:pt x="1723244" y="1473337"/>
                </a:lnTo>
                <a:lnTo>
                  <a:pt x="1721682" y="1473279"/>
                </a:lnTo>
                <a:lnTo>
                  <a:pt x="1719301" y="1473279"/>
                </a:lnTo>
                <a:lnTo>
                  <a:pt x="1716100" y="1473337"/>
                </a:lnTo>
                <a:lnTo>
                  <a:pt x="1713024" y="1472641"/>
                </a:lnTo>
                <a:lnTo>
                  <a:pt x="1710061" y="1471193"/>
                </a:lnTo>
                <a:lnTo>
                  <a:pt x="1707680" y="1470460"/>
                </a:lnTo>
                <a:lnTo>
                  <a:pt x="1705880" y="1470460"/>
                </a:lnTo>
                <a:lnTo>
                  <a:pt x="1703927" y="1469555"/>
                </a:lnTo>
                <a:lnTo>
                  <a:pt x="1701832" y="1467755"/>
                </a:lnTo>
                <a:lnTo>
                  <a:pt x="1699450" y="1466517"/>
                </a:lnTo>
                <a:lnTo>
                  <a:pt x="1696783" y="1465859"/>
                </a:lnTo>
                <a:lnTo>
                  <a:pt x="1694002" y="1464412"/>
                </a:lnTo>
                <a:lnTo>
                  <a:pt x="1691097" y="1462173"/>
                </a:lnTo>
                <a:lnTo>
                  <a:pt x="1688716" y="1460916"/>
                </a:lnTo>
                <a:lnTo>
                  <a:pt x="1686858" y="1460640"/>
                </a:lnTo>
                <a:lnTo>
                  <a:pt x="1685096" y="1459706"/>
                </a:lnTo>
                <a:lnTo>
                  <a:pt x="1683449" y="1458116"/>
                </a:lnTo>
                <a:lnTo>
                  <a:pt x="1681067" y="1455830"/>
                </a:lnTo>
                <a:lnTo>
                  <a:pt x="1677953" y="1452829"/>
                </a:lnTo>
                <a:lnTo>
                  <a:pt x="1675448" y="1450448"/>
                </a:lnTo>
                <a:lnTo>
                  <a:pt x="1673543" y="1448686"/>
                </a:lnTo>
                <a:lnTo>
                  <a:pt x="1672457" y="1446714"/>
                </a:lnTo>
                <a:lnTo>
                  <a:pt x="1672199" y="1444552"/>
                </a:lnTo>
                <a:lnTo>
                  <a:pt x="1671171" y="1442171"/>
                </a:lnTo>
                <a:lnTo>
                  <a:pt x="1669380" y="1439570"/>
                </a:lnTo>
                <a:lnTo>
                  <a:pt x="1668085" y="1436075"/>
                </a:lnTo>
                <a:lnTo>
                  <a:pt x="1667275" y="1431684"/>
                </a:lnTo>
                <a:lnTo>
                  <a:pt x="1666713" y="1429302"/>
                </a:lnTo>
                <a:lnTo>
                  <a:pt x="1666399" y="1428931"/>
                </a:lnTo>
                <a:lnTo>
                  <a:pt x="1666227" y="1428579"/>
                </a:lnTo>
                <a:lnTo>
                  <a:pt x="1666208" y="1428236"/>
                </a:lnTo>
                <a:lnTo>
                  <a:pt x="1665094" y="1425854"/>
                </a:lnTo>
                <a:lnTo>
                  <a:pt x="1662875" y="1421435"/>
                </a:lnTo>
                <a:lnTo>
                  <a:pt x="1661770" y="1417949"/>
                </a:lnTo>
                <a:lnTo>
                  <a:pt x="1661770" y="1415396"/>
                </a:lnTo>
                <a:lnTo>
                  <a:pt x="1662017" y="1413015"/>
                </a:lnTo>
                <a:lnTo>
                  <a:pt x="1662494" y="1410805"/>
                </a:lnTo>
                <a:lnTo>
                  <a:pt x="1662779" y="1408709"/>
                </a:lnTo>
                <a:lnTo>
                  <a:pt x="1662865" y="1406728"/>
                </a:lnTo>
                <a:lnTo>
                  <a:pt x="1663903" y="1405138"/>
                </a:lnTo>
                <a:lnTo>
                  <a:pt x="1665884" y="1403947"/>
                </a:lnTo>
                <a:lnTo>
                  <a:pt x="1666980" y="1402661"/>
                </a:lnTo>
                <a:lnTo>
                  <a:pt x="1667180" y="1401270"/>
                </a:lnTo>
                <a:lnTo>
                  <a:pt x="1667294" y="1400480"/>
                </a:lnTo>
                <a:lnTo>
                  <a:pt x="1667494" y="1398070"/>
                </a:lnTo>
                <a:lnTo>
                  <a:pt x="1667818" y="1393860"/>
                </a:lnTo>
                <a:lnTo>
                  <a:pt x="1668199" y="1391479"/>
                </a:lnTo>
                <a:lnTo>
                  <a:pt x="1668647" y="1390926"/>
                </a:lnTo>
                <a:lnTo>
                  <a:pt x="1668904" y="1388802"/>
                </a:lnTo>
                <a:lnTo>
                  <a:pt x="1668961" y="1385097"/>
                </a:lnTo>
                <a:lnTo>
                  <a:pt x="1670847" y="1383078"/>
                </a:lnTo>
                <a:lnTo>
                  <a:pt x="1674552" y="1382763"/>
                </a:lnTo>
                <a:lnTo>
                  <a:pt x="1676610" y="1382439"/>
                </a:lnTo>
                <a:lnTo>
                  <a:pt x="1677019" y="1382116"/>
                </a:lnTo>
                <a:lnTo>
                  <a:pt x="1677305" y="1381744"/>
                </a:lnTo>
                <a:lnTo>
                  <a:pt x="1677467" y="1381335"/>
                </a:lnTo>
                <a:lnTo>
                  <a:pt x="1677724" y="1379210"/>
                </a:lnTo>
                <a:lnTo>
                  <a:pt x="1678076" y="1375372"/>
                </a:lnTo>
                <a:lnTo>
                  <a:pt x="1680172" y="1373305"/>
                </a:lnTo>
                <a:lnTo>
                  <a:pt x="1684010" y="1373000"/>
                </a:lnTo>
                <a:lnTo>
                  <a:pt x="1686116" y="1372733"/>
                </a:lnTo>
                <a:lnTo>
                  <a:pt x="1686497" y="1372476"/>
                </a:lnTo>
                <a:lnTo>
                  <a:pt x="1686906" y="1372172"/>
                </a:lnTo>
                <a:lnTo>
                  <a:pt x="1687344" y="1371791"/>
                </a:lnTo>
                <a:lnTo>
                  <a:pt x="1687801" y="1369866"/>
                </a:lnTo>
                <a:lnTo>
                  <a:pt x="1688287" y="1366409"/>
                </a:lnTo>
                <a:lnTo>
                  <a:pt x="1690259" y="1364647"/>
                </a:lnTo>
                <a:lnTo>
                  <a:pt x="1693716" y="1364590"/>
                </a:lnTo>
                <a:lnTo>
                  <a:pt x="1695793" y="1364285"/>
                </a:lnTo>
                <a:lnTo>
                  <a:pt x="1696469" y="1363723"/>
                </a:lnTo>
                <a:lnTo>
                  <a:pt x="1698850" y="1363228"/>
                </a:lnTo>
                <a:lnTo>
                  <a:pt x="1702937" y="1362808"/>
                </a:lnTo>
                <a:lnTo>
                  <a:pt x="1705127" y="1362627"/>
                </a:lnTo>
                <a:lnTo>
                  <a:pt x="1705432" y="1362666"/>
                </a:lnTo>
                <a:lnTo>
                  <a:pt x="1706232" y="1362532"/>
                </a:lnTo>
                <a:lnTo>
                  <a:pt x="1707509" y="1362227"/>
                </a:lnTo>
                <a:lnTo>
                  <a:pt x="1708871" y="1361208"/>
                </a:lnTo>
                <a:lnTo>
                  <a:pt x="1710319" y="1359475"/>
                </a:lnTo>
                <a:close/>
                <a:moveTo>
                  <a:pt x="1949053" y="1357427"/>
                </a:moveTo>
                <a:lnTo>
                  <a:pt x="1951434" y="1357674"/>
                </a:lnTo>
                <a:lnTo>
                  <a:pt x="1953749" y="1358865"/>
                </a:lnTo>
                <a:lnTo>
                  <a:pt x="1956006" y="1360999"/>
                </a:lnTo>
                <a:lnTo>
                  <a:pt x="1958388" y="1362847"/>
                </a:lnTo>
                <a:lnTo>
                  <a:pt x="1960893" y="1364380"/>
                </a:lnTo>
                <a:lnTo>
                  <a:pt x="1963464" y="1366761"/>
                </a:lnTo>
                <a:lnTo>
                  <a:pt x="1966093" y="1369990"/>
                </a:lnTo>
                <a:lnTo>
                  <a:pt x="1967351" y="1372848"/>
                </a:lnTo>
                <a:lnTo>
                  <a:pt x="1967217" y="1375353"/>
                </a:lnTo>
                <a:lnTo>
                  <a:pt x="1967294" y="1377734"/>
                </a:lnTo>
                <a:lnTo>
                  <a:pt x="1967589" y="1379992"/>
                </a:lnTo>
                <a:lnTo>
                  <a:pt x="1967741" y="1382525"/>
                </a:lnTo>
                <a:lnTo>
                  <a:pt x="1967741" y="1385316"/>
                </a:lnTo>
                <a:lnTo>
                  <a:pt x="1967675" y="1387697"/>
                </a:lnTo>
                <a:lnTo>
                  <a:pt x="1967532" y="1389669"/>
                </a:lnTo>
                <a:lnTo>
                  <a:pt x="1967598" y="1392117"/>
                </a:lnTo>
                <a:lnTo>
                  <a:pt x="1967875" y="1395051"/>
                </a:lnTo>
                <a:lnTo>
                  <a:pt x="1968008" y="1397432"/>
                </a:lnTo>
                <a:lnTo>
                  <a:pt x="1968008" y="1399261"/>
                </a:lnTo>
                <a:lnTo>
                  <a:pt x="1968046" y="1401680"/>
                </a:lnTo>
                <a:lnTo>
                  <a:pt x="1968132" y="1404690"/>
                </a:lnTo>
                <a:lnTo>
                  <a:pt x="1968170" y="1407071"/>
                </a:lnTo>
                <a:lnTo>
                  <a:pt x="1968170" y="1408824"/>
                </a:lnTo>
                <a:lnTo>
                  <a:pt x="1968208" y="1411243"/>
                </a:lnTo>
                <a:lnTo>
                  <a:pt x="1968284" y="1414329"/>
                </a:lnTo>
                <a:lnTo>
                  <a:pt x="1968303" y="1416710"/>
                </a:lnTo>
                <a:lnTo>
                  <a:pt x="1968256" y="1418387"/>
                </a:lnTo>
                <a:lnTo>
                  <a:pt x="1968198" y="1420701"/>
                </a:lnTo>
                <a:lnTo>
                  <a:pt x="1968113" y="1423664"/>
                </a:lnTo>
                <a:lnTo>
                  <a:pt x="1968075" y="1426045"/>
                </a:lnTo>
                <a:lnTo>
                  <a:pt x="1968075" y="1427845"/>
                </a:lnTo>
                <a:lnTo>
                  <a:pt x="1968113" y="1430274"/>
                </a:lnTo>
                <a:lnTo>
                  <a:pt x="1968198" y="1433312"/>
                </a:lnTo>
                <a:lnTo>
                  <a:pt x="1968303" y="1435694"/>
                </a:lnTo>
                <a:lnTo>
                  <a:pt x="1968437" y="1437418"/>
                </a:lnTo>
                <a:lnTo>
                  <a:pt x="1968427" y="1439789"/>
                </a:lnTo>
                <a:lnTo>
                  <a:pt x="1968265" y="1442809"/>
                </a:lnTo>
                <a:lnTo>
                  <a:pt x="1968227" y="1445190"/>
                </a:lnTo>
                <a:lnTo>
                  <a:pt x="1968313" y="1446933"/>
                </a:lnTo>
                <a:lnTo>
                  <a:pt x="1968351" y="1449353"/>
                </a:lnTo>
                <a:lnTo>
                  <a:pt x="1968351" y="1452448"/>
                </a:lnTo>
                <a:lnTo>
                  <a:pt x="1968313" y="1454829"/>
                </a:lnTo>
                <a:lnTo>
                  <a:pt x="1968227" y="1456496"/>
                </a:lnTo>
                <a:lnTo>
                  <a:pt x="1968227" y="1458868"/>
                </a:lnTo>
                <a:lnTo>
                  <a:pt x="1968303" y="1461973"/>
                </a:lnTo>
                <a:lnTo>
                  <a:pt x="1966798" y="1464107"/>
                </a:lnTo>
                <a:lnTo>
                  <a:pt x="1963693" y="1465278"/>
                </a:lnTo>
                <a:lnTo>
                  <a:pt x="1962064" y="1466021"/>
                </a:lnTo>
                <a:lnTo>
                  <a:pt x="1961883" y="1466336"/>
                </a:lnTo>
                <a:lnTo>
                  <a:pt x="1961464" y="1466583"/>
                </a:lnTo>
                <a:lnTo>
                  <a:pt x="1960797" y="1466764"/>
                </a:lnTo>
                <a:lnTo>
                  <a:pt x="1959588" y="1467926"/>
                </a:lnTo>
                <a:lnTo>
                  <a:pt x="1957816" y="1470079"/>
                </a:lnTo>
                <a:lnTo>
                  <a:pt x="1955854" y="1471155"/>
                </a:lnTo>
                <a:lnTo>
                  <a:pt x="1953701" y="1471155"/>
                </a:lnTo>
                <a:lnTo>
                  <a:pt x="1951234" y="1470079"/>
                </a:lnTo>
                <a:lnTo>
                  <a:pt x="1948463" y="1467926"/>
                </a:lnTo>
                <a:lnTo>
                  <a:pt x="1946081" y="1465450"/>
                </a:lnTo>
                <a:lnTo>
                  <a:pt x="1944091" y="1462649"/>
                </a:lnTo>
                <a:lnTo>
                  <a:pt x="1942433" y="1460268"/>
                </a:lnTo>
                <a:lnTo>
                  <a:pt x="1941100" y="1458306"/>
                </a:lnTo>
                <a:lnTo>
                  <a:pt x="1940462" y="1456687"/>
                </a:lnTo>
                <a:lnTo>
                  <a:pt x="1940509" y="1455401"/>
                </a:lnTo>
                <a:lnTo>
                  <a:pt x="1940471" y="1453020"/>
                </a:lnTo>
                <a:lnTo>
                  <a:pt x="1940338" y="1449543"/>
                </a:lnTo>
                <a:lnTo>
                  <a:pt x="1940252" y="1447067"/>
                </a:lnTo>
                <a:lnTo>
                  <a:pt x="1940195" y="1445600"/>
                </a:lnTo>
                <a:lnTo>
                  <a:pt x="1940233" y="1443218"/>
                </a:lnTo>
                <a:lnTo>
                  <a:pt x="1940366" y="1439923"/>
                </a:lnTo>
                <a:lnTo>
                  <a:pt x="1940404" y="1437580"/>
                </a:lnTo>
                <a:lnTo>
                  <a:pt x="1940347" y="1436189"/>
                </a:lnTo>
                <a:lnTo>
                  <a:pt x="1940195" y="1433808"/>
                </a:lnTo>
                <a:lnTo>
                  <a:pt x="1939928" y="1430436"/>
                </a:lnTo>
                <a:lnTo>
                  <a:pt x="1939804" y="1427921"/>
                </a:lnTo>
                <a:lnTo>
                  <a:pt x="1939804" y="1426274"/>
                </a:lnTo>
                <a:lnTo>
                  <a:pt x="1939747" y="1423892"/>
                </a:lnTo>
                <a:lnTo>
                  <a:pt x="1939633" y="1420778"/>
                </a:lnTo>
                <a:lnTo>
                  <a:pt x="1939576" y="1418339"/>
                </a:lnTo>
                <a:lnTo>
                  <a:pt x="1939576" y="1416577"/>
                </a:lnTo>
                <a:lnTo>
                  <a:pt x="1939576" y="1414196"/>
                </a:lnTo>
                <a:lnTo>
                  <a:pt x="1939576" y="1411195"/>
                </a:lnTo>
                <a:lnTo>
                  <a:pt x="1939538" y="1408786"/>
                </a:lnTo>
                <a:lnTo>
                  <a:pt x="1939471" y="1406957"/>
                </a:lnTo>
                <a:lnTo>
                  <a:pt x="1939433" y="1404576"/>
                </a:lnTo>
                <a:lnTo>
                  <a:pt x="1939433" y="1401642"/>
                </a:lnTo>
                <a:lnTo>
                  <a:pt x="1939404" y="1399223"/>
                </a:lnTo>
                <a:lnTo>
                  <a:pt x="1939328" y="1397318"/>
                </a:lnTo>
                <a:lnTo>
                  <a:pt x="1939290" y="1394936"/>
                </a:lnTo>
                <a:lnTo>
                  <a:pt x="1939290" y="1392079"/>
                </a:lnTo>
                <a:lnTo>
                  <a:pt x="1939290" y="1389698"/>
                </a:lnTo>
                <a:lnTo>
                  <a:pt x="1939290" y="1387793"/>
                </a:lnTo>
                <a:lnTo>
                  <a:pt x="1939347" y="1385411"/>
                </a:lnTo>
                <a:lnTo>
                  <a:pt x="1939471" y="1382554"/>
                </a:lnTo>
                <a:lnTo>
                  <a:pt x="1939528" y="1380230"/>
                </a:lnTo>
                <a:lnTo>
                  <a:pt x="1939528" y="1378448"/>
                </a:lnTo>
                <a:lnTo>
                  <a:pt x="1939661" y="1376067"/>
                </a:lnTo>
                <a:lnTo>
                  <a:pt x="1939938" y="1373086"/>
                </a:lnTo>
                <a:lnTo>
                  <a:pt x="1940033" y="1370809"/>
                </a:lnTo>
                <a:lnTo>
                  <a:pt x="1939957" y="1369219"/>
                </a:lnTo>
                <a:lnTo>
                  <a:pt x="1940719" y="1368238"/>
                </a:lnTo>
                <a:lnTo>
                  <a:pt x="1942309" y="1367866"/>
                </a:lnTo>
                <a:lnTo>
                  <a:pt x="1943310" y="1366485"/>
                </a:lnTo>
                <a:lnTo>
                  <a:pt x="1943738" y="1364113"/>
                </a:lnTo>
                <a:lnTo>
                  <a:pt x="1944995" y="1362713"/>
                </a:lnTo>
                <a:lnTo>
                  <a:pt x="1947072" y="1362285"/>
                </a:lnTo>
                <a:lnTo>
                  <a:pt x="1948053" y="1360884"/>
                </a:lnTo>
                <a:lnTo>
                  <a:pt x="1947929" y="1358503"/>
                </a:lnTo>
                <a:close/>
                <a:moveTo>
                  <a:pt x="2046580" y="1360303"/>
                </a:moveTo>
                <a:lnTo>
                  <a:pt x="2047446" y="1360218"/>
                </a:lnTo>
                <a:lnTo>
                  <a:pt x="2049780" y="1360170"/>
                </a:lnTo>
                <a:lnTo>
                  <a:pt x="2053590" y="1360170"/>
                </a:lnTo>
                <a:lnTo>
                  <a:pt x="2055971" y="1360189"/>
                </a:lnTo>
                <a:lnTo>
                  <a:pt x="2056924" y="1360237"/>
                </a:lnTo>
                <a:lnTo>
                  <a:pt x="2058353" y="1360713"/>
                </a:lnTo>
                <a:lnTo>
                  <a:pt x="2060258" y="1361618"/>
                </a:lnTo>
                <a:lnTo>
                  <a:pt x="2062639" y="1362237"/>
                </a:lnTo>
                <a:lnTo>
                  <a:pt x="2065496" y="1362561"/>
                </a:lnTo>
                <a:lnTo>
                  <a:pt x="2067135" y="1362770"/>
                </a:lnTo>
                <a:lnTo>
                  <a:pt x="2067554" y="1362866"/>
                </a:lnTo>
                <a:lnTo>
                  <a:pt x="2069935" y="1363237"/>
                </a:lnTo>
                <a:lnTo>
                  <a:pt x="2074278" y="1363894"/>
                </a:lnTo>
                <a:lnTo>
                  <a:pt x="2078793" y="1366066"/>
                </a:lnTo>
                <a:lnTo>
                  <a:pt x="2083479" y="1369752"/>
                </a:lnTo>
                <a:lnTo>
                  <a:pt x="2085861" y="1371638"/>
                </a:lnTo>
                <a:lnTo>
                  <a:pt x="2088032" y="1374096"/>
                </a:lnTo>
                <a:lnTo>
                  <a:pt x="2092138" y="1378782"/>
                </a:lnTo>
                <a:lnTo>
                  <a:pt x="2094252" y="1383240"/>
                </a:lnTo>
                <a:lnTo>
                  <a:pt x="2094367" y="1387459"/>
                </a:lnTo>
                <a:lnTo>
                  <a:pt x="2094147" y="1389840"/>
                </a:lnTo>
                <a:lnTo>
                  <a:pt x="2093595" y="1390383"/>
                </a:lnTo>
                <a:lnTo>
                  <a:pt x="2092985" y="1392145"/>
                </a:lnTo>
                <a:lnTo>
                  <a:pt x="2092300" y="1395136"/>
                </a:lnTo>
                <a:lnTo>
                  <a:pt x="2090461" y="1396536"/>
                </a:lnTo>
                <a:lnTo>
                  <a:pt x="2087470" y="1396336"/>
                </a:lnTo>
                <a:lnTo>
                  <a:pt x="2083822" y="1395070"/>
                </a:lnTo>
                <a:lnTo>
                  <a:pt x="2079508" y="1392726"/>
                </a:lnTo>
                <a:lnTo>
                  <a:pt x="2077126" y="1391526"/>
                </a:lnTo>
                <a:lnTo>
                  <a:pt x="2076679" y="1391469"/>
                </a:lnTo>
                <a:lnTo>
                  <a:pt x="2076212" y="1391250"/>
                </a:lnTo>
                <a:lnTo>
                  <a:pt x="2075736" y="1390850"/>
                </a:lnTo>
                <a:lnTo>
                  <a:pt x="2073354" y="1389736"/>
                </a:lnTo>
                <a:lnTo>
                  <a:pt x="2069068" y="1387916"/>
                </a:lnTo>
                <a:lnTo>
                  <a:pt x="2065211" y="1386202"/>
                </a:lnTo>
                <a:lnTo>
                  <a:pt x="2061782" y="1384592"/>
                </a:lnTo>
                <a:lnTo>
                  <a:pt x="2059400" y="1383792"/>
                </a:lnTo>
                <a:lnTo>
                  <a:pt x="2058067" y="1383792"/>
                </a:lnTo>
                <a:lnTo>
                  <a:pt x="2055866" y="1383973"/>
                </a:lnTo>
                <a:lnTo>
                  <a:pt x="2052809" y="1384344"/>
                </a:lnTo>
                <a:lnTo>
                  <a:pt x="2050428" y="1384630"/>
                </a:lnTo>
                <a:lnTo>
                  <a:pt x="2048723" y="1384830"/>
                </a:lnTo>
                <a:lnTo>
                  <a:pt x="2047199" y="1385687"/>
                </a:lnTo>
                <a:lnTo>
                  <a:pt x="2045856" y="1387202"/>
                </a:lnTo>
                <a:lnTo>
                  <a:pt x="2043474" y="1387983"/>
                </a:lnTo>
                <a:lnTo>
                  <a:pt x="2040055" y="1388050"/>
                </a:lnTo>
                <a:lnTo>
                  <a:pt x="2038045" y="1388431"/>
                </a:lnTo>
                <a:lnTo>
                  <a:pt x="2037445" y="1389107"/>
                </a:lnTo>
                <a:lnTo>
                  <a:pt x="2036407" y="1389745"/>
                </a:lnTo>
                <a:lnTo>
                  <a:pt x="2034921" y="1390345"/>
                </a:lnTo>
                <a:lnTo>
                  <a:pt x="2034321" y="1392126"/>
                </a:lnTo>
                <a:lnTo>
                  <a:pt x="2034597" y="1395089"/>
                </a:lnTo>
                <a:lnTo>
                  <a:pt x="2033264" y="1396470"/>
                </a:lnTo>
                <a:lnTo>
                  <a:pt x="2030301" y="1396279"/>
                </a:lnTo>
                <a:lnTo>
                  <a:pt x="2028558" y="1396908"/>
                </a:lnTo>
                <a:lnTo>
                  <a:pt x="2028015" y="1398365"/>
                </a:lnTo>
                <a:lnTo>
                  <a:pt x="2027606" y="1399365"/>
                </a:lnTo>
                <a:lnTo>
                  <a:pt x="2027320" y="1399908"/>
                </a:lnTo>
                <a:lnTo>
                  <a:pt x="2027177" y="1402147"/>
                </a:lnTo>
                <a:lnTo>
                  <a:pt x="2027177" y="1406081"/>
                </a:lnTo>
                <a:lnTo>
                  <a:pt x="2026815" y="1408462"/>
                </a:lnTo>
                <a:lnTo>
                  <a:pt x="2026091" y="1409290"/>
                </a:lnTo>
                <a:lnTo>
                  <a:pt x="2025653" y="1411234"/>
                </a:lnTo>
                <a:lnTo>
                  <a:pt x="2025501" y="1414291"/>
                </a:lnTo>
                <a:lnTo>
                  <a:pt x="2025358" y="1416672"/>
                </a:lnTo>
                <a:lnTo>
                  <a:pt x="2025225" y="1418377"/>
                </a:lnTo>
                <a:lnTo>
                  <a:pt x="2025196" y="1420730"/>
                </a:lnTo>
                <a:lnTo>
                  <a:pt x="2025282" y="1423740"/>
                </a:lnTo>
                <a:lnTo>
                  <a:pt x="2025644" y="1426121"/>
                </a:lnTo>
                <a:lnTo>
                  <a:pt x="2026310" y="1427874"/>
                </a:lnTo>
                <a:lnTo>
                  <a:pt x="2027187" y="1430341"/>
                </a:lnTo>
                <a:lnTo>
                  <a:pt x="2028282" y="1433513"/>
                </a:lnTo>
                <a:lnTo>
                  <a:pt x="2029663" y="1435894"/>
                </a:lnTo>
                <a:lnTo>
                  <a:pt x="2031321" y="1437484"/>
                </a:lnTo>
                <a:lnTo>
                  <a:pt x="2033702" y="1438961"/>
                </a:lnTo>
                <a:lnTo>
                  <a:pt x="2036807" y="1440342"/>
                </a:lnTo>
                <a:lnTo>
                  <a:pt x="2040560" y="1442552"/>
                </a:lnTo>
                <a:lnTo>
                  <a:pt x="2044979" y="1445600"/>
                </a:lnTo>
                <a:lnTo>
                  <a:pt x="2047361" y="1447133"/>
                </a:lnTo>
                <a:lnTo>
                  <a:pt x="2047704" y="1447152"/>
                </a:lnTo>
                <a:lnTo>
                  <a:pt x="2048218" y="1447324"/>
                </a:lnTo>
                <a:lnTo>
                  <a:pt x="2048894" y="1447638"/>
                </a:lnTo>
                <a:lnTo>
                  <a:pt x="2051275" y="1447924"/>
                </a:lnTo>
                <a:lnTo>
                  <a:pt x="2055362" y="1448181"/>
                </a:lnTo>
                <a:lnTo>
                  <a:pt x="2057533" y="1448314"/>
                </a:lnTo>
                <a:lnTo>
                  <a:pt x="2057800" y="1448324"/>
                </a:lnTo>
                <a:lnTo>
                  <a:pt x="2059095" y="1448200"/>
                </a:lnTo>
                <a:lnTo>
                  <a:pt x="2061429" y="1447933"/>
                </a:lnTo>
                <a:lnTo>
                  <a:pt x="2063086" y="1447209"/>
                </a:lnTo>
                <a:lnTo>
                  <a:pt x="2064058" y="1446019"/>
                </a:lnTo>
                <a:lnTo>
                  <a:pt x="2065144" y="1445390"/>
                </a:lnTo>
                <a:lnTo>
                  <a:pt x="2066334" y="1445324"/>
                </a:lnTo>
                <a:lnTo>
                  <a:pt x="2067296" y="1443914"/>
                </a:lnTo>
                <a:lnTo>
                  <a:pt x="2068049" y="1441152"/>
                </a:lnTo>
                <a:lnTo>
                  <a:pt x="2070430" y="1439494"/>
                </a:lnTo>
                <a:lnTo>
                  <a:pt x="2074440" y="1438923"/>
                </a:lnTo>
                <a:lnTo>
                  <a:pt x="2076526" y="1438627"/>
                </a:lnTo>
                <a:lnTo>
                  <a:pt x="2076993" y="1438504"/>
                </a:lnTo>
                <a:lnTo>
                  <a:pt x="2077460" y="1438351"/>
                </a:lnTo>
                <a:lnTo>
                  <a:pt x="2078403" y="1436913"/>
                </a:lnTo>
                <a:lnTo>
                  <a:pt x="2079822" y="1434189"/>
                </a:lnTo>
                <a:lnTo>
                  <a:pt x="2081889" y="1432903"/>
                </a:lnTo>
                <a:lnTo>
                  <a:pt x="2084613" y="1433055"/>
                </a:lnTo>
                <a:lnTo>
                  <a:pt x="2087804" y="1434417"/>
                </a:lnTo>
                <a:lnTo>
                  <a:pt x="2091471" y="1436989"/>
                </a:lnTo>
                <a:lnTo>
                  <a:pt x="2093852" y="1439704"/>
                </a:lnTo>
                <a:lnTo>
                  <a:pt x="2094948" y="1442561"/>
                </a:lnTo>
                <a:lnTo>
                  <a:pt x="2095976" y="1444943"/>
                </a:lnTo>
                <a:lnTo>
                  <a:pt x="2096929" y="1446848"/>
                </a:lnTo>
                <a:lnTo>
                  <a:pt x="2097434" y="1448305"/>
                </a:lnTo>
                <a:lnTo>
                  <a:pt x="2097481" y="1449305"/>
                </a:lnTo>
                <a:lnTo>
                  <a:pt x="2097005" y="1449896"/>
                </a:lnTo>
                <a:lnTo>
                  <a:pt x="2096005" y="1450086"/>
                </a:lnTo>
                <a:lnTo>
                  <a:pt x="2095214" y="1451686"/>
                </a:lnTo>
                <a:lnTo>
                  <a:pt x="2094652" y="1454687"/>
                </a:lnTo>
                <a:lnTo>
                  <a:pt x="2094081" y="1456477"/>
                </a:lnTo>
                <a:lnTo>
                  <a:pt x="2093500" y="1457039"/>
                </a:lnTo>
                <a:lnTo>
                  <a:pt x="2093109" y="1459030"/>
                </a:lnTo>
                <a:lnTo>
                  <a:pt x="2092909" y="1462449"/>
                </a:lnTo>
                <a:lnTo>
                  <a:pt x="2091099" y="1464154"/>
                </a:lnTo>
                <a:lnTo>
                  <a:pt x="2087680" y="1464154"/>
                </a:lnTo>
                <a:lnTo>
                  <a:pt x="2085670" y="1464526"/>
                </a:lnTo>
                <a:lnTo>
                  <a:pt x="2085070" y="1465269"/>
                </a:lnTo>
                <a:lnTo>
                  <a:pt x="2082689" y="1465945"/>
                </a:lnTo>
                <a:lnTo>
                  <a:pt x="2078526" y="1466545"/>
                </a:lnTo>
                <a:lnTo>
                  <a:pt x="2075621" y="1468403"/>
                </a:lnTo>
                <a:lnTo>
                  <a:pt x="2073974" y="1471517"/>
                </a:lnTo>
                <a:lnTo>
                  <a:pt x="2071592" y="1473070"/>
                </a:lnTo>
                <a:lnTo>
                  <a:pt x="2068478" y="1473070"/>
                </a:lnTo>
                <a:lnTo>
                  <a:pt x="2066325" y="1473289"/>
                </a:lnTo>
                <a:lnTo>
                  <a:pt x="2065115" y="1473737"/>
                </a:lnTo>
                <a:lnTo>
                  <a:pt x="2062734" y="1473984"/>
                </a:lnTo>
                <a:lnTo>
                  <a:pt x="2059181" y="1474041"/>
                </a:lnTo>
                <a:lnTo>
                  <a:pt x="2056809" y="1474051"/>
                </a:lnTo>
                <a:lnTo>
                  <a:pt x="2055619" y="1474013"/>
                </a:lnTo>
                <a:lnTo>
                  <a:pt x="2053238" y="1473994"/>
                </a:lnTo>
                <a:lnTo>
                  <a:pt x="2049666" y="1473994"/>
                </a:lnTo>
                <a:lnTo>
                  <a:pt x="2046646" y="1473356"/>
                </a:lnTo>
                <a:lnTo>
                  <a:pt x="2044189" y="1472089"/>
                </a:lnTo>
                <a:lnTo>
                  <a:pt x="2041808" y="1471422"/>
                </a:lnTo>
                <a:lnTo>
                  <a:pt x="2039503" y="1471355"/>
                </a:lnTo>
                <a:lnTo>
                  <a:pt x="2037026" y="1470203"/>
                </a:lnTo>
                <a:lnTo>
                  <a:pt x="2034378" y="1467964"/>
                </a:lnTo>
                <a:lnTo>
                  <a:pt x="2031997" y="1466517"/>
                </a:lnTo>
                <a:lnTo>
                  <a:pt x="2029882" y="1465840"/>
                </a:lnTo>
                <a:lnTo>
                  <a:pt x="2027149" y="1464164"/>
                </a:lnTo>
                <a:lnTo>
                  <a:pt x="2023786" y="1461468"/>
                </a:lnTo>
                <a:lnTo>
                  <a:pt x="2021405" y="1460049"/>
                </a:lnTo>
                <a:lnTo>
                  <a:pt x="2020005" y="1459906"/>
                </a:lnTo>
                <a:lnTo>
                  <a:pt x="2018643" y="1459201"/>
                </a:lnTo>
                <a:lnTo>
                  <a:pt x="2017319" y="1457954"/>
                </a:lnTo>
                <a:lnTo>
                  <a:pt x="2014938" y="1455391"/>
                </a:lnTo>
                <a:lnTo>
                  <a:pt x="2011499" y="1451524"/>
                </a:lnTo>
                <a:lnTo>
                  <a:pt x="2009356" y="1449143"/>
                </a:lnTo>
                <a:lnTo>
                  <a:pt x="2008518" y="1448248"/>
                </a:lnTo>
                <a:lnTo>
                  <a:pt x="2008070" y="1447352"/>
                </a:lnTo>
                <a:lnTo>
                  <a:pt x="2008013" y="1446457"/>
                </a:lnTo>
                <a:lnTo>
                  <a:pt x="2006498" y="1444076"/>
                </a:lnTo>
                <a:lnTo>
                  <a:pt x="2003527" y="1440209"/>
                </a:lnTo>
                <a:lnTo>
                  <a:pt x="2001793" y="1436084"/>
                </a:lnTo>
                <a:lnTo>
                  <a:pt x="2001288" y="1431712"/>
                </a:lnTo>
                <a:lnTo>
                  <a:pt x="2000964" y="1429331"/>
                </a:lnTo>
                <a:lnTo>
                  <a:pt x="2000822" y="1428941"/>
                </a:lnTo>
                <a:lnTo>
                  <a:pt x="2000631" y="1427664"/>
                </a:lnTo>
                <a:lnTo>
                  <a:pt x="2000374" y="1425502"/>
                </a:lnTo>
                <a:lnTo>
                  <a:pt x="1999298" y="1423121"/>
                </a:lnTo>
                <a:lnTo>
                  <a:pt x="1997393" y="1420520"/>
                </a:lnTo>
                <a:lnTo>
                  <a:pt x="1996554" y="1418387"/>
                </a:lnTo>
                <a:lnTo>
                  <a:pt x="1996773" y="1416701"/>
                </a:lnTo>
                <a:lnTo>
                  <a:pt x="1997097" y="1414320"/>
                </a:lnTo>
                <a:lnTo>
                  <a:pt x="1997507" y="1411243"/>
                </a:lnTo>
                <a:lnTo>
                  <a:pt x="1997783" y="1409138"/>
                </a:lnTo>
                <a:lnTo>
                  <a:pt x="1997935" y="1408024"/>
                </a:lnTo>
                <a:lnTo>
                  <a:pt x="1998574" y="1407224"/>
                </a:lnTo>
                <a:lnTo>
                  <a:pt x="1999688" y="1406757"/>
                </a:lnTo>
                <a:lnTo>
                  <a:pt x="2000412" y="1405099"/>
                </a:lnTo>
                <a:lnTo>
                  <a:pt x="2000745" y="1402261"/>
                </a:lnTo>
                <a:lnTo>
                  <a:pt x="2000907" y="1400670"/>
                </a:lnTo>
                <a:lnTo>
                  <a:pt x="2000907" y="1400337"/>
                </a:lnTo>
                <a:lnTo>
                  <a:pt x="2001069" y="1398118"/>
                </a:lnTo>
                <a:lnTo>
                  <a:pt x="2001383" y="1394003"/>
                </a:lnTo>
                <a:lnTo>
                  <a:pt x="2001736" y="1391622"/>
                </a:lnTo>
                <a:lnTo>
                  <a:pt x="2002107" y="1390974"/>
                </a:lnTo>
                <a:lnTo>
                  <a:pt x="2002393" y="1388869"/>
                </a:lnTo>
                <a:lnTo>
                  <a:pt x="2002574" y="1385316"/>
                </a:lnTo>
                <a:lnTo>
                  <a:pt x="2004441" y="1383173"/>
                </a:lnTo>
                <a:lnTo>
                  <a:pt x="2007994" y="1382449"/>
                </a:lnTo>
                <a:lnTo>
                  <a:pt x="2009927" y="1382001"/>
                </a:lnTo>
                <a:lnTo>
                  <a:pt x="2010232" y="1381830"/>
                </a:lnTo>
                <a:lnTo>
                  <a:pt x="2010432" y="1381582"/>
                </a:lnTo>
                <a:lnTo>
                  <a:pt x="2010527" y="1381277"/>
                </a:lnTo>
                <a:lnTo>
                  <a:pt x="2010785" y="1379153"/>
                </a:lnTo>
                <a:lnTo>
                  <a:pt x="2011204" y="1375210"/>
                </a:lnTo>
                <a:lnTo>
                  <a:pt x="2013385" y="1373076"/>
                </a:lnTo>
                <a:lnTo>
                  <a:pt x="2017328" y="1372753"/>
                </a:lnTo>
                <a:lnTo>
                  <a:pt x="2019500" y="1372553"/>
                </a:lnTo>
                <a:lnTo>
                  <a:pt x="2019910" y="1372457"/>
                </a:lnTo>
                <a:lnTo>
                  <a:pt x="2020300" y="1372210"/>
                </a:lnTo>
                <a:lnTo>
                  <a:pt x="2020691" y="1371800"/>
                </a:lnTo>
                <a:lnTo>
                  <a:pt x="2021195" y="1369924"/>
                </a:lnTo>
                <a:lnTo>
                  <a:pt x="2021815" y="1366580"/>
                </a:lnTo>
                <a:lnTo>
                  <a:pt x="2023805" y="1364875"/>
                </a:lnTo>
                <a:lnTo>
                  <a:pt x="2027149" y="1364828"/>
                </a:lnTo>
                <a:lnTo>
                  <a:pt x="2029196" y="1364485"/>
                </a:lnTo>
                <a:lnTo>
                  <a:pt x="2029939" y="1363875"/>
                </a:lnTo>
                <a:lnTo>
                  <a:pt x="2032321" y="1363456"/>
                </a:lnTo>
                <a:lnTo>
                  <a:pt x="2036340" y="1363237"/>
                </a:lnTo>
                <a:lnTo>
                  <a:pt x="2038626" y="1363142"/>
                </a:lnTo>
                <a:lnTo>
                  <a:pt x="2039188" y="1363180"/>
                </a:lnTo>
                <a:lnTo>
                  <a:pt x="2040979" y="1362913"/>
                </a:lnTo>
                <a:lnTo>
                  <a:pt x="2043989" y="1362351"/>
                </a:lnTo>
                <a:lnTo>
                  <a:pt x="2045656" y="1361646"/>
                </a:lnTo>
                <a:lnTo>
                  <a:pt x="2045980" y="1360780"/>
                </a:lnTo>
                <a:close/>
                <a:moveTo>
                  <a:pt x="2169052" y="1358551"/>
                </a:moveTo>
                <a:lnTo>
                  <a:pt x="2170814" y="1358551"/>
                </a:lnTo>
                <a:lnTo>
                  <a:pt x="2173253" y="1358608"/>
                </a:lnTo>
                <a:lnTo>
                  <a:pt x="2176367" y="1358722"/>
                </a:lnTo>
                <a:lnTo>
                  <a:pt x="2178749" y="1358779"/>
                </a:lnTo>
                <a:lnTo>
                  <a:pt x="2180396" y="1358779"/>
                </a:lnTo>
                <a:lnTo>
                  <a:pt x="2182482" y="1359599"/>
                </a:lnTo>
                <a:lnTo>
                  <a:pt x="2185006" y="1361246"/>
                </a:lnTo>
                <a:lnTo>
                  <a:pt x="2187388" y="1362285"/>
                </a:lnTo>
                <a:lnTo>
                  <a:pt x="2189626" y="1362694"/>
                </a:lnTo>
                <a:lnTo>
                  <a:pt x="2191236" y="1363180"/>
                </a:lnTo>
                <a:lnTo>
                  <a:pt x="2192217" y="1363751"/>
                </a:lnTo>
                <a:lnTo>
                  <a:pt x="2194598" y="1364418"/>
                </a:lnTo>
                <a:lnTo>
                  <a:pt x="2198380" y="1365190"/>
                </a:lnTo>
                <a:lnTo>
                  <a:pt x="2201847" y="1367085"/>
                </a:lnTo>
                <a:lnTo>
                  <a:pt x="2204990" y="1370095"/>
                </a:lnTo>
                <a:lnTo>
                  <a:pt x="2207371" y="1372753"/>
                </a:lnTo>
                <a:lnTo>
                  <a:pt x="2208990" y="1375067"/>
                </a:lnTo>
                <a:lnTo>
                  <a:pt x="2210924" y="1377448"/>
                </a:lnTo>
                <a:lnTo>
                  <a:pt x="2213172" y="1379896"/>
                </a:lnTo>
                <a:lnTo>
                  <a:pt x="2214334" y="1382278"/>
                </a:lnTo>
                <a:lnTo>
                  <a:pt x="2214391" y="1384592"/>
                </a:lnTo>
                <a:lnTo>
                  <a:pt x="2215182" y="1386973"/>
                </a:lnTo>
                <a:lnTo>
                  <a:pt x="2216687" y="1389421"/>
                </a:lnTo>
                <a:lnTo>
                  <a:pt x="2217401" y="1392517"/>
                </a:lnTo>
                <a:lnTo>
                  <a:pt x="2217315" y="1396260"/>
                </a:lnTo>
                <a:lnTo>
                  <a:pt x="2217315" y="1398641"/>
                </a:lnTo>
                <a:lnTo>
                  <a:pt x="2217401" y="1399661"/>
                </a:lnTo>
                <a:lnTo>
                  <a:pt x="2217420" y="1402070"/>
                </a:lnTo>
                <a:lnTo>
                  <a:pt x="2217382" y="1405852"/>
                </a:lnTo>
                <a:lnTo>
                  <a:pt x="2217372" y="1408233"/>
                </a:lnTo>
                <a:lnTo>
                  <a:pt x="2217391" y="1409214"/>
                </a:lnTo>
                <a:lnTo>
                  <a:pt x="2217401" y="1411605"/>
                </a:lnTo>
                <a:lnTo>
                  <a:pt x="2217401" y="1415405"/>
                </a:lnTo>
                <a:lnTo>
                  <a:pt x="2217391" y="1417787"/>
                </a:lnTo>
                <a:lnTo>
                  <a:pt x="2217363" y="1418749"/>
                </a:lnTo>
                <a:lnTo>
                  <a:pt x="2217344" y="1421111"/>
                </a:lnTo>
                <a:lnTo>
                  <a:pt x="2217344" y="1424883"/>
                </a:lnTo>
                <a:lnTo>
                  <a:pt x="2217391" y="1427264"/>
                </a:lnTo>
                <a:lnTo>
                  <a:pt x="2217487" y="1428255"/>
                </a:lnTo>
                <a:lnTo>
                  <a:pt x="2217572" y="1430722"/>
                </a:lnTo>
                <a:lnTo>
                  <a:pt x="2217649" y="1434656"/>
                </a:lnTo>
                <a:lnTo>
                  <a:pt x="2217696" y="1437037"/>
                </a:lnTo>
                <a:lnTo>
                  <a:pt x="2217734" y="1437865"/>
                </a:lnTo>
                <a:lnTo>
                  <a:pt x="2217772" y="1440285"/>
                </a:lnTo>
                <a:lnTo>
                  <a:pt x="2217801" y="1444295"/>
                </a:lnTo>
                <a:lnTo>
                  <a:pt x="2217820" y="1446676"/>
                </a:lnTo>
                <a:lnTo>
                  <a:pt x="2217820" y="1447429"/>
                </a:lnTo>
                <a:lnTo>
                  <a:pt x="2217934" y="1449915"/>
                </a:lnTo>
                <a:lnTo>
                  <a:pt x="2218153" y="1454153"/>
                </a:lnTo>
                <a:lnTo>
                  <a:pt x="2218268" y="1456534"/>
                </a:lnTo>
                <a:lnTo>
                  <a:pt x="2218268" y="1457058"/>
                </a:lnTo>
                <a:lnTo>
                  <a:pt x="2218172" y="1459344"/>
                </a:lnTo>
                <a:lnTo>
                  <a:pt x="2217982" y="1463392"/>
                </a:lnTo>
                <a:lnTo>
                  <a:pt x="2216944" y="1465774"/>
                </a:lnTo>
                <a:lnTo>
                  <a:pt x="2215048" y="1466488"/>
                </a:lnTo>
                <a:lnTo>
                  <a:pt x="2214039" y="1467860"/>
                </a:lnTo>
                <a:lnTo>
                  <a:pt x="2213905" y="1469879"/>
                </a:lnTo>
                <a:lnTo>
                  <a:pt x="2212829" y="1470927"/>
                </a:lnTo>
                <a:lnTo>
                  <a:pt x="2210810" y="1470984"/>
                </a:lnTo>
                <a:lnTo>
                  <a:pt x="2208286" y="1469974"/>
                </a:lnTo>
                <a:lnTo>
                  <a:pt x="2205257" y="1467888"/>
                </a:lnTo>
                <a:lnTo>
                  <a:pt x="2202875" y="1466679"/>
                </a:lnTo>
                <a:lnTo>
                  <a:pt x="2201142" y="1466326"/>
                </a:lnTo>
                <a:lnTo>
                  <a:pt x="2200065" y="1466117"/>
                </a:lnTo>
                <a:lnTo>
                  <a:pt x="2199656" y="1466050"/>
                </a:lnTo>
                <a:lnTo>
                  <a:pt x="2197275" y="1465812"/>
                </a:lnTo>
                <a:lnTo>
                  <a:pt x="2192922" y="1465383"/>
                </a:lnTo>
                <a:lnTo>
                  <a:pt x="2190359" y="1465193"/>
                </a:lnTo>
                <a:lnTo>
                  <a:pt x="2189569" y="1465250"/>
                </a:lnTo>
                <a:lnTo>
                  <a:pt x="2188378" y="1465669"/>
                </a:lnTo>
                <a:lnTo>
                  <a:pt x="2186788" y="1466459"/>
                </a:lnTo>
                <a:lnTo>
                  <a:pt x="2185816" y="1467869"/>
                </a:lnTo>
                <a:lnTo>
                  <a:pt x="2185473" y="1469908"/>
                </a:lnTo>
                <a:lnTo>
                  <a:pt x="2184283" y="1471070"/>
                </a:lnTo>
                <a:lnTo>
                  <a:pt x="2182244" y="1471346"/>
                </a:lnTo>
                <a:lnTo>
                  <a:pt x="2180511" y="1471984"/>
                </a:lnTo>
                <a:lnTo>
                  <a:pt x="2179072" y="1472994"/>
                </a:lnTo>
                <a:lnTo>
                  <a:pt x="2176691" y="1473527"/>
                </a:lnTo>
                <a:lnTo>
                  <a:pt x="2173367" y="1473584"/>
                </a:lnTo>
                <a:lnTo>
                  <a:pt x="2170976" y="1473575"/>
                </a:lnTo>
                <a:lnTo>
                  <a:pt x="2169519" y="1473508"/>
                </a:lnTo>
                <a:lnTo>
                  <a:pt x="2167138" y="1473470"/>
                </a:lnTo>
                <a:lnTo>
                  <a:pt x="2163832" y="1473470"/>
                </a:lnTo>
                <a:lnTo>
                  <a:pt x="2160946" y="1472975"/>
                </a:lnTo>
                <a:lnTo>
                  <a:pt x="2158498" y="1471974"/>
                </a:lnTo>
                <a:lnTo>
                  <a:pt x="2156117" y="1471479"/>
                </a:lnTo>
                <a:lnTo>
                  <a:pt x="2153803" y="1471479"/>
                </a:lnTo>
                <a:lnTo>
                  <a:pt x="2151202" y="1470317"/>
                </a:lnTo>
                <a:lnTo>
                  <a:pt x="2148316" y="1468003"/>
                </a:lnTo>
                <a:lnTo>
                  <a:pt x="2145935" y="1466545"/>
                </a:lnTo>
                <a:lnTo>
                  <a:pt x="2144058" y="1465945"/>
                </a:lnTo>
                <a:lnTo>
                  <a:pt x="2140829" y="1463564"/>
                </a:lnTo>
                <a:lnTo>
                  <a:pt x="2136248" y="1459401"/>
                </a:lnTo>
                <a:lnTo>
                  <a:pt x="2133867" y="1457163"/>
                </a:lnTo>
                <a:lnTo>
                  <a:pt x="2133686" y="1456839"/>
                </a:lnTo>
                <a:lnTo>
                  <a:pt x="2131886" y="1454458"/>
                </a:lnTo>
                <a:lnTo>
                  <a:pt x="2128466" y="1450019"/>
                </a:lnTo>
                <a:lnTo>
                  <a:pt x="2126752" y="1446086"/>
                </a:lnTo>
                <a:lnTo>
                  <a:pt x="2126752" y="1442666"/>
                </a:lnTo>
                <a:lnTo>
                  <a:pt x="2126571" y="1440285"/>
                </a:lnTo>
                <a:lnTo>
                  <a:pt x="2126209" y="1438942"/>
                </a:lnTo>
                <a:lnTo>
                  <a:pt x="2126056" y="1436408"/>
                </a:lnTo>
                <a:lnTo>
                  <a:pt x="2126104" y="1432665"/>
                </a:lnTo>
                <a:lnTo>
                  <a:pt x="2126266" y="1430284"/>
                </a:lnTo>
                <a:lnTo>
                  <a:pt x="2126542" y="1429264"/>
                </a:lnTo>
                <a:lnTo>
                  <a:pt x="2126713" y="1427045"/>
                </a:lnTo>
                <a:lnTo>
                  <a:pt x="2126771" y="1423645"/>
                </a:lnTo>
                <a:lnTo>
                  <a:pt x="2128495" y="1421321"/>
                </a:lnTo>
                <a:lnTo>
                  <a:pt x="2131895" y="1420063"/>
                </a:lnTo>
                <a:lnTo>
                  <a:pt x="2133629" y="1419406"/>
                </a:lnTo>
                <a:lnTo>
                  <a:pt x="2134086" y="1417253"/>
                </a:lnTo>
                <a:lnTo>
                  <a:pt x="2134848" y="1413300"/>
                </a:lnTo>
                <a:lnTo>
                  <a:pt x="2137200" y="1410995"/>
                </a:lnTo>
                <a:lnTo>
                  <a:pt x="2141153" y="1410329"/>
                </a:lnTo>
                <a:lnTo>
                  <a:pt x="2143192" y="1409995"/>
                </a:lnTo>
                <a:lnTo>
                  <a:pt x="2144316" y="1408033"/>
                </a:lnTo>
                <a:lnTo>
                  <a:pt x="2145430" y="1404699"/>
                </a:lnTo>
                <a:lnTo>
                  <a:pt x="2147649" y="1403033"/>
                </a:lnTo>
                <a:lnTo>
                  <a:pt x="2150983" y="1403033"/>
                </a:lnTo>
                <a:lnTo>
                  <a:pt x="2153060" y="1402728"/>
                </a:lnTo>
                <a:lnTo>
                  <a:pt x="2153879" y="1402118"/>
                </a:lnTo>
                <a:lnTo>
                  <a:pt x="2156260" y="1401842"/>
                </a:lnTo>
                <a:lnTo>
                  <a:pt x="2160203" y="1401918"/>
                </a:lnTo>
                <a:lnTo>
                  <a:pt x="2162613" y="1401947"/>
                </a:lnTo>
                <a:lnTo>
                  <a:pt x="2163499" y="1401947"/>
                </a:lnTo>
                <a:lnTo>
                  <a:pt x="2165880" y="1401918"/>
                </a:lnTo>
                <a:lnTo>
                  <a:pt x="2169757" y="1401880"/>
                </a:lnTo>
                <a:lnTo>
                  <a:pt x="2172167" y="1401909"/>
                </a:lnTo>
                <a:lnTo>
                  <a:pt x="2173100" y="1401994"/>
                </a:lnTo>
                <a:lnTo>
                  <a:pt x="2175481" y="1402080"/>
                </a:lnTo>
                <a:lnTo>
                  <a:pt x="2179310" y="1402156"/>
                </a:lnTo>
                <a:lnTo>
                  <a:pt x="2181787" y="1402251"/>
                </a:lnTo>
                <a:lnTo>
                  <a:pt x="2182911" y="1402366"/>
                </a:lnTo>
                <a:lnTo>
                  <a:pt x="2185292" y="1402356"/>
                </a:lnTo>
                <a:lnTo>
                  <a:pt x="2188931" y="1402232"/>
                </a:lnTo>
                <a:lnTo>
                  <a:pt x="2191083" y="1402004"/>
                </a:lnTo>
                <a:lnTo>
                  <a:pt x="2191741" y="1401661"/>
                </a:lnTo>
                <a:lnTo>
                  <a:pt x="2192293" y="1401166"/>
                </a:lnTo>
                <a:lnTo>
                  <a:pt x="2192731" y="1400508"/>
                </a:lnTo>
                <a:lnTo>
                  <a:pt x="2192998" y="1398394"/>
                </a:lnTo>
                <a:lnTo>
                  <a:pt x="2193084" y="1394822"/>
                </a:lnTo>
                <a:lnTo>
                  <a:pt x="2192950" y="1392441"/>
                </a:lnTo>
                <a:lnTo>
                  <a:pt x="2192579" y="1391250"/>
                </a:lnTo>
                <a:lnTo>
                  <a:pt x="2191979" y="1390155"/>
                </a:lnTo>
                <a:lnTo>
                  <a:pt x="2191160" y="1389174"/>
                </a:lnTo>
                <a:lnTo>
                  <a:pt x="2189159" y="1387592"/>
                </a:lnTo>
                <a:lnTo>
                  <a:pt x="2185988" y="1385392"/>
                </a:lnTo>
                <a:lnTo>
                  <a:pt x="2183606" y="1384325"/>
                </a:lnTo>
                <a:lnTo>
                  <a:pt x="2182016" y="1384383"/>
                </a:lnTo>
                <a:lnTo>
                  <a:pt x="2179063" y="1383592"/>
                </a:lnTo>
                <a:lnTo>
                  <a:pt x="2174729" y="1381944"/>
                </a:lnTo>
                <a:lnTo>
                  <a:pt x="2172348" y="1381096"/>
                </a:lnTo>
                <a:lnTo>
                  <a:pt x="2171919" y="1381049"/>
                </a:lnTo>
                <a:lnTo>
                  <a:pt x="2171671" y="1381020"/>
                </a:lnTo>
                <a:lnTo>
                  <a:pt x="2170138" y="1382287"/>
                </a:lnTo>
                <a:lnTo>
                  <a:pt x="2167928" y="1384611"/>
                </a:lnTo>
                <a:lnTo>
                  <a:pt x="2165661" y="1385830"/>
                </a:lnTo>
                <a:lnTo>
                  <a:pt x="2163337" y="1385954"/>
                </a:lnTo>
                <a:lnTo>
                  <a:pt x="2161718" y="1386716"/>
                </a:lnTo>
                <a:lnTo>
                  <a:pt x="2160822" y="1388135"/>
                </a:lnTo>
                <a:lnTo>
                  <a:pt x="2158441" y="1388840"/>
                </a:lnTo>
                <a:lnTo>
                  <a:pt x="2154574" y="1388840"/>
                </a:lnTo>
                <a:lnTo>
                  <a:pt x="2152279" y="1388926"/>
                </a:lnTo>
                <a:lnTo>
                  <a:pt x="2151545" y="1389097"/>
                </a:lnTo>
                <a:lnTo>
                  <a:pt x="2149164" y="1389336"/>
                </a:lnTo>
                <a:lnTo>
                  <a:pt x="2145135" y="1389659"/>
                </a:lnTo>
                <a:lnTo>
                  <a:pt x="2140896" y="1387640"/>
                </a:lnTo>
                <a:lnTo>
                  <a:pt x="2136429" y="1383297"/>
                </a:lnTo>
                <a:lnTo>
                  <a:pt x="2134419" y="1379115"/>
                </a:lnTo>
                <a:lnTo>
                  <a:pt x="2134857" y="1375086"/>
                </a:lnTo>
                <a:lnTo>
                  <a:pt x="2135648" y="1372705"/>
                </a:lnTo>
                <a:lnTo>
                  <a:pt x="2136791" y="1371971"/>
                </a:lnTo>
                <a:lnTo>
                  <a:pt x="2137400" y="1370190"/>
                </a:lnTo>
                <a:lnTo>
                  <a:pt x="2137458" y="1367371"/>
                </a:lnTo>
                <a:lnTo>
                  <a:pt x="2138896" y="1365904"/>
                </a:lnTo>
                <a:lnTo>
                  <a:pt x="2141715" y="1365780"/>
                </a:lnTo>
                <a:lnTo>
                  <a:pt x="2143544" y="1365228"/>
                </a:lnTo>
                <a:lnTo>
                  <a:pt x="2144373" y="1364237"/>
                </a:lnTo>
                <a:lnTo>
                  <a:pt x="2146754" y="1363761"/>
                </a:lnTo>
                <a:lnTo>
                  <a:pt x="2150688" y="1363799"/>
                </a:lnTo>
                <a:lnTo>
                  <a:pt x="2153041" y="1363770"/>
                </a:lnTo>
                <a:lnTo>
                  <a:pt x="2153822" y="1363685"/>
                </a:lnTo>
                <a:lnTo>
                  <a:pt x="2156203" y="1363294"/>
                </a:lnTo>
                <a:lnTo>
                  <a:pt x="2160184" y="1362608"/>
                </a:lnTo>
                <a:lnTo>
                  <a:pt x="2162223" y="1362275"/>
                </a:lnTo>
                <a:lnTo>
                  <a:pt x="2162727" y="1362227"/>
                </a:lnTo>
                <a:lnTo>
                  <a:pt x="2163413" y="1362123"/>
                </a:lnTo>
                <a:lnTo>
                  <a:pt x="2164861" y="1361189"/>
                </a:lnTo>
                <a:lnTo>
                  <a:pt x="2167071" y="1359427"/>
                </a:lnTo>
                <a:close/>
                <a:moveTo>
                  <a:pt x="2503522" y="1360008"/>
                </a:moveTo>
                <a:lnTo>
                  <a:pt x="2504561" y="1360008"/>
                </a:lnTo>
                <a:lnTo>
                  <a:pt x="2507056" y="1360522"/>
                </a:lnTo>
                <a:lnTo>
                  <a:pt x="2511028" y="1361561"/>
                </a:lnTo>
                <a:lnTo>
                  <a:pt x="2513409" y="1362104"/>
                </a:lnTo>
                <a:lnTo>
                  <a:pt x="2514200" y="1362170"/>
                </a:lnTo>
                <a:lnTo>
                  <a:pt x="2514629" y="1362199"/>
                </a:lnTo>
                <a:lnTo>
                  <a:pt x="2517067" y="1362513"/>
                </a:lnTo>
                <a:lnTo>
                  <a:pt x="2521772" y="1363170"/>
                </a:lnTo>
                <a:lnTo>
                  <a:pt x="2524982" y="1363990"/>
                </a:lnTo>
                <a:lnTo>
                  <a:pt x="2526687" y="1364990"/>
                </a:lnTo>
                <a:lnTo>
                  <a:pt x="2529068" y="1365637"/>
                </a:lnTo>
                <a:lnTo>
                  <a:pt x="2532126" y="1365923"/>
                </a:lnTo>
                <a:lnTo>
                  <a:pt x="2535069" y="1367447"/>
                </a:lnTo>
                <a:lnTo>
                  <a:pt x="2537898" y="1370219"/>
                </a:lnTo>
                <a:lnTo>
                  <a:pt x="2540279" y="1372867"/>
                </a:lnTo>
                <a:lnTo>
                  <a:pt x="2542213" y="1375391"/>
                </a:lnTo>
                <a:lnTo>
                  <a:pt x="2544366" y="1377772"/>
                </a:lnTo>
                <a:lnTo>
                  <a:pt x="2546747" y="1380011"/>
                </a:lnTo>
                <a:lnTo>
                  <a:pt x="2547976" y="1382354"/>
                </a:lnTo>
                <a:lnTo>
                  <a:pt x="2548061" y="1384821"/>
                </a:lnTo>
                <a:lnTo>
                  <a:pt x="2548804" y="1387202"/>
                </a:lnTo>
                <a:lnTo>
                  <a:pt x="2550214" y="1389497"/>
                </a:lnTo>
                <a:lnTo>
                  <a:pt x="2551033" y="1392698"/>
                </a:lnTo>
                <a:lnTo>
                  <a:pt x="2551252" y="1396784"/>
                </a:lnTo>
                <a:lnTo>
                  <a:pt x="2551433" y="1399165"/>
                </a:lnTo>
                <a:lnTo>
                  <a:pt x="2551576" y="1399842"/>
                </a:lnTo>
                <a:lnTo>
                  <a:pt x="2551728" y="1402366"/>
                </a:lnTo>
                <a:lnTo>
                  <a:pt x="2551871" y="1406747"/>
                </a:lnTo>
                <a:lnTo>
                  <a:pt x="2551957" y="1409129"/>
                </a:lnTo>
                <a:lnTo>
                  <a:pt x="2551976" y="1409510"/>
                </a:lnTo>
                <a:lnTo>
                  <a:pt x="2552014" y="1411929"/>
                </a:lnTo>
                <a:lnTo>
                  <a:pt x="2552062" y="1416387"/>
                </a:lnTo>
                <a:lnTo>
                  <a:pt x="2552090" y="1418768"/>
                </a:lnTo>
                <a:lnTo>
                  <a:pt x="2552090" y="1419073"/>
                </a:lnTo>
                <a:lnTo>
                  <a:pt x="2552071" y="1421435"/>
                </a:lnTo>
                <a:lnTo>
                  <a:pt x="2552024" y="1425845"/>
                </a:lnTo>
                <a:lnTo>
                  <a:pt x="2551995" y="1428226"/>
                </a:lnTo>
                <a:lnTo>
                  <a:pt x="2551995" y="1428579"/>
                </a:lnTo>
                <a:lnTo>
                  <a:pt x="2551995" y="1430960"/>
                </a:lnTo>
                <a:lnTo>
                  <a:pt x="2551995" y="1435370"/>
                </a:lnTo>
                <a:lnTo>
                  <a:pt x="2551995" y="1437751"/>
                </a:lnTo>
                <a:lnTo>
                  <a:pt x="2551995" y="1438104"/>
                </a:lnTo>
                <a:lnTo>
                  <a:pt x="2551995" y="1440475"/>
                </a:lnTo>
                <a:lnTo>
                  <a:pt x="2551995" y="1444885"/>
                </a:lnTo>
                <a:lnTo>
                  <a:pt x="2551995" y="1447267"/>
                </a:lnTo>
                <a:lnTo>
                  <a:pt x="2552005" y="1447619"/>
                </a:lnTo>
                <a:lnTo>
                  <a:pt x="2552052" y="1450057"/>
                </a:lnTo>
                <a:lnTo>
                  <a:pt x="2552148" y="1454563"/>
                </a:lnTo>
                <a:lnTo>
                  <a:pt x="2552186" y="1456944"/>
                </a:lnTo>
                <a:lnTo>
                  <a:pt x="2552176" y="1457201"/>
                </a:lnTo>
                <a:lnTo>
                  <a:pt x="2552043" y="1459449"/>
                </a:lnTo>
                <a:lnTo>
                  <a:pt x="2551805" y="1463707"/>
                </a:lnTo>
                <a:lnTo>
                  <a:pt x="2550986" y="1466088"/>
                </a:lnTo>
                <a:lnTo>
                  <a:pt x="2549585" y="1466593"/>
                </a:lnTo>
                <a:lnTo>
                  <a:pt x="2548614" y="1468003"/>
                </a:lnTo>
                <a:lnTo>
                  <a:pt x="2548061" y="1470308"/>
                </a:lnTo>
                <a:lnTo>
                  <a:pt x="2546633" y="1471422"/>
                </a:lnTo>
                <a:lnTo>
                  <a:pt x="2544328" y="1471355"/>
                </a:lnTo>
                <a:lnTo>
                  <a:pt x="2541489" y="1470889"/>
                </a:lnTo>
                <a:lnTo>
                  <a:pt x="2538117" y="1470050"/>
                </a:lnTo>
                <a:lnTo>
                  <a:pt x="2535736" y="1469660"/>
                </a:lnTo>
                <a:lnTo>
                  <a:pt x="2534345" y="1469717"/>
                </a:lnTo>
                <a:lnTo>
                  <a:pt x="2532926" y="1469022"/>
                </a:lnTo>
                <a:lnTo>
                  <a:pt x="2531478" y="1467574"/>
                </a:lnTo>
                <a:lnTo>
                  <a:pt x="2530754" y="1466126"/>
                </a:lnTo>
                <a:lnTo>
                  <a:pt x="2530754" y="1464678"/>
                </a:lnTo>
                <a:lnTo>
                  <a:pt x="2529583" y="1462297"/>
                </a:lnTo>
                <a:lnTo>
                  <a:pt x="2527249" y="1458982"/>
                </a:lnTo>
                <a:lnTo>
                  <a:pt x="2526125" y="1455477"/>
                </a:lnTo>
                <a:lnTo>
                  <a:pt x="2526221" y="1451791"/>
                </a:lnTo>
                <a:lnTo>
                  <a:pt x="2526354" y="1449410"/>
                </a:lnTo>
                <a:lnTo>
                  <a:pt x="2526525" y="1448333"/>
                </a:lnTo>
                <a:lnTo>
                  <a:pt x="2526582" y="1446019"/>
                </a:lnTo>
                <a:lnTo>
                  <a:pt x="2526535" y="1442447"/>
                </a:lnTo>
                <a:lnTo>
                  <a:pt x="2526535" y="1440066"/>
                </a:lnTo>
                <a:lnTo>
                  <a:pt x="2526592" y="1438875"/>
                </a:lnTo>
                <a:lnTo>
                  <a:pt x="2526592" y="1436494"/>
                </a:lnTo>
                <a:lnTo>
                  <a:pt x="2526535" y="1432922"/>
                </a:lnTo>
                <a:lnTo>
                  <a:pt x="2526478" y="1430541"/>
                </a:lnTo>
                <a:lnTo>
                  <a:pt x="2526430" y="1429350"/>
                </a:lnTo>
                <a:lnTo>
                  <a:pt x="2526373" y="1426912"/>
                </a:lnTo>
                <a:lnTo>
                  <a:pt x="2526316" y="1423225"/>
                </a:lnTo>
                <a:lnTo>
                  <a:pt x="2526278" y="1420844"/>
                </a:lnTo>
                <a:lnTo>
                  <a:pt x="2526240" y="1419768"/>
                </a:lnTo>
                <a:lnTo>
                  <a:pt x="2526173" y="1417310"/>
                </a:lnTo>
                <a:lnTo>
                  <a:pt x="2526059" y="1413491"/>
                </a:lnTo>
                <a:lnTo>
                  <a:pt x="2525992" y="1411110"/>
                </a:lnTo>
                <a:lnTo>
                  <a:pt x="2525982" y="1410167"/>
                </a:lnTo>
                <a:lnTo>
                  <a:pt x="2525973" y="1407785"/>
                </a:lnTo>
                <a:lnTo>
                  <a:pt x="2525973" y="1403947"/>
                </a:lnTo>
                <a:lnTo>
                  <a:pt x="2525925" y="1401566"/>
                </a:lnTo>
                <a:lnTo>
                  <a:pt x="2525840" y="1400642"/>
                </a:lnTo>
                <a:lnTo>
                  <a:pt x="2525563" y="1397975"/>
                </a:lnTo>
                <a:lnTo>
                  <a:pt x="2525087" y="1393574"/>
                </a:lnTo>
                <a:lnTo>
                  <a:pt x="2524792" y="1391193"/>
                </a:lnTo>
                <a:lnTo>
                  <a:pt x="2524677" y="1390831"/>
                </a:lnTo>
                <a:lnTo>
                  <a:pt x="2524496" y="1390488"/>
                </a:lnTo>
                <a:lnTo>
                  <a:pt x="2524249" y="1390164"/>
                </a:lnTo>
                <a:lnTo>
                  <a:pt x="2523134" y="1389174"/>
                </a:lnTo>
                <a:lnTo>
                  <a:pt x="2521153" y="1387516"/>
                </a:lnTo>
                <a:lnTo>
                  <a:pt x="2518772" y="1385983"/>
                </a:lnTo>
                <a:lnTo>
                  <a:pt x="2515991" y="1384602"/>
                </a:lnTo>
                <a:lnTo>
                  <a:pt x="2512514" y="1383211"/>
                </a:lnTo>
                <a:lnTo>
                  <a:pt x="2508352" y="1381820"/>
                </a:lnTo>
                <a:lnTo>
                  <a:pt x="2505970" y="1381096"/>
                </a:lnTo>
                <a:lnTo>
                  <a:pt x="2505370" y="1381039"/>
                </a:lnTo>
                <a:lnTo>
                  <a:pt x="2505046" y="1381011"/>
                </a:lnTo>
                <a:lnTo>
                  <a:pt x="2503541" y="1382354"/>
                </a:lnTo>
                <a:lnTo>
                  <a:pt x="2501484" y="1384802"/>
                </a:lnTo>
                <a:lnTo>
                  <a:pt x="2499227" y="1386021"/>
                </a:lnTo>
                <a:lnTo>
                  <a:pt x="2496779" y="1386021"/>
                </a:lnTo>
                <a:lnTo>
                  <a:pt x="2495083" y="1386707"/>
                </a:lnTo>
                <a:lnTo>
                  <a:pt x="2494140" y="1388078"/>
                </a:lnTo>
                <a:lnTo>
                  <a:pt x="2491759" y="1388993"/>
                </a:lnTo>
                <a:lnTo>
                  <a:pt x="2487940" y="1389440"/>
                </a:lnTo>
                <a:lnTo>
                  <a:pt x="2485815" y="1389698"/>
                </a:lnTo>
                <a:lnTo>
                  <a:pt x="2485396" y="1389774"/>
                </a:lnTo>
                <a:lnTo>
                  <a:pt x="2485139" y="1390021"/>
                </a:lnTo>
                <a:lnTo>
                  <a:pt x="2485034" y="1390440"/>
                </a:lnTo>
                <a:lnTo>
                  <a:pt x="2484749" y="1392536"/>
                </a:lnTo>
                <a:lnTo>
                  <a:pt x="2484282" y="1396317"/>
                </a:lnTo>
                <a:lnTo>
                  <a:pt x="2483415" y="1398699"/>
                </a:lnTo>
                <a:lnTo>
                  <a:pt x="2482158" y="1399680"/>
                </a:lnTo>
                <a:lnTo>
                  <a:pt x="2481529" y="1401432"/>
                </a:lnTo>
                <a:lnTo>
                  <a:pt x="2481529" y="1403947"/>
                </a:lnTo>
                <a:lnTo>
                  <a:pt x="2481034" y="1406328"/>
                </a:lnTo>
                <a:lnTo>
                  <a:pt x="2480043" y="1408576"/>
                </a:lnTo>
                <a:lnTo>
                  <a:pt x="2479519" y="1410433"/>
                </a:lnTo>
                <a:lnTo>
                  <a:pt x="2479462" y="1411900"/>
                </a:lnTo>
                <a:lnTo>
                  <a:pt x="2479367" y="1414282"/>
                </a:lnTo>
                <a:lnTo>
                  <a:pt x="2479234" y="1417577"/>
                </a:lnTo>
                <a:lnTo>
                  <a:pt x="2479138" y="1419863"/>
                </a:lnTo>
                <a:lnTo>
                  <a:pt x="2479091" y="1421149"/>
                </a:lnTo>
                <a:lnTo>
                  <a:pt x="2479348" y="1423530"/>
                </a:lnTo>
                <a:lnTo>
                  <a:pt x="2479910" y="1427007"/>
                </a:lnTo>
                <a:lnTo>
                  <a:pt x="2480253" y="1429731"/>
                </a:lnTo>
                <a:lnTo>
                  <a:pt x="2480377" y="1431703"/>
                </a:lnTo>
                <a:lnTo>
                  <a:pt x="2480529" y="1434084"/>
                </a:lnTo>
                <a:lnTo>
                  <a:pt x="2480710" y="1436875"/>
                </a:lnTo>
                <a:lnTo>
                  <a:pt x="2480805" y="1439351"/>
                </a:lnTo>
                <a:lnTo>
                  <a:pt x="2480805" y="1441504"/>
                </a:lnTo>
                <a:lnTo>
                  <a:pt x="2480948" y="1443885"/>
                </a:lnTo>
                <a:lnTo>
                  <a:pt x="2481253" y="1446495"/>
                </a:lnTo>
                <a:lnTo>
                  <a:pt x="2481367" y="1448991"/>
                </a:lnTo>
                <a:lnTo>
                  <a:pt x="2481301" y="1451372"/>
                </a:lnTo>
                <a:lnTo>
                  <a:pt x="2481291" y="1453753"/>
                </a:lnTo>
                <a:lnTo>
                  <a:pt x="2481358" y="1456134"/>
                </a:lnTo>
                <a:lnTo>
                  <a:pt x="2481463" y="1458620"/>
                </a:lnTo>
                <a:lnTo>
                  <a:pt x="2481605" y="1461202"/>
                </a:lnTo>
                <a:lnTo>
                  <a:pt x="2480377" y="1463011"/>
                </a:lnTo>
                <a:lnTo>
                  <a:pt x="2477795" y="1464050"/>
                </a:lnTo>
                <a:lnTo>
                  <a:pt x="2476338" y="1464974"/>
                </a:lnTo>
                <a:lnTo>
                  <a:pt x="2476014" y="1465793"/>
                </a:lnTo>
                <a:lnTo>
                  <a:pt x="2475062" y="1466364"/>
                </a:lnTo>
                <a:lnTo>
                  <a:pt x="2473481" y="1466688"/>
                </a:lnTo>
                <a:lnTo>
                  <a:pt x="2472090" y="1467679"/>
                </a:lnTo>
                <a:lnTo>
                  <a:pt x="2470880" y="1469327"/>
                </a:lnTo>
                <a:lnTo>
                  <a:pt x="2469452" y="1470146"/>
                </a:lnTo>
                <a:lnTo>
                  <a:pt x="2467804" y="1470146"/>
                </a:lnTo>
                <a:lnTo>
                  <a:pt x="2465899" y="1469327"/>
                </a:lnTo>
                <a:lnTo>
                  <a:pt x="2463765" y="1467679"/>
                </a:lnTo>
                <a:lnTo>
                  <a:pt x="2461384" y="1465212"/>
                </a:lnTo>
                <a:lnTo>
                  <a:pt x="2458755" y="1461935"/>
                </a:lnTo>
                <a:lnTo>
                  <a:pt x="2456936" y="1459554"/>
                </a:lnTo>
                <a:lnTo>
                  <a:pt x="2455897" y="1458068"/>
                </a:lnTo>
                <a:lnTo>
                  <a:pt x="2455402" y="1456830"/>
                </a:lnTo>
                <a:lnTo>
                  <a:pt x="2455440" y="1455839"/>
                </a:lnTo>
                <a:lnTo>
                  <a:pt x="2455640" y="1453458"/>
                </a:lnTo>
                <a:lnTo>
                  <a:pt x="2455983" y="1449686"/>
                </a:lnTo>
                <a:lnTo>
                  <a:pt x="2456155" y="1447476"/>
                </a:lnTo>
                <a:lnTo>
                  <a:pt x="2456155" y="1446828"/>
                </a:lnTo>
                <a:lnTo>
                  <a:pt x="2456355" y="1444447"/>
                </a:lnTo>
                <a:lnTo>
                  <a:pt x="2456764" y="1440332"/>
                </a:lnTo>
                <a:lnTo>
                  <a:pt x="2456974" y="1438161"/>
                </a:lnTo>
                <a:lnTo>
                  <a:pt x="2456974" y="1437913"/>
                </a:lnTo>
                <a:lnTo>
                  <a:pt x="2456974" y="1435532"/>
                </a:lnTo>
                <a:lnTo>
                  <a:pt x="2456974" y="1431017"/>
                </a:lnTo>
                <a:lnTo>
                  <a:pt x="2456964" y="1428626"/>
                </a:lnTo>
                <a:lnTo>
                  <a:pt x="2456955" y="1428379"/>
                </a:lnTo>
                <a:lnTo>
                  <a:pt x="2456736" y="1425997"/>
                </a:lnTo>
                <a:lnTo>
                  <a:pt x="2456307" y="1421482"/>
                </a:lnTo>
                <a:lnTo>
                  <a:pt x="2456088" y="1418882"/>
                </a:lnTo>
                <a:lnTo>
                  <a:pt x="2456088" y="1418206"/>
                </a:lnTo>
                <a:lnTo>
                  <a:pt x="2456088" y="1415825"/>
                </a:lnTo>
                <a:lnTo>
                  <a:pt x="2456088" y="1411738"/>
                </a:lnTo>
                <a:lnTo>
                  <a:pt x="2456088" y="1409357"/>
                </a:lnTo>
                <a:lnTo>
                  <a:pt x="2456088" y="1408681"/>
                </a:lnTo>
                <a:lnTo>
                  <a:pt x="2456431" y="1406300"/>
                </a:lnTo>
                <a:lnTo>
                  <a:pt x="2457107" y="1402213"/>
                </a:lnTo>
                <a:lnTo>
                  <a:pt x="2457498" y="1397841"/>
                </a:lnTo>
                <a:lnTo>
                  <a:pt x="2457593" y="1393174"/>
                </a:lnTo>
                <a:lnTo>
                  <a:pt x="2457641" y="1390793"/>
                </a:lnTo>
                <a:lnTo>
                  <a:pt x="2457593" y="1389059"/>
                </a:lnTo>
                <a:lnTo>
                  <a:pt x="2457498" y="1385888"/>
                </a:lnTo>
                <a:lnTo>
                  <a:pt x="2457326" y="1383506"/>
                </a:lnTo>
                <a:lnTo>
                  <a:pt x="2457079" y="1381916"/>
                </a:lnTo>
                <a:lnTo>
                  <a:pt x="2456945" y="1381001"/>
                </a:lnTo>
                <a:lnTo>
                  <a:pt x="2456945" y="1380754"/>
                </a:lnTo>
                <a:lnTo>
                  <a:pt x="2456945" y="1378372"/>
                </a:lnTo>
                <a:lnTo>
                  <a:pt x="2456945" y="1373857"/>
                </a:lnTo>
                <a:lnTo>
                  <a:pt x="2456945" y="1371467"/>
                </a:lnTo>
                <a:lnTo>
                  <a:pt x="2456926" y="1371200"/>
                </a:lnTo>
                <a:lnTo>
                  <a:pt x="2457317" y="1371019"/>
                </a:lnTo>
                <a:lnTo>
                  <a:pt x="2457841" y="1369162"/>
                </a:lnTo>
                <a:lnTo>
                  <a:pt x="2458631" y="1365485"/>
                </a:lnTo>
                <a:lnTo>
                  <a:pt x="2461012" y="1363370"/>
                </a:lnTo>
                <a:lnTo>
                  <a:pt x="2464984" y="1362827"/>
                </a:lnTo>
                <a:lnTo>
                  <a:pt x="2467508" y="1362961"/>
                </a:lnTo>
                <a:lnTo>
                  <a:pt x="2468566" y="1363780"/>
                </a:lnTo>
                <a:lnTo>
                  <a:pt x="2470947" y="1365066"/>
                </a:lnTo>
                <a:lnTo>
                  <a:pt x="2474652" y="1366809"/>
                </a:lnTo>
                <a:lnTo>
                  <a:pt x="2477252" y="1367038"/>
                </a:lnTo>
                <a:lnTo>
                  <a:pt x="2478767" y="1365742"/>
                </a:lnTo>
                <a:lnTo>
                  <a:pt x="2481148" y="1365047"/>
                </a:lnTo>
                <a:lnTo>
                  <a:pt x="2484396" y="1364942"/>
                </a:lnTo>
                <a:lnTo>
                  <a:pt x="2486444" y="1364599"/>
                </a:lnTo>
                <a:lnTo>
                  <a:pt x="2487273" y="1364028"/>
                </a:lnTo>
                <a:lnTo>
                  <a:pt x="2489654" y="1363504"/>
                </a:lnTo>
                <a:lnTo>
                  <a:pt x="2493588" y="1363037"/>
                </a:lnTo>
                <a:lnTo>
                  <a:pt x="2495741" y="1362808"/>
                </a:lnTo>
                <a:lnTo>
                  <a:pt x="2496122" y="1362827"/>
                </a:lnTo>
                <a:lnTo>
                  <a:pt x="2497512" y="1362647"/>
                </a:lnTo>
                <a:lnTo>
                  <a:pt x="2499912" y="1362266"/>
                </a:lnTo>
                <a:lnTo>
                  <a:pt x="2501579" y="1361561"/>
                </a:lnTo>
                <a:lnTo>
                  <a:pt x="2502532" y="1360522"/>
                </a:lnTo>
                <a:close/>
                <a:moveTo>
                  <a:pt x="2599087" y="1360418"/>
                </a:moveTo>
                <a:lnTo>
                  <a:pt x="2599915" y="1360418"/>
                </a:lnTo>
                <a:lnTo>
                  <a:pt x="2600887" y="1360837"/>
                </a:lnTo>
                <a:lnTo>
                  <a:pt x="2602001" y="1361665"/>
                </a:lnTo>
                <a:lnTo>
                  <a:pt x="2604383" y="1362799"/>
                </a:lnTo>
                <a:lnTo>
                  <a:pt x="2608031" y="1364237"/>
                </a:lnTo>
                <a:lnTo>
                  <a:pt x="2610317" y="1364704"/>
                </a:lnTo>
                <a:lnTo>
                  <a:pt x="2611260" y="1364199"/>
                </a:lnTo>
                <a:lnTo>
                  <a:pt x="2613641" y="1363980"/>
                </a:lnTo>
                <a:lnTo>
                  <a:pt x="2617460" y="1364037"/>
                </a:lnTo>
                <a:lnTo>
                  <a:pt x="2619651" y="1363847"/>
                </a:lnTo>
                <a:lnTo>
                  <a:pt x="2620204" y="1363408"/>
                </a:lnTo>
                <a:lnTo>
                  <a:pt x="2622585" y="1362970"/>
                </a:lnTo>
                <a:lnTo>
                  <a:pt x="2626795" y="1362551"/>
                </a:lnTo>
                <a:lnTo>
                  <a:pt x="2628967" y="1362342"/>
                </a:lnTo>
                <a:lnTo>
                  <a:pt x="2629414" y="1362275"/>
                </a:lnTo>
                <a:lnTo>
                  <a:pt x="2629900" y="1362142"/>
                </a:lnTo>
                <a:lnTo>
                  <a:pt x="2631024" y="1360884"/>
                </a:lnTo>
                <a:lnTo>
                  <a:pt x="2632786" y="1358503"/>
                </a:lnTo>
                <a:lnTo>
                  <a:pt x="2634853" y="1357179"/>
                </a:lnTo>
                <a:lnTo>
                  <a:pt x="2637234" y="1356912"/>
                </a:lnTo>
                <a:lnTo>
                  <a:pt x="2639578" y="1356884"/>
                </a:lnTo>
                <a:lnTo>
                  <a:pt x="2641892" y="1357074"/>
                </a:lnTo>
                <a:lnTo>
                  <a:pt x="2644273" y="1357170"/>
                </a:lnTo>
                <a:lnTo>
                  <a:pt x="2646721" y="1357170"/>
                </a:lnTo>
                <a:lnTo>
                  <a:pt x="2650198" y="1358398"/>
                </a:lnTo>
                <a:lnTo>
                  <a:pt x="2654694" y="1360846"/>
                </a:lnTo>
                <a:lnTo>
                  <a:pt x="2657075" y="1362094"/>
                </a:lnTo>
                <a:lnTo>
                  <a:pt x="2657342" y="1362142"/>
                </a:lnTo>
                <a:lnTo>
                  <a:pt x="2660028" y="1362847"/>
                </a:lnTo>
                <a:lnTo>
                  <a:pt x="2664676" y="1363951"/>
                </a:lnTo>
                <a:lnTo>
                  <a:pt x="2668810" y="1366276"/>
                </a:lnTo>
                <a:lnTo>
                  <a:pt x="2672420" y="1369828"/>
                </a:lnTo>
                <a:lnTo>
                  <a:pt x="2674801" y="1372257"/>
                </a:lnTo>
                <a:lnTo>
                  <a:pt x="2675954" y="1373572"/>
                </a:lnTo>
                <a:lnTo>
                  <a:pt x="2678173" y="1375953"/>
                </a:lnTo>
                <a:lnTo>
                  <a:pt x="2681478" y="1379401"/>
                </a:lnTo>
                <a:lnTo>
                  <a:pt x="2683326" y="1382963"/>
                </a:lnTo>
                <a:lnTo>
                  <a:pt x="2683697" y="1386650"/>
                </a:lnTo>
                <a:lnTo>
                  <a:pt x="2684193" y="1389031"/>
                </a:lnTo>
                <a:lnTo>
                  <a:pt x="2684802" y="1390107"/>
                </a:lnTo>
                <a:lnTo>
                  <a:pt x="2685174" y="1392860"/>
                </a:lnTo>
                <a:lnTo>
                  <a:pt x="2685307" y="1397279"/>
                </a:lnTo>
                <a:lnTo>
                  <a:pt x="2685393" y="1399661"/>
                </a:lnTo>
                <a:lnTo>
                  <a:pt x="2685421" y="1400004"/>
                </a:lnTo>
                <a:lnTo>
                  <a:pt x="2685469" y="1402423"/>
                </a:lnTo>
                <a:lnTo>
                  <a:pt x="2685507" y="1406928"/>
                </a:lnTo>
                <a:lnTo>
                  <a:pt x="2685526" y="1409309"/>
                </a:lnTo>
                <a:lnTo>
                  <a:pt x="2685536" y="1409567"/>
                </a:lnTo>
                <a:lnTo>
                  <a:pt x="2685545" y="1411957"/>
                </a:lnTo>
                <a:lnTo>
                  <a:pt x="2685545" y="1416463"/>
                </a:lnTo>
                <a:lnTo>
                  <a:pt x="2685545" y="1418844"/>
                </a:lnTo>
                <a:lnTo>
                  <a:pt x="2685555" y="1419101"/>
                </a:lnTo>
                <a:lnTo>
                  <a:pt x="2685517" y="1421444"/>
                </a:lnTo>
                <a:lnTo>
                  <a:pt x="2685440" y="1425883"/>
                </a:lnTo>
                <a:lnTo>
                  <a:pt x="2685402" y="1428264"/>
                </a:lnTo>
                <a:lnTo>
                  <a:pt x="2685412" y="1428588"/>
                </a:lnTo>
                <a:lnTo>
                  <a:pt x="2685412" y="1430969"/>
                </a:lnTo>
                <a:lnTo>
                  <a:pt x="2685412" y="1435418"/>
                </a:lnTo>
                <a:lnTo>
                  <a:pt x="2685412" y="1437799"/>
                </a:lnTo>
                <a:lnTo>
                  <a:pt x="2685402" y="1438113"/>
                </a:lnTo>
                <a:lnTo>
                  <a:pt x="2685421" y="1440513"/>
                </a:lnTo>
                <a:lnTo>
                  <a:pt x="2685459" y="1444990"/>
                </a:lnTo>
                <a:lnTo>
                  <a:pt x="2685479" y="1447371"/>
                </a:lnTo>
                <a:lnTo>
                  <a:pt x="2685469" y="1447657"/>
                </a:lnTo>
                <a:lnTo>
                  <a:pt x="2685526" y="1450096"/>
                </a:lnTo>
                <a:lnTo>
                  <a:pt x="2685650" y="1454687"/>
                </a:lnTo>
                <a:lnTo>
                  <a:pt x="2685698" y="1457068"/>
                </a:lnTo>
                <a:lnTo>
                  <a:pt x="2685488" y="1459430"/>
                </a:lnTo>
                <a:lnTo>
                  <a:pt x="2685136" y="1463650"/>
                </a:lnTo>
                <a:lnTo>
                  <a:pt x="2684278" y="1466031"/>
                </a:lnTo>
                <a:lnTo>
                  <a:pt x="2682916" y="1466574"/>
                </a:lnTo>
                <a:lnTo>
                  <a:pt x="2682040" y="1468079"/>
                </a:lnTo>
                <a:lnTo>
                  <a:pt x="2681630" y="1470527"/>
                </a:lnTo>
                <a:lnTo>
                  <a:pt x="2680202" y="1471717"/>
                </a:lnTo>
                <a:lnTo>
                  <a:pt x="2677754" y="1471651"/>
                </a:lnTo>
                <a:lnTo>
                  <a:pt x="2674382" y="1470660"/>
                </a:lnTo>
                <a:lnTo>
                  <a:pt x="2670096" y="1468755"/>
                </a:lnTo>
                <a:lnTo>
                  <a:pt x="2667714" y="1467803"/>
                </a:lnTo>
                <a:lnTo>
                  <a:pt x="2667238" y="1467803"/>
                </a:lnTo>
                <a:lnTo>
                  <a:pt x="2666771" y="1467564"/>
                </a:lnTo>
                <a:lnTo>
                  <a:pt x="2666324" y="1467088"/>
                </a:lnTo>
                <a:lnTo>
                  <a:pt x="2666095" y="1466621"/>
                </a:lnTo>
                <a:lnTo>
                  <a:pt x="2666095" y="1466174"/>
                </a:lnTo>
                <a:lnTo>
                  <a:pt x="2664571" y="1463792"/>
                </a:lnTo>
                <a:lnTo>
                  <a:pt x="2661542" y="1459478"/>
                </a:lnTo>
                <a:lnTo>
                  <a:pt x="2659971" y="1455534"/>
                </a:lnTo>
                <a:lnTo>
                  <a:pt x="2659875" y="1451943"/>
                </a:lnTo>
                <a:lnTo>
                  <a:pt x="2659828" y="1449562"/>
                </a:lnTo>
                <a:lnTo>
                  <a:pt x="2659847" y="1448391"/>
                </a:lnTo>
                <a:lnTo>
                  <a:pt x="2659828" y="1445990"/>
                </a:lnTo>
                <a:lnTo>
                  <a:pt x="2659780" y="1442361"/>
                </a:lnTo>
                <a:lnTo>
                  <a:pt x="2659780" y="1439980"/>
                </a:lnTo>
                <a:lnTo>
                  <a:pt x="2659828" y="1438847"/>
                </a:lnTo>
                <a:lnTo>
                  <a:pt x="2659856" y="1436494"/>
                </a:lnTo>
                <a:lnTo>
                  <a:pt x="2659856" y="1432922"/>
                </a:lnTo>
                <a:lnTo>
                  <a:pt x="2659828" y="1430541"/>
                </a:lnTo>
                <a:lnTo>
                  <a:pt x="2659780" y="1429350"/>
                </a:lnTo>
                <a:lnTo>
                  <a:pt x="2659723" y="1426912"/>
                </a:lnTo>
                <a:lnTo>
                  <a:pt x="2659666" y="1423225"/>
                </a:lnTo>
                <a:lnTo>
                  <a:pt x="2659618" y="1420844"/>
                </a:lnTo>
                <a:lnTo>
                  <a:pt x="2659571" y="1419768"/>
                </a:lnTo>
                <a:lnTo>
                  <a:pt x="2659523" y="1417330"/>
                </a:lnTo>
                <a:lnTo>
                  <a:pt x="2659466" y="1413548"/>
                </a:lnTo>
                <a:lnTo>
                  <a:pt x="2659456" y="1411167"/>
                </a:lnTo>
                <a:lnTo>
                  <a:pt x="2659504" y="1410186"/>
                </a:lnTo>
                <a:lnTo>
                  <a:pt x="2659466" y="1407776"/>
                </a:lnTo>
                <a:lnTo>
                  <a:pt x="2659351" y="1403918"/>
                </a:lnTo>
                <a:lnTo>
                  <a:pt x="2659275" y="1401537"/>
                </a:lnTo>
                <a:lnTo>
                  <a:pt x="2659247" y="1400632"/>
                </a:lnTo>
                <a:lnTo>
                  <a:pt x="2659199" y="1398203"/>
                </a:lnTo>
                <a:lnTo>
                  <a:pt x="2659142" y="1394260"/>
                </a:lnTo>
                <a:lnTo>
                  <a:pt x="2658980" y="1391879"/>
                </a:lnTo>
                <a:lnTo>
                  <a:pt x="2658713" y="1391060"/>
                </a:lnTo>
                <a:lnTo>
                  <a:pt x="2658304" y="1390326"/>
                </a:lnTo>
                <a:lnTo>
                  <a:pt x="2657751" y="1389688"/>
                </a:lnTo>
                <a:lnTo>
                  <a:pt x="2656284" y="1388497"/>
                </a:lnTo>
                <a:lnTo>
                  <a:pt x="2653903" y="1386754"/>
                </a:lnTo>
                <a:lnTo>
                  <a:pt x="2651522" y="1385792"/>
                </a:lnTo>
                <a:lnTo>
                  <a:pt x="2649141" y="1385592"/>
                </a:lnTo>
                <a:lnTo>
                  <a:pt x="2646016" y="1384849"/>
                </a:lnTo>
                <a:lnTo>
                  <a:pt x="2642149" y="1383554"/>
                </a:lnTo>
                <a:lnTo>
                  <a:pt x="2639768" y="1382859"/>
                </a:lnTo>
                <a:lnTo>
                  <a:pt x="2638873" y="1382763"/>
                </a:lnTo>
                <a:lnTo>
                  <a:pt x="2637530" y="1383802"/>
                </a:lnTo>
                <a:lnTo>
                  <a:pt x="2635748" y="1385983"/>
                </a:lnTo>
                <a:lnTo>
                  <a:pt x="2633367" y="1387154"/>
                </a:lnTo>
                <a:lnTo>
                  <a:pt x="2630386" y="1387316"/>
                </a:lnTo>
                <a:lnTo>
                  <a:pt x="2628614" y="1387926"/>
                </a:lnTo>
                <a:lnTo>
                  <a:pt x="2628052" y="1388993"/>
                </a:lnTo>
                <a:lnTo>
                  <a:pt x="2626424" y="1389802"/>
                </a:lnTo>
                <a:lnTo>
                  <a:pt x="2623728" y="1390364"/>
                </a:lnTo>
                <a:lnTo>
                  <a:pt x="2622423" y="1391441"/>
                </a:lnTo>
                <a:lnTo>
                  <a:pt x="2622509" y="1393031"/>
                </a:lnTo>
                <a:lnTo>
                  <a:pt x="2621756" y="1393784"/>
                </a:lnTo>
                <a:lnTo>
                  <a:pt x="2620166" y="1393698"/>
                </a:lnTo>
                <a:lnTo>
                  <a:pt x="2619089" y="1395003"/>
                </a:lnTo>
                <a:lnTo>
                  <a:pt x="2618527" y="1397689"/>
                </a:lnTo>
                <a:lnTo>
                  <a:pt x="2617918" y="1399327"/>
                </a:lnTo>
                <a:lnTo>
                  <a:pt x="2617270" y="1399889"/>
                </a:lnTo>
                <a:lnTo>
                  <a:pt x="2616918" y="1401918"/>
                </a:lnTo>
                <a:lnTo>
                  <a:pt x="2616841" y="1405395"/>
                </a:lnTo>
                <a:lnTo>
                  <a:pt x="2616441" y="1407776"/>
                </a:lnTo>
                <a:lnTo>
                  <a:pt x="2615708" y="1409062"/>
                </a:lnTo>
                <a:lnTo>
                  <a:pt x="2615336" y="1411072"/>
                </a:lnTo>
                <a:lnTo>
                  <a:pt x="2615336" y="1413815"/>
                </a:lnTo>
                <a:lnTo>
                  <a:pt x="2615298" y="1416196"/>
                </a:lnTo>
                <a:lnTo>
                  <a:pt x="2615241" y="1418215"/>
                </a:lnTo>
                <a:lnTo>
                  <a:pt x="2615213" y="1420568"/>
                </a:lnTo>
                <a:lnTo>
                  <a:pt x="2615213" y="1423245"/>
                </a:lnTo>
                <a:lnTo>
                  <a:pt x="2615298" y="1425626"/>
                </a:lnTo>
                <a:lnTo>
                  <a:pt x="2615479" y="1427712"/>
                </a:lnTo>
                <a:lnTo>
                  <a:pt x="2615565" y="1430179"/>
                </a:lnTo>
                <a:lnTo>
                  <a:pt x="2615565" y="1433036"/>
                </a:lnTo>
                <a:lnTo>
                  <a:pt x="2615613" y="1435418"/>
                </a:lnTo>
                <a:lnTo>
                  <a:pt x="2615717" y="1437323"/>
                </a:lnTo>
                <a:lnTo>
                  <a:pt x="2615775" y="1439751"/>
                </a:lnTo>
                <a:lnTo>
                  <a:pt x="2615775" y="1442714"/>
                </a:lnTo>
                <a:lnTo>
                  <a:pt x="2615813" y="1445095"/>
                </a:lnTo>
                <a:lnTo>
                  <a:pt x="2615908" y="1446895"/>
                </a:lnTo>
                <a:lnTo>
                  <a:pt x="2615917" y="1449286"/>
                </a:lnTo>
                <a:lnTo>
                  <a:pt x="2615841" y="1452267"/>
                </a:lnTo>
                <a:lnTo>
                  <a:pt x="2615822" y="1454648"/>
                </a:lnTo>
                <a:lnTo>
                  <a:pt x="2615870" y="1456430"/>
                </a:lnTo>
                <a:lnTo>
                  <a:pt x="2615889" y="1458839"/>
                </a:lnTo>
                <a:lnTo>
                  <a:pt x="2615889" y="1461859"/>
                </a:lnTo>
                <a:lnTo>
                  <a:pt x="2614384" y="1464240"/>
                </a:lnTo>
                <a:lnTo>
                  <a:pt x="2611364" y="1465983"/>
                </a:lnTo>
                <a:lnTo>
                  <a:pt x="2609021" y="1468403"/>
                </a:lnTo>
                <a:lnTo>
                  <a:pt x="2607374" y="1471517"/>
                </a:lnTo>
                <a:lnTo>
                  <a:pt x="2604992" y="1473070"/>
                </a:lnTo>
                <a:lnTo>
                  <a:pt x="2601878" y="1473070"/>
                </a:lnTo>
                <a:lnTo>
                  <a:pt x="2598144" y="1471517"/>
                </a:lnTo>
                <a:lnTo>
                  <a:pt x="2593791" y="1468403"/>
                </a:lnTo>
                <a:lnTo>
                  <a:pt x="2591410" y="1466479"/>
                </a:lnTo>
                <a:lnTo>
                  <a:pt x="2591000" y="1465726"/>
                </a:lnTo>
                <a:lnTo>
                  <a:pt x="2589533" y="1463345"/>
                </a:lnTo>
                <a:lnTo>
                  <a:pt x="2586990" y="1459335"/>
                </a:lnTo>
                <a:lnTo>
                  <a:pt x="2585723" y="1456058"/>
                </a:lnTo>
                <a:lnTo>
                  <a:pt x="2585723" y="1453515"/>
                </a:lnTo>
                <a:lnTo>
                  <a:pt x="2585761" y="1451134"/>
                </a:lnTo>
                <a:lnTo>
                  <a:pt x="2585837" y="1448914"/>
                </a:lnTo>
                <a:lnTo>
                  <a:pt x="2585876" y="1446571"/>
                </a:lnTo>
                <a:lnTo>
                  <a:pt x="2585876" y="1444104"/>
                </a:lnTo>
                <a:lnTo>
                  <a:pt x="2585837" y="1441723"/>
                </a:lnTo>
                <a:lnTo>
                  <a:pt x="2585761" y="1439428"/>
                </a:lnTo>
                <a:lnTo>
                  <a:pt x="2585723" y="1437008"/>
                </a:lnTo>
                <a:lnTo>
                  <a:pt x="2585723" y="1434465"/>
                </a:lnTo>
                <a:lnTo>
                  <a:pt x="2585723" y="1432084"/>
                </a:lnTo>
                <a:lnTo>
                  <a:pt x="2585723" y="1429864"/>
                </a:lnTo>
                <a:lnTo>
                  <a:pt x="2585676" y="1427436"/>
                </a:lnTo>
                <a:lnTo>
                  <a:pt x="2585590" y="1424807"/>
                </a:lnTo>
                <a:lnTo>
                  <a:pt x="2585476" y="1422425"/>
                </a:lnTo>
                <a:lnTo>
                  <a:pt x="2585342" y="1420292"/>
                </a:lnTo>
                <a:lnTo>
                  <a:pt x="2585266" y="1417844"/>
                </a:lnTo>
                <a:lnTo>
                  <a:pt x="2585266" y="1415082"/>
                </a:lnTo>
                <a:lnTo>
                  <a:pt x="2585266" y="1412700"/>
                </a:lnTo>
                <a:lnTo>
                  <a:pt x="2585266" y="1410700"/>
                </a:lnTo>
                <a:lnTo>
                  <a:pt x="2585266" y="1408319"/>
                </a:lnTo>
                <a:lnTo>
                  <a:pt x="2585266" y="1405557"/>
                </a:lnTo>
                <a:lnTo>
                  <a:pt x="2585466" y="1403175"/>
                </a:lnTo>
                <a:lnTo>
                  <a:pt x="2585847" y="1401175"/>
                </a:lnTo>
                <a:lnTo>
                  <a:pt x="2586038" y="1398984"/>
                </a:lnTo>
                <a:lnTo>
                  <a:pt x="2586038" y="1396603"/>
                </a:lnTo>
                <a:lnTo>
                  <a:pt x="2586133" y="1394222"/>
                </a:lnTo>
                <a:lnTo>
                  <a:pt x="2586333" y="1391841"/>
                </a:lnTo>
                <a:lnTo>
                  <a:pt x="2586476" y="1389602"/>
                </a:lnTo>
                <a:lnTo>
                  <a:pt x="2586561" y="1387507"/>
                </a:lnTo>
                <a:lnTo>
                  <a:pt x="2586390" y="1385125"/>
                </a:lnTo>
                <a:lnTo>
                  <a:pt x="2585942" y="1382458"/>
                </a:lnTo>
                <a:lnTo>
                  <a:pt x="2585761" y="1379896"/>
                </a:lnTo>
                <a:lnTo>
                  <a:pt x="2585847" y="1377439"/>
                </a:lnTo>
                <a:lnTo>
                  <a:pt x="2585847" y="1375058"/>
                </a:lnTo>
                <a:lnTo>
                  <a:pt x="2585780" y="1372753"/>
                </a:lnTo>
                <a:lnTo>
                  <a:pt x="2585780" y="1370371"/>
                </a:lnTo>
                <a:lnTo>
                  <a:pt x="2585857" y="1367923"/>
                </a:lnTo>
                <a:lnTo>
                  <a:pt x="2587123" y="1366361"/>
                </a:lnTo>
                <a:lnTo>
                  <a:pt x="2589571" y="1365704"/>
                </a:lnTo>
                <a:lnTo>
                  <a:pt x="2590991" y="1364742"/>
                </a:lnTo>
                <a:lnTo>
                  <a:pt x="2591381" y="1363485"/>
                </a:lnTo>
                <a:lnTo>
                  <a:pt x="2593029" y="1362656"/>
                </a:lnTo>
                <a:lnTo>
                  <a:pt x="2595944" y="1362266"/>
                </a:lnTo>
                <a:lnTo>
                  <a:pt x="2597715" y="1361665"/>
                </a:lnTo>
                <a:lnTo>
                  <a:pt x="2598353" y="1360837"/>
                </a:lnTo>
                <a:close/>
                <a:moveTo>
                  <a:pt x="2760469" y="1359751"/>
                </a:moveTo>
                <a:lnTo>
                  <a:pt x="2761659" y="1359856"/>
                </a:lnTo>
                <a:lnTo>
                  <a:pt x="2763517" y="1359332"/>
                </a:lnTo>
                <a:lnTo>
                  <a:pt x="2766041" y="1358189"/>
                </a:lnTo>
                <a:lnTo>
                  <a:pt x="2768422" y="1357570"/>
                </a:lnTo>
                <a:lnTo>
                  <a:pt x="2770661" y="1357503"/>
                </a:lnTo>
                <a:lnTo>
                  <a:pt x="2773509" y="1357970"/>
                </a:lnTo>
                <a:lnTo>
                  <a:pt x="2776966" y="1358970"/>
                </a:lnTo>
                <a:lnTo>
                  <a:pt x="2779347" y="1359475"/>
                </a:lnTo>
                <a:lnTo>
                  <a:pt x="2780652" y="1359475"/>
                </a:lnTo>
                <a:lnTo>
                  <a:pt x="2781948" y="1360122"/>
                </a:lnTo>
                <a:lnTo>
                  <a:pt x="2783253" y="1361427"/>
                </a:lnTo>
                <a:lnTo>
                  <a:pt x="2785634" y="1362542"/>
                </a:lnTo>
                <a:lnTo>
                  <a:pt x="2789091" y="1363466"/>
                </a:lnTo>
                <a:lnTo>
                  <a:pt x="2792482" y="1365123"/>
                </a:lnTo>
                <a:lnTo>
                  <a:pt x="2795797" y="1367514"/>
                </a:lnTo>
                <a:lnTo>
                  <a:pt x="2798178" y="1368781"/>
                </a:lnTo>
                <a:lnTo>
                  <a:pt x="2799626" y="1368952"/>
                </a:lnTo>
                <a:lnTo>
                  <a:pt x="2801017" y="1369676"/>
                </a:lnTo>
                <a:lnTo>
                  <a:pt x="2802350" y="1370962"/>
                </a:lnTo>
                <a:lnTo>
                  <a:pt x="2804732" y="1373134"/>
                </a:lnTo>
                <a:lnTo>
                  <a:pt x="2808161" y="1376191"/>
                </a:lnTo>
                <a:lnTo>
                  <a:pt x="2810723" y="1378572"/>
                </a:lnTo>
                <a:lnTo>
                  <a:pt x="2812428" y="1380277"/>
                </a:lnTo>
                <a:lnTo>
                  <a:pt x="2813561" y="1382258"/>
                </a:lnTo>
                <a:lnTo>
                  <a:pt x="2814123" y="1384525"/>
                </a:lnTo>
                <a:lnTo>
                  <a:pt x="2815380" y="1386907"/>
                </a:lnTo>
                <a:lnTo>
                  <a:pt x="2817304" y="1389402"/>
                </a:lnTo>
                <a:lnTo>
                  <a:pt x="2818552" y="1391622"/>
                </a:lnTo>
                <a:lnTo>
                  <a:pt x="2819114" y="1393565"/>
                </a:lnTo>
                <a:lnTo>
                  <a:pt x="2820524" y="1395946"/>
                </a:lnTo>
                <a:lnTo>
                  <a:pt x="2822762" y="1398765"/>
                </a:lnTo>
                <a:lnTo>
                  <a:pt x="2823886" y="1401299"/>
                </a:lnTo>
                <a:lnTo>
                  <a:pt x="2823886" y="1403537"/>
                </a:lnTo>
                <a:lnTo>
                  <a:pt x="2824382" y="1405919"/>
                </a:lnTo>
                <a:lnTo>
                  <a:pt x="2825372" y="1408443"/>
                </a:lnTo>
                <a:lnTo>
                  <a:pt x="2825867" y="1411319"/>
                </a:lnTo>
                <a:lnTo>
                  <a:pt x="2825867" y="1414548"/>
                </a:lnTo>
                <a:lnTo>
                  <a:pt x="2825887" y="1416929"/>
                </a:lnTo>
                <a:lnTo>
                  <a:pt x="2825944" y="1418463"/>
                </a:lnTo>
                <a:lnTo>
                  <a:pt x="2825972" y="1420863"/>
                </a:lnTo>
                <a:lnTo>
                  <a:pt x="2825972" y="1424149"/>
                </a:lnTo>
                <a:lnTo>
                  <a:pt x="2825715" y="1426531"/>
                </a:lnTo>
                <a:lnTo>
                  <a:pt x="2825191" y="1428007"/>
                </a:lnTo>
                <a:lnTo>
                  <a:pt x="2824934" y="1430131"/>
                </a:lnTo>
                <a:lnTo>
                  <a:pt x="2824934" y="1432903"/>
                </a:lnTo>
                <a:lnTo>
                  <a:pt x="2823553" y="1435113"/>
                </a:lnTo>
                <a:lnTo>
                  <a:pt x="2820781" y="1436751"/>
                </a:lnTo>
                <a:lnTo>
                  <a:pt x="2819352" y="1437704"/>
                </a:lnTo>
                <a:lnTo>
                  <a:pt x="2819267" y="1437961"/>
                </a:lnTo>
                <a:lnTo>
                  <a:pt x="2818905" y="1440304"/>
                </a:lnTo>
                <a:lnTo>
                  <a:pt x="2818286" y="1444342"/>
                </a:lnTo>
                <a:lnTo>
                  <a:pt x="2817524" y="1446724"/>
                </a:lnTo>
                <a:lnTo>
                  <a:pt x="2816619" y="1447448"/>
                </a:lnTo>
                <a:lnTo>
                  <a:pt x="2816104" y="1449314"/>
                </a:lnTo>
                <a:lnTo>
                  <a:pt x="2815990" y="1452343"/>
                </a:lnTo>
                <a:lnTo>
                  <a:pt x="2814418" y="1453915"/>
                </a:lnTo>
                <a:lnTo>
                  <a:pt x="2811389" y="1454029"/>
                </a:lnTo>
                <a:lnTo>
                  <a:pt x="2809475" y="1454496"/>
                </a:lnTo>
                <a:lnTo>
                  <a:pt x="2808675" y="1455315"/>
                </a:lnTo>
                <a:lnTo>
                  <a:pt x="2807818" y="1456125"/>
                </a:lnTo>
                <a:lnTo>
                  <a:pt x="2806903" y="1456925"/>
                </a:lnTo>
                <a:lnTo>
                  <a:pt x="2806389" y="1458792"/>
                </a:lnTo>
                <a:lnTo>
                  <a:pt x="2806275" y="1461726"/>
                </a:lnTo>
                <a:lnTo>
                  <a:pt x="2804751" y="1463250"/>
                </a:lnTo>
                <a:lnTo>
                  <a:pt x="2801817" y="1463364"/>
                </a:lnTo>
                <a:lnTo>
                  <a:pt x="2799969" y="1463897"/>
                </a:lnTo>
                <a:lnTo>
                  <a:pt x="2799197" y="1464840"/>
                </a:lnTo>
                <a:lnTo>
                  <a:pt x="2796816" y="1465583"/>
                </a:lnTo>
                <a:lnTo>
                  <a:pt x="2792825" y="1466107"/>
                </a:lnTo>
                <a:lnTo>
                  <a:pt x="2790701" y="1466364"/>
                </a:lnTo>
                <a:lnTo>
                  <a:pt x="2790454" y="1466355"/>
                </a:lnTo>
                <a:lnTo>
                  <a:pt x="2790120" y="1466479"/>
                </a:lnTo>
                <a:lnTo>
                  <a:pt x="2789711" y="1466726"/>
                </a:lnTo>
                <a:lnTo>
                  <a:pt x="2788958" y="1468355"/>
                </a:lnTo>
                <a:lnTo>
                  <a:pt x="2787872" y="1471365"/>
                </a:lnTo>
                <a:lnTo>
                  <a:pt x="2785815" y="1472879"/>
                </a:lnTo>
                <a:lnTo>
                  <a:pt x="2782805" y="1472879"/>
                </a:lnTo>
                <a:lnTo>
                  <a:pt x="2780652" y="1473098"/>
                </a:lnTo>
                <a:lnTo>
                  <a:pt x="2779347" y="1473556"/>
                </a:lnTo>
                <a:lnTo>
                  <a:pt x="2776966" y="1473775"/>
                </a:lnTo>
                <a:lnTo>
                  <a:pt x="2773509" y="1473775"/>
                </a:lnTo>
                <a:lnTo>
                  <a:pt x="2770918" y="1473565"/>
                </a:lnTo>
                <a:lnTo>
                  <a:pt x="2769203" y="1473156"/>
                </a:lnTo>
                <a:lnTo>
                  <a:pt x="2766822" y="1472946"/>
                </a:lnTo>
                <a:lnTo>
                  <a:pt x="2763774" y="1472946"/>
                </a:lnTo>
                <a:lnTo>
                  <a:pt x="2760012" y="1471422"/>
                </a:lnTo>
                <a:lnTo>
                  <a:pt x="2755525" y="1468374"/>
                </a:lnTo>
                <a:lnTo>
                  <a:pt x="2753144" y="1466793"/>
                </a:lnTo>
                <a:lnTo>
                  <a:pt x="2752868" y="1466688"/>
                </a:lnTo>
                <a:lnTo>
                  <a:pt x="2752639" y="1466602"/>
                </a:lnTo>
                <a:lnTo>
                  <a:pt x="2750096" y="1466012"/>
                </a:lnTo>
                <a:lnTo>
                  <a:pt x="2745496" y="1465002"/>
                </a:lnTo>
                <a:lnTo>
                  <a:pt x="2741352" y="1462707"/>
                </a:lnTo>
                <a:lnTo>
                  <a:pt x="2737666" y="1459116"/>
                </a:lnTo>
                <a:lnTo>
                  <a:pt x="2735285" y="1456849"/>
                </a:lnTo>
                <a:lnTo>
                  <a:pt x="2734208" y="1455896"/>
                </a:lnTo>
                <a:lnTo>
                  <a:pt x="2731818" y="1453515"/>
                </a:lnTo>
                <a:lnTo>
                  <a:pt x="2728103" y="1449705"/>
                </a:lnTo>
                <a:lnTo>
                  <a:pt x="2725722" y="1446800"/>
                </a:lnTo>
                <a:lnTo>
                  <a:pt x="2724674" y="1444809"/>
                </a:lnTo>
                <a:lnTo>
                  <a:pt x="2722769" y="1442428"/>
                </a:lnTo>
                <a:lnTo>
                  <a:pt x="2719997" y="1439656"/>
                </a:lnTo>
                <a:lnTo>
                  <a:pt x="2718645" y="1436922"/>
                </a:lnTo>
                <a:lnTo>
                  <a:pt x="2718711" y="1434217"/>
                </a:lnTo>
                <a:lnTo>
                  <a:pt x="2718245" y="1431836"/>
                </a:lnTo>
                <a:lnTo>
                  <a:pt x="2717254" y="1429779"/>
                </a:lnTo>
                <a:lnTo>
                  <a:pt x="2716682" y="1426835"/>
                </a:lnTo>
                <a:lnTo>
                  <a:pt x="2716549" y="1422997"/>
                </a:lnTo>
                <a:lnTo>
                  <a:pt x="2716378" y="1420616"/>
                </a:lnTo>
                <a:lnTo>
                  <a:pt x="2716168" y="1419692"/>
                </a:lnTo>
                <a:lnTo>
                  <a:pt x="2716101" y="1417244"/>
                </a:lnTo>
                <a:lnTo>
                  <a:pt x="2716178" y="1413272"/>
                </a:lnTo>
                <a:lnTo>
                  <a:pt x="2716225" y="1410891"/>
                </a:lnTo>
                <a:lnTo>
                  <a:pt x="2716254" y="1410100"/>
                </a:lnTo>
                <a:lnTo>
                  <a:pt x="2716273" y="1407728"/>
                </a:lnTo>
                <a:lnTo>
                  <a:pt x="2716273" y="1403795"/>
                </a:lnTo>
                <a:lnTo>
                  <a:pt x="2716454" y="1401413"/>
                </a:lnTo>
                <a:lnTo>
                  <a:pt x="2716825" y="1400585"/>
                </a:lnTo>
                <a:lnTo>
                  <a:pt x="2716978" y="1398365"/>
                </a:lnTo>
                <a:lnTo>
                  <a:pt x="2716930" y="1394746"/>
                </a:lnTo>
                <a:lnTo>
                  <a:pt x="2718264" y="1392365"/>
                </a:lnTo>
                <a:lnTo>
                  <a:pt x="2720978" y="1391222"/>
                </a:lnTo>
                <a:lnTo>
                  <a:pt x="2722388" y="1390250"/>
                </a:lnTo>
                <a:lnTo>
                  <a:pt x="2722502" y="1389459"/>
                </a:lnTo>
                <a:lnTo>
                  <a:pt x="2722959" y="1388983"/>
                </a:lnTo>
                <a:lnTo>
                  <a:pt x="2723750" y="1388821"/>
                </a:lnTo>
                <a:lnTo>
                  <a:pt x="2724483" y="1387173"/>
                </a:lnTo>
                <a:lnTo>
                  <a:pt x="2725141" y="1384021"/>
                </a:lnTo>
                <a:lnTo>
                  <a:pt x="2725903" y="1382116"/>
                </a:lnTo>
                <a:lnTo>
                  <a:pt x="2726769" y="1381458"/>
                </a:lnTo>
                <a:lnTo>
                  <a:pt x="2727322" y="1379630"/>
                </a:lnTo>
                <a:lnTo>
                  <a:pt x="2727560" y="1376629"/>
                </a:lnTo>
                <a:lnTo>
                  <a:pt x="2729179" y="1374972"/>
                </a:lnTo>
                <a:lnTo>
                  <a:pt x="2732180" y="1374667"/>
                </a:lnTo>
                <a:lnTo>
                  <a:pt x="2733999" y="1374115"/>
                </a:lnTo>
                <a:lnTo>
                  <a:pt x="2734656" y="1373315"/>
                </a:lnTo>
                <a:lnTo>
                  <a:pt x="2735647" y="1372581"/>
                </a:lnTo>
                <a:lnTo>
                  <a:pt x="2736980" y="1371924"/>
                </a:lnTo>
                <a:lnTo>
                  <a:pt x="2737714" y="1370286"/>
                </a:lnTo>
                <a:lnTo>
                  <a:pt x="2737866" y="1367657"/>
                </a:lnTo>
                <a:lnTo>
                  <a:pt x="2739257" y="1366266"/>
                </a:lnTo>
                <a:lnTo>
                  <a:pt x="2741886" y="1366114"/>
                </a:lnTo>
                <a:lnTo>
                  <a:pt x="2743562" y="1365409"/>
                </a:lnTo>
                <a:lnTo>
                  <a:pt x="2744267" y="1364142"/>
                </a:lnTo>
                <a:lnTo>
                  <a:pt x="2746648" y="1363485"/>
                </a:lnTo>
                <a:lnTo>
                  <a:pt x="2750706" y="1363447"/>
                </a:lnTo>
                <a:lnTo>
                  <a:pt x="2753039" y="1363399"/>
                </a:lnTo>
                <a:lnTo>
                  <a:pt x="2753658" y="1363342"/>
                </a:lnTo>
                <a:lnTo>
                  <a:pt x="2755411" y="1363008"/>
                </a:lnTo>
                <a:lnTo>
                  <a:pt x="2758297" y="1362389"/>
                </a:lnTo>
                <a:lnTo>
                  <a:pt x="2759774" y="1361484"/>
                </a:lnTo>
                <a:lnTo>
                  <a:pt x="2759840" y="1360294"/>
                </a:lnTo>
                <a:close/>
                <a:moveTo>
                  <a:pt x="2999280" y="1360522"/>
                </a:moveTo>
                <a:lnTo>
                  <a:pt x="3000013" y="1360351"/>
                </a:lnTo>
                <a:lnTo>
                  <a:pt x="3001642" y="1359599"/>
                </a:lnTo>
                <a:lnTo>
                  <a:pt x="3004166" y="1358275"/>
                </a:lnTo>
                <a:lnTo>
                  <a:pt x="3006547" y="1357570"/>
                </a:lnTo>
                <a:lnTo>
                  <a:pt x="3008786" y="1357503"/>
                </a:lnTo>
                <a:lnTo>
                  <a:pt x="3011214" y="1357551"/>
                </a:lnTo>
                <a:lnTo>
                  <a:pt x="3013843" y="1357722"/>
                </a:lnTo>
                <a:lnTo>
                  <a:pt x="3016225" y="1357770"/>
                </a:lnTo>
                <a:lnTo>
                  <a:pt x="3018358" y="1357694"/>
                </a:lnTo>
                <a:lnTo>
                  <a:pt x="3021244" y="1358760"/>
                </a:lnTo>
                <a:lnTo>
                  <a:pt x="3024892" y="1360970"/>
                </a:lnTo>
                <a:lnTo>
                  <a:pt x="3027274" y="1362180"/>
                </a:lnTo>
                <a:lnTo>
                  <a:pt x="3028388" y="1362389"/>
                </a:lnTo>
                <a:lnTo>
                  <a:pt x="3029226" y="1362666"/>
                </a:lnTo>
                <a:lnTo>
                  <a:pt x="3029769" y="1362999"/>
                </a:lnTo>
                <a:lnTo>
                  <a:pt x="3032150" y="1363666"/>
                </a:lnTo>
                <a:lnTo>
                  <a:pt x="3036370" y="1364675"/>
                </a:lnTo>
                <a:lnTo>
                  <a:pt x="3040151" y="1366790"/>
                </a:lnTo>
                <a:lnTo>
                  <a:pt x="3043504" y="1370000"/>
                </a:lnTo>
                <a:lnTo>
                  <a:pt x="3045885" y="1372600"/>
                </a:lnTo>
                <a:lnTo>
                  <a:pt x="3047295" y="1374600"/>
                </a:lnTo>
                <a:lnTo>
                  <a:pt x="3049257" y="1376982"/>
                </a:lnTo>
                <a:lnTo>
                  <a:pt x="3051781" y="1379744"/>
                </a:lnTo>
                <a:lnTo>
                  <a:pt x="3053077" y="1382420"/>
                </a:lnTo>
                <a:lnTo>
                  <a:pt x="3053153" y="1385021"/>
                </a:lnTo>
                <a:lnTo>
                  <a:pt x="3053877" y="1387402"/>
                </a:lnTo>
                <a:lnTo>
                  <a:pt x="3055249" y="1389564"/>
                </a:lnTo>
                <a:lnTo>
                  <a:pt x="3056011" y="1392707"/>
                </a:lnTo>
                <a:lnTo>
                  <a:pt x="3056144" y="1396813"/>
                </a:lnTo>
                <a:lnTo>
                  <a:pt x="3056268" y="1399194"/>
                </a:lnTo>
                <a:lnTo>
                  <a:pt x="3056392" y="1399851"/>
                </a:lnTo>
                <a:lnTo>
                  <a:pt x="3056430" y="1402271"/>
                </a:lnTo>
                <a:lnTo>
                  <a:pt x="3056392" y="1406452"/>
                </a:lnTo>
                <a:lnTo>
                  <a:pt x="3056363" y="1408833"/>
                </a:lnTo>
                <a:lnTo>
                  <a:pt x="3056353" y="1409414"/>
                </a:lnTo>
                <a:lnTo>
                  <a:pt x="3056249" y="1411691"/>
                </a:lnTo>
                <a:lnTo>
                  <a:pt x="3056058" y="1415672"/>
                </a:lnTo>
                <a:lnTo>
                  <a:pt x="3055934" y="1418053"/>
                </a:lnTo>
                <a:lnTo>
                  <a:pt x="3055858" y="1418834"/>
                </a:lnTo>
                <a:lnTo>
                  <a:pt x="3055830" y="1421178"/>
                </a:lnTo>
                <a:lnTo>
                  <a:pt x="3055830" y="1425092"/>
                </a:lnTo>
                <a:lnTo>
                  <a:pt x="3055858" y="1427474"/>
                </a:lnTo>
                <a:lnTo>
                  <a:pt x="3055906" y="1428321"/>
                </a:lnTo>
                <a:lnTo>
                  <a:pt x="3056030" y="1430826"/>
                </a:lnTo>
                <a:lnTo>
                  <a:pt x="3056230" y="1434989"/>
                </a:lnTo>
                <a:lnTo>
                  <a:pt x="3056315" y="1437370"/>
                </a:lnTo>
                <a:lnTo>
                  <a:pt x="3056296" y="1437970"/>
                </a:lnTo>
                <a:lnTo>
                  <a:pt x="3056268" y="1440323"/>
                </a:lnTo>
                <a:lnTo>
                  <a:pt x="3056230" y="1444428"/>
                </a:lnTo>
                <a:lnTo>
                  <a:pt x="3056201" y="1446809"/>
                </a:lnTo>
                <a:lnTo>
                  <a:pt x="3056182" y="1447467"/>
                </a:lnTo>
                <a:lnTo>
                  <a:pt x="3056268" y="1449934"/>
                </a:lnTo>
                <a:lnTo>
                  <a:pt x="3056439" y="1454191"/>
                </a:lnTo>
                <a:lnTo>
                  <a:pt x="3056544" y="1456573"/>
                </a:lnTo>
                <a:lnTo>
                  <a:pt x="3056573" y="1457077"/>
                </a:lnTo>
                <a:lnTo>
                  <a:pt x="3056506" y="1459392"/>
                </a:lnTo>
                <a:lnTo>
                  <a:pt x="3056344" y="1463526"/>
                </a:lnTo>
                <a:lnTo>
                  <a:pt x="3055391" y="1465907"/>
                </a:lnTo>
                <a:lnTo>
                  <a:pt x="3053639" y="1466536"/>
                </a:lnTo>
                <a:lnTo>
                  <a:pt x="3052610" y="1467888"/>
                </a:lnTo>
                <a:lnTo>
                  <a:pt x="3052315" y="1469974"/>
                </a:lnTo>
                <a:lnTo>
                  <a:pt x="3051124" y="1471022"/>
                </a:lnTo>
                <a:lnTo>
                  <a:pt x="3049038" y="1471022"/>
                </a:lnTo>
                <a:lnTo>
                  <a:pt x="3045857" y="1470212"/>
                </a:lnTo>
                <a:lnTo>
                  <a:pt x="3041571" y="1468603"/>
                </a:lnTo>
                <a:lnTo>
                  <a:pt x="3039189" y="1467803"/>
                </a:lnTo>
                <a:lnTo>
                  <a:pt x="3038713" y="1467803"/>
                </a:lnTo>
                <a:lnTo>
                  <a:pt x="3038161" y="1467564"/>
                </a:lnTo>
                <a:lnTo>
                  <a:pt x="3037523" y="1467088"/>
                </a:lnTo>
                <a:lnTo>
                  <a:pt x="3035141" y="1466545"/>
                </a:lnTo>
                <a:lnTo>
                  <a:pt x="3031017" y="1465926"/>
                </a:lnTo>
                <a:lnTo>
                  <a:pt x="3028655" y="1465631"/>
                </a:lnTo>
                <a:lnTo>
                  <a:pt x="3028064" y="1465659"/>
                </a:lnTo>
                <a:lnTo>
                  <a:pt x="3027131" y="1465964"/>
                </a:lnTo>
                <a:lnTo>
                  <a:pt x="3025845" y="1466555"/>
                </a:lnTo>
                <a:lnTo>
                  <a:pt x="3024892" y="1467983"/>
                </a:lnTo>
                <a:lnTo>
                  <a:pt x="3024273" y="1470250"/>
                </a:lnTo>
                <a:lnTo>
                  <a:pt x="3022825" y="1471470"/>
                </a:lnTo>
                <a:lnTo>
                  <a:pt x="3020558" y="1471651"/>
                </a:lnTo>
                <a:lnTo>
                  <a:pt x="3018768" y="1472241"/>
                </a:lnTo>
                <a:lnTo>
                  <a:pt x="3017453" y="1473251"/>
                </a:lnTo>
                <a:lnTo>
                  <a:pt x="3015072" y="1473803"/>
                </a:lnTo>
                <a:lnTo>
                  <a:pt x="3011624" y="1473908"/>
                </a:lnTo>
                <a:lnTo>
                  <a:pt x="3009290" y="1473946"/>
                </a:lnTo>
                <a:lnTo>
                  <a:pt x="3008062" y="1473927"/>
                </a:lnTo>
                <a:lnTo>
                  <a:pt x="3005680" y="1473918"/>
                </a:lnTo>
                <a:lnTo>
                  <a:pt x="3002147" y="1473918"/>
                </a:lnTo>
                <a:lnTo>
                  <a:pt x="2999337" y="1473498"/>
                </a:lnTo>
                <a:lnTo>
                  <a:pt x="2997260" y="1472651"/>
                </a:lnTo>
                <a:lnTo>
                  <a:pt x="2994879" y="1472222"/>
                </a:lnTo>
                <a:lnTo>
                  <a:pt x="2992193" y="1472222"/>
                </a:lnTo>
                <a:lnTo>
                  <a:pt x="2989164" y="1470879"/>
                </a:lnTo>
                <a:lnTo>
                  <a:pt x="2985783" y="1468193"/>
                </a:lnTo>
                <a:lnTo>
                  <a:pt x="2983401" y="1466593"/>
                </a:lnTo>
                <a:lnTo>
                  <a:pt x="2982020" y="1466069"/>
                </a:lnTo>
                <a:lnTo>
                  <a:pt x="2979153" y="1463688"/>
                </a:lnTo>
                <a:lnTo>
                  <a:pt x="2974810" y="1459449"/>
                </a:lnTo>
                <a:lnTo>
                  <a:pt x="2972429" y="1456954"/>
                </a:lnTo>
                <a:lnTo>
                  <a:pt x="2972010" y="1456211"/>
                </a:lnTo>
                <a:lnTo>
                  <a:pt x="2970095" y="1453829"/>
                </a:lnTo>
                <a:lnTo>
                  <a:pt x="2966676" y="1449810"/>
                </a:lnTo>
                <a:lnTo>
                  <a:pt x="2964942" y="1446057"/>
                </a:lnTo>
                <a:lnTo>
                  <a:pt x="2964875" y="1442580"/>
                </a:lnTo>
                <a:lnTo>
                  <a:pt x="2964599" y="1440199"/>
                </a:lnTo>
                <a:lnTo>
                  <a:pt x="2964104" y="1438913"/>
                </a:lnTo>
                <a:lnTo>
                  <a:pt x="2963932" y="1436360"/>
                </a:lnTo>
                <a:lnTo>
                  <a:pt x="2964066" y="1432531"/>
                </a:lnTo>
                <a:lnTo>
                  <a:pt x="2964332" y="1430150"/>
                </a:lnTo>
                <a:lnTo>
                  <a:pt x="2964732" y="1429217"/>
                </a:lnTo>
                <a:lnTo>
                  <a:pt x="2964904" y="1427007"/>
                </a:lnTo>
                <a:lnTo>
                  <a:pt x="2964847" y="1423511"/>
                </a:lnTo>
                <a:lnTo>
                  <a:pt x="2966561" y="1421378"/>
                </a:lnTo>
                <a:lnTo>
                  <a:pt x="2970057" y="1420587"/>
                </a:lnTo>
                <a:lnTo>
                  <a:pt x="2971914" y="1420073"/>
                </a:lnTo>
                <a:lnTo>
                  <a:pt x="2972152" y="1419816"/>
                </a:lnTo>
                <a:lnTo>
                  <a:pt x="2972286" y="1419577"/>
                </a:lnTo>
                <a:lnTo>
                  <a:pt x="2972581" y="1417225"/>
                </a:lnTo>
                <a:lnTo>
                  <a:pt x="2973076" y="1413224"/>
                </a:lnTo>
                <a:lnTo>
                  <a:pt x="2975324" y="1410948"/>
                </a:lnTo>
                <a:lnTo>
                  <a:pt x="2979325" y="1410405"/>
                </a:lnTo>
                <a:lnTo>
                  <a:pt x="2981411" y="1410110"/>
                </a:lnTo>
                <a:lnTo>
                  <a:pt x="2981801" y="1409948"/>
                </a:lnTo>
                <a:lnTo>
                  <a:pt x="2982106" y="1409786"/>
                </a:lnTo>
                <a:lnTo>
                  <a:pt x="2982801" y="1408100"/>
                </a:lnTo>
                <a:lnTo>
                  <a:pt x="2983897" y="1404890"/>
                </a:lnTo>
                <a:lnTo>
                  <a:pt x="2986040" y="1403290"/>
                </a:lnTo>
                <a:lnTo>
                  <a:pt x="2989250" y="1403290"/>
                </a:lnTo>
                <a:lnTo>
                  <a:pt x="2991260" y="1402928"/>
                </a:lnTo>
                <a:lnTo>
                  <a:pt x="2992088" y="1402194"/>
                </a:lnTo>
                <a:lnTo>
                  <a:pt x="2994470" y="1401804"/>
                </a:lnTo>
                <a:lnTo>
                  <a:pt x="2998403" y="1401766"/>
                </a:lnTo>
                <a:lnTo>
                  <a:pt x="3000756" y="1401737"/>
                </a:lnTo>
                <a:lnTo>
                  <a:pt x="3001518" y="1401718"/>
                </a:lnTo>
                <a:lnTo>
                  <a:pt x="3003899" y="1401623"/>
                </a:lnTo>
                <a:lnTo>
                  <a:pt x="3007900" y="1401470"/>
                </a:lnTo>
                <a:lnTo>
                  <a:pt x="3010224" y="1401404"/>
                </a:lnTo>
                <a:lnTo>
                  <a:pt x="3010872" y="1401442"/>
                </a:lnTo>
                <a:lnTo>
                  <a:pt x="3013253" y="1401461"/>
                </a:lnTo>
                <a:lnTo>
                  <a:pt x="3017368" y="1401461"/>
                </a:lnTo>
                <a:lnTo>
                  <a:pt x="3019777" y="1401489"/>
                </a:lnTo>
                <a:lnTo>
                  <a:pt x="3020482" y="1401556"/>
                </a:lnTo>
                <a:lnTo>
                  <a:pt x="3022864" y="1401585"/>
                </a:lnTo>
                <a:lnTo>
                  <a:pt x="3026921" y="1401585"/>
                </a:lnTo>
                <a:lnTo>
                  <a:pt x="3029179" y="1401451"/>
                </a:lnTo>
                <a:lnTo>
                  <a:pt x="3029626" y="1401204"/>
                </a:lnTo>
                <a:lnTo>
                  <a:pt x="3029950" y="1400851"/>
                </a:lnTo>
                <a:lnTo>
                  <a:pt x="3030150" y="1400404"/>
                </a:lnTo>
                <a:lnTo>
                  <a:pt x="3030160" y="1398032"/>
                </a:lnTo>
                <a:lnTo>
                  <a:pt x="3029979" y="1393736"/>
                </a:lnTo>
                <a:lnTo>
                  <a:pt x="3029845" y="1391355"/>
                </a:lnTo>
                <a:lnTo>
                  <a:pt x="3029741" y="1390888"/>
                </a:lnTo>
                <a:lnTo>
                  <a:pt x="3029512" y="1390412"/>
                </a:lnTo>
                <a:lnTo>
                  <a:pt x="3029141" y="1389926"/>
                </a:lnTo>
                <a:lnTo>
                  <a:pt x="3028017" y="1388993"/>
                </a:lnTo>
                <a:lnTo>
                  <a:pt x="3026159" y="1387612"/>
                </a:lnTo>
                <a:lnTo>
                  <a:pt x="3023778" y="1386669"/>
                </a:lnTo>
                <a:lnTo>
                  <a:pt x="3020873" y="1386145"/>
                </a:lnTo>
                <a:lnTo>
                  <a:pt x="3017206" y="1384697"/>
                </a:lnTo>
                <a:lnTo>
                  <a:pt x="3012758" y="1382316"/>
                </a:lnTo>
                <a:lnTo>
                  <a:pt x="3010376" y="1381096"/>
                </a:lnTo>
                <a:lnTo>
                  <a:pt x="3010062" y="1381049"/>
                </a:lnTo>
                <a:lnTo>
                  <a:pt x="3009281" y="1381096"/>
                </a:lnTo>
                <a:lnTo>
                  <a:pt x="3007824" y="1382030"/>
                </a:lnTo>
                <a:lnTo>
                  <a:pt x="3005271" y="1383830"/>
                </a:lnTo>
                <a:lnTo>
                  <a:pt x="3003080" y="1384773"/>
                </a:lnTo>
                <a:lnTo>
                  <a:pt x="3001280" y="1384830"/>
                </a:lnTo>
                <a:lnTo>
                  <a:pt x="2999984" y="1385926"/>
                </a:lnTo>
                <a:lnTo>
                  <a:pt x="2999203" y="1388040"/>
                </a:lnTo>
                <a:lnTo>
                  <a:pt x="2996822" y="1389136"/>
                </a:lnTo>
                <a:lnTo>
                  <a:pt x="2992841" y="1389212"/>
                </a:lnTo>
                <a:lnTo>
                  <a:pt x="2990545" y="1389297"/>
                </a:lnTo>
                <a:lnTo>
                  <a:pt x="2989945" y="1389402"/>
                </a:lnTo>
                <a:lnTo>
                  <a:pt x="2987564" y="1389707"/>
                </a:lnTo>
                <a:lnTo>
                  <a:pt x="2983401" y="1390212"/>
                </a:lnTo>
                <a:lnTo>
                  <a:pt x="2978991" y="1388135"/>
                </a:lnTo>
                <a:lnTo>
                  <a:pt x="2974315" y="1383459"/>
                </a:lnTo>
                <a:lnTo>
                  <a:pt x="2972238" y="1379049"/>
                </a:lnTo>
                <a:lnTo>
                  <a:pt x="2972743" y="1374886"/>
                </a:lnTo>
                <a:lnTo>
                  <a:pt x="2973448" y="1372505"/>
                </a:lnTo>
                <a:lnTo>
                  <a:pt x="2974334" y="1371905"/>
                </a:lnTo>
                <a:lnTo>
                  <a:pt x="2974962" y="1370143"/>
                </a:lnTo>
                <a:lnTo>
                  <a:pt x="2975324" y="1367238"/>
                </a:lnTo>
                <a:lnTo>
                  <a:pt x="2976963" y="1365695"/>
                </a:lnTo>
                <a:lnTo>
                  <a:pt x="2979868" y="1365523"/>
                </a:lnTo>
                <a:lnTo>
                  <a:pt x="2981696" y="1364971"/>
                </a:lnTo>
                <a:lnTo>
                  <a:pt x="2982449" y="1364047"/>
                </a:lnTo>
                <a:lnTo>
                  <a:pt x="2984830" y="1363504"/>
                </a:lnTo>
                <a:lnTo>
                  <a:pt x="2988840" y="1363361"/>
                </a:lnTo>
                <a:lnTo>
                  <a:pt x="2991145" y="1363285"/>
                </a:lnTo>
                <a:lnTo>
                  <a:pt x="2991745" y="1363275"/>
                </a:lnTo>
                <a:lnTo>
                  <a:pt x="2993593" y="1362970"/>
                </a:lnTo>
                <a:lnTo>
                  <a:pt x="2996708" y="1362370"/>
                </a:lnTo>
                <a:lnTo>
                  <a:pt x="2998422" y="1361713"/>
                </a:lnTo>
                <a:lnTo>
                  <a:pt x="2998746" y="1360980"/>
                </a:lnTo>
                <a:close/>
                <a:moveTo>
                  <a:pt x="3295279" y="1361570"/>
                </a:moveTo>
                <a:lnTo>
                  <a:pt x="3295526" y="1361570"/>
                </a:lnTo>
                <a:lnTo>
                  <a:pt x="3296050" y="1361704"/>
                </a:lnTo>
                <a:lnTo>
                  <a:pt x="3296841" y="1361951"/>
                </a:lnTo>
                <a:lnTo>
                  <a:pt x="3299222" y="1362218"/>
                </a:lnTo>
                <a:lnTo>
                  <a:pt x="3303194" y="1362494"/>
                </a:lnTo>
                <a:lnTo>
                  <a:pt x="3305356" y="1362675"/>
                </a:lnTo>
                <a:lnTo>
                  <a:pt x="3305727" y="1362761"/>
                </a:lnTo>
                <a:lnTo>
                  <a:pt x="3308109" y="1363170"/>
                </a:lnTo>
                <a:lnTo>
                  <a:pt x="3312500" y="1363904"/>
                </a:lnTo>
                <a:lnTo>
                  <a:pt x="3316738" y="1365761"/>
                </a:lnTo>
                <a:lnTo>
                  <a:pt x="3320825" y="1368752"/>
                </a:lnTo>
                <a:lnTo>
                  <a:pt x="3323206" y="1370238"/>
                </a:lnTo>
                <a:lnTo>
                  <a:pt x="3323882" y="1370238"/>
                </a:lnTo>
                <a:lnTo>
                  <a:pt x="3324568" y="1370581"/>
                </a:lnTo>
                <a:lnTo>
                  <a:pt x="3325244" y="1371257"/>
                </a:lnTo>
                <a:lnTo>
                  <a:pt x="3327625" y="1373857"/>
                </a:lnTo>
                <a:lnTo>
                  <a:pt x="3331712" y="1378372"/>
                </a:lnTo>
                <a:lnTo>
                  <a:pt x="3333864" y="1380754"/>
                </a:lnTo>
                <a:lnTo>
                  <a:pt x="3334112" y="1381001"/>
                </a:lnTo>
                <a:lnTo>
                  <a:pt x="3334236" y="1381258"/>
                </a:lnTo>
                <a:lnTo>
                  <a:pt x="3334264" y="1381525"/>
                </a:lnTo>
                <a:lnTo>
                  <a:pt x="3336084" y="1383906"/>
                </a:lnTo>
                <a:lnTo>
                  <a:pt x="3339694" y="1388402"/>
                </a:lnTo>
                <a:lnTo>
                  <a:pt x="3341942" y="1392784"/>
                </a:lnTo>
                <a:lnTo>
                  <a:pt x="3342827" y="1397041"/>
                </a:lnTo>
                <a:lnTo>
                  <a:pt x="3343513" y="1399423"/>
                </a:lnTo>
                <a:lnTo>
                  <a:pt x="3343989" y="1399927"/>
                </a:lnTo>
                <a:lnTo>
                  <a:pt x="3344228" y="1400413"/>
                </a:lnTo>
                <a:lnTo>
                  <a:pt x="3344228" y="1400889"/>
                </a:lnTo>
                <a:lnTo>
                  <a:pt x="3345418" y="1403271"/>
                </a:lnTo>
                <a:lnTo>
                  <a:pt x="3347799" y="1407557"/>
                </a:lnTo>
                <a:lnTo>
                  <a:pt x="3349095" y="1411234"/>
                </a:lnTo>
                <a:lnTo>
                  <a:pt x="3349295" y="1414291"/>
                </a:lnTo>
                <a:lnTo>
                  <a:pt x="3349600" y="1416672"/>
                </a:lnTo>
                <a:lnTo>
                  <a:pt x="3350000" y="1418377"/>
                </a:lnTo>
                <a:lnTo>
                  <a:pt x="3350200" y="1420959"/>
                </a:lnTo>
                <a:lnTo>
                  <a:pt x="3350200" y="1424416"/>
                </a:lnTo>
                <a:lnTo>
                  <a:pt x="3350019" y="1426797"/>
                </a:lnTo>
                <a:lnTo>
                  <a:pt x="3349657" y="1428102"/>
                </a:lnTo>
                <a:lnTo>
                  <a:pt x="3349514" y="1430341"/>
                </a:lnTo>
                <a:lnTo>
                  <a:pt x="3349590" y="1433513"/>
                </a:lnTo>
                <a:lnTo>
                  <a:pt x="3348038" y="1435808"/>
                </a:lnTo>
                <a:lnTo>
                  <a:pt x="3344866" y="1437237"/>
                </a:lnTo>
                <a:lnTo>
                  <a:pt x="3343256" y="1438008"/>
                </a:lnTo>
                <a:lnTo>
                  <a:pt x="3342875" y="1440323"/>
                </a:lnTo>
                <a:lnTo>
                  <a:pt x="3342265" y="1444428"/>
                </a:lnTo>
                <a:lnTo>
                  <a:pt x="3341465" y="1446809"/>
                </a:lnTo>
                <a:lnTo>
                  <a:pt x="3340465" y="1447467"/>
                </a:lnTo>
                <a:lnTo>
                  <a:pt x="3339913" y="1449295"/>
                </a:lnTo>
                <a:lnTo>
                  <a:pt x="3339789" y="1452286"/>
                </a:lnTo>
                <a:lnTo>
                  <a:pt x="3338236" y="1453867"/>
                </a:lnTo>
                <a:lnTo>
                  <a:pt x="3335245" y="1454058"/>
                </a:lnTo>
                <a:lnTo>
                  <a:pt x="3333417" y="1454610"/>
                </a:lnTo>
                <a:lnTo>
                  <a:pt x="3332750" y="1455525"/>
                </a:lnTo>
                <a:lnTo>
                  <a:pt x="3331883" y="1456325"/>
                </a:lnTo>
                <a:lnTo>
                  <a:pt x="3330816" y="1456992"/>
                </a:lnTo>
                <a:lnTo>
                  <a:pt x="3330283" y="1458839"/>
                </a:lnTo>
                <a:lnTo>
                  <a:pt x="3330283" y="1461868"/>
                </a:lnTo>
                <a:lnTo>
                  <a:pt x="3328768" y="1463316"/>
                </a:lnTo>
                <a:lnTo>
                  <a:pt x="3325739" y="1463192"/>
                </a:lnTo>
                <a:lnTo>
                  <a:pt x="3323863" y="1463688"/>
                </a:lnTo>
                <a:lnTo>
                  <a:pt x="3323139" y="1464831"/>
                </a:lnTo>
                <a:lnTo>
                  <a:pt x="3320758" y="1465564"/>
                </a:lnTo>
                <a:lnTo>
                  <a:pt x="3316719" y="1465898"/>
                </a:lnTo>
                <a:lnTo>
                  <a:pt x="3314490" y="1466050"/>
                </a:lnTo>
                <a:lnTo>
                  <a:pt x="3314062" y="1466012"/>
                </a:lnTo>
                <a:lnTo>
                  <a:pt x="3313262" y="1466212"/>
                </a:lnTo>
                <a:lnTo>
                  <a:pt x="3312109" y="1466631"/>
                </a:lnTo>
                <a:lnTo>
                  <a:pt x="3311128" y="1468041"/>
                </a:lnTo>
                <a:lnTo>
                  <a:pt x="3310338" y="1470422"/>
                </a:lnTo>
                <a:lnTo>
                  <a:pt x="3308747" y="1471584"/>
                </a:lnTo>
                <a:lnTo>
                  <a:pt x="3306366" y="1471517"/>
                </a:lnTo>
                <a:lnTo>
                  <a:pt x="3304356" y="1471889"/>
                </a:lnTo>
                <a:lnTo>
                  <a:pt x="3302708" y="1472689"/>
                </a:lnTo>
                <a:lnTo>
                  <a:pt x="3300327" y="1473117"/>
                </a:lnTo>
                <a:lnTo>
                  <a:pt x="3297212" y="1473175"/>
                </a:lnTo>
                <a:lnTo>
                  <a:pt x="3294840" y="1473184"/>
                </a:lnTo>
                <a:lnTo>
                  <a:pt x="3293221" y="1473156"/>
                </a:lnTo>
                <a:lnTo>
                  <a:pt x="3290840" y="1473137"/>
                </a:lnTo>
                <a:lnTo>
                  <a:pt x="3287697" y="1473137"/>
                </a:lnTo>
                <a:lnTo>
                  <a:pt x="3284411" y="1472232"/>
                </a:lnTo>
                <a:lnTo>
                  <a:pt x="3280982" y="1470422"/>
                </a:lnTo>
                <a:lnTo>
                  <a:pt x="3278600" y="1469517"/>
                </a:lnTo>
                <a:lnTo>
                  <a:pt x="3277267" y="1469517"/>
                </a:lnTo>
                <a:lnTo>
                  <a:pt x="3275933" y="1468850"/>
                </a:lnTo>
                <a:lnTo>
                  <a:pt x="3274600" y="1467517"/>
                </a:lnTo>
                <a:lnTo>
                  <a:pt x="3272219" y="1466288"/>
                </a:lnTo>
                <a:lnTo>
                  <a:pt x="3268790" y="1465155"/>
                </a:lnTo>
                <a:lnTo>
                  <a:pt x="3265046" y="1462773"/>
                </a:lnTo>
                <a:lnTo>
                  <a:pt x="3260979" y="1459144"/>
                </a:lnTo>
                <a:lnTo>
                  <a:pt x="3258598" y="1456982"/>
                </a:lnTo>
                <a:lnTo>
                  <a:pt x="3257902" y="1456287"/>
                </a:lnTo>
                <a:lnTo>
                  <a:pt x="3255540" y="1453906"/>
                </a:lnTo>
                <a:lnTo>
                  <a:pt x="3251530" y="1449838"/>
                </a:lnTo>
                <a:lnTo>
                  <a:pt x="3249149" y="1447229"/>
                </a:lnTo>
                <a:lnTo>
                  <a:pt x="3248396" y="1446095"/>
                </a:lnTo>
                <a:lnTo>
                  <a:pt x="3246453" y="1443714"/>
                </a:lnTo>
                <a:lnTo>
                  <a:pt x="3243310" y="1440085"/>
                </a:lnTo>
                <a:lnTo>
                  <a:pt x="3241643" y="1436608"/>
                </a:lnTo>
                <a:lnTo>
                  <a:pt x="3241453" y="1433274"/>
                </a:lnTo>
                <a:lnTo>
                  <a:pt x="3241072" y="1430893"/>
                </a:lnTo>
                <a:lnTo>
                  <a:pt x="3240510" y="1429464"/>
                </a:lnTo>
                <a:lnTo>
                  <a:pt x="3240014" y="1426588"/>
                </a:lnTo>
                <a:lnTo>
                  <a:pt x="3239595" y="1422273"/>
                </a:lnTo>
                <a:lnTo>
                  <a:pt x="3239348" y="1419892"/>
                </a:lnTo>
                <a:lnTo>
                  <a:pt x="3239272" y="1419444"/>
                </a:lnTo>
                <a:lnTo>
                  <a:pt x="3239329" y="1417120"/>
                </a:lnTo>
                <a:lnTo>
                  <a:pt x="3239510" y="1412910"/>
                </a:lnTo>
                <a:lnTo>
                  <a:pt x="3239605" y="1410529"/>
                </a:lnTo>
                <a:lnTo>
                  <a:pt x="3239605" y="1409976"/>
                </a:lnTo>
                <a:lnTo>
                  <a:pt x="3239767" y="1407757"/>
                </a:lnTo>
                <a:lnTo>
                  <a:pt x="3240091" y="1403871"/>
                </a:lnTo>
                <a:lnTo>
                  <a:pt x="3240300" y="1401489"/>
                </a:lnTo>
                <a:lnTo>
                  <a:pt x="3240395" y="1400613"/>
                </a:lnTo>
                <a:lnTo>
                  <a:pt x="3240424" y="1398260"/>
                </a:lnTo>
                <a:lnTo>
                  <a:pt x="3240386" y="1394431"/>
                </a:lnTo>
                <a:lnTo>
                  <a:pt x="3240834" y="1392050"/>
                </a:lnTo>
                <a:lnTo>
                  <a:pt x="3241758" y="1391117"/>
                </a:lnTo>
                <a:lnTo>
                  <a:pt x="3242320" y="1389288"/>
                </a:lnTo>
                <a:lnTo>
                  <a:pt x="3242491" y="1386564"/>
                </a:lnTo>
                <a:lnTo>
                  <a:pt x="3243939" y="1385116"/>
                </a:lnTo>
                <a:lnTo>
                  <a:pt x="3246663" y="1384945"/>
                </a:lnTo>
                <a:lnTo>
                  <a:pt x="3248444" y="1384344"/>
                </a:lnTo>
                <a:lnTo>
                  <a:pt x="3249282" y="1383316"/>
                </a:lnTo>
                <a:lnTo>
                  <a:pt x="3250035" y="1382382"/>
                </a:lnTo>
                <a:lnTo>
                  <a:pt x="3250702" y="1381544"/>
                </a:lnTo>
                <a:lnTo>
                  <a:pt x="3251092" y="1379553"/>
                </a:lnTo>
                <a:lnTo>
                  <a:pt x="3251197" y="1376401"/>
                </a:lnTo>
                <a:lnTo>
                  <a:pt x="3252826" y="1374772"/>
                </a:lnTo>
                <a:lnTo>
                  <a:pt x="3255978" y="1374667"/>
                </a:lnTo>
                <a:lnTo>
                  <a:pt x="3257979" y="1374277"/>
                </a:lnTo>
                <a:lnTo>
                  <a:pt x="3258826" y="1373629"/>
                </a:lnTo>
                <a:lnTo>
                  <a:pt x="3259779" y="1372876"/>
                </a:lnTo>
                <a:lnTo>
                  <a:pt x="3260836" y="1372029"/>
                </a:lnTo>
                <a:lnTo>
                  <a:pt x="3261389" y="1370200"/>
                </a:lnTo>
                <a:lnTo>
                  <a:pt x="3261455" y="1367409"/>
                </a:lnTo>
                <a:lnTo>
                  <a:pt x="3262884" y="1365980"/>
                </a:lnTo>
                <a:lnTo>
                  <a:pt x="3265675" y="1365914"/>
                </a:lnTo>
                <a:lnTo>
                  <a:pt x="3267485" y="1365342"/>
                </a:lnTo>
                <a:lnTo>
                  <a:pt x="3268313" y="1364266"/>
                </a:lnTo>
                <a:lnTo>
                  <a:pt x="3270695" y="1363723"/>
                </a:lnTo>
                <a:lnTo>
                  <a:pt x="3274628" y="1363723"/>
                </a:lnTo>
                <a:lnTo>
                  <a:pt x="3277019" y="1363732"/>
                </a:lnTo>
                <a:lnTo>
                  <a:pt x="3277857" y="1363751"/>
                </a:lnTo>
                <a:lnTo>
                  <a:pt x="3280239" y="1363361"/>
                </a:lnTo>
                <a:lnTo>
                  <a:pt x="3284163" y="1362580"/>
                </a:lnTo>
                <a:lnTo>
                  <a:pt x="3286154" y="1362189"/>
                </a:lnTo>
                <a:lnTo>
                  <a:pt x="3287401" y="1362161"/>
                </a:lnTo>
                <a:lnTo>
                  <a:pt x="3289725" y="1362104"/>
                </a:lnTo>
                <a:lnTo>
                  <a:pt x="3291954" y="1361951"/>
                </a:lnTo>
                <a:lnTo>
                  <a:pt x="3294088" y="1361704"/>
                </a:lnTo>
                <a:close/>
                <a:moveTo>
                  <a:pt x="3427981" y="1360713"/>
                </a:moveTo>
                <a:lnTo>
                  <a:pt x="3428657" y="1360713"/>
                </a:lnTo>
                <a:lnTo>
                  <a:pt x="3431143" y="1360818"/>
                </a:lnTo>
                <a:lnTo>
                  <a:pt x="3435429" y="1361018"/>
                </a:lnTo>
                <a:lnTo>
                  <a:pt x="3437811" y="1361123"/>
                </a:lnTo>
                <a:lnTo>
                  <a:pt x="3438287" y="1361123"/>
                </a:lnTo>
                <a:lnTo>
                  <a:pt x="3438868" y="1361361"/>
                </a:lnTo>
                <a:lnTo>
                  <a:pt x="3439544" y="1361837"/>
                </a:lnTo>
                <a:lnTo>
                  <a:pt x="3441925" y="1362380"/>
                </a:lnTo>
                <a:lnTo>
                  <a:pt x="3446012" y="1362999"/>
                </a:lnTo>
                <a:lnTo>
                  <a:pt x="3448917" y="1363866"/>
                </a:lnTo>
                <a:lnTo>
                  <a:pt x="3450650" y="1364980"/>
                </a:lnTo>
                <a:lnTo>
                  <a:pt x="3453032" y="1365799"/>
                </a:lnTo>
                <a:lnTo>
                  <a:pt x="3456061" y="1366333"/>
                </a:lnTo>
                <a:lnTo>
                  <a:pt x="3458861" y="1367847"/>
                </a:lnTo>
                <a:lnTo>
                  <a:pt x="3461423" y="1370352"/>
                </a:lnTo>
                <a:lnTo>
                  <a:pt x="3463804" y="1373638"/>
                </a:lnTo>
                <a:lnTo>
                  <a:pt x="3466005" y="1377725"/>
                </a:lnTo>
                <a:lnTo>
                  <a:pt x="3467443" y="1380106"/>
                </a:lnTo>
                <a:lnTo>
                  <a:pt x="3468119" y="1380782"/>
                </a:lnTo>
                <a:lnTo>
                  <a:pt x="3468462" y="1381468"/>
                </a:lnTo>
                <a:lnTo>
                  <a:pt x="3468462" y="1382144"/>
                </a:lnTo>
                <a:lnTo>
                  <a:pt x="3469843" y="1384525"/>
                </a:lnTo>
                <a:lnTo>
                  <a:pt x="3472605" y="1388612"/>
                </a:lnTo>
                <a:lnTo>
                  <a:pt x="3473958" y="1392345"/>
                </a:lnTo>
                <a:lnTo>
                  <a:pt x="3473910" y="1395736"/>
                </a:lnTo>
                <a:lnTo>
                  <a:pt x="3474091" y="1398118"/>
                </a:lnTo>
                <a:lnTo>
                  <a:pt x="3474491" y="1399489"/>
                </a:lnTo>
                <a:lnTo>
                  <a:pt x="3474758" y="1402137"/>
                </a:lnTo>
                <a:lnTo>
                  <a:pt x="3474891" y="1406061"/>
                </a:lnTo>
                <a:lnTo>
                  <a:pt x="3474968" y="1408443"/>
                </a:lnTo>
                <a:lnTo>
                  <a:pt x="3475015" y="1409281"/>
                </a:lnTo>
                <a:lnTo>
                  <a:pt x="3475063" y="1411710"/>
                </a:lnTo>
                <a:lnTo>
                  <a:pt x="3475101" y="1415720"/>
                </a:lnTo>
                <a:lnTo>
                  <a:pt x="3475120" y="1418101"/>
                </a:lnTo>
                <a:lnTo>
                  <a:pt x="3475111" y="1418854"/>
                </a:lnTo>
                <a:lnTo>
                  <a:pt x="3475101" y="1421225"/>
                </a:lnTo>
                <a:lnTo>
                  <a:pt x="3475101" y="1425226"/>
                </a:lnTo>
                <a:lnTo>
                  <a:pt x="3475101" y="1427607"/>
                </a:lnTo>
                <a:lnTo>
                  <a:pt x="3475091" y="1428369"/>
                </a:lnTo>
                <a:lnTo>
                  <a:pt x="3475111" y="1430769"/>
                </a:lnTo>
                <a:lnTo>
                  <a:pt x="3475158" y="1434808"/>
                </a:lnTo>
                <a:lnTo>
                  <a:pt x="3475187" y="1437189"/>
                </a:lnTo>
                <a:lnTo>
                  <a:pt x="3475225" y="1437913"/>
                </a:lnTo>
                <a:lnTo>
                  <a:pt x="3475253" y="1440332"/>
                </a:lnTo>
                <a:lnTo>
                  <a:pt x="3475301" y="1444438"/>
                </a:lnTo>
                <a:lnTo>
                  <a:pt x="3475339" y="1446819"/>
                </a:lnTo>
                <a:lnTo>
                  <a:pt x="3475358" y="1447476"/>
                </a:lnTo>
                <a:lnTo>
                  <a:pt x="3475396" y="1449886"/>
                </a:lnTo>
                <a:lnTo>
                  <a:pt x="3475434" y="1454067"/>
                </a:lnTo>
                <a:lnTo>
                  <a:pt x="3475453" y="1456449"/>
                </a:lnTo>
                <a:lnTo>
                  <a:pt x="3475453" y="1457030"/>
                </a:lnTo>
                <a:lnTo>
                  <a:pt x="3475425" y="1459392"/>
                </a:lnTo>
                <a:lnTo>
                  <a:pt x="3475387" y="1463526"/>
                </a:lnTo>
                <a:lnTo>
                  <a:pt x="3474529" y="1465907"/>
                </a:lnTo>
                <a:lnTo>
                  <a:pt x="3472872" y="1466536"/>
                </a:lnTo>
                <a:lnTo>
                  <a:pt x="3471920" y="1467964"/>
                </a:lnTo>
                <a:lnTo>
                  <a:pt x="3471672" y="1470184"/>
                </a:lnTo>
                <a:lnTo>
                  <a:pt x="3470434" y="1471260"/>
                </a:lnTo>
                <a:lnTo>
                  <a:pt x="3468214" y="1471184"/>
                </a:lnTo>
                <a:lnTo>
                  <a:pt x="3465871" y="1471232"/>
                </a:lnTo>
                <a:lnTo>
                  <a:pt x="3463423" y="1471393"/>
                </a:lnTo>
                <a:lnTo>
                  <a:pt x="3461042" y="1471508"/>
                </a:lnTo>
                <a:lnTo>
                  <a:pt x="3458728" y="1471574"/>
                </a:lnTo>
                <a:lnTo>
                  <a:pt x="3456346" y="1470422"/>
                </a:lnTo>
                <a:lnTo>
                  <a:pt x="3453889" y="1468041"/>
                </a:lnTo>
                <a:lnTo>
                  <a:pt x="3452660" y="1465621"/>
                </a:lnTo>
                <a:lnTo>
                  <a:pt x="3452660" y="1463164"/>
                </a:lnTo>
                <a:lnTo>
                  <a:pt x="3451879" y="1460783"/>
                </a:lnTo>
                <a:lnTo>
                  <a:pt x="3450307" y="1458478"/>
                </a:lnTo>
                <a:lnTo>
                  <a:pt x="3449545" y="1455334"/>
                </a:lnTo>
                <a:lnTo>
                  <a:pt x="3449584" y="1451343"/>
                </a:lnTo>
                <a:lnTo>
                  <a:pt x="3449622" y="1448962"/>
                </a:lnTo>
                <a:lnTo>
                  <a:pt x="3449641" y="1448191"/>
                </a:lnTo>
                <a:lnTo>
                  <a:pt x="3449679" y="1445838"/>
                </a:lnTo>
                <a:lnTo>
                  <a:pt x="3449717" y="1441923"/>
                </a:lnTo>
                <a:lnTo>
                  <a:pt x="3449745" y="1439542"/>
                </a:lnTo>
                <a:lnTo>
                  <a:pt x="3449765" y="1438694"/>
                </a:lnTo>
                <a:lnTo>
                  <a:pt x="3449774" y="1436322"/>
                </a:lnTo>
                <a:lnTo>
                  <a:pt x="3449774" y="1432427"/>
                </a:lnTo>
                <a:lnTo>
                  <a:pt x="3449784" y="1430045"/>
                </a:lnTo>
                <a:lnTo>
                  <a:pt x="3449812" y="1429179"/>
                </a:lnTo>
                <a:lnTo>
                  <a:pt x="3449831" y="1426816"/>
                </a:lnTo>
                <a:lnTo>
                  <a:pt x="3449831" y="1422940"/>
                </a:lnTo>
                <a:lnTo>
                  <a:pt x="3449841" y="1420558"/>
                </a:lnTo>
                <a:lnTo>
                  <a:pt x="3449860" y="1419673"/>
                </a:lnTo>
                <a:lnTo>
                  <a:pt x="3449850" y="1417272"/>
                </a:lnTo>
                <a:lnTo>
                  <a:pt x="3449803" y="1413377"/>
                </a:lnTo>
                <a:lnTo>
                  <a:pt x="3449784" y="1410995"/>
                </a:lnTo>
                <a:lnTo>
                  <a:pt x="3449784" y="1410129"/>
                </a:lnTo>
                <a:lnTo>
                  <a:pt x="3449755" y="1407728"/>
                </a:lnTo>
                <a:lnTo>
                  <a:pt x="3449717" y="1403785"/>
                </a:lnTo>
                <a:lnTo>
                  <a:pt x="3449650" y="1401404"/>
                </a:lnTo>
                <a:lnTo>
                  <a:pt x="3449555" y="1400585"/>
                </a:lnTo>
                <a:lnTo>
                  <a:pt x="3449145" y="1398070"/>
                </a:lnTo>
                <a:lnTo>
                  <a:pt x="3448412" y="1393869"/>
                </a:lnTo>
                <a:lnTo>
                  <a:pt x="3447812" y="1391488"/>
                </a:lnTo>
                <a:lnTo>
                  <a:pt x="3447336" y="1390926"/>
                </a:lnTo>
                <a:lnTo>
                  <a:pt x="3444954" y="1389116"/>
                </a:lnTo>
                <a:lnTo>
                  <a:pt x="3440668" y="1386059"/>
                </a:lnTo>
                <a:lnTo>
                  <a:pt x="3436696" y="1383678"/>
                </a:lnTo>
                <a:lnTo>
                  <a:pt x="3433029" y="1381973"/>
                </a:lnTo>
                <a:lnTo>
                  <a:pt x="3430648" y="1381039"/>
                </a:lnTo>
                <a:lnTo>
                  <a:pt x="3429552" y="1380868"/>
                </a:lnTo>
                <a:lnTo>
                  <a:pt x="3428924" y="1380792"/>
                </a:lnTo>
                <a:lnTo>
                  <a:pt x="3428505" y="1380896"/>
                </a:lnTo>
                <a:lnTo>
                  <a:pt x="3428133" y="1381049"/>
                </a:lnTo>
                <a:lnTo>
                  <a:pt x="3427219" y="1382516"/>
                </a:lnTo>
                <a:lnTo>
                  <a:pt x="3425771" y="1385306"/>
                </a:lnTo>
                <a:lnTo>
                  <a:pt x="3423656" y="1386773"/>
                </a:lnTo>
                <a:lnTo>
                  <a:pt x="3420866" y="1386916"/>
                </a:lnTo>
                <a:lnTo>
                  <a:pt x="3419113" y="1387535"/>
                </a:lnTo>
                <a:lnTo>
                  <a:pt x="3418380" y="1388640"/>
                </a:lnTo>
                <a:lnTo>
                  <a:pt x="3416151" y="1389555"/>
                </a:lnTo>
                <a:lnTo>
                  <a:pt x="3412417" y="1390288"/>
                </a:lnTo>
                <a:lnTo>
                  <a:pt x="3410579" y="1390831"/>
                </a:lnTo>
                <a:lnTo>
                  <a:pt x="3410645" y="1391202"/>
                </a:lnTo>
                <a:lnTo>
                  <a:pt x="3410131" y="1391279"/>
                </a:lnTo>
                <a:lnTo>
                  <a:pt x="3409540" y="1393069"/>
                </a:lnTo>
                <a:lnTo>
                  <a:pt x="3408721" y="1396708"/>
                </a:lnTo>
                <a:lnTo>
                  <a:pt x="3407664" y="1398946"/>
                </a:lnTo>
                <a:lnTo>
                  <a:pt x="3406388" y="1399765"/>
                </a:lnTo>
                <a:lnTo>
                  <a:pt x="3405788" y="1401547"/>
                </a:lnTo>
                <a:lnTo>
                  <a:pt x="3405873" y="1404290"/>
                </a:lnTo>
                <a:lnTo>
                  <a:pt x="3405635" y="1406671"/>
                </a:lnTo>
                <a:lnTo>
                  <a:pt x="3405092" y="1408690"/>
                </a:lnTo>
                <a:lnTo>
                  <a:pt x="3404826" y="1410795"/>
                </a:lnTo>
                <a:lnTo>
                  <a:pt x="3404826" y="1412996"/>
                </a:lnTo>
                <a:lnTo>
                  <a:pt x="3405026" y="1415377"/>
                </a:lnTo>
                <a:lnTo>
                  <a:pt x="3405445" y="1417939"/>
                </a:lnTo>
                <a:lnTo>
                  <a:pt x="3405645" y="1420530"/>
                </a:lnTo>
                <a:lnTo>
                  <a:pt x="3405645" y="1423140"/>
                </a:lnTo>
                <a:lnTo>
                  <a:pt x="3405740" y="1425521"/>
                </a:lnTo>
                <a:lnTo>
                  <a:pt x="3405930" y="1427674"/>
                </a:lnTo>
                <a:lnTo>
                  <a:pt x="3406026" y="1430150"/>
                </a:lnTo>
                <a:lnTo>
                  <a:pt x="3406026" y="1432951"/>
                </a:lnTo>
                <a:lnTo>
                  <a:pt x="3406083" y="1435332"/>
                </a:lnTo>
                <a:lnTo>
                  <a:pt x="3406188" y="1437294"/>
                </a:lnTo>
                <a:lnTo>
                  <a:pt x="3406245" y="1439732"/>
                </a:lnTo>
                <a:lnTo>
                  <a:pt x="3406245" y="1442637"/>
                </a:lnTo>
                <a:lnTo>
                  <a:pt x="3406292" y="1445019"/>
                </a:lnTo>
                <a:lnTo>
                  <a:pt x="3406388" y="1446876"/>
                </a:lnTo>
                <a:lnTo>
                  <a:pt x="3406407" y="1449267"/>
                </a:lnTo>
                <a:lnTo>
                  <a:pt x="3406321" y="1452201"/>
                </a:lnTo>
                <a:lnTo>
                  <a:pt x="3406264" y="1454582"/>
                </a:lnTo>
                <a:lnTo>
                  <a:pt x="3406216" y="1456411"/>
                </a:lnTo>
                <a:lnTo>
                  <a:pt x="3406273" y="1458849"/>
                </a:lnTo>
                <a:lnTo>
                  <a:pt x="3406426" y="1461887"/>
                </a:lnTo>
                <a:lnTo>
                  <a:pt x="3404987" y="1463993"/>
                </a:lnTo>
                <a:lnTo>
                  <a:pt x="3401949" y="1465164"/>
                </a:lnTo>
                <a:lnTo>
                  <a:pt x="3400339" y="1465945"/>
                </a:lnTo>
                <a:lnTo>
                  <a:pt x="3400177" y="1466326"/>
                </a:lnTo>
                <a:lnTo>
                  <a:pt x="3399806" y="1466602"/>
                </a:lnTo>
                <a:lnTo>
                  <a:pt x="3399215" y="1466764"/>
                </a:lnTo>
                <a:lnTo>
                  <a:pt x="3398034" y="1467974"/>
                </a:lnTo>
                <a:lnTo>
                  <a:pt x="3396263" y="1470212"/>
                </a:lnTo>
                <a:lnTo>
                  <a:pt x="3394262" y="1471336"/>
                </a:lnTo>
                <a:lnTo>
                  <a:pt x="3392024" y="1471336"/>
                </a:lnTo>
                <a:lnTo>
                  <a:pt x="3389376" y="1470212"/>
                </a:lnTo>
                <a:lnTo>
                  <a:pt x="3386328" y="1467974"/>
                </a:lnTo>
                <a:lnTo>
                  <a:pt x="3383947" y="1465507"/>
                </a:lnTo>
                <a:lnTo>
                  <a:pt x="3382232" y="1462830"/>
                </a:lnTo>
                <a:lnTo>
                  <a:pt x="3380784" y="1460449"/>
                </a:lnTo>
                <a:lnTo>
                  <a:pt x="3379594" y="1458363"/>
                </a:lnTo>
                <a:lnTo>
                  <a:pt x="3378899" y="1456630"/>
                </a:lnTo>
                <a:lnTo>
                  <a:pt x="3378698" y="1455239"/>
                </a:lnTo>
                <a:lnTo>
                  <a:pt x="3378413" y="1452858"/>
                </a:lnTo>
                <a:lnTo>
                  <a:pt x="3378032" y="1449486"/>
                </a:lnTo>
                <a:lnTo>
                  <a:pt x="3377736" y="1446809"/>
                </a:lnTo>
                <a:lnTo>
                  <a:pt x="3377517" y="1444828"/>
                </a:lnTo>
                <a:lnTo>
                  <a:pt x="3377251" y="1442447"/>
                </a:lnTo>
                <a:lnTo>
                  <a:pt x="3376946" y="1439666"/>
                </a:lnTo>
                <a:lnTo>
                  <a:pt x="3376793" y="1437132"/>
                </a:lnTo>
                <a:lnTo>
                  <a:pt x="3376793" y="1434836"/>
                </a:lnTo>
                <a:lnTo>
                  <a:pt x="3376708" y="1432455"/>
                </a:lnTo>
                <a:lnTo>
                  <a:pt x="3376536" y="1429988"/>
                </a:lnTo>
                <a:lnTo>
                  <a:pt x="3376451" y="1427521"/>
                </a:lnTo>
                <a:lnTo>
                  <a:pt x="3376451" y="1425054"/>
                </a:lnTo>
                <a:lnTo>
                  <a:pt x="3376336" y="1422673"/>
                </a:lnTo>
                <a:lnTo>
                  <a:pt x="3376127" y="1420378"/>
                </a:lnTo>
                <a:lnTo>
                  <a:pt x="3376060" y="1417930"/>
                </a:lnTo>
                <a:lnTo>
                  <a:pt x="3376136" y="1415329"/>
                </a:lnTo>
                <a:lnTo>
                  <a:pt x="3376212" y="1412948"/>
                </a:lnTo>
                <a:lnTo>
                  <a:pt x="3376279" y="1410786"/>
                </a:lnTo>
                <a:lnTo>
                  <a:pt x="3376355" y="1408471"/>
                </a:lnTo>
                <a:lnTo>
                  <a:pt x="3376432" y="1406023"/>
                </a:lnTo>
                <a:lnTo>
                  <a:pt x="3376727" y="1403642"/>
                </a:lnTo>
                <a:lnTo>
                  <a:pt x="3377241" y="1401328"/>
                </a:lnTo>
                <a:lnTo>
                  <a:pt x="3377460" y="1399165"/>
                </a:lnTo>
                <a:lnTo>
                  <a:pt x="3377384" y="1397156"/>
                </a:lnTo>
                <a:lnTo>
                  <a:pt x="3377527" y="1394774"/>
                </a:lnTo>
                <a:lnTo>
                  <a:pt x="3377879" y="1392022"/>
                </a:lnTo>
                <a:lnTo>
                  <a:pt x="3378060" y="1389821"/>
                </a:lnTo>
                <a:lnTo>
                  <a:pt x="3378060" y="1388164"/>
                </a:lnTo>
                <a:lnTo>
                  <a:pt x="3377994" y="1385783"/>
                </a:lnTo>
                <a:lnTo>
                  <a:pt x="3377870" y="1382678"/>
                </a:lnTo>
                <a:lnTo>
                  <a:pt x="3377870" y="1380296"/>
                </a:lnTo>
                <a:lnTo>
                  <a:pt x="3378013" y="1378649"/>
                </a:lnTo>
                <a:lnTo>
                  <a:pt x="3378451" y="1376267"/>
                </a:lnTo>
                <a:lnTo>
                  <a:pt x="3379194" y="1373153"/>
                </a:lnTo>
                <a:lnTo>
                  <a:pt x="3379603" y="1371190"/>
                </a:lnTo>
                <a:lnTo>
                  <a:pt x="3379680" y="1370362"/>
                </a:lnTo>
                <a:lnTo>
                  <a:pt x="3380137" y="1369857"/>
                </a:lnTo>
                <a:lnTo>
                  <a:pt x="3380965" y="1369685"/>
                </a:lnTo>
                <a:lnTo>
                  <a:pt x="3381727" y="1368066"/>
                </a:lnTo>
                <a:lnTo>
                  <a:pt x="3382423" y="1365009"/>
                </a:lnTo>
                <a:lnTo>
                  <a:pt x="3384804" y="1363275"/>
                </a:lnTo>
                <a:lnTo>
                  <a:pt x="3388871" y="1362885"/>
                </a:lnTo>
                <a:lnTo>
                  <a:pt x="3392491" y="1364123"/>
                </a:lnTo>
                <a:lnTo>
                  <a:pt x="3395663" y="1366990"/>
                </a:lnTo>
                <a:lnTo>
                  <a:pt x="3398044" y="1368904"/>
                </a:lnTo>
                <a:lnTo>
                  <a:pt x="3399634" y="1369876"/>
                </a:lnTo>
                <a:lnTo>
                  <a:pt x="3401273" y="1369133"/>
                </a:lnTo>
                <a:lnTo>
                  <a:pt x="3402978" y="1366695"/>
                </a:lnTo>
                <a:lnTo>
                  <a:pt x="3405359" y="1365418"/>
                </a:lnTo>
                <a:lnTo>
                  <a:pt x="3408416" y="1365304"/>
                </a:lnTo>
                <a:lnTo>
                  <a:pt x="3410350" y="1364856"/>
                </a:lnTo>
                <a:lnTo>
                  <a:pt x="3411141" y="1364056"/>
                </a:lnTo>
                <a:lnTo>
                  <a:pt x="3413522" y="1363456"/>
                </a:lnTo>
                <a:lnTo>
                  <a:pt x="3417494" y="1363056"/>
                </a:lnTo>
                <a:lnTo>
                  <a:pt x="3419685" y="1362875"/>
                </a:lnTo>
                <a:lnTo>
                  <a:pt x="3420113" y="1362913"/>
                </a:lnTo>
                <a:lnTo>
                  <a:pt x="3421847" y="1362713"/>
                </a:lnTo>
                <a:lnTo>
                  <a:pt x="3424885" y="1362285"/>
                </a:lnTo>
                <a:lnTo>
                  <a:pt x="3426714" y="1361732"/>
                </a:lnTo>
                <a:lnTo>
                  <a:pt x="3427333" y="1361056"/>
                </a:lnTo>
                <a:close/>
                <a:moveTo>
                  <a:pt x="3532984" y="1361018"/>
                </a:moveTo>
                <a:lnTo>
                  <a:pt x="3533508" y="1361018"/>
                </a:lnTo>
                <a:lnTo>
                  <a:pt x="3534918" y="1360046"/>
                </a:lnTo>
                <a:lnTo>
                  <a:pt x="3537204" y="1358094"/>
                </a:lnTo>
                <a:lnTo>
                  <a:pt x="3539585" y="1357093"/>
                </a:lnTo>
                <a:lnTo>
                  <a:pt x="3542062" y="1357046"/>
                </a:lnTo>
                <a:lnTo>
                  <a:pt x="3544605" y="1357208"/>
                </a:lnTo>
                <a:lnTo>
                  <a:pt x="3547215" y="1357579"/>
                </a:lnTo>
                <a:lnTo>
                  <a:pt x="3549596" y="1357770"/>
                </a:lnTo>
                <a:lnTo>
                  <a:pt x="3551749" y="1357770"/>
                </a:lnTo>
                <a:lnTo>
                  <a:pt x="3554501" y="1358846"/>
                </a:lnTo>
                <a:lnTo>
                  <a:pt x="3557854" y="1360999"/>
                </a:lnTo>
                <a:lnTo>
                  <a:pt x="3560235" y="1362266"/>
                </a:lnTo>
                <a:lnTo>
                  <a:pt x="3561645" y="1362637"/>
                </a:lnTo>
                <a:lnTo>
                  <a:pt x="3562760" y="1363047"/>
                </a:lnTo>
                <a:lnTo>
                  <a:pt x="3563569" y="1363475"/>
                </a:lnTo>
                <a:lnTo>
                  <a:pt x="3565950" y="1364018"/>
                </a:lnTo>
                <a:lnTo>
                  <a:pt x="3569903" y="1364647"/>
                </a:lnTo>
                <a:lnTo>
                  <a:pt x="3573628" y="1366628"/>
                </a:lnTo>
                <a:lnTo>
                  <a:pt x="3577133" y="1369943"/>
                </a:lnTo>
                <a:lnTo>
                  <a:pt x="3578914" y="1373391"/>
                </a:lnTo>
                <a:lnTo>
                  <a:pt x="3578981" y="1376963"/>
                </a:lnTo>
                <a:lnTo>
                  <a:pt x="3579190" y="1379344"/>
                </a:lnTo>
                <a:lnTo>
                  <a:pt x="3579533" y="1380534"/>
                </a:lnTo>
                <a:lnTo>
                  <a:pt x="3579533" y="1382916"/>
                </a:lnTo>
                <a:lnTo>
                  <a:pt x="3579190" y="1386488"/>
                </a:lnTo>
                <a:lnTo>
                  <a:pt x="3577238" y="1388440"/>
                </a:lnTo>
                <a:lnTo>
                  <a:pt x="3573666" y="1388783"/>
                </a:lnTo>
                <a:lnTo>
                  <a:pt x="3571313" y="1388812"/>
                </a:lnTo>
                <a:lnTo>
                  <a:pt x="3570189" y="1388535"/>
                </a:lnTo>
                <a:lnTo>
                  <a:pt x="3567808" y="1388221"/>
                </a:lnTo>
                <a:lnTo>
                  <a:pt x="3564169" y="1387859"/>
                </a:lnTo>
                <a:lnTo>
                  <a:pt x="3560293" y="1386364"/>
                </a:lnTo>
                <a:lnTo>
                  <a:pt x="3556178" y="1383735"/>
                </a:lnTo>
                <a:lnTo>
                  <a:pt x="3553797" y="1382401"/>
                </a:lnTo>
                <a:lnTo>
                  <a:pt x="3553149" y="1382344"/>
                </a:lnTo>
                <a:lnTo>
                  <a:pt x="3551634" y="1382020"/>
                </a:lnTo>
                <a:lnTo>
                  <a:pt x="3549253" y="1381420"/>
                </a:lnTo>
                <a:lnTo>
                  <a:pt x="3546872" y="1381049"/>
                </a:lnTo>
                <a:lnTo>
                  <a:pt x="3544491" y="1380906"/>
                </a:lnTo>
                <a:lnTo>
                  <a:pt x="3543233" y="1380839"/>
                </a:lnTo>
                <a:lnTo>
                  <a:pt x="3542624" y="1380925"/>
                </a:lnTo>
                <a:lnTo>
                  <a:pt x="3541805" y="1381058"/>
                </a:lnTo>
                <a:lnTo>
                  <a:pt x="3540328" y="1381963"/>
                </a:lnTo>
                <a:lnTo>
                  <a:pt x="3538204" y="1383649"/>
                </a:lnTo>
                <a:lnTo>
                  <a:pt x="3536299" y="1384602"/>
                </a:lnTo>
                <a:lnTo>
                  <a:pt x="3534613" y="1384821"/>
                </a:lnTo>
                <a:lnTo>
                  <a:pt x="3533432" y="1386021"/>
                </a:lnTo>
                <a:lnTo>
                  <a:pt x="3532746" y="1388193"/>
                </a:lnTo>
                <a:lnTo>
                  <a:pt x="3531870" y="1389621"/>
                </a:lnTo>
                <a:lnTo>
                  <a:pt x="3530803" y="1390307"/>
                </a:lnTo>
                <a:lnTo>
                  <a:pt x="3530279" y="1392155"/>
                </a:lnTo>
                <a:lnTo>
                  <a:pt x="3530279" y="1395165"/>
                </a:lnTo>
                <a:lnTo>
                  <a:pt x="3530670" y="1397546"/>
                </a:lnTo>
                <a:lnTo>
                  <a:pt x="3531451" y="1399299"/>
                </a:lnTo>
                <a:lnTo>
                  <a:pt x="3532327" y="1400575"/>
                </a:lnTo>
                <a:lnTo>
                  <a:pt x="3533289" y="1401375"/>
                </a:lnTo>
                <a:lnTo>
                  <a:pt x="3534375" y="1401985"/>
                </a:lnTo>
                <a:lnTo>
                  <a:pt x="3535585" y="1402385"/>
                </a:lnTo>
                <a:lnTo>
                  <a:pt x="3537966" y="1402594"/>
                </a:lnTo>
                <a:lnTo>
                  <a:pt x="3541519" y="1402594"/>
                </a:lnTo>
                <a:lnTo>
                  <a:pt x="3544062" y="1402747"/>
                </a:lnTo>
                <a:lnTo>
                  <a:pt x="3545596" y="1403071"/>
                </a:lnTo>
                <a:lnTo>
                  <a:pt x="3547977" y="1403233"/>
                </a:lnTo>
                <a:lnTo>
                  <a:pt x="3551206" y="1403233"/>
                </a:lnTo>
                <a:lnTo>
                  <a:pt x="3554540" y="1404185"/>
                </a:lnTo>
                <a:lnTo>
                  <a:pt x="3557969" y="1406081"/>
                </a:lnTo>
                <a:lnTo>
                  <a:pt x="3560350" y="1407062"/>
                </a:lnTo>
                <a:lnTo>
                  <a:pt x="3561683" y="1407109"/>
                </a:lnTo>
                <a:lnTo>
                  <a:pt x="3563045" y="1407776"/>
                </a:lnTo>
                <a:lnTo>
                  <a:pt x="3564436" y="1409062"/>
                </a:lnTo>
                <a:lnTo>
                  <a:pt x="3566817" y="1410395"/>
                </a:lnTo>
                <a:lnTo>
                  <a:pt x="3570189" y="1411796"/>
                </a:lnTo>
                <a:lnTo>
                  <a:pt x="3573647" y="1414177"/>
                </a:lnTo>
                <a:lnTo>
                  <a:pt x="3577199" y="1417539"/>
                </a:lnTo>
                <a:lnTo>
                  <a:pt x="3579581" y="1420463"/>
                </a:lnTo>
                <a:lnTo>
                  <a:pt x="3580790" y="1422930"/>
                </a:lnTo>
                <a:lnTo>
                  <a:pt x="3582429" y="1425311"/>
                </a:lnTo>
                <a:lnTo>
                  <a:pt x="3584496" y="1427607"/>
                </a:lnTo>
                <a:lnTo>
                  <a:pt x="3585524" y="1429779"/>
                </a:lnTo>
                <a:lnTo>
                  <a:pt x="3585524" y="1431846"/>
                </a:lnTo>
                <a:lnTo>
                  <a:pt x="3586153" y="1434227"/>
                </a:lnTo>
                <a:lnTo>
                  <a:pt x="3587410" y="1436922"/>
                </a:lnTo>
                <a:lnTo>
                  <a:pt x="3588029" y="1439932"/>
                </a:lnTo>
                <a:lnTo>
                  <a:pt x="3588029" y="1443247"/>
                </a:lnTo>
                <a:lnTo>
                  <a:pt x="3587534" y="1445628"/>
                </a:lnTo>
                <a:lnTo>
                  <a:pt x="3586524" y="1447076"/>
                </a:lnTo>
                <a:lnTo>
                  <a:pt x="3585982" y="1448924"/>
                </a:lnTo>
                <a:lnTo>
                  <a:pt x="3585915" y="1451162"/>
                </a:lnTo>
                <a:lnTo>
                  <a:pt x="3584762" y="1452391"/>
                </a:lnTo>
                <a:lnTo>
                  <a:pt x="3582524" y="1452610"/>
                </a:lnTo>
                <a:lnTo>
                  <a:pt x="3581114" y="1453582"/>
                </a:lnTo>
                <a:lnTo>
                  <a:pt x="3580552" y="1455325"/>
                </a:lnTo>
                <a:lnTo>
                  <a:pt x="3579990" y="1456477"/>
                </a:lnTo>
                <a:lnTo>
                  <a:pt x="3579438" y="1457039"/>
                </a:lnTo>
                <a:lnTo>
                  <a:pt x="3579085" y="1459068"/>
                </a:lnTo>
                <a:lnTo>
                  <a:pt x="3578924" y="1462554"/>
                </a:lnTo>
                <a:lnTo>
                  <a:pt x="3577104" y="1464316"/>
                </a:lnTo>
                <a:lnTo>
                  <a:pt x="3573618" y="1464374"/>
                </a:lnTo>
                <a:lnTo>
                  <a:pt x="3571523" y="1464659"/>
                </a:lnTo>
                <a:lnTo>
                  <a:pt x="3570808" y="1465174"/>
                </a:lnTo>
                <a:lnTo>
                  <a:pt x="3569046" y="1465783"/>
                </a:lnTo>
                <a:lnTo>
                  <a:pt x="3566236" y="1466498"/>
                </a:lnTo>
                <a:lnTo>
                  <a:pt x="3564807" y="1467450"/>
                </a:lnTo>
                <a:lnTo>
                  <a:pt x="3564760" y="1468641"/>
                </a:lnTo>
                <a:lnTo>
                  <a:pt x="3564141" y="1469212"/>
                </a:lnTo>
                <a:lnTo>
                  <a:pt x="3562950" y="1469165"/>
                </a:lnTo>
                <a:lnTo>
                  <a:pt x="3561559" y="1470155"/>
                </a:lnTo>
                <a:lnTo>
                  <a:pt x="3559969" y="1472184"/>
                </a:lnTo>
                <a:lnTo>
                  <a:pt x="3557588" y="1473232"/>
                </a:lnTo>
                <a:lnTo>
                  <a:pt x="3554416" y="1473289"/>
                </a:lnTo>
                <a:lnTo>
                  <a:pt x="3552101" y="1473356"/>
                </a:lnTo>
                <a:lnTo>
                  <a:pt x="3550644" y="1473432"/>
                </a:lnTo>
                <a:lnTo>
                  <a:pt x="3548263" y="1473498"/>
                </a:lnTo>
                <a:lnTo>
                  <a:pt x="3544957" y="1473556"/>
                </a:lnTo>
                <a:lnTo>
                  <a:pt x="3542376" y="1473365"/>
                </a:lnTo>
                <a:lnTo>
                  <a:pt x="3540538" y="1472917"/>
                </a:lnTo>
                <a:lnTo>
                  <a:pt x="3538157" y="1472660"/>
                </a:lnTo>
                <a:lnTo>
                  <a:pt x="3535232" y="1472594"/>
                </a:lnTo>
                <a:lnTo>
                  <a:pt x="3531908" y="1471651"/>
                </a:lnTo>
                <a:lnTo>
                  <a:pt x="3528184" y="1469831"/>
                </a:lnTo>
                <a:lnTo>
                  <a:pt x="3525803" y="1468946"/>
                </a:lnTo>
                <a:lnTo>
                  <a:pt x="3524764" y="1468993"/>
                </a:lnTo>
                <a:lnTo>
                  <a:pt x="3523545" y="1468469"/>
                </a:lnTo>
                <a:lnTo>
                  <a:pt x="3522145" y="1467393"/>
                </a:lnTo>
                <a:lnTo>
                  <a:pt x="3519764" y="1466536"/>
                </a:lnTo>
                <a:lnTo>
                  <a:pt x="3516401" y="1465917"/>
                </a:lnTo>
                <a:lnTo>
                  <a:pt x="3512344" y="1463535"/>
                </a:lnTo>
                <a:lnTo>
                  <a:pt x="3507581" y="1459392"/>
                </a:lnTo>
                <a:lnTo>
                  <a:pt x="3504409" y="1454944"/>
                </a:lnTo>
                <a:lnTo>
                  <a:pt x="3502819" y="1450181"/>
                </a:lnTo>
                <a:lnTo>
                  <a:pt x="3501990" y="1446971"/>
                </a:lnTo>
                <a:lnTo>
                  <a:pt x="3501933" y="1445324"/>
                </a:lnTo>
                <a:lnTo>
                  <a:pt x="3502724" y="1444438"/>
                </a:lnTo>
                <a:lnTo>
                  <a:pt x="3504371" y="1444295"/>
                </a:lnTo>
                <a:lnTo>
                  <a:pt x="3505571" y="1443114"/>
                </a:lnTo>
                <a:lnTo>
                  <a:pt x="3506314" y="1440875"/>
                </a:lnTo>
                <a:lnTo>
                  <a:pt x="3508696" y="1439780"/>
                </a:lnTo>
                <a:lnTo>
                  <a:pt x="3512715" y="1439828"/>
                </a:lnTo>
                <a:lnTo>
                  <a:pt x="3515344" y="1440066"/>
                </a:lnTo>
                <a:lnTo>
                  <a:pt x="3516573" y="1440513"/>
                </a:lnTo>
                <a:lnTo>
                  <a:pt x="3518954" y="1440790"/>
                </a:lnTo>
                <a:lnTo>
                  <a:pt x="3522488" y="1440894"/>
                </a:lnTo>
                <a:lnTo>
                  <a:pt x="3525479" y="1441514"/>
                </a:lnTo>
                <a:lnTo>
                  <a:pt x="3527927" y="1442618"/>
                </a:lnTo>
                <a:lnTo>
                  <a:pt x="3530308" y="1443209"/>
                </a:lnTo>
                <a:lnTo>
                  <a:pt x="3532622" y="1443266"/>
                </a:lnTo>
                <a:lnTo>
                  <a:pt x="3535928" y="1444200"/>
                </a:lnTo>
                <a:lnTo>
                  <a:pt x="3540242" y="1446000"/>
                </a:lnTo>
                <a:lnTo>
                  <a:pt x="3542624" y="1446905"/>
                </a:lnTo>
                <a:lnTo>
                  <a:pt x="3543071" y="1446924"/>
                </a:lnTo>
                <a:lnTo>
                  <a:pt x="3543900" y="1447152"/>
                </a:lnTo>
                <a:lnTo>
                  <a:pt x="3545091" y="1447581"/>
                </a:lnTo>
                <a:lnTo>
                  <a:pt x="3547472" y="1447933"/>
                </a:lnTo>
                <a:lnTo>
                  <a:pt x="3551044" y="1448200"/>
                </a:lnTo>
                <a:lnTo>
                  <a:pt x="3552968" y="1448343"/>
                </a:lnTo>
                <a:lnTo>
                  <a:pt x="3553244" y="1448352"/>
                </a:lnTo>
                <a:lnTo>
                  <a:pt x="3553492" y="1448219"/>
                </a:lnTo>
                <a:lnTo>
                  <a:pt x="3553730" y="1447943"/>
                </a:lnTo>
                <a:lnTo>
                  <a:pt x="3554197" y="1446019"/>
                </a:lnTo>
                <a:lnTo>
                  <a:pt x="3554892" y="1442466"/>
                </a:lnTo>
                <a:lnTo>
                  <a:pt x="3557016" y="1440580"/>
                </a:lnTo>
                <a:lnTo>
                  <a:pt x="3560569" y="1440351"/>
                </a:lnTo>
                <a:lnTo>
                  <a:pt x="3562598" y="1439999"/>
                </a:lnTo>
                <a:lnTo>
                  <a:pt x="3563102" y="1439513"/>
                </a:lnTo>
                <a:lnTo>
                  <a:pt x="3563350" y="1439027"/>
                </a:lnTo>
                <a:lnTo>
                  <a:pt x="3563341" y="1438523"/>
                </a:lnTo>
                <a:lnTo>
                  <a:pt x="3563093" y="1437751"/>
                </a:lnTo>
                <a:lnTo>
                  <a:pt x="3562598" y="1436703"/>
                </a:lnTo>
                <a:lnTo>
                  <a:pt x="3560426" y="1434322"/>
                </a:lnTo>
                <a:lnTo>
                  <a:pt x="3556587" y="1430607"/>
                </a:lnTo>
                <a:lnTo>
                  <a:pt x="3554206" y="1428512"/>
                </a:lnTo>
                <a:lnTo>
                  <a:pt x="3553282" y="1428026"/>
                </a:lnTo>
                <a:lnTo>
                  <a:pt x="3552530" y="1427731"/>
                </a:lnTo>
                <a:lnTo>
                  <a:pt x="3551949" y="1427636"/>
                </a:lnTo>
                <a:lnTo>
                  <a:pt x="3549567" y="1427378"/>
                </a:lnTo>
                <a:lnTo>
                  <a:pt x="3545386" y="1426959"/>
                </a:lnTo>
                <a:lnTo>
                  <a:pt x="3542519" y="1426464"/>
                </a:lnTo>
                <a:lnTo>
                  <a:pt x="3540957" y="1425902"/>
                </a:lnTo>
                <a:lnTo>
                  <a:pt x="3538576" y="1425702"/>
                </a:lnTo>
                <a:lnTo>
                  <a:pt x="3535375" y="1425864"/>
                </a:lnTo>
                <a:lnTo>
                  <a:pt x="3531394" y="1424264"/>
                </a:lnTo>
                <a:lnTo>
                  <a:pt x="3526631" y="1420901"/>
                </a:lnTo>
                <a:lnTo>
                  <a:pt x="3521869" y="1418244"/>
                </a:lnTo>
                <a:lnTo>
                  <a:pt x="3517106" y="1416291"/>
                </a:lnTo>
                <a:lnTo>
                  <a:pt x="3513392" y="1413910"/>
                </a:lnTo>
                <a:lnTo>
                  <a:pt x="3510715" y="1411100"/>
                </a:lnTo>
                <a:lnTo>
                  <a:pt x="3509381" y="1408367"/>
                </a:lnTo>
                <a:lnTo>
                  <a:pt x="3509381" y="1405690"/>
                </a:lnTo>
                <a:lnTo>
                  <a:pt x="3508810" y="1403309"/>
                </a:lnTo>
                <a:lnTo>
                  <a:pt x="3507677" y="1401223"/>
                </a:lnTo>
                <a:lnTo>
                  <a:pt x="3506991" y="1398156"/>
                </a:lnTo>
                <a:lnTo>
                  <a:pt x="3506772" y="1394127"/>
                </a:lnTo>
                <a:lnTo>
                  <a:pt x="3506610" y="1391745"/>
                </a:lnTo>
                <a:lnTo>
                  <a:pt x="3506514" y="1391012"/>
                </a:lnTo>
                <a:lnTo>
                  <a:pt x="3506581" y="1388707"/>
                </a:lnTo>
                <a:lnTo>
                  <a:pt x="3506819" y="1384811"/>
                </a:lnTo>
                <a:lnTo>
                  <a:pt x="3507086" y="1382430"/>
                </a:lnTo>
                <a:lnTo>
                  <a:pt x="3507372" y="1381563"/>
                </a:lnTo>
                <a:lnTo>
                  <a:pt x="3507562" y="1379372"/>
                </a:lnTo>
                <a:lnTo>
                  <a:pt x="3507657" y="1375858"/>
                </a:lnTo>
                <a:lnTo>
                  <a:pt x="3509458" y="1373762"/>
                </a:lnTo>
                <a:lnTo>
                  <a:pt x="3512972" y="1373076"/>
                </a:lnTo>
                <a:lnTo>
                  <a:pt x="3514887" y="1372619"/>
                </a:lnTo>
                <a:lnTo>
                  <a:pt x="3515220" y="1372381"/>
                </a:lnTo>
                <a:lnTo>
                  <a:pt x="3515525" y="1372095"/>
                </a:lnTo>
                <a:lnTo>
                  <a:pt x="3515811" y="1371762"/>
                </a:lnTo>
                <a:lnTo>
                  <a:pt x="3516287" y="1369866"/>
                </a:lnTo>
                <a:lnTo>
                  <a:pt x="3516963" y="1366390"/>
                </a:lnTo>
                <a:lnTo>
                  <a:pt x="3519040" y="1364599"/>
                </a:lnTo>
                <a:lnTo>
                  <a:pt x="3522516" y="1364504"/>
                </a:lnTo>
                <a:lnTo>
                  <a:pt x="3524602" y="1364209"/>
                </a:lnTo>
                <a:lnTo>
                  <a:pt x="3525298" y="1363713"/>
                </a:lnTo>
                <a:lnTo>
                  <a:pt x="3527336" y="1363123"/>
                </a:lnTo>
                <a:lnTo>
                  <a:pt x="3530717" y="1362427"/>
                </a:lnTo>
                <a:lnTo>
                  <a:pt x="3532489" y="1361808"/>
                </a:lnTo>
                <a:lnTo>
                  <a:pt x="3532642" y="1361284"/>
                </a:lnTo>
                <a:close/>
                <a:moveTo>
                  <a:pt x="2843689" y="1365666"/>
                </a:moveTo>
                <a:lnTo>
                  <a:pt x="2846546" y="1365228"/>
                </a:lnTo>
                <a:lnTo>
                  <a:pt x="2848270" y="1364571"/>
                </a:lnTo>
                <a:lnTo>
                  <a:pt x="2848861" y="1363694"/>
                </a:lnTo>
                <a:lnTo>
                  <a:pt x="2851242" y="1363142"/>
                </a:lnTo>
                <a:lnTo>
                  <a:pt x="2855414" y="1362913"/>
                </a:lnTo>
                <a:lnTo>
                  <a:pt x="2859748" y="1364999"/>
                </a:lnTo>
                <a:lnTo>
                  <a:pt x="2864244" y="1369400"/>
                </a:lnTo>
                <a:lnTo>
                  <a:pt x="2866625" y="1371905"/>
                </a:lnTo>
                <a:lnTo>
                  <a:pt x="2866892" y="1372514"/>
                </a:lnTo>
                <a:lnTo>
                  <a:pt x="2868578" y="1374896"/>
                </a:lnTo>
                <a:lnTo>
                  <a:pt x="2871692" y="1379049"/>
                </a:lnTo>
                <a:lnTo>
                  <a:pt x="2873254" y="1382678"/>
                </a:lnTo>
                <a:lnTo>
                  <a:pt x="2873254" y="1385792"/>
                </a:lnTo>
                <a:lnTo>
                  <a:pt x="2873607" y="1388174"/>
                </a:lnTo>
                <a:lnTo>
                  <a:pt x="2874312" y="1389821"/>
                </a:lnTo>
                <a:lnTo>
                  <a:pt x="2875140" y="1391907"/>
                </a:lnTo>
                <a:lnTo>
                  <a:pt x="2876083" y="1394431"/>
                </a:lnTo>
                <a:lnTo>
                  <a:pt x="2877674" y="1396813"/>
                </a:lnTo>
                <a:lnTo>
                  <a:pt x="2879912" y="1399051"/>
                </a:lnTo>
                <a:lnTo>
                  <a:pt x="2881065" y="1401328"/>
                </a:lnTo>
                <a:lnTo>
                  <a:pt x="2881132" y="1403642"/>
                </a:lnTo>
                <a:lnTo>
                  <a:pt x="2881960" y="1406023"/>
                </a:lnTo>
                <a:lnTo>
                  <a:pt x="2883541" y="1408471"/>
                </a:lnTo>
                <a:lnTo>
                  <a:pt x="2884770" y="1410738"/>
                </a:lnTo>
                <a:lnTo>
                  <a:pt x="2885637" y="1412815"/>
                </a:lnTo>
                <a:lnTo>
                  <a:pt x="2887418" y="1415196"/>
                </a:lnTo>
                <a:lnTo>
                  <a:pt x="2890104" y="1417882"/>
                </a:lnTo>
                <a:lnTo>
                  <a:pt x="2891523" y="1420644"/>
                </a:lnTo>
                <a:lnTo>
                  <a:pt x="2891666" y="1423473"/>
                </a:lnTo>
                <a:lnTo>
                  <a:pt x="2892314" y="1425854"/>
                </a:lnTo>
                <a:lnTo>
                  <a:pt x="2893457" y="1427788"/>
                </a:lnTo>
                <a:lnTo>
                  <a:pt x="2894419" y="1429464"/>
                </a:lnTo>
                <a:lnTo>
                  <a:pt x="2895209" y="1430893"/>
                </a:lnTo>
                <a:lnTo>
                  <a:pt x="2895914" y="1431207"/>
                </a:lnTo>
                <a:lnTo>
                  <a:pt x="2896533" y="1430398"/>
                </a:lnTo>
                <a:lnTo>
                  <a:pt x="2896876" y="1429683"/>
                </a:lnTo>
                <a:lnTo>
                  <a:pt x="2896953" y="1429064"/>
                </a:lnTo>
                <a:lnTo>
                  <a:pt x="2897029" y="1426750"/>
                </a:lnTo>
                <a:lnTo>
                  <a:pt x="2897105" y="1422759"/>
                </a:lnTo>
                <a:lnTo>
                  <a:pt x="2897438" y="1420378"/>
                </a:lnTo>
                <a:lnTo>
                  <a:pt x="2898048" y="1419606"/>
                </a:lnTo>
                <a:lnTo>
                  <a:pt x="2898429" y="1417615"/>
                </a:lnTo>
                <a:lnTo>
                  <a:pt x="2898591" y="1414386"/>
                </a:lnTo>
                <a:lnTo>
                  <a:pt x="2900286" y="1412596"/>
                </a:lnTo>
                <a:lnTo>
                  <a:pt x="2903515" y="1412253"/>
                </a:lnTo>
                <a:lnTo>
                  <a:pt x="2905411" y="1411776"/>
                </a:lnTo>
                <a:lnTo>
                  <a:pt x="2905992" y="1411167"/>
                </a:lnTo>
                <a:lnTo>
                  <a:pt x="2906297" y="1410567"/>
                </a:lnTo>
                <a:lnTo>
                  <a:pt x="2906325" y="1409986"/>
                </a:lnTo>
                <a:lnTo>
                  <a:pt x="2906411" y="1407690"/>
                </a:lnTo>
                <a:lnTo>
                  <a:pt x="2906554" y="1403680"/>
                </a:lnTo>
                <a:lnTo>
                  <a:pt x="2907049" y="1401299"/>
                </a:lnTo>
                <a:lnTo>
                  <a:pt x="2907878" y="1400546"/>
                </a:lnTo>
                <a:lnTo>
                  <a:pt x="2908325" y="1398613"/>
                </a:lnTo>
                <a:lnTo>
                  <a:pt x="2908383" y="1395498"/>
                </a:lnTo>
                <a:lnTo>
                  <a:pt x="2909973" y="1393822"/>
                </a:lnTo>
                <a:lnTo>
                  <a:pt x="2913088" y="1393574"/>
                </a:lnTo>
                <a:lnTo>
                  <a:pt x="2914964" y="1393069"/>
                </a:lnTo>
                <a:lnTo>
                  <a:pt x="2915603" y="1392298"/>
                </a:lnTo>
                <a:lnTo>
                  <a:pt x="2915926" y="1391603"/>
                </a:lnTo>
                <a:lnTo>
                  <a:pt x="2915955" y="1390964"/>
                </a:lnTo>
                <a:lnTo>
                  <a:pt x="2916031" y="1388659"/>
                </a:lnTo>
                <a:lnTo>
                  <a:pt x="2916136" y="1384668"/>
                </a:lnTo>
                <a:lnTo>
                  <a:pt x="2916441" y="1382287"/>
                </a:lnTo>
                <a:lnTo>
                  <a:pt x="2916926" y="1381516"/>
                </a:lnTo>
                <a:lnTo>
                  <a:pt x="2917174" y="1379372"/>
                </a:lnTo>
                <a:lnTo>
                  <a:pt x="2917174" y="1375877"/>
                </a:lnTo>
                <a:lnTo>
                  <a:pt x="2918689" y="1373495"/>
                </a:lnTo>
                <a:lnTo>
                  <a:pt x="2921708" y="1372229"/>
                </a:lnTo>
                <a:lnTo>
                  <a:pt x="2923242" y="1371381"/>
                </a:lnTo>
                <a:lnTo>
                  <a:pt x="2923289" y="1370952"/>
                </a:lnTo>
                <a:lnTo>
                  <a:pt x="2923527" y="1370714"/>
                </a:lnTo>
                <a:lnTo>
                  <a:pt x="2923956" y="1370667"/>
                </a:lnTo>
                <a:lnTo>
                  <a:pt x="2924613" y="1368943"/>
                </a:lnTo>
                <a:lnTo>
                  <a:pt x="2925499" y="1365542"/>
                </a:lnTo>
                <a:lnTo>
                  <a:pt x="2927880" y="1363666"/>
                </a:lnTo>
                <a:lnTo>
                  <a:pt x="2931757" y="1363323"/>
                </a:lnTo>
                <a:lnTo>
                  <a:pt x="2934405" y="1363580"/>
                </a:lnTo>
                <a:lnTo>
                  <a:pt x="2935805" y="1364447"/>
                </a:lnTo>
                <a:lnTo>
                  <a:pt x="2938186" y="1364875"/>
                </a:lnTo>
                <a:lnTo>
                  <a:pt x="2941549" y="1364875"/>
                </a:lnTo>
                <a:lnTo>
                  <a:pt x="2944587" y="1366561"/>
                </a:lnTo>
                <a:lnTo>
                  <a:pt x="2947311" y="1369924"/>
                </a:lnTo>
                <a:lnTo>
                  <a:pt x="2948664" y="1372962"/>
                </a:lnTo>
                <a:lnTo>
                  <a:pt x="2948664" y="1375686"/>
                </a:lnTo>
                <a:lnTo>
                  <a:pt x="2947311" y="1377315"/>
                </a:lnTo>
                <a:lnTo>
                  <a:pt x="2944587" y="1377858"/>
                </a:lnTo>
                <a:lnTo>
                  <a:pt x="2942930" y="1378591"/>
                </a:lnTo>
                <a:lnTo>
                  <a:pt x="2942349" y="1379506"/>
                </a:lnTo>
                <a:lnTo>
                  <a:pt x="2942082" y="1380249"/>
                </a:lnTo>
                <a:lnTo>
                  <a:pt x="2942120" y="1380830"/>
                </a:lnTo>
                <a:lnTo>
                  <a:pt x="2942006" y="1383097"/>
                </a:lnTo>
                <a:lnTo>
                  <a:pt x="2941720" y="1387031"/>
                </a:lnTo>
                <a:lnTo>
                  <a:pt x="2941196" y="1389412"/>
                </a:lnTo>
                <a:lnTo>
                  <a:pt x="2940434" y="1390240"/>
                </a:lnTo>
                <a:lnTo>
                  <a:pt x="2940053" y="1392241"/>
                </a:lnTo>
                <a:lnTo>
                  <a:pt x="2940053" y="1395413"/>
                </a:lnTo>
                <a:lnTo>
                  <a:pt x="2938463" y="1397794"/>
                </a:lnTo>
                <a:lnTo>
                  <a:pt x="2935291" y="1399384"/>
                </a:lnTo>
                <a:lnTo>
                  <a:pt x="2933329" y="1402185"/>
                </a:lnTo>
                <a:lnTo>
                  <a:pt x="2932595" y="1406214"/>
                </a:lnTo>
                <a:lnTo>
                  <a:pt x="2932119" y="1408595"/>
                </a:lnTo>
                <a:lnTo>
                  <a:pt x="2931900" y="1409329"/>
                </a:lnTo>
                <a:lnTo>
                  <a:pt x="2931814" y="1411624"/>
                </a:lnTo>
                <a:lnTo>
                  <a:pt x="2931862" y="1415482"/>
                </a:lnTo>
                <a:lnTo>
                  <a:pt x="2931071" y="1417863"/>
                </a:lnTo>
                <a:lnTo>
                  <a:pt x="2929452" y="1418768"/>
                </a:lnTo>
                <a:lnTo>
                  <a:pt x="2928795" y="1420501"/>
                </a:lnTo>
                <a:lnTo>
                  <a:pt x="2929118" y="1423054"/>
                </a:lnTo>
                <a:lnTo>
                  <a:pt x="2928004" y="1424207"/>
                </a:lnTo>
                <a:lnTo>
                  <a:pt x="2925451" y="1423959"/>
                </a:lnTo>
                <a:lnTo>
                  <a:pt x="2923851" y="1424740"/>
                </a:lnTo>
                <a:lnTo>
                  <a:pt x="2923194" y="1426540"/>
                </a:lnTo>
                <a:lnTo>
                  <a:pt x="2922832" y="1427769"/>
                </a:lnTo>
                <a:lnTo>
                  <a:pt x="2922746" y="1428426"/>
                </a:lnTo>
                <a:lnTo>
                  <a:pt x="2922708" y="1430769"/>
                </a:lnTo>
                <a:lnTo>
                  <a:pt x="2922708" y="1434798"/>
                </a:lnTo>
                <a:lnTo>
                  <a:pt x="2922346" y="1437180"/>
                </a:lnTo>
                <a:lnTo>
                  <a:pt x="2921613" y="1437913"/>
                </a:lnTo>
                <a:lnTo>
                  <a:pt x="2921213" y="1439894"/>
                </a:lnTo>
                <a:lnTo>
                  <a:pt x="2921156" y="1443123"/>
                </a:lnTo>
                <a:lnTo>
                  <a:pt x="2919498" y="1445447"/>
                </a:lnTo>
                <a:lnTo>
                  <a:pt x="2916269" y="1446848"/>
                </a:lnTo>
                <a:lnTo>
                  <a:pt x="2914631" y="1447581"/>
                </a:lnTo>
                <a:lnTo>
                  <a:pt x="2914259" y="1449867"/>
                </a:lnTo>
                <a:lnTo>
                  <a:pt x="2913669" y="1453991"/>
                </a:lnTo>
                <a:lnTo>
                  <a:pt x="2913126" y="1456373"/>
                </a:lnTo>
                <a:lnTo>
                  <a:pt x="2912631" y="1457011"/>
                </a:lnTo>
                <a:lnTo>
                  <a:pt x="2912383" y="1459135"/>
                </a:lnTo>
                <a:lnTo>
                  <a:pt x="2912383" y="1462764"/>
                </a:lnTo>
                <a:lnTo>
                  <a:pt x="2910564" y="1464926"/>
                </a:lnTo>
                <a:lnTo>
                  <a:pt x="2906935" y="1465612"/>
                </a:lnTo>
                <a:lnTo>
                  <a:pt x="2904982" y="1466031"/>
                </a:lnTo>
                <a:lnTo>
                  <a:pt x="2904687" y="1466193"/>
                </a:lnTo>
                <a:lnTo>
                  <a:pt x="2904306" y="1466412"/>
                </a:lnTo>
                <a:lnTo>
                  <a:pt x="2903830" y="1466707"/>
                </a:lnTo>
                <a:lnTo>
                  <a:pt x="2903068" y="1468326"/>
                </a:lnTo>
                <a:lnTo>
                  <a:pt x="2902020" y="1471270"/>
                </a:lnTo>
                <a:lnTo>
                  <a:pt x="2900020" y="1472746"/>
                </a:lnTo>
                <a:lnTo>
                  <a:pt x="2897076" y="1472746"/>
                </a:lnTo>
                <a:lnTo>
                  <a:pt x="2893666" y="1471270"/>
                </a:lnTo>
                <a:lnTo>
                  <a:pt x="2889799" y="1468326"/>
                </a:lnTo>
                <a:lnTo>
                  <a:pt x="2887418" y="1466612"/>
                </a:lnTo>
                <a:lnTo>
                  <a:pt x="2886523" y="1466145"/>
                </a:lnTo>
                <a:lnTo>
                  <a:pt x="2884208" y="1463764"/>
                </a:lnTo>
                <a:lnTo>
                  <a:pt x="2880465" y="1459468"/>
                </a:lnTo>
                <a:lnTo>
                  <a:pt x="2878084" y="1455096"/>
                </a:lnTo>
                <a:lnTo>
                  <a:pt x="2877064" y="1450629"/>
                </a:lnTo>
                <a:lnTo>
                  <a:pt x="2876417" y="1448248"/>
                </a:lnTo>
                <a:lnTo>
                  <a:pt x="2876150" y="1447952"/>
                </a:lnTo>
                <a:lnTo>
                  <a:pt x="2876017" y="1447667"/>
                </a:lnTo>
                <a:lnTo>
                  <a:pt x="2876017" y="1447400"/>
                </a:lnTo>
                <a:lnTo>
                  <a:pt x="2874426" y="1445019"/>
                </a:lnTo>
                <a:lnTo>
                  <a:pt x="2871235" y="1440523"/>
                </a:lnTo>
                <a:lnTo>
                  <a:pt x="2869521" y="1436427"/>
                </a:lnTo>
                <a:lnTo>
                  <a:pt x="2869282" y="1432731"/>
                </a:lnTo>
                <a:lnTo>
                  <a:pt x="2868920" y="1430350"/>
                </a:lnTo>
                <a:lnTo>
                  <a:pt x="2868454" y="1429283"/>
                </a:lnTo>
                <a:lnTo>
                  <a:pt x="2867920" y="1427978"/>
                </a:lnTo>
                <a:lnTo>
                  <a:pt x="2867320" y="1426426"/>
                </a:lnTo>
                <a:lnTo>
                  <a:pt x="2865625" y="1424045"/>
                </a:lnTo>
                <a:lnTo>
                  <a:pt x="2862834" y="1420835"/>
                </a:lnTo>
                <a:lnTo>
                  <a:pt x="2861367" y="1417768"/>
                </a:lnTo>
                <a:lnTo>
                  <a:pt x="2861243" y="1414844"/>
                </a:lnTo>
                <a:lnTo>
                  <a:pt x="2860738" y="1412462"/>
                </a:lnTo>
                <a:lnTo>
                  <a:pt x="2859853" y="1410624"/>
                </a:lnTo>
                <a:lnTo>
                  <a:pt x="2858929" y="1408433"/>
                </a:lnTo>
                <a:lnTo>
                  <a:pt x="2857976" y="1405909"/>
                </a:lnTo>
                <a:lnTo>
                  <a:pt x="2856414" y="1403528"/>
                </a:lnTo>
                <a:lnTo>
                  <a:pt x="2854252" y="1401289"/>
                </a:lnTo>
                <a:lnTo>
                  <a:pt x="2853166" y="1399089"/>
                </a:lnTo>
                <a:lnTo>
                  <a:pt x="2853166" y="1396927"/>
                </a:lnTo>
                <a:lnTo>
                  <a:pt x="2852480" y="1394546"/>
                </a:lnTo>
                <a:lnTo>
                  <a:pt x="2851109" y="1391945"/>
                </a:lnTo>
                <a:lnTo>
                  <a:pt x="2849899" y="1388354"/>
                </a:lnTo>
                <a:lnTo>
                  <a:pt x="2848851" y="1383773"/>
                </a:lnTo>
                <a:lnTo>
                  <a:pt x="2848299" y="1381392"/>
                </a:lnTo>
                <a:lnTo>
                  <a:pt x="2848146" y="1380963"/>
                </a:lnTo>
                <a:lnTo>
                  <a:pt x="2848032" y="1380630"/>
                </a:lnTo>
                <a:lnTo>
                  <a:pt x="2846546" y="1378248"/>
                </a:lnTo>
                <a:lnTo>
                  <a:pt x="2843689" y="1373819"/>
                </a:lnTo>
                <a:lnTo>
                  <a:pt x="2842260" y="1370171"/>
                </a:lnTo>
                <a:lnTo>
                  <a:pt x="2842260" y="1367314"/>
                </a:lnTo>
                <a:close/>
                <a:moveTo>
                  <a:pt x="3184950" y="1363532"/>
                </a:moveTo>
                <a:lnTo>
                  <a:pt x="3188903" y="1363189"/>
                </a:lnTo>
                <a:lnTo>
                  <a:pt x="3191170" y="1363075"/>
                </a:lnTo>
                <a:lnTo>
                  <a:pt x="3191770" y="1363199"/>
                </a:lnTo>
                <a:lnTo>
                  <a:pt x="3194152" y="1363294"/>
                </a:lnTo>
                <a:lnTo>
                  <a:pt x="3198314" y="1363361"/>
                </a:lnTo>
                <a:lnTo>
                  <a:pt x="3202248" y="1365447"/>
                </a:lnTo>
                <a:lnTo>
                  <a:pt x="3205953" y="1369552"/>
                </a:lnTo>
                <a:lnTo>
                  <a:pt x="3207763" y="1373400"/>
                </a:lnTo>
                <a:lnTo>
                  <a:pt x="3207658" y="1377010"/>
                </a:lnTo>
                <a:lnTo>
                  <a:pt x="3207734" y="1379391"/>
                </a:lnTo>
                <a:lnTo>
                  <a:pt x="3207982" y="1380544"/>
                </a:lnTo>
                <a:lnTo>
                  <a:pt x="3208077" y="1383030"/>
                </a:lnTo>
                <a:lnTo>
                  <a:pt x="3208039" y="1386840"/>
                </a:lnTo>
                <a:lnTo>
                  <a:pt x="3207972" y="1389221"/>
                </a:lnTo>
                <a:lnTo>
                  <a:pt x="3207868" y="1390174"/>
                </a:lnTo>
                <a:lnTo>
                  <a:pt x="3207820" y="1392507"/>
                </a:lnTo>
                <a:lnTo>
                  <a:pt x="3207820" y="1396213"/>
                </a:lnTo>
                <a:lnTo>
                  <a:pt x="3207791" y="1398594"/>
                </a:lnTo>
                <a:lnTo>
                  <a:pt x="3207725" y="1399651"/>
                </a:lnTo>
                <a:lnTo>
                  <a:pt x="3207715" y="1402023"/>
                </a:lnTo>
                <a:lnTo>
                  <a:pt x="3207763" y="1405709"/>
                </a:lnTo>
                <a:lnTo>
                  <a:pt x="3207763" y="1408090"/>
                </a:lnTo>
                <a:lnTo>
                  <a:pt x="3207715" y="1409167"/>
                </a:lnTo>
                <a:lnTo>
                  <a:pt x="3207696" y="1411529"/>
                </a:lnTo>
                <a:lnTo>
                  <a:pt x="3207696" y="1415177"/>
                </a:lnTo>
                <a:lnTo>
                  <a:pt x="3207687" y="1417558"/>
                </a:lnTo>
                <a:lnTo>
                  <a:pt x="3207677" y="1418673"/>
                </a:lnTo>
                <a:lnTo>
                  <a:pt x="3207668" y="1421044"/>
                </a:lnTo>
                <a:lnTo>
                  <a:pt x="3207668" y="1424673"/>
                </a:lnTo>
                <a:lnTo>
                  <a:pt x="3207687" y="1427055"/>
                </a:lnTo>
                <a:lnTo>
                  <a:pt x="3207715" y="1428188"/>
                </a:lnTo>
                <a:lnTo>
                  <a:pt x="3207725" y="1430579"/>
                </a:lnTo>
                <a:lnTo>
                  <a:pt x="3207725" y="1434246"/>
                </a:lnTo>
                <a:lnTo>
                  <a:pt x="3207744" y="1436627"/>
                </a:lnTo>
                <a:lnTo>
                  <a:pt x="3207791" y="1437723"/>
                </a:lnTo>
                <a:lnTo>
                  <a:pt x="3207810" y="1440123"/>
                </a:lnTo>
                <a:lnTo>
                  <a:pt x="3207810" y="1443828"/>
                </a:lnTo>
                <a:lnTo>
                  <a:pt x="3207858" y="1446209"/>
                </a:lnTo>
                <a:lnTo>
                  <a:pt x="3207953" y="1447267"/>
                </a:lnTo>
                <a:lnTo>
                  <a:pt x="3208001" y="1449695"/>
                </a:lnTo>
                <a:lnTo>
                  <a:pt x="3208001" y="1453496"/>
                </a:lnTo>
                <a:lnTo>
                  <a:pt x="3207982" y="1455877"/>
                </a:lnTo>
                <a:lnTo>
                  <a:pt x="3207944" y="1456839"/>
                </a:lnTo>
                <a:lnTo>
                  <a:pt x="3207887" y="1459163"/>
                </a:lnTo>
                <a:lnTo>
                  <a:pt x="3207801" y="1462850"/>
                </a:lnTo>
                <a:lnTo>
                  <a:pt x="3206401" y="1465231"/>
                </a:lnTo>
                <a:lnTo>
                  <a:pt x="3203667" y="1466307"/>
                </a:lnTo>
                <a:lnTo>
                  <a:pt x="3202343" y="1467364"/>
                </a:lnTo>
                <a:lnTo>
                  <a:pt x="3202429" y="1468403"/>
                </a:lnTo>
                <a:lnTo>
                  <a:pt x="3201953" y="1468898"/>
                </a:lnTo>
                <a:lnTo>
                  <a:pt x="3200914" y="1468860"/>
                </a:lnTo>
                <a:lnTo>
                  <a:pt x="3199181" y="1469498"/>
                </a:lnTo>
                <a:lnTo>
                  <a:pt x="3196733" y="1470822"/>
                </a:lnTo>
                <a:lnTo>
                  <a:pt x="3194352" y="1471517"/>
                </a:lnTo>
                <a:lnTo>
                  <a:pt x="3192037" y="1471584"/>
                </a:lnTo>
                <a:lnTo>
                  <a:pt x="3189713" y="1470422"/>
                </a:lnTo>
                <a:lnTo>
                  <a:pt x="3187398" y="1468041"/>
                </a:lnTo>
                <a:lnTo>
                  <a:pt x="3186274" y="1465726"/>
                </a:lnTo>
                <a:lnTo>
                  <a:pt x="3186332" y="1463469"/>
                </a:lnTo>
                <a:lnTo>
                  <a:pt x="3185484" y="1461087"/>
                </a:lnTo>
                <a:lnTo>
                  <a:pt x="3183741" y="1458582"/>
                </a:lnTo>
                <a:lnTo>
                  <a:pt x="3182845" y="1455306"/>
                </a:lnTo>
                <a:lnTo>
                  <a:pt x="3182817" y="1451267"/>
                </a:lnTo>
                <a:lnTo>
                  <a:pt x="3182779" y="1448886"/>
                </a:lnTo>
                <a:lnTo>
                  <a:pt x="3182750" y="1448162"/>
                </a:lnTo>
                <a:lnTo>
                  <a:pt x="3182731" y="1445762"/>
                </a:lnTo>
                <a:lnTo>
                  <a:pt x="3182731" y="1441694"/>
                </a:lnTo>
                <a:lnTo>
                  <a:pt x="3182750" y="1439313"/>
                </a:lnTo>
                <a:lnTo>
                  <a:pt x="3182788" y="1438618"/>
                </a:lnTo>
                <a:lnTo>
                  <a:pt x="3182807" y="1436256"/>
                </a:lnTo>
                <a:lnTo>
                  <a:pt x="3182807" y="1432227"/>
                </a:lnTo>
                <a:lnTo>
                  <a:pt x="3182817" y="1429845"/>
                </a:lnTo>
                <a:lnTo>
                  <a:pt x="3182826" y="1429112"/>
                </a:lnTo>
                <a:lnTo>
                  <a:pt x="3182798" y="1426702"/>
                </a:lnTo>
                <a:lnTo>
                  <a:pt x="3182731" y="1422616"/>
                </a:lnTo>
                <a:lnTo>
                  <a:pt x="3182712" y="1420235"/>
                </a:lnTo>
                <a:lnTo>
                  <a:pt x="3182722" y="1419558"/>
                </a:lnTo>
                <a:lnTo>
                  <a:pt x="3182712" y="1417168"/>
                </a:lnTo>
                <a:lnTo>
                  <a:pt x="3182684" y="1413062"/>
                </a:lnTo>
                <a:lnTo>
                  <a:pt x="3182674" y="1410681"/>
                </a:lnTo>
                <a:lnTo>
                  <a:pt x="3182684" y="1410024"/>
                </a:lnTo>
                <a:lnTo>
                  <a:pt x="3182703" y="1407671"/>
                </a:lnTo>
                <a:lnTo>
                  <a:pt x="3182741" y="1403614"/>
                </a:lnTo>
                <a:lnTo>
                  <a:pt x="3182760" y="1401232"/>
                </a:lnTo>
                <a:lnTo>
                  <a:pt x="3182760" y="1400527"/>
                </a:lnTo>
                <a:lnTo>
                  <a:pt x="3182760" y="1398146"/>
                </a:lnTo>
                <a:lnTo>
                  <a:pt x="3182760" y="1394089"/>
                </a:lnTo>
                <a:lnTo>
                  <a:pt x="3182769" y="1391707"/>
                </a:lnTo>
                <a:lnTo>
                  <a:pt x="3182788" y="1391002"/>
                </a:lnTo>
                <a:lnTo>
                  <a:pt x="3182779" y="1388612"/>
                </a:lnTo>
                <a:lnTo>
                  <a:pt x="3182741" y="1384535"/>
                </a:lnTo>
                <a:lnTo>
                  <a:pt x="3182712" y="1382154"/>
                </a:lnTo>
                <a:lnTo>
                  <a:pt x="3182674" y="1381468"/>
                </a:lnTo>
                <a:lnTo>
                  <a:pt x="3182645" y="1379058"/>
                </a:lnTo>
                <a:lnTo>
                  <a:pt x="3182607" y="1374915"/>
                </a:lnTo>
                <a:lnTo>
                  <a:pt x="3182684" y="1372533"/>
                </a:lnTo>
                <a:lnTo>
                  <a:pt x="3182874" y="1371914"/>
                </a:lnTo>
                <a:lnTo>
                  <a:pt x="3182969" y="1369628"/>
                </a:lnTo>
                <a:lnTo>
                  <a:pt x="3182969" y="1365675"/>
                </a:lnTo>
                <a:close/>
                <a:moveTo>
                  <a:pt x="1838249" y="1380820"/>
                </a:moveTo>
                <a:lnTo>
                  <a:pt x="1837439" y="1382944"/>
                </a:lnTo>
                <a:lnTo>
                  <a:pt x="1836544" y="1386592"/>
                </a:lnTo>
                <a:lnTo>
                  <a:pt x="1834267" y="1388440"/>
                </a:lnTo>
                <a:lnTo>
                  <a:pt x="1830619" y="1388488"/>
                </a:lnTo>
                <a:lnTo>
                  <a:pt x="1828438" y="1388678"/>
                </a:lnTo>
                <a:lnTo>
                  <a:pt x="1827705" y="1389012"/>
                </a:lnTo>
                <a:lnTo>
                  <a:pt x="1827038" y="1389555"/>
                </a:lnTo>
                <a:lnTo>
                  <a:pt x="1826457" y="1390288"/>
                </a:lnTo>
                <a:lnTo>
                  <a:pt x="1826190" y="1392403"/>
                </a:lnTo>
                <a:lnTo>
                  <a:pt x="1826247" y="1395898"/>
                </a:lnTo>
                <a:lnTo>
                  <a:pt x="1824523" y="1397899"/>
                </a:lnTo>
                <a:lnTo>
                  <a:pt x="1821028" y="1398394"/>
                </a:lnTo>
                <a:lnTo>
                  <a:pt x="1819085" y="1398832"/>
                </a:lnTo>
                <a:lnTo>
                  <a:pt x="1818694" y="1399213"/>
                </a:lnTo>
                <a:lnTo>
                  <a:pt x="1818503" y="1399594"/>
                </a:lnTo>
                <a:lnTo>
                  <a:pt x="1818494" y="1399985"/>
                </a:lnTo>
                <a:lnTo>
                  <a:pt x="1818342" y="1402213"/>
                </a:lnTo>
                <a:lnTo>
                  <a:pt x="1818037" y="1406281"/>
                </a:lnTo>
                <a:lnTo>
                  <a:pt x="1817789" y="1408662"/>
                </a:lnTo>
                <a:lnTo>
                  <a:pt x="1817580" y="1409357"/>
                </a:lnTo>
                <a:lnTo>
                  <a:pt x="1817475" y="1411634"/>
                </a:lnTo>
                <a:lnTo>
                  <a:pt x="1817475" y="1415491"/>
                </a:lnTo>
                <a:lnTo>
                  <a:pt x="1817484" y="1417872"/>
                </a:lnTo>
                <a:lnTo>
                  <a:pt x="1817494" y="1418777"/>
                </a:lnTo>
                <a:lnTo>
                  <a:pt x="1817608" y="1421273"/>
                </a:lnTo>
                <a:lnTo>
                  <a:pt x="1817837" y="1425369"/>
                </a:lnTo>
                <a:lnTo>
                  <a:pt x="1818008" y="1427750"/>
                </a:lnTo>
                <a:lnTo>
                  <a:pt x="1818122" y="1428417"/>
                </a:lnTo>
                <a:lnTo>
                  <a:pt x="1818456" y="1429388"/>
                </a:lnTo>
                <a:lnTo>
                  <a:pt x="1818999" y="1430655"/>
                </a:lnTo>
                <a:lnTo>
                  <a:pt x="1820818" y="1433036"/>
                </a:lnTo>
                <a:lnTo>
                  <a:pt x="1823895" y="1436532"/>
                </a:lnTo>
                <a:lnTo>
                  <a:pt x="1826276" y="1438932"/>
                </a:lnTo>
                <a:lnTo>
                  <a:pt x="1827962" y="1440256"/>
                </a:lnTo>
                <a:lnTo>
                  <a:pt x="1831086" y="1442637"/>
                </a:lnTo>
                <a:lnTo>
                  <a:pt x="1835648" y="1446076"/>
                </a:lnTo>
                <a:lnTo>
                  <a:pt x="1838030" y="1447848"/>
                </a:lnTo>
                <a:lnTo>
                  <a:pt x="1840859" y="1448333"/>
                </a:lnTo>
                <a:lnTo>
                  <a:pt x="1845516" y="1449010"/>
                </a:lnTo>
                <a:lnTo>
                  <a:pt x="1848260" y="1449372"/>
                </a:lnTo>
                <a:lnTo>
                  <a:pt x="1849088" y="1449419"/>
                </a:lnTo>
                <a:lnTo>
                  <a:pt x="1851470" y="1449286"/>
                </a:lnTo>
                <a:lnTo>
                  <a:pt x="1855403" y="1448953"/>
                </a:lnTo>
                <a:lnTo>
                  <a:pt x="1857642" y="1448810"/>
                </a:lnTo>
                <a:lnTo>
                  <a:pt x="1858175" y="1448848"/>
                </a:lnTo>
                <a:lnTo>
                  <a:pt x="1858623" y="1448600"/>
                </a:lnTo>
                <a:lnTo>
                  <a:pt x="1858994" y="1448067"/>
                </a:lnTo>
                <a:lnTo>
                  <a:pt x="1859423" y="1446124"/>
                </a:lnTo>
                <a:lnTo>
                  <a:pt x="1859928" y="1442761"/>
                </a:lnTo>
                <a:lnTo>
                  <a:pt x="1861861" y="1441085"/>
                </a:lnTo>
                <a:lnTo>
                  <a:pt x="1865224" y="1441085"/>
                </a:lnTo>
                <a:lnTo>
                  <a:pt x="1867300" y="1440780"/>
                </a:lnTo>
                <a:lnTo>
                  <a:pt x="1868100" y="1440180"/>
                </a:lnTo>
                <a:lnTo>
                  <a:pt x="1868795" y="1439475"/>
                </a:lnTo>
                <a:lnTo>
                  <a:pt x="1869377" y="1438675"/>
                </a:lnTo>
                <a:lnTo>
                  <a:pt x="1869662" y="1436589"/>
                </a:lnTo>
                <a:lnTo>
                  <a:pt x="1869662" y="1433208"/>
                </a:lnTo>
                <a:lnTo>
                  <a:pt x="1871358" y="1431227"/>
                </a:lnTo>
                <a:lnTo>
                  <a:pt x="1874739" y="1430655"/>
                </a:lnTo>
                <a:lnTo>
                  <a:pt x="1876625" y="1430169"/>
                </a:lnTo>
                <a:lnTo>
                  <a:pt x="1877035" y="1429760"/>
                </a:lnTo>
                <a:lnTo>
                  <a:pt x="1877244" y="1429360"/>
                </a:lnTo>
                <a:lnTo>
                  <a:pt x="1877263" y="1428950"/>
                </a:lnTo>
                <a:lnTo>
                  <a:pt x="1877454" y="1426759"/>
                </a:lnTo>
                <a:lnTo>
                  <a:pt x="1877806" y="1422778"/>
                </a:lnTo>
                <a:lnTo>
                  <a:pt x="1878035" y="1420397"/>
                </a:lnTo>
                <a:lnTo>
                  <a:pt x="1878130" y="1419616"/>
                </a:lnTo>
                <a:lnTo>
                  <a:pt x="1878178" y="1417282"/>
                </a:lnTo>
                <a:lnTo>
                  <a:pt x="1878178" y="1413396"/>
                </a:lnTo>
                <a:lnTo>
                  <a:pt x="1878187" y="1411014"/>
                </a:lnTo>
                <a:lnTo>
                  <a:pt x="1878216" y="1410138"/>
                </a:lnTo>
                <a:lnTo>
                  <a:pt x="1877835" y="1407376"/>
                </a:lnTo>
                <a:lnTo>
                  <a:pt x="1877054" y="1402737"/>
                </a:lnTo>
                <a:lnTo>
                  <a:pt x="1876654" y="1400356"/>
                </a:lnTo>
                <a:lnTo>
                  <a:pt x="1874472" y="1397594"/>
                </a:lnTo>
                <a:lnTo>
                  <a:pt x="1870558" y="1392965"/>
                </a:lnTo>
                <a:lnTo>
                  <a:pt x="1868176" y="1390212"/>
                </a:lnTo>
                <a:lnTo>
                  <a:pt x="1867329" y="1389345"/>
                </a:lnTo>
                <a:lnTo>
                  <a:pt x="1865624" y="1388069"/>
                </a:lnTo>
                <a:lnTo>
                  <a:pt x="1863071" y="1386383"/>
                </a:lnTo>
                <a:lnTo>
                  <a:pt x="1860690" y="1385440"/>
                </a:lnTo>
                <a:lnTo>
                  <a:pt x="1858480" y="1385230"/>
                </a:lnTo>
                <a:lnTo>
                  <a:pt x="1855899" y="1384125"/>
                </a:lnTo>
                <a:lnTo>
                  <a:pt x="1852955" y="1382125"/>
                </a:lnTo>
                <a:lnTo>
                  <a:pt x="1850574" y="1380935"/>
                </a:lnTo>
                <a:lnTo>
                  <a:pt x="1848755" y="1380554"/>
                </a:lnTo>
                <a:lnTo>
                  <a:pt x="1847650" y="1380353"/>
                </a:lnTo>
                <a:lnTo>
                  <a:pt x="1847259" y="1380344"/>
                </a:lnTo>
                <a:lnTo>
                  <a:pt x="1844878" y="1380458"/>
                </a:lnTo>
                <a:lnTo>
                  <a:pt x="1840506" y="1380696"/>
                </a:lnTo>
                <a:close/>
                <a:moveTo>
                  <a:pt x="3286020" y="1380696"/>
                </a:moveTo>
                <a:lnTo>
                  <a:pt x="3285573" y="1380811"/>
                </a:lnTo>
                <a:lnTo>
                  <a:pt x="3285325" y="1381020"/>
                </a:lnTo>
                <a:lnTo>
                  <a:pt x="3284649" y="1382725"/>
                </a:lnTo>
                <a:lnTo>
                  <a:pt x="3283553" y="1385935"/>
                </a:lnTo>
                <a:lnTo>
                  <a:pt x="3281410" y="1387535"/>
                </a:lnTo>
                <a:lnTo>
                  <a:pt x="3278200" y="1387535"/>
                </a:lnTo>
                <a:lnTo>
                  <a:pt x="3276171" y="1387888"/>
                </a:lnTo>
                <a:lnTo>
                  <a:pt x="3275324" y="1388602"/>
                </a:lnTo>
                <a:lnTo>
                  <a:pt x="3274171" y="1389374"/>
                </a:lnTo>
                <a:lnTo>
                  <a:pt x="3272704" y="1390221"/>
                </a:lnTo>
                <a:lnTo>
                  <a:pt x="3271971" y="1391869"/>
                </a:lnTo>
                <a:lnTo>
                  <a:pt x="3271971" y="1394317"/>
                </a:lnTo>
                <a:lnTo>
                  <a:pt x="3270742" y="1395546"/>
                </a:lnTo>
                <a:lnTo>
                  <a:pt x="3268294" y="1395546"/>
                </a:lnTo>
                <a:lnTo>
                  <a:pt x="3266656" y="1396279"/>
                </a:lnTo>
                <a:lnTo>
                  <a:pt x="3265818" y="1397756"/>
                </a:lnTo>
                <a:lnTo>
                  <a:pt x="3265294" y="1398918"/>
                </a:lnTo>
                <a:lnTo>
                  <a:pt x="3265103" y="1399756"/>
                </a:lnTo>
                <a:lnTo>
                  <a:pt x="3265008" y="1402042"/>
                </a:lnTo>
                <a:lnTo>
                  <a:pt x="3265008" y="1405766"/>
                </a:lnTo>
                <a:lnTo>
                  <a:pt x="3264713" y="1408147"/>
                </a:lnTo>
                <a:lnTo>
                  <a:pt x="3264132" y="1409186"/>
                </a:lnTo>
                <a:lnTo>
                  <a:pt x="3263837" y="1411272"/>
                </a:lnTo>
                <a:lnTo>
                  <a:pt x="3263837" y="1414415"/>
                </a:lnTo>
                <a:lnTo>
                  <a:pt x="3263865" y="1416796"/>
                </a:lnTo>
                <a:lnTo>
                  <a:pt x="3263932" y="1418415"/>
                </a:lnTo>
                <a:lnTo>
                  <a:pt x="3263960" y="1420825"/>
                </a:lnTo>
                <a:lnTo>
                  <a:pt x="3263960" y="1424035"/>
                </a:lnTo>
                <a:lnTo>
                  <a:pt x="3264179" y="1426416"/>
                </a:lnTo>
                <a:lnTo>
                  <a:pt x="3264627" y="1427969"/>
                </a:lnTo>
                <a:lnTo>
                  <a:pt x="3265408" y="1430045"/>
                </a:lnTo>
                <a:lnTo>
                  <a:pt x="3266523" y="1432646"/>
                </a:lnTo>
                <a:lnTo>
                  <a:pt x="3268161" y="1435027"/>
                </a:lnTo>
                <a:lnTo>
                  <a:pt x="3270323" y="1437189"/>
                </a:lnTo>
                <a:lnTo>
                  <a:pt x="3272704" y="1439170"/>
                </a:lnTo>
                <a:lnTo>
                  <a:pt x="3275305" y="1440952"/>
                </a:lnTo>
                <a:lnTo>
                  <a:pt x="3278391" y="1443333"/>
                </a:lnTo>
                <a:lnTo>
                  <a:pt x="3281963" y="1446314"/>
                </a:lnTo>
                <a:lnTo>
                  <a:pt x="3284344" y="1448029"/>
                </a:lnTo>
                <a:lnTo>
                  <a:pt x="3285534" y="1448476"/>
                </a:lnTo>
                <a:lnTo>
                  <a:pt x="3286354" y="1448705"/>
                </a:lnTo>
                <a:lnTo>
                  <a:pt x="3286801" y="1448705"/>
                </a:lnTo>
                <a:lnTo>
                  <a:pt x="3289183" y="1448857"/>
                </a:lnTo>
                <a:lnTo>
                  <a:pt x="3293497" y="1449162"/>
                </a:lnTo>
                <a:lnTo>
                  <a:pt x="3296041" y="1449334"/>
                </a:lnTo>
                <a:lnTo>
                  <a:pt x="3296831" y="1449362"/>
                </a:lnTo>
                <a:lnTo>
                  <a:pt x="3298974" y="1448981"/>
                </a:lnTo>
                <a:lnTo>
                  <a:pt x="3302470" y="1448191"/>
                </a:lnTo>
                <a:lnTo>
                  <a:pt x="3304261" y="1447600"/>
                </a:lnTo>
                <a:lnTo>
                  <a:pt x="3304346" y="1447209"/>
                </a:lnTo>
                <a:lnTo>
                  <a:pt x="3304584" y="1446981"/>
                </a:lnTo>
                <a:lnTo>
                  <a:pt x="3304975" y="1446924"/>
                </a:lnTo>
                <a:lnTo>
                  <a:pt x="3305632" y="1445190"/>
                </a:lnTo>
                <a:lnTo>
                  <a:pt x="3306528" y="1441790"/>
                </a:lnTo>
                <a:lnTo>
                  <a:pt x="3308909" y="1440047"/>
                </a:lnTo>
                <a:lnTo>
                  <a:pt x="3312776" y="1439970"/>
                </a:lnTo>
                <a:lnTo>
                  <a:pt x="3315052" y="1439866"/>
                </a:lnTo>
                <a:lnTo>
                  <a:pt x="3315757" y="1439742"/>
                </a:lnTo>
                <a:lnTo>
                  <a:pt x="3316195" y="1439332"/>
                </a:lnTo>
                <a:lnTo>
                  <a:pt x="3316376" y="1438627"/>
                </a:lnTo>
                <a:lnTo>
                  <a:pt x="3316500" y="1436380"/>
                </a:lnTo>
                <a:lnTo>
                  <a:pt x="3316586" y="1432579"/>
                </a:lnTo>
                <a:lnTo>
                  <a:pt x="3318034" y="1430198"/>
                </a:lnTo>
                <a:lnTo>
                  <a:pt x="3320834" y="1429236"/>
                </a:lnTo>
                <a:lnTo>
                  <a:pt x="3322215" y="1428236"/>
                </a:lnTo>
                <a:lnTo>
                  <a:pt x="3322177" y="1427197"/>
                </a:lnTo>
                <a:lnTo>
                  <a:pt x="3322672" y="1426407"/>
                </a:lnTo>
                <a:lnTo>
                  <a:pt x="3323711" y="1425854"/>
                </a:lnTo>
                <a:lnTo>
                  <a:pt x="3324435" y="1424197"/>
                </a:lnTo>
                <a:lnTo>
                  <a:pt x="3324854" y="1421435"/>
                </a:lnTo>
                <a:lnTo>
                  <a:pt x="3325054" y="1419854"/>
                </a:lnTo>
                <a:lnTo>
                  <a:pt x="3325035" y="1419435"/>
                </a:lnTo>
                <a:lnTo>
                  <a:pt x="3324911" y="1416929"/>
                </a:lnTo>
                <a:lnTo>
                  <a:pt x="3324682" y="1412338"/>
                </a:lnTo>
                <a:lnTo>
                  <a:pt x="3324568" y="1409957"/>
                </a:lnTo>
                <a:lnTo>
                  <a:pt x="3324482" y="1409348"/>
                </a:lnTo>
                <a:lnTo>
                  <a:pt x="3324311" y="1408643"/>
                </a:lnTo>
                <a:lnTo>
                  <a:pt x="3322892" y="1406261"/>
                </a:lnTo>
                <a:lnTo>
                  <a:pt x="3320215" y="1402204"/>
                </a:lnTo>
                <a:lnTo>
                  <a:pt x="3318605" y="1398565"/>
                </a:lnTo>
                <a:lnTo>
                  <a:pt x="3318053" y="1395346"/>
                </a:lnTo>
                <a:lnTo>
                  <a:pt x="3317310" y="1392965"/>
                </a:lnTo>
                <a:lnTo>
                  <a:pt x="3316367" y="1391422"/>
                </a:lnTo>
                <a:lnTo>
                  <a:pt x="3315595" y="1390317"/>
                </a:lnTo>
                <a:lnTo>
                  <a:pt x="3314995" y="1389659"/>
                </a:lnTo>
                <a:lnTo>
                  <a:pt x="3313509" y="1388469"/>
                </a:lnTo>
                <a:lnTo>
                  <a:pt x="3311128" y="1386745"/>
                </a:lnTo>
                <a:lnTo>
                  <a:pt x="3308747" y="1385602"/>
                </a:lnTo>
                <a:lnTo>
                  <a:pt x="3306366" y="1385021"/>
                </a:lnTo>
                <a:lnTo>
                  <a:pt x="3303537" y="1383830"/>
                </a:lnTo>
                <a:lnTo>
                  <a:pt x="3300260" y="1382030"/>
                </a:lnTo>
                <a:lnTo>
                  <a:pt x="3297879" y="1380982"/>
                </a:lnTo>
                <a:lnTo>
                  <a:pt x="3296393" y="1380706"/>
                </a:lnTo>
                <a:lnTo>
                  <a:pt x="3295517" y="1380573"/>
                </a:lnTo>
                <a:lnTo>
                  <a:pt x="3295250" y="1380582"/>
                </a:lnTo>
                <a:lnTo>
                  <a:pt x="3292869" y="1380620"/>
                </a:lnTo>
                <a:lnTo>
                  <a:pt x="3288373" y="1380668"/>
                </a:lnTo>
                <a:close/>
                <a:moveTo>
                  <a:pt x="1704670" y="1387812"/>
                </a:moveTo>
                <a:lnTo>
                  <a:pt x="1704061" y="1388897"/>
                </a:lnTo>
                <a:lnTo>
                  <a:pt x="1702222" y="1389736"/>
                </a:lnTo>
                <a:lnTo>
                  <a:pt x="1699146" y="1390345"/>
                </a:lnTo>
                <a:lnTo>
                  <a:pt x="1697612" y="1391193"/>
                </a:lnTo>
                <a:lnTo>
                  <a:pt x="1697612" y="1392269"/>
                </a:lnTo>
                <a:lnTo>
                  <a:pt x="1697069" y="1392841"/>
                </a:lnTo>
                <a:lnTo>
                  <a:pt x="1695993" y="1392888"/>
                </a:lnTo>
                <a:lnTo>
                  <a:pt x="1695107" y="1394393"/>
                </a:lnTo>
                <a:lnTo>
                  <a:pt x="1694421" y="1397327"/>
                </a:lnTo>
                <a:lnTo>
                  <a:pt x="1693897" y="1399146"/>
                </a:lnTo>
                <a:lnTo>
                  <a:pt x="1693545" y="1399832"/>
                </a:lnTo>
                <a:lnTo>
                  <a:pt x="1693888" y="1400661"/>
                </a:lnTo>
                <a:lnTo>
                  <a:pt x="1694926" y="1401623"/>
                </a:lnTo>
                <a:lnTo>
                  <a:pt x="1695869" y="1402042"/>
                </a:lnTo>
                <a:lnTo>
                  <a:pt x="1696707" y="1401918"/>
                </a:lnTo>
                <a:lnTo>
                  <a:pt x="1699089" y="1401870"/>
                </a:lnTo>
                <a:lnTo>
                  <a:pt x="1703013" y="1401918"/>
                </a:lnTo>
                <a:lnTo>
                  <a:pt x="1705413" y="1401928"/>
                </a:lnTo>
                <a:lnTo>
                  <a:pt x="1706280" y="1401918"/>
                </a:lnTo>
                <a:lnTo>
                  <a:pt x="1708661" y="1401937"/>
                </a:lnTo>
                <a:lnTo>
                  <a:pt x="1712557" y="1401975"/>
                </a:lnTo>
                <a:lnTo>
                  <a:pt x="1714967" y="1402013"/>
                </a:lnTo>
                <a:lnTo>
                  <a:pt x="1715900" y="1402032"/>
                </a:lnTo>
                <a:lnTo>
                  <a:pt x="1718281" y="1402042"/>
                </a:lnTo>
                <a:lnTo>
                  <a:pt x="1722110" y="1402042"/>
                </a:lnTo>
                <a:lnTo>
                  <a:pt x="1724587" y="1402137"/>
                </a:lnTo>
                <a:lnTo>
                  <a:pt x="1725720" y="1402337"/>
                </a:lnTo>
                <a:lnTo>
                  <a:pt x="1728102" y="1402432"/>
                </a:lnTo>
                <a:lnTo>
                  <a:pt x="1731731" y="1402432"/>
                </a:lnTo>
                <a:lnTo>
                  <a:pt x="1734036" y="1402347"/>
                </a:lnTo>
                <a:lnTo>
                  <a:pt x="1734998" y="1402185"/>
                </a:lnTo>
                <a:lnTo>
                  <a:pt x="1737379" y="1402099"/>
                </a:lnTo>
                <a:lnTo>
                  <a:pt x="1741180" y="1402099"/>
                </a:lnTo>
                <a:lnTo>
                  <a:pt x="1743408" y="1401956"/>
                </a:lnTo>
                <a:lnTo>
                  <a:pt x="1744085" y="1401670"/>
                </a:lnTo>
                <a:lnTo>
                  <a:pt x="1744485" y="1401185"/>
                </a:lnTo>
                <a:lnTo>
                  <a:pt x="1744589" y="1400508"/>
                </a:lnTo>
                <a:lnTo>
                  <a:pt x="1744256" y="1399080"/>
                </a:lnTo>
                <a:lnTo>
                  <a:pt x="1743466" y="1396879"/>
                </a:lnTo>
                <a:lnTo>
                  <a:pt x="1741789" y="1394498"/>
                </a:lnTo>
                <a:lnTo>
                  <a:pt x="1739227" y="1391936"/>
                </a:lnTo>
                <a:lnTo>
                  <a:pt x="1736846" y="1389888"/>
                </a:lnTo>
                <a:lnTo>
                  <a:pt x="1734645" y="1388354"/>
                </a:lnTo>
                <a:lnTo>
                  <a:pt x="1731597" y="1386402"/>
                </a:lnTo>
                <a:lnTo>
                  <a:pt x="1727702" y="1384040"/>
                </a:lnTo>
                <a:lnTo>
                  <a:pt x="1725320" y="1382820"/>
                </a:lnTo>
                <a:lnTo>
                  <a:pt x="1724454" y="1382744"/>
                </a:lnTo>
                <a:lnTo>
                  <a:pt x="1721758" y="1382430"/>
                </a:lnTo>
                <a:lnTo>
                  <a:pt x="1717224" y="1381858"/>
                </a:lnTo>
                <a:lnTo>
                  <a:pt x="1714843" y="1381582"/>
                </a:lnTo>
                <a:lnTo>
                  <a:pt x="1713567" y="1382916"/>
                </a:lnTo>
                <a:lnTo>
                  <a:pt x="1711700" y="1385583"/>
                </a:lnTo>
                <a:lnTo>
                  <a:pt x="1709318" y="1387002"/>
                </a:lnTo>
                <a:lnTo>
                  <a:pt x="1706423" y="1387183"/>
                </a:lnTo>
                <a:close/>
                <a:moveTo>
                  <a:pt x="2752344" y="1388716"/>
                </a:moveTo>
                <a:lnTo>
                  <a:pt x="2751572" y="1388983"/>
                </a:lnTo>
                <a:lnTo>
                  <a:pt x="2750944" y="1389497"/>
                </a:lnTo>
                <a:lnTo>
                  <a:pt x="2750449" y="1390269"/>
                </a:lnTo>
                <a:lnTo>
                  <a:pt x="2750182" y="1392374"/>
                </a:lnTo>
                <a:lnTo>
                  <a:pt x="2750125" y="1395822"/>
                </a:lnTo>
                <a:lnTo>
                  <a:pt x="2748372" y="1398070"/>
                </a:lnTo>
                <a:lnTo>
                  <a:pt x="2744924" y="1399118"/>
                </a:lnTo>
                <a:lnTo>
                  <a:pt x="2743133" y="1399699"/>
                </a:lnTo>
                <a:lnTo>
                  <a:pt x="2742667" y="1402223"/>
                </a:lnTo>
                <a:lnTo>
                  <a:pt x="2742133" y="1406319"/>
                </a:lnTo>
                <a:lnTo>
                  <a:pt x="2741752" y="1408700"/>
                </a:lnTo>
                <a:lnTo>
                  <a:pt x="2741543" y="1409367"/>
                </a:lnTo>
                <a:lnTo>
                  <a:pt x="2741419" y="1411624"/>
                </a:lnTo>
                <a:lnTo>
                  <a:pt x="2741381" y="1415463"/>
                </a:lnTo>
                <a:lnTo>
                  <a:pt x="2741362" y="1417844"/>
                </a:lnTo>
                <a:lnTo>
                  <a:pt x="2741371" y="1418768"/>
                </a:lnTo>
                <a:lnTo>
                  <a:pt x="2741400" y="1421168"/>
                </a:lnTo>
                <a:lnTo>
                  <a:pt x="2741438" y="1425064"/>
                </a:lnTo>
                <a:lnTo>
                  <a:pt x="2741505" y="1427445"/>
                </a:lnTo>
                <a:lnTo>
                  <a:pt x="2741600" y="1428312"/>
                </a:lnTo>
                <a:lnTo>
                  <a:pt x="2742028" y="1429741"/>
                </a:lnTo>
                <a:lnTo>
                  <a:pt x="2742809" y="1431712"/>
                </a:lnTo>
                <a:lnTo>
                  <a:pt x="2744562" y="1434094"/>
                </a:lnTo>
                <a:lnTo>
                  <a:pt x="2747286" y="1436884"/>
                </a:lnTo>
                <a:lnTo>
                  <a:pt x="2749667" y="1439056"/>
                </a:lnTo>
                <a:lnTo>
                  <a:pt x="2751706" y="1440609"/>
                </a:lnTo>
                <a:lnTo>
                  <a:pt x="2754687" y="1442990"/>
                </a:lnTo>
                <a:lnTo>
                  <a:pt x="2758602" y="1446200"/>
                </a:lnTo>
                <a:lnTo>
                  <a:pt x="2760983" y="1447981"/>
                </a:lnTo>
                <a:lnTo>
                  <a:pt x="2761831" y="1448343"/>
                </a:lnTo>
                <a:lnTo>
                  <a:pt x="2762431" y="1448524"/>
                </a:lnTo>
                <a:lnTo>
                  <a:pt x="2762783" y="1448514"/>
                </a:lnTo>
                <a:lnTo>
                  <a:pt x="2765165" y="1448667"/>
                </a:lnTo>
                <a:lnTo>
                  <a:pt x="2769575" y="1448972"/>
                </a:lnTo>
                <a:lnTo>
                  <a:pt x="2772137" y="1449153"/>
                </a:lnTo>
                <a:lnTo>
                  <a:pt x="2772851" y="1449210"/>
                </a:lnTo>
                <a:lnTo>
                  <a:pt x="2775233" y="1449029"/>
                </a:lnTo>
                <a:lnTo>
                  <a:pt x="2779281" y="1448610"/>
                </a:lnTo>
                <a:lnTo>
                  <a:pt x="2781443" y="1448391"/>
                </a:lnTo>
                <a:lnTo>
                  <a:pt x="2781729" y="1448381"/>
                </a:lnTo>
                <a:lnTo>
                  <a:pt x="2781938" y="1448229"/>
                </a:lnTo>
                <a:lnTo>
                  <a:pt x="2782072" y="1447943"/>
                </a:lnTo>
                <a:lnTo>
                  <a:pt x="2782462" y="1445952"/>
                </a:lnTo>
                <a:lnTo>
                  <a:pt x="2783119" y="1442266"/>
                </a:lnTo>
                <a:lnTo>
                  <a:pt x="2785291" y="1440418"/>
                </a:lnTo>
                <a:lnTo>
                  <a:pt x="2788977" y="1440418"/>
                </a:lnTo>
                <a:lnTo>
                  <a:pt x="2791225" y="1440285"/>
                </a:lnTo>
                <a:lnTo>
                  <a:pt x="2792025" y="1440009"/>
                </a:lnTo>
                <a:lnTo>
                  <a:pt x="2792635" y="1439475"/>
                </a:lnTo>
                <a:lnTo>
                  <a:pt x="2793063" y="1438675"/>
                </a:lnTo>
                <a:lnTo>
                  <a:pt x="2793273" y="1436503"/>
                </a:lnTo>
                <a:lnTo>
                  <a:pt x="2793273" y="1432970"/>
                </a:lnTo>
                <a:lnTo>
                  <a:pt x="2795045" y="1430903"/>
                </a:lnTo>
                <a:lnTo>
                  <a:pt x="2798578" y="1430312"/>
                </a:lnTo>
                <a:lnTo>
                  <a:pt x="2800521" y="1429874"/>
                </a:lnTo>
                <a:lnTo>
                  <a:pt x="2800874" y="1429588"/>
                </a:lnTo>
                <a:lnTo>
                  <a:pt x="2801045" y="1429274"/>
                </a:lnTo>
                <a:lnTo>
                  <a:pt x="2801036" y="1428921"/>
                </a:lnTo>
                <a:lnTo>
                  <a:pt x="2801255" y="1426759"/>
                </a:lnTo>
                <a:lnTo>
                  <a:pt x="2801684" y="1422768"/>
                </a:lnTo>
                <a:lnTo>
                  <a:pt x="2801931" y="1420387"/>
                </a:lnTo>
                <a:lnTo>
                  <a:pt x="2801988" y="1419616"/>
                </a:lnTo>
                <a:lnTo>
                  <a:pt x="2801912" y="1417149"/>
                </a:lnTo>
                <a:lnTo>
                  <a:pt x="2801693" y="1413005"/>
                </a:lnTo>
                <a:lnTo>
                  <a:pt x="2801588" y="1410624"/>
                </a:lnTo>
                <a:lnTo>
                  <a:pt x="2801588" y="1410005"/>
                </a:lnTo>
                <a:lnTo>
                  <a:pt x="2801274" y="1407947"/>
                </a:lnTo>
                <a:lnTo>
                  <a:pt x="2800655" y="1404433"/>
                </a:lnTo>
                <a:lnTo>
                  <a:pt x="2799836" y="1402051"/>
                </a:lnTo>
                <a:lnTo>
                  <a:pt x="2798797" y="1400804"/>
                </a:lnTo>
                <a:lnTo>
                  <a:pt x="2798302" y="1399680"/>
                </a:lnTo>
                <a:lnTo>
                  <a:pt x="2798340" y="1398689"/>
                </a:lnTo>
                <a:lnTo>
                  <a:pt x="2797092" y="1396308"/>
                </a:lnTo>
                <a:lnTo>
                  <a:pt x="2794540" y="1392536"/>
                </a:lnTo>
                <a:lnTo>
                  <a:pt x="2792663" y="1390155"/>
                </a:lnTo>
                <a:lnTo>
                  <a:pt x="2791435" y="1389155"/>
                </a:lnTo>
                <a:lnTo>
                  <a:pt x="2789320" y="1387650"/>
                </a:lnTo>
                <a:lnTo>
                  <a:pt x="2786301" y="1385630"/>
                </a:lnTo>
                <a:lnTo>
                  <a:pt x="2783919" y="1384649"/>
                </a:lnTo>
                <a:lnTo>
                  <a:pt x="2782176" y="1384706"/>
                </a:lnTo>
                <a:lnTo>
                  <a:pt x="2779157" y="1384068"/>
                </a:lnTo>
                <a:lnTo>
                  <a:pt x="2774871" y="1382744"/>
                </a:lnTo>
                <a:lnTo>
                  <a:pt x="2772489" y="1382068"/>
                </a:lnTo>
                <a:lnTo>
                  <a:pt x="2772013" y="1382039"/>
                </a:lnTo>
                <a:lnTo>
                  <a:pt x="2770156" y="1382573"/>
                </a:lnTo>
                <a:lnTo>
                  <a:pt x="2766927" y="1383649"/>
                </a:lnTo>
                <a:lnTo>
                  <a:pt x="2764546" y="1384211"/>
                </a:lnTo>
                <a:lnTo>
                  <a:pt x="2763012" y="1384268"/>
                </a:lnTo>
                <a:lnTo>
                  <a:pt x="2761736" y="1385373"/>
                </a:lnTo>
                <a:lnTo>
                  <a:pt x="2760697" y="1387516"/>
                </a:lnTo>
                <a:lnTo>
                  <a:pt x="2758316" y="1388583"/>
                </a:lnTo>
                <a:lnTo>
                  <a:pt x="2754592" y="1388583"/>
                </a:lnTo>
                <a:close/>
                <a:moveTo>
                  <a:pt x="2152555" y="1428388"/>
                </a:moveTo>
                <a:lnTo>
                  <a:pt x="2151936" y="1430722"/>
                </a:lnTo>
                <a:lnTo>
                  <a:pt x="2151317" y="1434656"/>
                </a:lnTo>
                <a:lnTo>
                  <a:pt x="2150945" y="1437037"/>
                </a:lnTo>
                <a:lnTo>
                  <a:pt x="2150840" y="1437865"/>
                </a:lnTo>
                <a:lnTo>
                  <a:pt x="2151250" y="1439094"/>
                </a:lnTo>
                <a:lnTo>
                  <a:pt x="2152183" y="1440742"/>
                </a:lnTo>
                <a:lnTo>
                  <a:pt x="2154850" y="1443123"/>
                </a:lnTo>
                <a:lnTo>
                  <a:pt x="2159241" y="1446238"/>
                </a:lnTo>
                <a:lnTo>
                  <a:pt x="2161623" y="1447867"/>
                </a:lnTo>
                <a:lnTo>
                  <a:pt x="2161994" y="1448000"/>
                </a:lnTo>
                <a:lnTo>
                  <a:pt x="2162242" y="1448067"/>
                </a:lnTo>
                <a:lnTo>
                  <a:pt x="2164775" y="1448219"/>
                </a:lnTo>
                <a:lnTo>
                  <a:pt x="2169385" y="1448476"/>
                </a:lnTo>
                <a:lnTo>
                  <a:pt x="2171919" y="1448619"/>
                </a:lnTo>
                <a:lnTo>
                  <a:pt x="2172338" y="1448648"/>
                </a:lnTo>
                <a:lnTo>
                  <a:pt x="2173872" y="1448438"/>
                </a:lnTo>
                <a:lnTo>
                  <a:pt x="2176510" y="1448019"/>
                </a:lnTo>
                <a:lnTo>
                  <a:pt x="2178263" y="1447390"/>
                </a:lnTo>
                <a:lnTo>
                  <a:pt x="2179139" y="1446571"/>
                </a:lnTo>
                <a:lnTo>
                  <a:pt x="2179996" y="1446047"/>
                </a:lnTo>
                <a:lnTo>
                  <a:pt x="2180815" y="1445838"/>
                </a:lnTo>
                <a:lnTo>
                  <a:pt x="2181692" y="1444333"/>
                </a:lnTo>
                <a:lnTo>
                  <a:pt x="2182635" y="1441552"/>
                </a:lnTo>
                <a:lnTo>
                  <a:pt x="2185016" y="1440161"/>
                </a:lnTo>
                <a:lnTo>
                  <a:pt x="2188835" y="1440161"/>
                </a:lnTo>
                <a:lnTo>
                  <a:pt x="2191083" y="1440028"/>
                </a:lnTo>
                <a:lnTo>
                  <a:pt x="2191750" y="1439751"/>
                </a:lnTo>
                <a:lnTo>
                  <a:pt x="2192122" y="1439275"/>
                </a:lnTo>
                <a:lnTo>
                  <a:pt x="2192188" y="1438608"/>
                </a:lnTo>
                <a:lnTo>
                  <a:pt x="2192217" y="1436256"/>
                </a:lnTo>
                <a:lnTo>
                  <a:pt x="2192217" y="1432227"/>
                </a:lnTo>
                <a:lnTo>
                  <a:pt x="2192369" y="1429845"/>
                </a:lnTo>
                <a:lnTo>
                  <a:pt x="2192684" y="1429112"/>
                </a:lnTo>
                <a:lnTo>
                  <a:pt x="2192322" y="1428074"/>
                </a:lnTo>
                <a:lnTo>
                  <a:pt x="2191274" y="1426712"/>
                </a:lnTo>
                <a:lnTo>
                  <a:pt x="2190102" y="1426064"/>
                </a:lnTo>
                <a:lnTo>
                  <a:pt x="2188797" y="1426121"/>
                </a:lnTo>
                <a:lnTo>
                  <a:pt x="2186416" y="1426131"/>
                </a:lnTo>
                <a:lnTo>
                  <a:pt x="2182959" y="1426073"/>
                </a:lnTo>
                <a:lnTo>
                  <a:pt x="2180577" y="1426073"/>
                </a:lnTo>
                <a:lnTo>
                  <a:pt x="2179282" y="1426140"/>
                </a:lnTo>
                <a:lnTo>
                  <a:pt x="2176901" y="1426188"/>
                </a:lnTo>
                <a:lnTo>
                  <a:pt x="2173434" y="1426235"/>
                </a:lnTo>
                <a:lnTo>
                  <a:pt x="2171186" y="1426369"/>
                </a:lnTo>
                <a:lnTo>
                  <a:pt x="2170147" y="1426578"/>
                </a:lnTo>
                <a:lnTo>
                  <a:pt x="2167766" y="1426664"/>
                </a:lnTo>
                <a:lnTo>
                  <a:pt x="2164042" y="1426616"/>
                </a:lnTo>
                <a:lnTo>
                  <a:pt x="2161813" y="1426769"/>
                </a:lnTo>
                <a:lnTo>
                  <a:pt x="2161089" y="1427121"/>
                </a:lnTo>
                <a:lnTo>
                  <a:pt x="2158708" y="1427578"/>
                </a:lnTo>
                <a:lnTo>
                  <a:pt x="2154669" y="1428131"/>
                </a:lnTo>
                <a:close/>
                <a:moveTo>
                  <a:pt x="3000032" y="1427045"/>
                </a:moveTo>
                <a:lnTo>
                  <a:pt x="2999337" y="1427264"/>
                </a:lnTo>
                <a:lnTo>
                  <a:pt x="2997079" y="1427712"/>
                </a:lnTo>
                <a:lnTo>
                  <a:pt x="2993241" y="1428407"/>
                </a:lnTo>
                <a:lnTo>
                  <a:pt x="2991317" y="1428864"/>
                </a:lnTo>
                <a:lnTo>
                  <a:pt x="2990498" y="1431169"/>
                </a:lnTo>
                <a:lnTo>
                  <a:pt x="2989783" y="1434960"/>
                </a:lnTo>
                <a:lnTo>
                  <a:pt x="2989393" y="1437208"/>
                </a:lnTo>
                <a:lnTo>
                  <a:pt x="2989326" y="1437923"/>
                </a:lnTo>
                <a:lnTo>
                  <a:pt x="2989678" y="1438932"/>
                </a:lnTo>
                <a:lnTo>
                  <a:pt x="2990459" y="1440237"/>
                </a:lnTo>
                <a:lnTo>
                  <a:pt x="2992869" y="1442256"/>
                </a:lnTo>
                <a:lnTo>
                  <a:pt x="2996927" y="1445000"/>
                </a:lnTo>
                <a:lnTo>
                  <a:pt x="2999308" y="1446419"/>
                </a:lnTo>
                <a:lnTo>
                  <a:pt x="3000013" y="1446514"/>
                </a:lnTo>
                <a:lnTo>
                  <a:pt x="3001023" y="1446867"/>
                </a:lnTo>
                <a:lnTo>
                  <a:pt x="3002328" y="1447486"/>
                </a:lnTo>
                <a:lnTo>
                  <a:pt x="3004709" y="1447981"/>
                </a:lnTo>
                <a:lnTo>
                  <a:pt x="3008166" y="1448333"/>
                </a:lnTo>
                <a:lnTo>
                  <a:pt x="3010091" y="1448524"/>
                </a:lnTo>
                <a:lnTo>
                  <a:pt x="3010472" y="1448552"/>
                </a:lnTo>
                <a:lnTo>
                  <a:pt x="3012377" y="1448372"/>
                </a:lnTo>
                <a:lnTo>
                  <a:pt x="3015806" y="1447991"/>
                </a:lnTo>
                <a:lnTo>
                  <a:pt x="3017796" y="1447600"/>
                </a:lnTo>
                <a:lnTo>
                  <a:pt x="3018349" y="1447209"/>
                </a:lnTo>
                <a:lnTo>
                  <a:pt x="3018834" y="1446990"/>
                </a:lnTo>
                <a:lnTo>
                  <a:pt x="3019225" y="1446952"/>
                </a:lnTo>
                <a:lnTo>
                  <a:pt x="3019958" y="1445295"/>
                </a:lnTo>
                <a:lnTo>
                  <a:pt x="3021016" y="1442028"/>
                </a:lnTo>
                <a:lnTo>
                  <a:pt x="3023397" y="1440256"/>
                </a:lnTo>
                <a:lnTo>
                  <a:pt x="3027102" y="1439999"/>
                </a:lnTo>
                <a:lnTo>
                  <a:pt x="3029207" y="1439723"/>
                </a:lnTo>
                <a:lnTo>
                  <a:pt x="3029731" y="1439456"/>
                </a:lnTo>
                <a:lnTo>
                  <a:pt x="3030017" y="1439056"/>
                </a:lnTo>
                <a:lnTo>
                  <a:pt x="3030074" y="1438532"/>
                </a:lnTo>
                <a:lnTo>
                  <a:pt x="3030150" y="1436237"/>
                </a:lnTo>
                <a:lnTo>
                  <a:pt x="3030255" y="1432150"/>
                </a:lnTo>
                <a:lnTo>
                  <a:pt x="3030407" y="1429769"/>
                </a:lnTo>
                <a:lnTo>
                  <a:pt x="3030607" y="1429093"/>
                </a:lnTo>
                <a:lnTo>
                  <a:pt x="3030274" y="1428083"/>
                </a:lnTo>
                <a:lnTo>
                  <a:pt x="3029388" y="1426759"/>
                </a:lnTo>
                <a:lnTo>
                  <a:pt x="3028407" y="1426216"/>
                </a:lnTo>
                <a:lnTo>
                  <a:pt x="3027312" y="1426445"/>
                </a:lnTo>
                <a:lnTo>
                  <a:pt x="3024930" y="1426512"/>
                </a:lnTo>
                <a:lnTo>
                  <a:pt x="3021263" y="1426416"/>
                </a:lnTo>
                <a:lnTo>
                  <a:pt x="3018863" y="1426407"/>
                </a:lnTo>
                <a:lnTo>
                  <a:pt x="3017749" y="1426483"/>
                </a:lnTo>
                <a:lnTo>
                  <a:pt x="3015367" y="1426512"/>
                </a:lnTo>
                <a:lnTo>
                  <a:pt x="3011719" y="1426512"/>
                </a:lnTo>
                <a:lnTo>
                  <a:pt x="3009443" y="1426626"/>
                </a:lnTo>
                <a:lnTo>
                  <a:pt x="3008547" y="1426835"/>
                </a:lnTo>
                <a:lnTo>
                  <a:pt x="3006166" y="1426940"/>
                </a:lnTo>
                <a:lnTo>
                  <a:pt x="3002299" y="1426940"/>
                </a:lnTo>
                <a:close/>
              </a:path>
            </a:pathLst>
          </a:custGeom>
          <a:solidFill xmlns:a="http://schemas.openxmlformats.org/drawingml/2006/main">
            <a:srgbClr val="0B9FA7"/>
          </a:solidFill>
          <a:ln xmlns:a="http://schemas.openxmlformats.org/drawingml/2006/main" w="0">
            <a:noFill/>
          </a:ln>
        </p:spPr>
      </p:sp>
      <p:sp>
        <p:nvSpPr>
          <p:cNvPr id="2058" name="logo-vector-1-2057">
            <a:extLst xmlns:a="http://schemas.openxmlformats.org/drawingml/2006/main">
              <a:ext uri="{FF2B5EF4-FFF2-40B4-BE49-F238E27FC236}">
                <a16:creationId xmlns:a16="http://schemas.microsoft.com/office/drawing/2014/main" id="{1845F453-A57B-43A9-8103-9DBF0360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0000" y="270000"/>
            <a:ext cx="6750000" cy="3452290"/>
          </a:xfrm>
          <a:custGeom xmlns:a="http://schemas.openxmlformats.org/drawingml/2006/main">
            <a:pathLst>
              <a:path w="3743325" h="1914525">
                <a:moveTo>
                  <a:pt x="1742761" y="609171"/>
                </a:moveTo>
                <a:lnTo>
                  <a:pt x="1745094" y="608914"/>
                </a:lnTo>
                <a:lnTo>
                  <a:pt x="1749123" y="608400"/>
                </a:lnTo>
                <a:lnTo>
                  <a:pt x="1751505" y="608143"/>
                </a:lnTo>
                <a:lnTo>
                  <a:pt x="1752238" y="608143"/>
                </a:lnTo>
                <a:lnTo>
                  <a:pt x="1754638" y="608162"/>
                </a:lnTo>
                <a:lnTo>
                  <a:pt x="1758706" y="608190"/>
                </a:lnTo>
                <a:lnTo>
                  <a:pt x="1761087" y="608209"/>
                </a:lnTo>
                <a:lnTo>
                  <a:pt x="1761782" y="608219"/>
                </a:lnTo>
                <a:lnTo>
                  <a:pt x="1764182" y="608238"/>
                </a:lnTo>
                <a:lnTo>
                  <a:pt x="1768288" y="608267"/>
                </a:lnTo>
                <a:lnTo>
                  <a:pt x="1770669" y="608286"/>
                </a:lnTo>
                <a:lnTo>
                  <a:pt x="1771326" y="608276"/>
                </a:lnTo>
                <a:lnTo>
                  <a:pt x="1773717" y="608286"/>
                </a:lnTo>
                <a:lnTo>
                  <a:pt x="1777851" y="608324"/>
                </a:lnTo>
                <a:lnTo>
                  <a:pt x="1780232" y="608343"/>
                </a:lnTo>
                <a:lnTo>
                  <a:pt x="1780861" y="608343"/>
                </a:lnTo>
                <a:lnTo>
                  <a:pt x="1783261" y="608362"/>
                </a:lnTo>
                <a:lnTo>
                  <a:pt x="1787433" y="608400"/>
                </a:lnTo>
                <a:lnTo>
                  <a:pt x="1789814" y="608409"/>
                </a:lnTo>
                <a:lnTo>
                  <a:pt x="1790405" y="608409"/>
                </a:lnTo>
                <a:lnTo>
                  <a:pt x="1792748" y="608371"/>
                </a:lnTo>
                <a:lnTo>
                  <a:pt x="1796834" y="608295"/>
                </a:lnTo>
                <a:lnTo>
                  <a:pt x="1799215" y="608257"/>
                </a:lnTo>
                <a:lnTo>
                  <a:pt x="1799892" y="608267"/>
                </a:lnTo>
                <a:lnTo>
                  <a:pt x="1802273" y="608267"/>
                </a:lnTo>
                <a:lnTo>
                  <a:pt x="1806369" y="608267"/>
                </a:lnTo>
                <a:lnTo>
                  <a:pt x="1808750" y="608267"/>
                </a:lnTo>
                <a:lnTo>
                  <a:pt x="1809417" y="608267"/>
                </a:lnTo>
                <a:lnTo>
                  <a:pt x="1811779" y="608247"/>
                </a:lnTo>
                <a:lnTo>
                  <a:pt x="1815836" y="608209"/>
                </a:lnTo>
                <a:lnTo>
                  <a:pt x="1818218" y="608200"/>
                </a:lnTo>
                <a:lnTo>
                  <a:pt x="1818923" y="608209"/>
                </a:lnTo>
                <a:lnTo>
                  <a:pt x="1821294" y="608200"/>
                </a:lnTo>
                <a:lnTo>
                  <a:pt x="1825333" y="608171"/>
                </a:lnTo>
                <a:lnTo>
                  <a:pt x="1827714" y="608152"/>
                </a:lnTo>
                <a:lnTo>
                  <a:pt x="1828438" y="608162"/>
                </a:lnTo>
                <a:lnTo>
                  <a:pt x="1830867" y="608209"/>
                </a:lnTo>
                <a:lnTo>
                  <a:pt x="1834991" y="608286"/>
                </a:lnTo>
                <a:lnTo>
                  <a:pt x="1837373" y="608333"/>
                </a:lnTo>
                <a:lnTo>
                  <a:pt x="1838011" y="608343"/>
                </a:lnTo>
                <a:lnTo>
                  <a:pt x="1839135" y="608657"/>
                </a:lnTo>
                <a:lnTo>
                  <a:pt x="1840754" y="609286"/>
                </a:lnTo>
                <a:lnTo>
                  <a:pt x="1843135" y="611648"/>
                </a:lnTo>
                <a:lnTo>
                  <a:pt x="1846278" y="615734"/>
                </a:lnTo>
                <a:lnTo>
                  <a:pt x="1849736" y="617620"/>
                </a:lnTo>
                <a:lnTo>
                  <a:pt x="1853498" y="617296"/>
                </a:lnTo>
                <a:lnTo>
                  <a:pt x="1855880" y="617410"/>
                </a:lnTo>
                <a:lnTo>
                  <a:pt x="1856880" y="617953"/>
                </a:lnTo>
                <a:lnTo>
                  <a:pt x="1859318" y="618011"/>
                </a:lnTo>
                <a:lnTo>
                  <a:pt x="1863214" y="617601"/>
                </a:lnTo>
                <a:lnTo>
                  <a:pt x="1865595" y="617477"/>
                </a:lnTo>
                <a:lnTo>
                  <a:pt x="1866462" y="617649"/>
                </a:lnTo>
                <a:lnTo>
                  <a:pt x="1868853" y="617649"/>
                </a:lnTo>
                <a:lnTo>
                  <a:pt x="1872748" y="617477"/>
                </a:lnTo>
                <a:lnTo>
                  <a:pt x="1875130" y="617420"/>
                </a:lnTo>
                <a:lnTo>
                  <a:pt x="1875996" y="617458"/>
                </a:lnTo>
                <a:lnTo>
                  <a:pt x="1877216" y="617887"/>
                </a:lnTo>
                <a:lnTo>
                  <a:pt x="1878806" y="618715"/>
                </a:lnTo>
                <a:lnTo>
                  <a:pt x="1881188" y="621144"/>
                </a:lnTo>
                <a:lnTo>
                  <a:pt x="1884359" y="625173"/>
                </a:lnTo>
                <a:lnTo>
                  <a:pt x="1887722" y="626945"/>
                </a:lnTo>
                <a:lnTo>
                  <a:pt x="1891274" y="626469"/>
                </a:lnTo>
                <a:lnTo>
                  <a:pt x="1893656" y="626526"/>
                </a:lnTo>
                <a:lnTo>
                  <a:pt x="1894865" y="627116"/>
                </a:lnTo>
                <a:lnTo>
                  <a:pt x="1897618" y="627717"/>
                </a:lnTo>
                <a:lnTo>
                  <a:pt x="1901904" y="628336"/>
                </a:lnTo>
                <a:lnTo>
                  <a:pt x="1904286" y="629107"/>
                </a:lnTo>
                <a:lnTo>
                  <a:pt x="1904762" y="630022"/>
                </a:lnTo>
                <a:lnTo>
                  <a:pt x="1905286" y="630317"/>
                </a:lnTo>
                <a:lnTo>
                  <a:pt x="1905867" y="629984"/>
                </a:lnTo>
                <a:lnTo>
                  <a:pt x="1908248" y="631622"/>
                </a:lnTo>
                <a:lnTo>
                  <a:pt x="1912430" y="635232"/>
                </a:lnTo>
                <a:lnTo>
                  <a:pt x="1916563" y="637318"/>
                </a:lnTo>
                <a:lnTo>
                  <a:pt x="1920650" y="637889"/>
                </a:lnTo>
                <a:lnTo>
                  <a:pt x="1923031" y="638518"/>
                </a:lnTo>
                <a:lnTo>
                  <a:pt x="1923707" y="639194"/>
                </a:lnTo>
                <a:lnTo>
                  <a:pt x="1924279" y="639423"/>
                </a:lnTo>
                <a:lnTo>
                  <a:pt x="1924726" y="639194"/>
                </a:lnTo>
                <a:lnTo>
                  <a:pt x="1927108" y="640861"/>
                </a:lnTo>
                <a:lnTo>
                  <a:pt x="1931422" y="644433"/>
                </a:lnTo>
                <a:lnTo>
                  <a:pt x="1934137" y="646586"/>
                </a:lnTo>
                <a:lnTo>
                  <a:pt x="1935270" y="647329"/>
                </a:lnTo>
                <a:lnTo>
                  <a:pt x="1937652" y="649662"/>
                </a:lnTo>
                <a:lnTo>
                  <a:pt x="1941281" y="653586"/>
                </a:lnTo>
                <a:lnTo>
                  <a:pt x="1944129" y="655968"/>
                </a:lnTo>
                <a:lnTo>
                  <a:pt x="1946196" y="656806"/>
                </a:lnTo>
                <a:lnTo>
                  <a:pt x="1948577" y="658530"/>
                </a:lnTo>
                <a:lnTo>
                  <a:pt x="1951272" y="661140"/>
                </a:lnTo>
                <a:lnTo>
                  <a:pt x="1954682" y="663197"/>
                </a:lnTo>
                <a:lnTo>
                  <a:pt x="1958797" y="664702"/>
                </a:lnTo>
                <a:lnTo>
                  <a:pt x="1961178" y="665721"/>
                </a:lnTo>
                <a:lnTo>
                  <a:pt x="1961826" y="666245"/>
                </a:lnTo>
                <a:lnTo>
                  <a:pt x="1962207" y="666569"/>
                </a:lnTo>
                <a:lnTo>
                  <a:pt x="1962969" y="667388"/>
                </a:lnTo>
                <a:lnTo>
                  <a:pt x="1964112" y="668655"/>
                </a:lnTo>
                <a:lnTo>
                  <a:pt x="1965579" y="671036"/>
                </a:lnTo>
                <a:lnTo>
                  <a:pt x="1967351" y="674532"/>
                </a:lnTo>
                <a:lnTo>
                  <a:pt x="1969103" y="677228"/>
                </a:lnTo>
                <a:lnTo>
                  <a:pt x="1970818" y="679133"/>
                </a:lnTo>
                <a:lnTo>
                  <a:pt x="1972237" y="681514"/>
                </a:lnTo>
                <a:lnTo>
                  <a:pt x="1973361" y="684371"/>
                </a:lnTo>
                <a:lnTo>
                  <a:pt x="1975742" y="687705"/>
                </a:lnTo>
                <a:lnTo>
                  <a:pt x="1979381" y="691505"/>
                </a:lnTo>
                <a:lnTo>
                  <a:pt x="1981457" y="693887"/>
                </a:lnTo>
                <a:lnTo>
                  <a:pt x="1981981" y="694849"/>
                </a:lnTo>
                <a:lnTo>
                  <a:pt x="1984362" y="697344"/>
                </a:lnTo>
                <a:lnTo>
                  <a:pt x="1988601" y="701392"/>
                </a:lnTo>
                <a:lnTo>
                  <a:pt x="1991011" y="703774"/>
                </a:lnTo>
                <a:lnTo>
                  <a:pt x="1991573" y="704488"/>
                </a:lnTo>
                <a:lnTo>
                  <a:pt x="1992135" y="705412"/>
                </a:lnTo>
                <a:lnTo>
                  <a:pt x="1992687" y="706526"/>
                </a:lnTo>
                <a:lnTo>
                  <a:pt x="1992897" y="708908"/>
                </a:lnTo>
                <a:lnTo>
                  <a:pt x="1992754" y="712556"/>
                </a:lnTo>
                <a:lnTo>
                  <a:pt x="1994583" y="716137"/>
                </a:lnTo>
                <a:lnTo>
                  <a:pt x="1998364" y="719652"/>
                </a:lnTo>
                <a:lnTo>
                  <a:pt x="2000564" y="722033"/>
                </a:lnTo>
                <a:lnTo>
                  <a:pt x="2001203" y="723281"/>
                </a:lnTo>
                <a:lnTo>
                  <a:pt x="2001679" y="724376"/>
                </a:lnTo>
                <a:lnTo>
                  <a:pt x="2001993" y="725319"/>
                </a:lnTo>
                <a:lnTo>
                  <a:pt x="2001955" y="727700"/>
                </a:lnTo>
                <a:lnTo>
                  <a:pt x="2001564" y="731520"/>
                </a:lnTo>
                <a:lnTo>
                  <a:pt x="2003469" y="735359"/>
                </a:lnTo>
                <a:lnTo>
                  <a:pt x="2007670" y="739226"/>
                </a:lnTo>
                <a:lnTo>
                  <a:pt x="2010070" y="741607"/>
                </a:lnTo>
                <a:lnTo>
                  <a:pt x="2010651" y="742502"/>
                </a:lnTo>
                <a:lnTo>
                  <a:pt x="2010937" y="743245"/>
                </a:lnTo>
                <a:lnTo>
                  <a:pt x="2010947" y="743826"/>
                </a:lnTo>
                <a:lnTo>
                  <a:pt x="2010966" y="746208"/>
                </a:lnTo>
                <a:lnTo>
                  <a:pt x="2011004" y="750389"/>
                </a:lnTo>
                <a:lnTo>
                  <a:pt x="2011070" y="752827"/>
                </a:lnTo>
                <a:lnTo>
                  <a:pt x="2011156" y="753551"/>
                </a:lnTo>
                <a:lnTo>
                  <a:pt x="2011137" y="755933"/>
                </a:lnTo>
                <a:lnTo>
                  <a:pt x="2011013" y="759971"/>
                </a:lnTo>
                <a:lnTo>
                  <a:pt x="2011223" y="762572"/>
                </a:lnTo>
                <a:lnTo>
                  <a:pt x="2011775" y="763705"/>
                </a:lnTo>
                <a:lnTo>
                  <a:pt x="2012013" y="766086"/>
                </a:lnTo>
                <a:lnTo>
                  <a:pt x="2011937" y="769715"/>
                </a:lnTo>
                <a:lnTo>
                  <a:pt x="2013747" y="773430"/>
                </a:lnTo>
                <a:lnTo>
                  <a:pt x="2017452" y="777230"/>
                </a:lnTo>
                <a:lnTo>
                  <a:pt x="2019500" y="779612"/>
                </a:lnTo>
                <a:lnTo>
                  <a:pt x="2019900" y="780574"/>
                </a:lnTo>
                <a:lnTo>
                  <a:pt x="2020100" y="781250"/>
                </a:lnTo>
                <a:lnTo>
                  <a:pt x="2020100" y="781650"/>
                </a:lnTo>
                <a:lnTo>
                  <a:pt x="2020300" y="784031"/>
                </a:lnTo>
                <a:lnTo>
                  <a:pt x="2020691" y="788394"/>
                </a:lnTo>
                <a:lnTo>
                  <a:pt x="2020891" y="790975"/>
                </a:lnTo>
                <a:lnTo>
                  <a:pt x="2020891" y="791766"/>
                </a:lnTo>
                <a:lnTo>
                  <a:pt x="2020872" y="794147"/>
                </a:lnTo>
                <a:lnTo>
                  <a:pt x="2020843" y="798119"/>
                </a:lnTo>
                <a:lnTo>
                  <a:pt x="2020824" y="800481"/>
                </a:lnTo>
                <a:lnTo>
                  <a:pt x="2020824" y="801243"/>
                </a:lnTo>
                <a:lnTo>
                  <a:pt x="2020776" y="803624"/>
                </a:lnTo>
                <a:lnTo>
                  <a:pt x="2020681" y="807625"/>
                </a:lnTo>
                <a:lnTo>
                  <a:pt x="2020624" y="809958"/>
                </a:lnTo>
                <a:lnTo>
                  <a:pt x="2020633" y="810625"/>
                </a:lnTo>
                <a:lnTo>
                  <a:pt x="2020633" y="813006"/>
                </a:lnTo>
                <a:lnTo>
                  <a:pt x="2020633" y="817102"/>
                </a:lnTo>
                <a:lnTo>
                  <a:pt x="2020643" y="819493"/>
                </a:lnTo>
                <a:lnTo>
                  <a:pt x="2020653" y="820169"/>
                </a:lnTo>
                <a:lnTo>
                  <a:pt x="2020643" y="822550"/>
                </a:lnTo>
                <a:lnTo>
                  <a:pt x="2020605" y="826637"/>
                </a:lnTo>
                <a:lnTo>
                  <a:pt x="2020595" y="829008"/>
                </a:lnTo>
                <a:lnTo>
                  <a:pt x="2020614" y="829666"/>
                </a:lnTo>
                <a:lnTo>
                  <a:pt x="2020595" y="832047"/>
                </a:lnTo>
                <a:lnTo>
                  <a:pt x="2020567" y="836152"/>
                </a:lnTo>
                <a:lnTo>
                  <a:pt x="2020557" y="838524"/>
                </a:lnTo>
                <a:lnTo>
                  <a:pt x="2020576" y="839162"/>
                </a:lnTo>
                <a:lnTo>
                  <a:pt x="2020586" y="841543"/>
                </a:lnTo>
                <a:lnTo>
                  <a:pt x="2020586" y="845668"/>
                </a:lnTo>
                <a:lnTo>
                  <a:pt x="2020595" y="848058"/>
                </a:lnTo>
                <a:lnTo>
                  <a:pt x="2020614" y="848716"/>
                </a:lnTo>
                <a:lnTo>
                  <a:pt x="2020605" y="851097"/>
                </a:lnTo>
                <a:lnTo>
                  <a:pt x="2020567" y="855202"/>
                </a:lnTo>
                <a:lnTo>
                  <a:pt x="2020557" y="857574"/>
                </a:lnTo>
                <a:lnTo>
                  <a:pt x="2020576" y="858212"/>
                </a:lnTo>
                <a:lnTo>
                  <a:pt x="2020586" y="860593"/>
                </a:lnTo>
                <a:lnTo>
                  <a:pt x="2020586" y="864718"/>
                </a:lnTo>
                <a:lnTo>
                  <a:pt x="2020586" y="867099"/>
                </a:lnTo>
                <a:lnTo>
                  <a:pt x="2020595" y="867756"/>
                </a:lnTo>
                <a:lnTo>
                  <a:pt x="2020605" y="870137"/>
                </a:lnTo>
                <a:lnTo>
                  <a:pt x="2020605" y="874243"/>
                </a:lnTo>
                <a:lnTo>
                  <a:pt x="2020605" y="876624"/>
                </a:lnTo>
                <a:lnTo>
                  <a:pt x="2020605" y="877281"/>
                </a:lnTo>
                <a:lnTo>
                  <a:pt x="2020624" y="879662"/>
                </a:lnTo>
                <a:lnTo>
                  <a:pt x="2020672" y="883768"/>
                </a:lnTo>
                <a:lnTo>
                  <a:pt x="2020691" y="886177"/>
                </a:lnTo>
                <a:lnTo>
                  <a:pt x="2020691" y="886873"/>
                </a:lnTo>
                <a:lnTo>
                  <a:pt x="2020691" y="889254"/>
                </a:lnTo>
                <a:lnTo>
                  <a:pt x="2020691" y="893321"/>
                </a:lnTo>
                <a:lnTo>
                  <a:pt x="2020691" y="895693"/>
                </a:lnTo>
                <a:lnTo>
                  <a:pt x="2020691" y="896388"/>
                </a:lnTo>
                <a:lnTo>
                  <a:pt x="2020672" y="898769"/>
                </a:lnTo>
                <a:lnTo>
                  <a:pt x="2020624" y="902837"/>
                </a:lnTo>
                <a:lnTo>
                  <a:pt x="2020605" y="905199"/>
                </a:lnTo>
                <a:lnTo>
                  <a:pt x="2020605" y="905847"/>
                </a:lnTo>
                <a:lnTo>
                  <a:pt x="2020614" y="908228"/>
                </a:lnTo>
                <a:lnTo>
                  <a:pt x="2020662" y="912343"/>
                </a:lnTo>
                <a:lnTo>
                  <a:pt x="2020681" y="914743"/>
                </a:lnTo>
                <a:lnTo>
                  <a:pt x="2020672" y="915429"/>
                </a:lnTo>
                <a:lnTo>
                  <a:pt x="2020653" y="917810"/>
                </a:lnTo>
                <a:lnTo>
                  <a:pt x="2020614" y="921887"/>
                </a:lnTo>
                <a:lnTo>
                  <a:pt x="2020595" y="924249"/>
                </a:lnTo>
                <a:lnTo>
                  <a:pt x="2020586" y="924887"/>
                </a:lnTo>
                <a:lnTo>
                  <a:pt x="2020605" y="927268"/>
                </a:lnTo>
                <a:lnTo>
                  <a:pt x="2020643" y="931393"/>
                </a:lnTo>
                <a:lnTo>
                  <a:pt x="2020662" y="933783"/>
                </a:lnTo>
                <a:lnTo>
                  <a:pt x="2020653" y="934460"/>
                </a:lnTo>
                <a:lnTo>
                  <a:pt x="2020633" y="936841"/>
                </a:lnTo>
                <a:lnTo>
                  <a:pt x="2020595" y="940927"/>
                </a:lnTo>
                <a:lnTo>
                  <a:pt x="2020576" y="943289"/>
                </a:lnTo>
                <a:lnTo>
                  <a:pt x="2020576" y="943928"/>
                </a:lnTo>
                <a:lnTo>
                  <a:pt x="2020595" y="946309"/>
                </a:lnTo>
                <a:lnTo>
                  <a:pt x="2020633" y="950433"/>
                </a:lnTo>
                <a:lnTo>
                  <a:pt x="2020653" y="952833"/>
                </a:lnTo>
                <a:lnTo>
                  <a:pt x="2020653" y="953510"/>
                </a:lnTo>
                <a:lnTo>
                  <a:pt x="2020653" y="955891"/>
                </a:lnTo>
                <a:lnTo>
                  <a:pt x="2020653" y="959977"/>
                </a:lnTo>
                <a:lnTo>
                  <a:pt x="2020653" y="962358"/>
                </a:lnTo>
                <a:lnTo>
                  <a:pt x="2020653" y="963035"/>
                </a:lnTo>
                <a:lnTo>
                  <a:pt x="2020653" y="965416"/>
                </a:lnTo>
                <a:lnTo>
                  <a:pt x="2020653" y="969502"/>
                </a:lnTo>
                <a:lnTo>
                  <a:pt x="2020653" y="971883"/>
                </a:lnTo>
                <a:lnTo>
                  <a:pt x="2020643" y="972550"/>
                </a:lnTo>
                <a:lnTo>
                  <a:pt x="2020643" y="974931"/>
                </a:lnTo>
                <a:lnTo>
                  <a:pt x="2020643" y="979027"/>
                </a:lnTo>
                <a:lnTo>
                  <a:pt x="2020643" y="981408"/>
                </a:lnTo>
                <a:lnTo>
                  <a:pt x="2020633" y="982075"/>
                </a:lnTo>
                <a:lnTo>
                  <a:pt x="2020633" y="984456"/>
                </a:lnTo>
                <a:lnTo>
                  <a:pt x="2020633" y="988552"/>
                </a:lnTo>
                <a:lnTo>
                  <a:pt x="2020633" y="990933"/>
                </a:lnTo>
                <a:lnTo>
                  <a:pt x="2020643" y="991600"/>
                </a:lnTo>
                <a:lnTo>
                  <a:pt x="2020643" y="993981"/>
                </a:lnTo>
                <a:lnTo>
                  <a:pt x="2020643" y="998077"/>
                </a:lnTo>
                <a:lnTo>
                  <a:pt x="2020643" y="1000458"/>
                </a:lnTo>
                <a:lnTo>
                  <a:pt x="2020643" y="1001135"/>
                </a:lnTo>
                <a:lnTo>
                  <a:pt x="2020643" y="1003516"/>
                </a:lnTo>
                <a:lnTo>
                  <a:pt x="2020643" y="1007602"/>
                </a:lnTo>
                <a:lnTo>
                  <a:pt x="2020643" y="1009983"/>
                </a:lnTo>
                <a:lnTo>
                  <a:pt x="2020643" y="1010660"/>
                </a:lnTo>
                <a:lnTo>
                  <a:pt x="2020643" y="1013041"/>
                </a:lnTo>
                <a:lnTo>
                  <a:pt x="2020643" y="1017127"/>
                </a:lnTo>
                <a:lnTo>
                  <a:pt x="2020643" y="1019518"/>
                </a:lnTo>
                <a:lnTo>
                  <a:pt x="2020653" y="1020194"/>
                </a:lnTo>
                <a:lnTo>
                  <a:pt x="2020653" y="1022575"/>
                </a:lnTo>
                <a:lnTo>
                  <a:pt x="2020653" y="1026662"/>
                </a:lnTo>
                <a:lnTo>
                  <a:pt x="2020662" y="1029043"/>
                </a:lnTo>
                <a:lnTo>
                  <a:pt x="2020672" y="1029729"/>
                </a:lnTo>
                <a:lnTo>
                  <a:pt x="2020672" y="1032110"/>
                </a:lnTo>
                <a:lnTo>
                  <a:pt x="2020672" y="1036187"/>
                </a:lnTo>
                <a:lnTo>
                  <a:pt x="2020672" y="1038568"/>
                </a:lnTo>
                <a:lnTo>
                  <a:pt x="2020681" y="1039263"/>
                </a:lnTo>
                <a:lnTo>
                  <a:pt x="2020681" y="1041644"/>
                </a:lnTo>
                <a:lnTo>
                  <a:pt x="2020681" y="1045712"/>
                </a:lnTo>
                <a:lnTo>
                  <a:pt x="2020681" y="1048102"/>
                </a:lnTo>
                <a:lnTo>
                  <a:pt x="2020691" y="1048798"/>
                </a:lnTo>
                <a:lnTo>
                  <a:pt x="2020672" y="1051179"/>
                </a:lnTo>
                <a:lnTo>
                  <a:pt x="2020633" y="1055246"/>
                </a:lnTo>
                <a:lnTo>
                  <a:pt x="2020614" y="1057608"/>
                </a:lnTo>
                <a:lnTo>
                  <a:pt x="2020614" y="1058266"/>
                </a:lnTo>
                <a:lnTo>
                  <a:pt x="2020633" y="1060647"/>
                </a:lnTo>
                <a:lnTo>
                  <a:pt x="2020672" y="1064752"/>
                </a:lnTo>
                <a:lnTo>
                  <a:pt x="2020700" y="1067152"/>
                </a:lnTo>
                <a:lnTo>
                  <a:pt x="2020700" y="1067848"/>
                </a:lnTo>
                <a:lnTo>
                  <a:pt x="2020700" y="1070229"/>
                </a:lnTo>
                <a:lnTo>
                  <a:pt x="2020700" y="1074296"/>
                </a:lnTo>
                <a:lnTo>
                  <a:pt x="2020700" y="1076677"/>
                </a:lnTo>
                <a:lnTo>
                  <a:pt x="2020700" y="1077373"/>
                </a:lnTo>
                <a:lnTo>
                  <a:pt x="2020700" y="1079754"/>
                </a:lnTo>
                <a:lnTo>
                  <a:pt x="2020700" y="1083821"/>
                </a:lnTo>
                <a:lnTo>
                  <a:pt x="2020691" y="1086193"/>
                </a:lnTo>
                <a:lnTo>
                  <a:pt x="2020691" y="1086888"/>
                </a:lnTo>
                <a:lnTo>
                  <a:pt x="2020662" y="1089269"/>
                </a:lnTo>
                <a:lnTo>
                  <a:pt x="2020624" y="1093337"/>
                </a:lnTo>
                <a:lnTo>
                  <a:pt x="2020595" y="1095699"/>
                </a:lnTo>
                <a:lnTo>
                  <a:pt x="2020595" y="1096347"/>
                </a:lnTo>
                <a:lnTo>
                  <a:pt x="2020586" y="1098728"/>
                </a:lnTo>
                <a:lnTo>
                  <a:pt x="2020586" y="1102843"/>
                </a:lnTo>
                <a:lnTo>
                  <a:pt x="2020586" y="1105214"/>
                </a:lnTo>
                <a:lnTo>
                  <a:pt x="2020576" y="1105853"/>
                </a:lnTo>
                <a:lnTo>
                  <a:pt x="2020586" y="1108234"/>
                </a:lnTo>
                <a:lnTo>
                  <a:pt x="2020624" y="1112358"/>
                </a:lnTo>
                <a:lnTo>
                  <a:pt x="2020633" y="1114758"/>
                </a:lnTo>
                <a:lnTo>
                  <a:pt x="2020624" y="1115416"/>
                </a:lnTo>
                <a:lnTo>
                  <a:pt x="2020614" y="1117797"/>
                </a:lnTo>
                <a:lnTo>
                  <a:pt x="2020614" y="1121902"/>
                </a:lnTo>
                <a:lnTo>
                  <a:pt x="2020614" y="1124274"/>
                </a:lnTo>
                <a:lnTo>
                  <a:pt x="2020605" y="1124922"/>
                </a:lnTo>
                <a:lnTo>
                  <a:pt x="2020595" y="1127303"/>
                </a:lnTo>
                <a:lnTo>
                  <a:pt x="2020595" y="1131418"/>
                </a:lnTo>
                <a:lnTo>
                  <a:pt x="2020595" y="1133789"/>
                </a:lnTo>
                <a:lnTo>
                  <a:pt x="2020586" y="1134428"/>
                </a:lnTo>
                <a:lnTo>
                  <a:pt x="2020557" y="1136809"/>
                </a:lnTo>
                <a:lnTo>
                  <a:pt x="2020519" y="1140933"/>
                </a:lnTo>
                <a:lnTo>
                  <a:pt x="2020500" y="1143305"/>
                </a:lnTo>
                <a:lnTo>
                  <a:pt x="2020510" y="1143905"/>
                </a:lnTo>
                <a:lnTo>
                  <a:pt x="2020510" y="1146286"/>
                </a:lnTo>
                <a:lnTo>
                  <a:pt x="2020510" y="1150449"/>
                </a:lnTo>
                <a:lnTo>
                  <a:pt x="2020510" y="1152830"/>
                </a:lnTo>
                <a:lnTo>
                  <a:pt x="2020529" y="1153449"/>
                </a:lnTo>
                <a:lnTo>
                  <a:pt x="2020529" y="1155830"/>
                </a:lnTo>
                <a:lnTo>
                  <a:pt x="2020529" y="1159974"/>
                </a:lnTo>
                <a:lnTo>
                  <a:pt x="2020529" y="1162355"/>
                </a:lnTo>
                <a:lnTo>
                  <a:pt x="2020529" y="1162974"/>
                </a:lnTo>
                <a:lnTo>
                  <a:pt x="2020567" y="1165355"/>
                </a:lnTo>
                <a:lnTo>
                  <a:pt x="2020643" y="1169499"/>
                </a:lnTo>
                <a:lnTo>
                  <a:pt x="2020653" y="1171899"/>
                </a:lnTo>
                <a:lnTo>
                  <a:pt x="2020605" y="1172537"/>
                </a:lnTo>
                <a:lnTo>
                  <a:pt x="2020662" y="1174918"/>
                </a:lnTo>
                <a:lnTo>
                  <a:pt x="2020834" y="1179043"/>
                </a:lnTo>
                <a:lnTo>
                  <a:pt x="2020929" y="1181519"/>
                </a:lnTo>
                <a:lnTo>
                  <a:pt x="2020957" y="1182357"/>
                </a:lnTo>
                <a:lnTo>
                  <a:pt x="2020557" y="1182795"/>
                </a:lnTo>
                <a:lnTo>
                  <a:pt x="2019719" y="1182843"/>
                </a:lnTo>
                <a:lnTo>
                  <a:pt x="2017214" y="1182719"/>
                </a:lnTo>
                <a:lnTo>
                  <a:pt x="2013042" y="1182424"/>
                </a:lnTo>
                <a:lnTo>
                  <a:pt x="2011099" y="1184367"/>
                </a:lnTo>
                <a:lnTo>
                  <a:pt x="2011413" y="1188539"/>
                </a:lnTo>
                <a:lnTo>
                  <a:pt x="2011537" y="1191054"/>
                </a:lnTo>
                <a:lnTo>
                  <a:pt x="2011499" y="1191901"/>
                </a:lnTo>
                <a:lnTo>
                  <a:pt x="2011051" y="1192320"/>
                </a:lnTo>
                <a:lnTo>
                  <a:pt x="2010204" y="1192301"/>
                </a:lnTo>
                <a:lnTo>
                  <a:pt x="2007775" y="1192254"/>
                </a:lnTo>
                <a:lnTo>
                  <a:pt x="2003765" y="1192178"/>
                </a:lnTo>
                <a:lnTo>
                  <a:pt x="2001383" y="1192139"/>
                </a:lnTo>
                <a:lnTo>
                  <a:pt x="2000631" y="1192139"/>
                </a:lnTo>
                <a:lnTo>
                  <a:pt x="1998164" y="1192054"/>
                </a:lnTo>
                <a:lnTo>
                  <a:pt x="1993983" y="1191873"/>
                </a:lnTo>
                <a:lnTo>
                  <a:pt x="1991601" y="1191787"/>
                </a:lnTo>
                <a:lnTo>
                  <a:pt x="1991020" y="1191787"/>
                </a:lnTo>
                <a:lnTo>
                  <a:pt x="1988582" y="1191730"/>
                </a:lnTo>
                <a:lnTo>
                  <a:pt x="1984286" y="1191616"/>
                </a:lnTo>
                <a:lnTo>
                  <a:pt x="1981905" y="1191568"/>
                </a:lnTo>
                <a:lnTo>
                  <a:pt x="1981438" y="1191568"/>
                </a:lnTo>
                <a:lnTo>
                  <a:pt x="1979114" y="1191625"/>
                </a:lnTo>
                <a:lnTo>
                  <a:pt x="1974933" y="1191739"/>
                </a:lnTo>
                <a:lnTo>
                  <a:pt x="1972551" y="1191797"/>
                </a:lnTo>
                <a:lnTo>
                  <a:pt x="1971970" y="1191797"/>
                </a:lnTo>
                <a:lnTo>
                  <a:pt x="1969570" y="1191778"/>
                </a:lnTo>
                <a:lnTo>
                  <a:pt x="1965360" y="1191739"/>
                </a:lnTo>
                <a:lnTo>
                  <a:pt x="1962979" y="1191730"/>
                </a:lnTo>
                <a:lnTo>
                  <a:pt x="1962426" y="1191730"/>
                </a:lnTo>
                <a:lnTo>
                  <a:pt x="1960045" y="1191730"/>
                </a:lnTo>
                <a:lnTo>
                  <a:pt x="1955835" y="1191730"/>
                </a:lnTo>
                <a:lnTo>
                  <a:pt x="1953454" y="1191730"/>
                </a:lnTo>
                <a:lnTo>
                  <a:pt x="1952901" y="1191730"/>
                </a:lnTo>
                <a:lnTo>
                  <a:pt x="1950482" y="1191692"/>
                </a:lnTo>
                <a:lnTo>
                  <a:pt x="1946196" y="1191616"/>
                </a:lnTo>
                <a:lnTo>
                  <a:pt x="1943814" y="1191578"/>
                </a:lnTo>
                <a:lnTo>
                  <a:pt x="1943338" y="1191578"/>
                </a:lnTo>
                <a:lnTo>
                  <a:pt x="1941014" y="1191635"/>
                </a:lnTo>
                <a:lnTo>
                  <a:pt x="1936842" y="1191749"/>
                </a:lnTo>
                <a:lnTo>
                  <a:pt x="1934461" y="1191806"/>
                </a:lnTo>
                <a:lnTo>
                  <a:pt x="1933870" y="1191797"/>
                </a:lnTo>
                <a:lnTo>
                  <a:pt x="1933127" y="1191501"/>
                </a:lnTo>
                <a:lnTo>
                  <a:pt x="1932232" y="1190920"/>
                </a:lnTo>
                <a:lnTo>
                  <a:pt x="1929851" y="1188463"/>
                </a:lnTo>
                <a:lnTo>
                  <a:pt x="1925984" y="1184129"/>
                </a:lnTo>
                <a:lnTo>
                  <a:pt x="1923860" y="1181748"/>
                </a:lnTo>
                <a:lnTo>
                  <a:pt x="1923479" y="1181319"/>
                </a:lnTo>
                <a:lnTo>
                  <a:pt x="1921612" y="1179233"/>
                </a:lnTo>
                <a:lnTo>
                  <a:pt x="1918268" y="1175509"/>
                </a:lnTo>
                <a:lnTo>
                  <a:pt x="1916487" y="1173128"/>
                </a:lnTo>
                <a:lnTo>
                  <a:pt x="1916278" y="1172089"/>
                </a:lnTo>
                <a:lnTo>
                  <a:pt x="1915754" y="1170918"/>
                </a:lnTo>
                <a:lnTo>
                  <a:pt x="1914935" y="1169594"/>
                </a:lnTo>
                <a:lnTo>
                  <a:pt x="1914420" y="1167213"/>
                </a:lnTo>
                <a:lnTo>
                  <a:pt x="1914220" y="1163774"/>
                </a:lnTo>
                <a:lnTo>
                  <a:pt x="1914125" y="1161955"/>
                </a:lnTo>
                <a:lnTo>
                  <a:pt x="1914154" y="1159373"/>
                </a:lnTo>
                <a:lnTo>
                  <a:pt x="1914220" y="1154811"/>
                </a:lnTo>
                <a:lnTo>
                  <a:pt x="1914249" y="1152458"/>
                </a:lnTo>
                <a:lnTo>
                  <a:pt x="1914230" y="1149934"/>
                </a:lnTo>
                <a:lnTo>
                  <a:pt x="1914201" y="1145315"/>
                </a:lnTo>
                <a:lnTo>
                  <a:pt x="1914192" y="1142914"/>
                </a:lnTo>
                <a:lnTo>
                  <a:pt x="1914258" y="1140371"/>
                </a:lnTo>
                <a:lnTo>
                  <a:pt x="1914392" y="1135771"/>
                </a:lnTo>
                <a:lnTo>
                  <a:pt x="1914458" y="1133456"/>
                </a:lnTo>
                <a:lnTo>
                  <a:pt x="1914477" y="1132237"/>
                </a:lnTo>
                <a:lnTo>
                  <a:pt x="1914506" y="1129884"/>
                </a:lnTo>
                <a:lnTo>
                  <a:pt x="1914801" y="1127798"/>
                </a:lnTo>
                <a:lnTo>
                  <a:pt x="1915363" y="1125979"/>
                </a:lnTo>
                <a:lnTo>
                  <a:pt x="1915649" y="1124788"/>
                </a:lnTo>
                <a:lnTo>
                  <a:pt x="1915649" y="1124226"/>
                </a:lnTo>
                <a:lnTo>
                  <a:pt x="1916049" y="1122245"/>
                </a:lnTo>
                <a:lnTo>
                  <a:pt x="1916849" y="1118845"/>
                </a:lnTo>
                <a:lnTo>
                  <a:pt x="1917249" y="1116463"/>
                </a:lnTo>
                <a:lnTo>
                  <a:pt x="1917249" y="1115101"/>
                </a:lnTo>
                <a:lnTo>
                  <a:pt x="1917621" y="1113101"/>
                </a:lnTo>
                <a:lnTo>
                  <a:pt x="1918383" y="1110453"/>
                </a:lnTo>
                <a:lnTo>
                  <a:pt x="1918649" y="1108072"/>
                </a:lnTo>
                <a:lnTo>
                  <a:pt x="1918440" y="1105957"/>
                </a:lnTo>
                <a:lnTo>
                  <a:pt x="1918573" y="1103709"/>
                </a:lnTo>
                <a:lnTo>
                  <a:pt x="1919049" y="1101328"/>
                </a:lnTo>
                <a:lnTo>
                  <a:pt x="1919192" y="1098947"/>
                </a:lnTo>
                <a:lnTo>
                  <a:pt x="1919011" y="1096566"/>
                </a:lnTo>
                <a:lnTo>
                  <a:pt x="1919087" y="1094261"/>
                </a:lnTo>
                <a:lnTo>
                  <a:pt x="1919430" y="1092041"/>
                </a:lnTo>
                <a:lnTo>
                  <a:pt x="1919697" y="1089660"/>
                </a:lnTo>
                <a:lnTo>
                  <a:pt x="1919878" y="1087117"/>
                </a:lnTo>
                <a:lnTo>
                  <a:pt x="1920040" y="1084898"/>
                </a:lnTo>
                <a:lnTo>
                  <a:pt x="1920173" y="1082993"/>
                </a:lnTo>
                <a:lnTo>
                  <a:pt x="1920240" y="1080611"/>
                </a:lnTo>
                <a:lnTo>
                  <a:pt x="1920240" y="1077754"/>
                </a:lnTo>
                <a:lnTo>
                  <a:pt x="1920278" y="1075411"/>
                </a:lnTo>
                <a:lnTo>
                  <a:pt x="1920364" y="1073591"/>
                </a:lnTo>
                <a:lnTo>
                  <a:pt x="1920316" y="1071210"/>
                </a:lnTo>
                <a:lnTo>
                  <a:pt x="1920135" y="1068267"/>
                </a:lnTo>
                <a:lnTo>
                  <a:pt x="1920030" y="1065781"/>
                </a:lnTo>
                <a:lnTo>
                  <a:pt x="1919992" y="1063742"/>
                </a:lnTo>
                <a:lnTo>
                  <a:pt x="1920059" y="1061361"/>
                </a:lnTo>
                <a:lnTo>
                  <a:pt x="1920230" y="1058637"/>
                </a:lnTo>
                <a:lnTo>
                  <a:pt x="1920307" y="1056323"/>
                </a:lnTo>
                <a:lnTo>
                  <a:pt x="1920259" y="1054418"/>
                </a:lnTo>
                <a:lnTo>
                  <a:pt x="1920240" y="1052036"/>
                </a:lnTo>
                <a:lnTo>
                  <a:pt x="1920240" y="1049179"/>
                </a:lnTo>
                <a:lnTo>
                  <a:pt x="1920221" y="1046778"/>
                </a:lnTo>
                <a:lnTo>
                  <a:pt x="1920173" y="1044826"/>
                </a:lnTo>
                <a:lnTo>
                  <a:pt x="1920154" y="1042445"/>
                </a:lnTo>
                <a:lnTo>
                  <a:pt x="1920154" y="1039635"/>
                </a:lnTo>
                <a:lnTo>
                  <a:pt x="1920078" y="1037177"/>
                </a:lnTo>
                <a:lnTo>
                  <a:pt x="1919935" y="1035091"/>
                </a:lnTo>
                <a:lnTo>
                  <a:pt x="1919773" y="1032710"/>
                </a:lnTo>
                <a:lnTo>
                  <a:pt x="1919592" y="1030034"/>
                </a:lnTo>
                <a:lnTo>
                  <a:pt x="1919449" y="1027509"/>
                </a:lnTo>
                <a:lnTo>
                  <a:pt x="1919345" y="1025128"/>
                </a:lnTo>
                <a:lnTo>
                  <a:pt x="1919288" y="1022747"/>
                </a:lnTo>
                <a:lnTo>
                  <a:pt x="1919288" y="1020366"/>
                </a:lnTo>
                <a:lnTo>
                  <a:pt x="1919192" y="1017889"/>
                </a:lnTo>
                <a:lnTo>
                  <a:pt x="1919011" y="1015327"/>
                </a:lnTo>
                <a:lnTo>
                  <a:pt x="1919011" y="1012946"/>
                </a:lnTo>
                <a:lnTo>
                  <a:pt x="1919192" y="1010745"/>
                </a:lnTo>
                <a:lnTo>
                  <a:pt x="1919183" y="1008355"/>
                </a:lnTo>
                <a:lnTo>
                  <a:pt x="1918964" y="1005754"/>
                </a:lnTo>
                <a:lnTo>
                  <a:pt x="1918859" y="1003373"/>
                </a:lnTo>
                <a:lnTo>
                  <a:pt x="1918859" y="1001211"/>
                </a:lnTo>
                <a:lnTo>
                  <a:pt x="1918726" y="998696"/>
                </a:lnTo>
                <a:lnTo>
                  <a:pt x="1918468" y="995839"/>
                </a:lnTo>
                <a:lnTo>
                  <a:pt x="1918249" y="993458"/>
                </a:lnTo>
                <a:lnTo>
                  <a:pt x="1918078" y="991553"/>
                </a:lnTo>
                <a:lnTo>
                  <a:pt x="1917840" y="988933"/>
                </a:lnTo>
                <a:lnTo>
                  <a:pt x="1917535" y="985599"/>
                </a:lnTo>
                <a:lnTo>
                  <a:pt x="1917383" y="983218"/>
                </a:lnTo>
                <a:lnTo>
                  <a:pt x="1917383" y="981789"/>
                </a:lnTo>
                <a:lnTo>
                  <a:pt x="1917202" y="979227"/>
                </a:lnTo>
                <a:lnTo>
                  <a:pt x="1916830" y="975522"/>
                </a:lnTo>
                <a:lnTo>
                  <a:pt x="1916706" y="973141"/>
                </a:lnTo>
                <a:lnTo>
                  <a:pt x="1916840" y="972083"/>
                </a:lnTo>
                <a:lnTo>
                  <a:pt x="1916906" y="969769"/>
                </a:lnTo>
                <a:lnTo>
                  <a:pt x="1916906" y="966197"/>
                </a:lnTo>
                <a:lnTo>
                  <a:pt x="1916992" y="963816"/>
                </a:lnTo>
                <a:lnTo>
                  <a:pt x="1917163" y="962625"/>
                </a:lnTo>
                <a:lnTo>
                  <a:pt x="1917249" y="960320"/>
                </a:lnTo>
                <a:lnTo>
                  <a:pt x="1917249" y="956920"/>
                </a:lnTo>
                <a:lnTo>
                  <a:pt x="1917163" y="954538"/>
                </a:lnTo>
                <a:lnTo>
                  <a:pt x="1916992" y="953176"/>
                </a:lnTo>
                <a:lnTo>
                  <a:pt x="1916906" y="950719"/>
                </a:lnTo>
                <a:lnTo>
                  <a:pt x="1916906" y="947147"/>
                </a:lnTo>
                <a:lnTo>
                  <a:pt x="1916840" y="944766"/>
                </a:lnTo>
                <a:lnTo>
                  <a:pt x="1916706" y="943575"/>
                </a:lnTo>
                <a:lnTo>
                  <a:pt x="1916830" y="941308"/>
                </a:lnTo>
                <a:lnTo>
                  <a:pt x="1917202" y="937974"/>
                </a:lnTo>
                <a:lnTo>
                  <a:pt x="1917383" y="935593"/>
                </a:lnTo>
                <a:lnTo>
                  <a:pt x="1917383" y="934164"/>
                </a:lnTo>
                <a:lnTo>
                  <a:pt x="1917535" y="931936"/>
                </a:lnTo>
                <a:lnTo>
                  <a:pt x="1917840" y="928907"/>
                </a:lnTo>
                <a:lnTo>
                  <a:pt x="1917916" y="926525"/>
                </a:lnTo>
                <a:lnTo>
                  <a:pt x="1917773" y="924792"/>
                </a:lnTo>
                <a:lnTo>
                  <a:pt x="1917859" y="922496"/>
                </a:lnTo>
                <a:lnTo>
                  <a:pt x="1918173" y="919639"/>
                </a:lnTo>
                <a:lnTo>
                  <a:pt x="1918335" y="917258"/>
                </a:lnTo>
                <a:lnTo>
                  <a:pt x="1918335" y="915353"/>
                </a:lnTo>
                <a:lnTo>
                  <a:pt x="1918430" y="913067"/>
                </a:lnTo>
                <a:lnTo>
                  <a:pt x="1918630" y="910409"/>
                </a:lnTo>
                <a:lnTo>
                  <a:pt x="1918811" y="908028"/>
                </a:lnTo>
                <a:lnTo>
                  <a:pt x="1918973" y="905923"/>
                </a:lnTo>
                <a:lnTo>
                  <a:pt x="1919135" y="903713"/>
                </a:lnTo>
                <a:lnTo>
                  <a:pt x="1919307" y="901389"/>
                </a:lnTo>
                <a:lnTo>
                  <a:pt x="1919316" y="899008"/>
                </a:lnTo>
                <a:lnTo>
                  <a:pt x="1919164" y="896569"/>
                </a:lnTo>
                <a:lnTo>
                  <a:pt x="1919107" y="894131"/>
                </a:lnTo>
                <a:lnTo>
                  <a:pt x="1919164" y="891702"/>
                </a:lnTo>
                <a:lnTo>
                  <a:pt x="1919183" y="889321"/>
                </a:lnTo>
                <a:lnTo>
                  <a:pt x="1919183" y="886987"/>
                </a:lnTo>
                <a:lnTo>
                  <a:pt x="1919164" y="884587"/>
                </a:lnTo>
                <a:lnTo>
                  <a:pt x="1919107" y="882101"/>
                </a:lnTo>
                <a:lnTo>
                  <a:pt x="1919078" y="879719"/>
                </a:lnTo>
                <a:lnTo>
                  <a:pt x="1919078" y="877443"/>
                </a:lnTo>
                <a:lnTo>
                  <a:pt x="1918992" y="874967"/>
                </a:lnTo>
                <a:lnTo>
                  <a:pt x="1918821" y="872309"/>
                </a:lnTo>
                <a:lnTo>
                  <a:pt x="1918735" y="869928"/>
                </a:lnTo>
                <a:lnTo>
                  <a:pt x="1918735" y="867823"/>
                </a:lnTo>
                <a:lnTo>
                  <a:pt x="1918706" y="865413"/>
                </a:lnTo>
                <a:lnTo>
                  <a:pt x="1918640" y="862689"/>
                </a:lnTo>
                <a:lnTo>
                  <a:pt x="1918611" y="860308"/>
                </a:lnTo>
                <a:lnTo>
                  <a:pt x="1918611" y="858269"/>
                </a:lnTo>
                <a:lnTo>
                  <a:pt x="1918468" y="855745"/>
                </a:lnTo>
                <a:lnTo>
                  <a:pt x="1918173" y="852735"/>
                </a:lnTo>
                <a:lnTo>
                  <a:pt x="1918030" y="850354"/>
                </a:lnTo>
                <a:lnTo>
                  <a:pt x="1918030" y="848601"/>
                </a:lnTo>
                <a:lnTo>
                  <a:pt x="1918240" y="846430"/>
                </a:lnTo>
                <a:lnTo>
                  <a:pt x="1918649" y="843829"/>
                </a:lnTo>
                <a:lnTo>
                  <a:pt x="1918859" y="841448"/>
                </a:lnTo>
                <a:lnTo>
                  <a:pt x="1918859" y="839286"/>
                </a:lnTo>
                <a:lnTo>
                  <a:pt x="1917773" y="837609"/>
                </a:lnTo>
                <a:lnTo>
                  <a:pt x="1915611" y="836419"/>
                </a:lnTo>
                <a:lnTo>
                  <a:pt x="1914144" y="834038"/>
                </a:lnTo>
                <a:lnTo>
                  <a:pt x="1913382" y="830466"/>
                </a:lnTo>
                <a:lnTo>
                  <a:pt x="1913001" y="828294"/>
                </a:lnTo>
                <a:lnTo>
                  <a:pt x="1912991" y="827522"/>
                </a:lnTo>
                <a:lnTo>
                  <a:pt x="1913049" y="825141"/>
                </a:lnTo>
                <a:lnTo>
                  <a:pt x="1913182" y="821150"/>
                </a:lnTo>
                <a:lnTo>
                  <a:pt x="1913211" y="818788"/>
                </a:lnTo>
                <a:lnTo>
                  <a:pt x="1913125" y="818064"/>
                </a:lnTo>
                <a:lnTo>
                  <a:pt x="1913144" y="815683"/>
                </a:lnTo>
                <a:lnTo>
                  <a:pt x="1913258" y="811644"/>
                </a:lnTo>
                <a:lnTo>
                  <a:pt x="1913125" y="809130"/>
                </a:lnTo>
                <a:lnTo>
                  <a:pt x="1912734" y="808139"/>
                </a:lnTo>
                <a:lnTo>
                  <a:pt x="1912668" y="805758"/>
                </a:lnTo>
                <a:lnTo>
                  <a:pt x="1912925" y="801986"/>
                </a:lnTo>
                <a:lnTo>
                  <a:pt x="1911039" y="798300"/>
                </a:lnTo>
                <a:lnTo>
                  <a:pt x="1907010" y="794709"/>
                </a:lnTo>
                <a:lnTo>
                  <a:pt x="1904667" y="792328"/>
                </a:lnTo>
                <a:lnTo>
                  <a:pt x="1904009" y="791156"/>
                </a:lnTo>
                <a:lnTo>
                  <a:pt x="1903628" y="790194"/>
                </a:lnTo>
                <a:lnTo>
                  <a:pt x="1903524" y="789422"/>
                </a:lnTo>
                <a:lnTo>
                  <a:pt x="1903590" y="787041"/>
                </a:lnTo>
                <a:lnTo>
                  <a:pt x="1903847" y="783050"/>
                </a:lnTo>
                <a:lnTo>
                  <a:pt x="1901857" y="779021"/>
                </a:lnTo>
                <a:lnTo>
                  <a:pt x="1897599" y="774954"/>
                </a:lnTo>
                <a:lnTo>
                  <a:pt x="1895180" y="772573"/>
                </a:lnTo>
                <a:lnTo>
                  <a:pt x="1894580" y="771877"/>
                </a:lnTo>
                <a:lnTo>
                  <a:pt x="1894103" y="771049"/>
                </a:lnTo>
                <a:lnTo>
                  <a:pt x="1893751" y="770096"/>
                </a:lnTo>
                <a:lnTo>
                  <a:pt x="1893522" y="767715"/>
                </a:lnTo>
                <a:lnTo>
                  <a:pt x="1893437" y="763905"/>
                </a:lnTo>
                <a:lnTo>
                  <a:pt x="1891532" y="760143"/>
                </a:lnTo>
                <a:lnTo>
                  <a:pt x="1887807" y="756418"/>
                </a:lnTo>
                <a:lnTo>
                  <a:pt x="1885569" y="754037"/>
                </a:lnTo>
                <a:lnTo>
                  <a:pt x="1884807" y="752999"/>
                </a:lnTo>
                <a:lnTo>
                  <a:pt x="1882426" y="750494"/>
                </a:lnTo>
                <a:lnTo>
                  <a:pt x="1878425" y="746531"/>
                </a:lnTo>
                <a:lnTo>
                  <a:pt x="1876054" y="744150"/>
                </a:lnTo>
                <a:lnTo>
                  <a:pt x="1875301" y="743350"/>
                </a:lnTo>
                <a:lnTo>
                  <a:pt x="1872920" y="740883"/>
                </a:lnTo>
                <a:lnTo>
                  <a:pt x="1868910" y="736759"/>
                </a:lnTo>
                <a:lnTo>
                  <a:pt x="1866529" y="734378"/>
                </a:lnTo>
                <a:lnTo>
                  <a:pt x="1865776" y="733739"/>
                </a:lnTo>
                <a:lnTo>
                  <a:pt x="1863395" y="731349"/>
                </a:lnTo>
                <a:lnTo>
                  <a:pt x="1859385" y="727196"/>
                </a:lnTo>
                <a:lnTo>
                  <a:pt x="1856184" y="724814"/>
                </a:lnTo>
                <a:lnTo>
                  <a:pt x="1853803" y="724205"/>
                </a:lnTo>
                <a:lnTo>
                  <a:pt x="1851422" y="722652"/>
                </a:lnTo>
                <a:lnTo>
                  <a:pt x="1849041" y="720157"/>
                </a:lnTo>
                <a:lnTo>
                  <a:pt x="1846755" y="719071"/>
                </a:lnTo>
                <a:lnTo>
                  <a:pt x="1844573" y="719376"/>
                </a:lnTo>
                <a:lnTo>
                  <a:pt x="1842192" y="718528"/>
                </a:lnTo>
                <a:lnTo>
                  <a:pt x="1839611" y="716509"/>
                </a:lnTo>
                <a:lnTo>
                  <a:pt x="1835972" y="715242"/>
                </a:lnTo>
                <a:lnTo>
                  <a:pt x="1831277" y="714746"/>
                </a:lnTo>
                <a:lnTo>
                  <a:pt x="1828895" y="714499"/>
                </a:lnTo>
                <a:lnTo>
                  <a:pt x="1826295" y="712280"/>
                </a:lnTo>
                <a:lnTo>
                  <a:pt x="1821618" y="708079"/>
                </a:lnTo>
                <a:lnTo>
                  <a:pt x="1817275" y="706079"/>
                </a:lnTo>
                <a:lnTo>
                  <a:pt x="1813265" y="706269"/>
                </a:lnTo>
                <a:lnTo>
                  <a:pt x="1810883" y="706260"/>
                </a:lnTo>
                <a:lnTo>
                  <a:pt x="1810131" y="706069"/>
                </a:lnTo>
                <a:lnTo>
                  <a:pt x="1807702" y="706022"/>
                </a:lnTo>
                <a:lnTo>
                  <a:pt x="1803606" y="706126"/>
                </a:lnTo>
                <a:lnTo>
                  <a:pt x="1801225" y="706174"/>
                </a:lnTo>
                <a:lnTo>
                  <a:pt x="1800558" y="706174"/>
                </a:lnTo>
                <a:lnTo>
                  <a:pt x="1798053" y="705850"/>
                </a:lnTo>
                <a:lnTo>
                  <a:pt x="1793719" y="705183"/>
                </a:lnTo>
                <a:lnTo>
                  <a:pt x="1791338" y="704259"/>
                </a:lnTo>
                <a:lnTo>
                  <a:pt x="1790910" y="703069"/>
                </a:lnTo>
                <a:lnTo>
                  <a:pt x="1789995" y="702364"/>
                </a:lnTo>
                <a:lnTo>
                  <a:pt x="1788595" y="702154"/>
                </a:lnTo>
                <a:lnTo>
                  <a:pt x="1786214" y="700602"/>
                </a:lnTo>
                <a:lnTo>
                  <a:pt x="1782851" y="697706"/>
                </a:lnTo>
                <a:lnTo>
                  <a:pt x="1779080" y="696306"/>
                </a:lnTo>
                <a:lnTo>
                  <a:pt x="1774879" y="696411"/>
                </a:lnTo>
                <a:lnTo>
                  <a:pt x="1772498" y="696373"/>
                </a:lnTo>
                <a:lnTo>
                  <a:pt x="1771936" y="696201"/>
                </a:lnTo>
                <a:lnTo>
                  <a:pt x="1769469" y="696116"/>
                </a:lnTo>
                <a:lnTo>
                  <a:pt x="1765106" y="696116"/>
                </a:lnTo>
                <a:lnTo>
                  <a:pt x="1762725" y="696097"/>
                </a:lnTo>
                <a:lnTo>
                  <a:pt x="1762325" y="696058"/>
                </a:lnTo>
                <a:lnTo>
                  <a:pt x="1759953" y="696068"/>
                </a:lnTo>
                <a:lnTo>
                  <a:pt x="1755610" y="696135"/>
                </a:lnTo>
                <a:lnTo>
                  <a:pt x="1753229" y="696211"/>
                </a:lnTo>
                <a:lnTo>
                  <a:pt x="1752810" y="696297"/>
                </a:lnTo>
                <a:lnTo>
                  <a:pt x="1750514" y="696373"/>
                </a:lnTo>
                <a:lnTo>
                  <a:pt x="1746333" y="696449"/>
                </a:lnTo>
                <a:lnTo>
                  <a:pt x="1743951" y="696592"/>
                </a:lnTo>
                <a:lnTo>
                  <a:pt x="1743370" y="696801"/>
                </a:lnTo>
                <a:lnTo>
                  <a:pt x="1741084" y="696897"/>
                </a:lnTo>
                <a:lnTo>
                  <a:pt x="1737112" y="696897"/>
                </a:lnTo>
                <a:lnTo>
                  <a:pt x="1734731" y="697754"/>
                </a:lnTo>
                <a:lnTo>
                  <a:pt x="1733941" y="699468"/>
                </a:lnTo>
                <a:lnTo>
                  <a:pt x="1732502" y="700402"/>
                </a:lnTo>
                <a:lnTo>
                  <a:pt x="1730397" y="700564"/>
                </a:lnTo>
                <a:lnTo>
                  <a:pt x="1729797" y="701697"/>
                </a:lnTo>
                <a:lnTo>
                  <a:pt x="1730712" y="703802"/>
                </a:lnTo>
                <a:lnTo>
                  <a:pt x="1729750" y="705212"/>
                </a:lnTo>
                <a:lnTo>
                  <a:pt x="1726902" y="705945"/>
                </a:lnTo>
                <a:lnTo>
                  <a:pt x="1725120" y="706307"/>
                </a:lnTo>
                <a:lnTo>
                  <a:pt x="1724387" y="706307"/>
                </a:lnTo>
                <a:lnTo>
                  <a:pt x="1721958" y="706260"/>
                </a:lnTo>
                <a:lnTo>
                  <a:pt x="1717824" y="706155"/>
                </a:lnTo>
                <a:lnTo>
                  <a:pt x="1715443" y="706117"/>
                </a:lnTo>
                <a:lnTo>
                  <a:pt x="1714814" y="706145"/>
                </a:lnTo>
                <a:lnTo>
                  <a:pt x="1712395" y="706098"/>
                </a:lnTo>
                <a:lnTo>
                  <a:pt x="1708175" y="705993"/>
                </a:lnTo>
                <a:lnTo>
                  <a:pt x="1705794" y="706012"/>
                </a:lnTo>
                <a:lnTo>
                  <a:pt x="1705251" y="706164"/>
                </a:lnTo>
                <a:lnTo>
                  <a:pt x="1702870" y="706174"/>
                </a:lnTo>
                <a:lnTo>
                  <a:pt x="1698669" y="706031"/>
                </a:lnTo>
                <a:lnTo>
                  <a:pt x="1696288" y="706745"/>
                </a:lnTo>
                <a:lnTo>
                  <a:pt x="1695726" y="708327"/>
                </a:lnTo>
                <a:lnTo>
                  <a:pt x="1694136" y="709117"/>
                </a:lnTo>
                <a:lnTo>
                  <a:pt x="1691507" y="709117"/>
                </a:lnTo>
                <a:lnTo>
                  <a:pt x="1690430" y="710432"/>
                </a:lnTo>
                <a:lnTo>
                  <a:pt x="1690916" y="713061"/>
                </a:lnTo>
                <a:lnTo>
                  <a:pt x="1690145" y="714680"/>
                </a:lnTo>
                <a:lnTo>
                  <a:pt x="1688135" y="715280"/>
                </a:lnTo>
                <a:lnTo>
                  <a:pt x="1686830" y="715585"/>
                </a:lnTo>
                <a:lnTo>
                  <a:pt x="1686230" y="715613"/>
                </a:lnTo>
                <a:lnTo>
                  <a:pt x="1683801" y="715575"/>
                </a:lnTo>
                <a:lnTo>
                  <a:pt x="1679553" y="715461"/>
                </a:lnTo>
                <a:lnTo>
                  <a:pt x="1677172" y="715756"/>
                </a:lnTo>
                <a:lnTo>
                  <a:pt x="1676657" y="716471"/>
                </a:lnTo>
                <a:lnTo>
                  <a:pt x="1674590" y="716785"/>
                </a:lnTo>
                <a:lnTo>
                  <a:pt x="1670980" y="716709"/>
                </a:lnTo>
                <a:lnTo>
                  <a:pt x="1669313" y="718480"/>
                </a:lnTo>
                <a:lnTo>
                  <a:pt x="1669609" y="722090"/>
                </a:lnTo>
                <a:lnTo>
                  <a:pt x="1669342" y="724214"/>
                </a:lnTo>
                <a:lnTo>
                  <a:pt x="1668532" y="724833"/>
                </a:lnTo>
                <a:lnTo>
                  <a:pt x="1667808" y="725157"/>
                </a:lnTo>
                <a:lnTo>
                  <a:pt x="1667189" y="725186"/>
                </a:lnTo>
                <a:lnTo>
                  <a:pt x="1664799" y="725186"/>
                </a:lnTo>
                <a:lnTo>
                  <a:pt x="1660655" y="725148"/>
                </a:lnTo>
                <a:lnTo>
                  <a:pt x="1658274" y="726748"/>
                </a:lnTo>
                <a:lnTo>
                  <a:pt x="1657655" y="729977"/>
                </a:lnTo>
                <a:lnTo>
                  <a:pt x="1656864" y="731568"/>
                </a:lnTo>
                <a:lnTo>
                  <a:pt x="1655893" y="731510"/>
                </a:lnTo>
                <a:lnTo>
                  <a:pt x="1655502" y="731968"/>
                </a:lnTo>
                <a:lnTo>
                  <a:pt x="1655693" y="732939"/>
                </a:lnTo>
                <a:lnTo>
                  <a:pt x="1654150" y="733777"/>
                </a:lnTo>
                <a:lnTo>
                  <a:pt x="1650873" y="734482"/>
                </a:lnTo>
                <a:lnTo>
                  <a:pt x="1648882" y="735025"/>
                </a:lnTo>
                <a:lnTo>
                  <a:pt x="1648177" y="735425"/>
                </a:lnTo>
                <a:lnTo>
                  <a:pt x="1645863" y="735492"/>
                </a:lnTo>
                <a:lnTo>
                  <a:pt x="1641929" y="735225"/>
                </a:lnTo>
                <a:lnTo>
                  <a:pt x="1640024" y="737054"/>
                </a:lnTo>
                <a:lnTo>
                  <a:pt x="1640129" y="740988"/>
                </a:lnTo>
                <a:lnTo>
                  <a:pt x="1640015" y="743245"/>
                </a:lnTo>
                <a:lnTo>
                  <a:pt x="1639653" y="743836"/>
                </a:lnTo>
                <a:lnTo>
                  <a:pt x="1639186" y="744217"/>
                </a:lnTo>
                <a:lnTo>
                  <a:pt x="1638595" y="744388"/>
                </a:lnTo>
                <a:lnTo>
                  <a:pt x="1636252" y="744426"/>
                </a:lnTo>
                <a:lnTo>
                  <a:pt x="1632156" y="744341"/>
                </a:lnTo>
                <a:lnTo>
                  <a:pt x="1630137" y="746331"/>
                </a:lnTo>
                <a:lnTo>
                  <a:pt x="1630185" y="750427"/>
                </a:lnTo>
                <a:lnTo>
                  <a:pt x="1630128" y="752751"/>
                </a:lnTo>
                <a:lnTo>
                  <a:pt x="1629956" y="753304"/>
                </a:lnTo>
                <a:lnTo>
                  <a:pt x="1629604" y="753704"/>
                </a:lnTo>
                <a:lnTo>
                  <a:pt x="1629051" y="753951"/>
                </a:lnTo>
                <a:lnTo>
                  <a:pt x="1626689" y="753970"/>
                </a:lnTo>
                <a:lnTo>
                  <a:pt x="1622508" y="753761"/>
                </a:lnTo>
                <a:lnTo>
                  <a:pt x="1620603" y="755733"/>
                </a:lnTo>
                <a:lnTo>
                  <a:pt x="1620974" y="759914"/>
                </a:lnTo>
                <a:lnTo>
                  <a:pt x="1621003" y="762324"/>
                </a:lnTo>
                <a:lnTo>
                  <a:pt x="1620698" y="762972"/>
                </a:lnTo>
                <a:lnTo>
                  <a:pt x="1620222" y="763943"/>
                </a:lnTo>
                <a:lnTo>
                  <a:pt x="1619574" y="765258"/>
                </a:lnTo>
                <a:lnTo>
                  <a:pt x="1617593" y="765648"/>
                </a:lnTo>
                <a:lnTo>
                  <a:pt x="1614268" y="765143"/>
                </a:lnTo>
                <a:lnTo>
                  <a:pt x="1612868" y="766543"/>
                </a:lnTo>
                <a:lnTo>
                  <a:pt x="1613373" y="769868"/>
                </a:lnTo>
                <a:lnTo>
                  <a:pt x="1612973" y="771849"/>
                </a:lnTo>
                <a:lnTo>
                  <a:pt x="1611668" y="772487"/>
                </a:lnTo>
                <a:lnTo>
                  <a:pt x="1611030" y="774868"/>
                </a:lnTo>
                <a:lnTo>
                  <a:pt x="1611058" y="778993"/>
                </a:lnTo>
                <a:lnTo>
                  <a:pt x="1611068" y="781383"/>
                </a:lnTo>
                <a:lnTo>
                  <a:pt x="1611058" y="782050"/>
                </a:lnTo>
                <a:lnTo>
                  <a:pt x="1610725" y="782622"/>
                </a:lnTo>
                <a:lnTo>
                  <a:pt x="1610058" y="783107"/>
                </a:lnTo>
                <a:lnTo>
                  <a:pt x="1607715" y="783155"/>
                </a:lnTo>
                <a:lnTo>
                  <a:pt x="1603705" y="782755"/>
                </a:lnTo>
                <a:lnTo>
                  <a:pt x="1601876" y="784555"/>
                </a:lnTo>
                <a:lnTo>
                  <a:pt x="1602229" y="788565"/>
                </a:lnTo>
                <a:lnTo>
                  <a:pt x="1602162" y="790889"/>
                </a:lnTo>
                <a:lnTo>
                  <a:pt x="1601705" y="791528"/>
                </a:lnTo>
                <a:lnTo>
                  <a:pt x="1601505" y="793909"/>
                </a:lnTo>
                <a:lnTo>
                  <a:pt x="1601572" y="798033"/>
                </a:lnTo>
                <a:lnTo>
                  <a:pt x="1601600" y="800452"/>
                </a:lnTo>
                <a:lnTo>
                  <a:pt x="1601600" y="801148"/>
                </a:lnTo>
                <a:lnTo>
                  <a:pt x="1601248" y="803405"/>
                </a:lnTo>
                <a:lnTo>
                  <a:pt x="1600552" y="807215"/>
                </a:lnTo>
                <a:lnTo>
                  <a:pt x="1600019" y="809063"/>
                </a:lnTo>
                <a:lnTo>
                  <a:pt x="1599648" y="808949"/>
                </a:lnTo>
                <a:lnTo>
                  <a:pt x="1599467" y="809444"/>
                </a:lnTo>
                <a:lnTo>
                  <a:pt x="1597704" y="810054"/>
                </a:lnTo>
                <a:lnTo>
                  <a:pt x="1594161" y="810920"/>
                </a:lnTo>
                <a:lnTo>
                  <a:pt x="1592428" y="813302"/>
                </a:lnTo>
                <a:lnTo>
                  <a:pt x="1592485" y="817197"/>
                </a:lnTo>
                <a:lnTo>
                  <a:pt x="1592370" y="819464"/>
                </a:lnTo>
                <a:lnTo>
                  <a:pt x="1592085" y="820093"/>
                </a:lnTo>
                <a:lnTo>
                  <a:pt x="1592037" y="822474"/>
                </a:lnTo>
                <a:lnTo>
                  <a:pt x="1592237" y="826608"/>
                </a:lnTo>
                <a:lnTo>
                  <a:pt x="1592285" y="829037"/>
                </a:lnTo>
                <a:lnTo>
                  <a:pt x="1592170" y="829761"/>
                </a:lnTo>
                <a:lnTo>
                  <a:pt x="1592132" y="832142"/>
                </a:lnTo>
                <a:lnTo>
                  <a:pt x="1592170" y="836181"/>
                </a:lnTo>
                <a:lnTo>
                  <a:pt x="1592180" y="838571"/>
                </a:lnTo>
                <a:lnTo>
                  <a:pt x="1592170" y="839314"/>
                </a:lnTo>
                <a:lnTo>
                  <a:pt x="1592180" y="841696"/>
                </a:lnTo>
                <a:lnTo>
                  <a:pt x="1592209" y="845715"/>
                </a:lnTo>
                <a:lnTo>
                  <a:pt x="1592228" y="848116"/>
                </a:lnTo>
                <a:lnTo>
                  <a:pt x="1592218" y="848887"/>
                </a:lnTo>
                <a:lnTo>
                  <a:pt x="1592199" y="851268"/>
                </a:lnTo>
                <a:lnTo>
                  <a:pt x="1592170" y="855259"/>
                </a:lnTo>
                <a:lnTo>
                  <a:pt x="1592161" y="857621"/>
                </a:lnTo>
                <a:lnTo>
                  <a:pt x="1592161" y="858364"/>
                </a:lnTo>
                <a:lnTo>
                  <a:pt x="1592142" y="860746"/>
                </a:lnTo>
                <a:lnTo>
                  <a:pt x="1592113" y="864765"/>
                </a:lnTo>
                <a:lnTo>
                  <a:pt x="1592094" y="867127"/>
                </a:lnTo>
                <a:lnTo>
                  <a:pt x="1592094" y="867842"/>
                </a:lnTo>
                <a:lnTo>
                  <a:pt x="1592113" y="870223"/>
                </a:lnTo>
                <a:lnTo>
                  <a:pt x="1592142" y="874271"/>
                </a:lnTo>
                <a:lnTo>
                  <a:pt x="1592161" y="876671"/>
                </a:lnTo>
                <a:lnTo>
                  <a:pt x="1592161" y="877414"/>
                </a:lnTo>
                <a:lnTo>
                  <a:pt x="1592142" y="879796"/>
                </a:lnTo>
                <a:lnTo>
                  <a:pt x="1592113" y="883815"/>
                </a:lnTo>
                <a:lnTo>
                  <a:pt x="1592094" y="886177"/>
                </a:lnTo>
                <a:lnTo>
                  <a:pt x="1592104" y="886901"/>
                </a:lnTo>
                <a:lnTo>
                  <a:pt x="1592104" y="889283"/>
                </a:lnTo>
                <a:lnTo>
                  <a:pt x="1592104" y="893321"/>
                </a:lnTo>
                <a:lnTo>
                  <a:pt x="1592104" y="895712"/>
                </a:lnTo>
                <a:lnTo>
                  <a:pt x="1592104" y="896426"/>
                </a:lnTo>
                <a:lnTo>
                  <a:pt x="1592123" y="898808"/>
                </a:lnTo>
                <a:lnTo>
                  <a:pt x="1592161" y="902856"/>
                </a:lnTo>
                <a:lnTo>
                  <a:pt x="1592180" y="905246"/>
                </a:lnTo>
                <a:lnTo>
                  <a:pt x="1592180" y="905999"/>
                </a:lnTo>
                <a:lnTo>
                  <a:pt x="1592180" y="908380"/>
                </a:lnTo>
                <a:lnTo>
                  <a:pt x="1592180" y="912390"/>
                </a:lnTo>
                <a:lnTo>
                  <a:pt x="1592180" y="914781"/>
                </a:lnTo>
                <a:lnTo>
                  <a:pt x="1592180" y="915533"/>
                </a:lnTo>
                <a:lnTo>
                  <a:pt x="1592170" y="917915"/>
                </a:lnTo>
                <a:lnTo>
                  <a:pt x="1592132" y="921925"/>
                </a:lnTo>
                <a:lnTo>
                  <a:pt x="1592113" y="924287"/>
                </a:lnTo>
                <a:lnTo>
                  <a:pt x="1592113" y="925001"/>
                </a:lnTo>
                <a:lnTo>
                  <a:pt x="1592113" y="927383"/>
                </a:lnTo>
                <a:lnTo>
                  <a:pt x="1592113" y="931431"/>
                </a:lnTo>
                <a:lnTo>
                  <a:pt x="1592113" y="933812"/>
                </a:lnTo>
                <a:lnTo>
                  <a:pt x="1592113" y="934526"/>
                </a:lnTo>
                <a:lnTo>
                  <a:pt x="1592113" y="936908"/>
                </a:lnTo>
                <a:lnTo>
                  <a:pt x="1592113" y="940956"/>
                </a:lnTo>
                <a:lnTo>
                  <a:pt x="1592113" y="943337"/>
                </a:lnTo>
                <a:lnTo>
                  <a:pt x="1592113" y="944051"/>
                </a:lnTo>
                <a:lnTo>
                  <a:pt x="1592123" y="946433"/>
                </a:lnTo>
                <a:lnTo>
                  <a:pt x="1592161" y="950481"/>
                </a:lnTo>
                <a:lnTo>
                  <a:pt x="1592180" y="952871"/>
                </a:lnTo>
                <a:lnTo>
                  <a:pt x="1592180" y="953624"/>
                </a:lnTo>
                <a:lnTo>
                  <a:pt x="1592180" y="956005"/>
                </a:lnTo>
                <a:lnTo>
                  <a:pt x="1592180" y="960015"/>
                </a:lnTo>
                <a:lnTo>
                  <a:pt x="1592180" y="962396"/>
                </a:lnTo>
                <a:lnTo>
                  <a:pt x="1592180" y="963149"/>
                </a:lnTo>
                <a:lnTo>
                  <a:pt x="1592170" y="965530"/>
                </a:lnTo>
                <a:lnTo>
                  <a:pt x="1592170" y="969540"/>
                </a:lnTo>
                <a:lnTo>
                  <a:pt x="1592170" y="971921"/>
                </a:lnTo>
                <a:lnTo>
                  <a:pt x="1592170" y="972674"/>
                </a:lnTo>
                <a:lnTo>
                  <a:pt x="1592170" y="975055"/>
                </a:lnTo>
                <a:lnTo>
                  <a:pt x="1592170" y="979065"/>
                </a:lnTo>
                <a:lnTo>
                  <a:pt x="1592170" y="981446"/>
                </a:lnTo>
                <a:lnTo>
                  <a:pt x="1592170" y="982189"/>
                </a:lnTo>
                <a:lnTo>
                  <a:pt x="1592170" y="984571"/>
                </a:lnTo>
                <a:lnTo>
                  <a:pt x="1592170" y="988590"/>
                </a:lnTo>
                <a:lnTo>
                  <a:pt x="1592170" y="990971"/>
                </a:lnTo>
                <a:lnTo>
                  <a:pt x="1592170" y="991714"/>
                </a:lnTo>
                <a:lnTo>
                  <a:pt x="1592170" y="994096"/>
                </a:lnTo>
                <a:lnTo>
                  <a:pt x="1592170" y="998115"/>
                </a:lnTo>
                <a:lnTo>
                  <a:pt x="1592161" y="1000496"/>
                </a:lnTo>
                <a:lnTo>
                  <a:pt x="1592161" y="1001239"/>
                </a:lnTo>
                <a:lnTo>
                  <a:pt x="1592142" y="1003621"/>
                </a:lnTo>
                <a:lnTo>
                  <a:pt x="1592113" y="1007640"/>
                </a:lnTo>
                <a:lnTo>
                  <a:pt x="1592094" y="1010002"/>
                </a:lnTo>
                <a:lnTo>
                  <a:pt x="1592094" y="1010717"/>
                </a:lnTo>
                <a:lnTo>
                  <a:pt x="1592113" y="1013098"/>
                </a:lnTo>
                <a:lnTo>
                  <a:pt x="1592142" y="1017146"/>
                </a:lnTo>
                <a:lnTo>
                  <a:pt x="1592161" y="1019546"/>
                </a:lnTo>
                <a:lnTo>
                  <a:pt x="1592151" y="1020280"/>
                </a:lnTo>
                <a:lnTo>
                  <a:pt x="1592151" y="1022661"/>
                </a:lnTo>
                <a:lnTo>
                  <a:pt x="1592151" y="1026690"/>
                </a:lnTo>
                <a:lnTo>
                  <a:pt x="1592151" y="1029071"/>
                </a:lnTo>
                <a:lnTo>
                  <a:pt x="1592151" y="1029805"/>
                </a:lnTo>
                <a:lnTo>
                  <a:pt x="1592132" y="1032186"/>
                </a:lnTo>
                <a:lnTo>
                  <a:pt x="1592104" y="1036215"/>
                </a:lnTo>
                <a:lnTo>
                  <a:pt x="1592085" y="1038577"/>
                </a:lnTo>
                <a:lnTo>
                  <a:pt x="1592085" y="1039282"/>
                </a:lnTo>
                <a:lnTo>
                  <a:pt x="1592094" y="1041664"/>
                </a:lnTo>
                <a:lnTo>
                  <a:pt x="1592132" y="1045721"/>
                </a:lnTo>
                <a:lnTo>
                  <a:pt x="1592142" y="1048121"/>
                </a:lnTo>
                <a:lnTo>
                  <a:pt x="1592142" y="1048855"/>
                </a:lnTo>
                <a:lnTo>
                  <a:pt x="1592161" y="1051236"/>
                </a:lnTo>
                <a:lnTo>
                  <a:pt x="1592199" y="1055265"/>
                </a:lnTo>
                <a:lnTo>
                  <a:pt x="1592209" y="1057656"/>
                </a:lnTo>
                <a:lnTo>
                  <a:pt x="1592209" y="1058428"/>
                </a:lnTo>
                <a:lnTo>
                  <a:pt x="1592199" y="1060809"/>
                </a:lnTo>
                <a:lnTo>
                  <a:pt x="1592161" y="1064800"/>
                </a:lnTo>
                <a:lnTo>
                  <a:pt x="1592151" y="1067171"/>
                </a:lnTo>
                <a:lnTo>
                  <a:pt x="1592151" y="1067905"/>
                </a:lnTo>
                <a:lnTo>
                  <a:pt x="1592151" y="1070286"/>
                </a:lnTo>
                <a:lnTo>
                  <a:pt x="1592151" y="1074315"/>
                </a:lnTo>
                <a:lnTo>
                  <a:pt x="1592151" y="1076696"/>
                </a:lnTo>
                <a:lnTo>
                  <a:pt x="1592151" y="1077430"/>
                </a:lnTo>
                <a:lnTo>
                  <a:pt x="1592142" y="1079811"/>
                </a:lnTo>
                <a:lnTo>
                  <a:pt x="1592104" y="1083840"/>
                </a:lnTo>
                <a:lnTo>
                  <a:pt x="1592085" y="1086202"/>
                </a:lnTo>
                <a:lnTo>
                  <a:pt x="1592094" y="1086917"/>
                </a:lnTo>
                <a:lnTo>
                  <a:pt x="1592094" y="1089298"/>
                </a:lnTo>
                <a:lnTo>
                  <a:pt x="1592094" y="1093346"/>
                </a:lnTo>
                <a:lnTo>
                  <a:pt x="1592094" y="1095727"/>
                </a:lnTo>
                <a:lnTo>
                  <a:pt x="1592094" y="1096442"/>
                </a:lnTo>
                <a:lnTo>
                  <a:pt x="1592113" y="1098823"/>
                </a:lnTo>
                <a:lnTo>
                  <a:pt x="1592142" y="1102871"/>
                </a:lnTo>
                <a:lnTo>
                  <a:pt x="1592170" y="1105271"/>
                </a:lnTo>
                <a:lnTo>
                  <a:pt x="1592170" y="1106024"/>
                </a:lnTo>
                <a:lnTo>
                  <a:pt x="1592142" y="1108405"/>
                </a:lnTo>
                <a:lnTo>
                  <a:pt x="1592075" y="1112415"/>
                </a:lnTo>
                <a:lnTo>
                  <a:pt x="1592047" y="1114768"/>
                </a:lnTo>
                <a:lnTo>
                  <a:pt x="1592056" y="1115463"/>
                </a:lnTo>
                <a:lnTo>
                  <a:pt x="1592037" y="1117844"/>
                </a:lnTo>
                <a:lnTo>
                  <a:pt x="1592008" y="1121912"/>
                </a:lnTo>
                <a:lnTo>
                  <a:pt x="1591989" y="1124283"/>
                </a:lnTo>
                <a:lnTo>
                  <a:pt x="1591999" y="1124941"/>
                </a:lnTo>
                <a:lnTo>
                  <a:pt x="1592018" y="1127322"/>
                </a:lnTo>
                <a:lnTo>
                  <a:pt x="1592047" y="1131427"/>
                </a:lnTo>
                <a:lnTo>
                  <a:pt x="1592066" y="1133827"/>
                </a:lnTo>
                <a:lnTo>
                  <a:pt x="1592066" y="1134523"/>
                </a:lnTo>
                <a:lnTo>
                  <a:pt x="1592047" y="1136904"/>
                </a:lnTo>
                <a:lnTo>
                  <a:pt x="1592018" y="1140971"/>
                </a:lnTo>
                <a:lnTo>
                  <a:pt x="1591999" y="1143333"/>
                </a:lnTo>
                <a:lnTo>
                  <a:pt x="1591999" y="1143991"/>
                </a:lnTo>
                <a:lnTo>
                  <a:pt x="1591999" y="1146372"/>
                </a:lnTo>
                <a:lnTo>
                  <a:pt x="1591999" y="1150477"/>
                </a:lnTo>
                <a:lnTo>
                  <a:pt x="1591999" y="1152858"/>
                </a:lnTo>
                <a:lnTo>
                  <a:pt x="1592008" y="1153525"/>
                </a:lnTo>
                <a:lnTo>
                  <a:pt x="1591989" y="1155906"/>
                </a:lnTo>
                <a:lnTo>
                  <a:pt x="1591951" y="1160002"/>
                </a:lnTo>
                <a:lnTo>
                  <a:pt x="1591932" y="1162364"/>
                </a:lnTo>
                <a:lnTo>
                  <a:pt x="1591932" y="1162993"/>
                </a:lnTo>
                <a:lnTo>
                  <a:pt x="1591913" y="1165374"/>
                </a:lnTo>
                <a:lnTo>
                  <a:pt x="1591885" y="1169508"/>
                </a:lnTo>
                <a:lnTo>
                  <a:pt x="1591856" y="1171870"/>
                </a:lnTo>
                <a:lnTo>
                  <a:pt x="1591856" y="1172461"/>
                </a:lnTo>
                <a:lnTo>
                  <a:pt x="1591561" y="1173480"/>
                </a:lnTo>
                <a:lnTo>
                  <a:pt x="1590970" y="1174928"/>
                </a:lnTo>
                <a:lnTo>
                  <a:pt x="1589065" y="1175414"/>
                </a:lnTo>
                <a:lnTo>
                  <a:pt x="1585855" y="1174918"/>
                </a:lnTo>
                <a:lnTo>
                  <a:pt x="1584493" y="1176280"/>
                </a:lnTo>
                <a:lnTo>
                  <a:pt x="1584989" y="1179490"/>
                </a:lnTo>
                <a:lnTo>
                  <a:pt x="1584503" y="1181395"/>
                </a:lnTo>
                <a:lnTo>
                  <a:pt x="1583055" y="1181986"/>
                </a:lnTo>
                <a:lnTo>
                  <a:pt x="1582036" y="1182986"/>
                </a:lnTo>
                <a:lnTo>
                  <a:pt x="1581445" y="1184396"/>
                </a:lnTo>
                <a:lnTo>
                  <a:pt x="1579521" y="1184853"/>
                </a:lnTo>
                <a:lnTo>
                  <a:pt x="1576273" y="1184367"/>
                </a:lnTo>
                <a:lnTo>
                  <a:pt x="1574930" y="1185748"/>
                </a:lnTo>
                <a:lnTo>
                  <a:pt x="1575502" y="1188996"/>
                </a:lnTo>
                <a:lnTo>
                  <a:pt x="1575054" y="1190930"/>
                </a:lnTo>
                <a:lnTo>
                  <a:pt x="1573587" y="1191549"/>
                </a:lnTo>
                <a:lnTo>
                  <a:pt x="1572549" y="1191854"/>
                </a:lnTo>
                <a:lnTo>
                  <a:pt x="1571930" y="1191854"/>
                </a:lnTo>
                <a:lnTo>
                  <a:pt x="1569549" y="1191854"/>
                </a:lnTo>
                <a:lnTo>
                  <a:pt x="1565405" y="1191854"/>
                </a:lnTo>
                <a:lnTo>
                  <a:pt x="1563024" y="1191854"/>
                </a:lnTo>
                <a:lnTo>
                  <a:pt x="1562405" y="1191854"/>
                </a:lnTo>
                <a:lnTo>
                  <a:pt x="1559966" y="1191797"/>
                </a:lnTo>
                <a:lnTo>
                  <a:pt x="1555709" y="1191682"/>
                </a:lnTo>
                <a:lnTo>
                  <a:pt x="1553327" y="1191635"/>
                </a:lnTo>
                <a:lnTo>
                  <a:pt x="1552823" y="1191635"/>
                </a:lnTo>
                <a:lnTo>
                  <a:pt x="1550422" y="1191616"/>
                </a:lnTo>
                <a:lnTo>
                  <a:pt x="1546127" y="1191578"/>
                </a:lnTo>
                <a:lnTo>
                  <a:pt x="1543745" y="1191549"/>
                </a:lnTo>
                <a:lnTo>
                  <a:pt x="1543279" y="1191549"/>
                </a:lnTo>
                <a:lnTo>
                  <a:pt x="1540935" y="1191587"/>
                </a:lnTo>
                <a:lnTo>
                  <a:pt x="1536716" y="1191663"/>
                </a:lnTo>
                <a:lnTo>
                  <a:pt x="1534335" y="1191701"/>
                </a:lnTo>
                <a:lnTo>
                  <a:pt x="1533792" y="1191692"/>
                </a:lnTo>
                <a:lnTo>
                  <a:pt x="1531430" y="1191711"/>
                </a:lnTo>
                <a:lnTo>
                  <a:pt x="1527239" y="1191749"/>
                </a:lnTo>
                <a:lnTo>
                  <a:pt x="1524857" y="1191758"/>
                </a:lnTo>
                <a:lnTo>
                  <a:pt x="1524286" y="1191758"/>
                </a:lnTo>
                <a:lnTo>
                  <a:pt x="1521905" y="1191758"/>
                </a:lnTo>
                <a:lnTo>
                  <a:pt x="1517704" y="1191758"/>
                </a:lnTo>
                <a:lnTo>
                  <a:pt x="1515323" y="1191758"/>
                </a:lnTo>
                <a:lnTo>
                  <a:pt x="1514761" y="1191749"/>
                </a:lnTo>
                <a:lnTo>
                  <a:pt x="1512389" y="1191768"/>
                </a:lnTo>
                <a:lnTo>
                  <a:pt x="1508227" y="1191806"/>
                </a:lnTo>
                <a:lnTo>
                  <a:pt x="1505845" y="1191816"/>
                </a:lnTo>
                <a:lnTo>
                  <a:pt x="1505245" y="1191816"/>
                </a:lnTo>
                <a:lnTo>
                  <a:pt x="1503731" y="1191520"/>
                </a:lnTo>
                <a:lnTo>
                  <a:pt x="1501292" y="1190920"/>
                </a:lnTo>
                <a:lnTo>
                  <a:pt x="1498911" y="1189101"/>
                </a:lnTo>
                <a:lnTo>
                  <a:pt x="1496587" y="1186043"/>
                </a:lnTo>
                <a:lnTo>
                  <a:pt x="1494939" y="1183662"/>
                </a:lnTo>
                <a:lnTo>
                  <a:pt x="1493958" y="1181957"/>
                </a:lnTo>
                <a:lnTo>
                  <a:pt x="1491577" y="1179500"/>
                </a:lnTo>
                <a:lnTo>
                  <a:pt x="1487795" y="1176290"/>
                </a:lnTo>
                <a:lnTo>
                  <a:pt x="1485605" y="1173909"/>
                </a:lnTo>
                <a:lnTo>
                  <a:pt x="1485005" y="1172356"/>
                </a:lnTo>
                <a:lnTo>
                  <a:pt x="1484709" y="1171280"/>
                </a:lnTo>
                <a:lnTo>
                  <a:pt x="1484709" y="1170680"/>
                </a:lnTo>
                <a:lnTo>
                  <a:pt x="1484728" y="1168298"/>
                </a:lnTo>
                <a:lnTo>
                  <a:pt x="1484767" y="1164136"/>
                </a:lnTo>
                <a:lnTo>
                  <a:pt x="1484776" y="1161774"/>
                </a:lnTo>
                <a:lnTo>
                  <a:pt x="1484776" y="1161212"/>
                </a:lnTo>
                <a:lnTo>
                  <a:pt x="1484776" y="1158831"/>
                </a:lnTo>
                <a:lnTo>
                  <a:pt x="1484776" y="1154630"/>
                </a:lnTo>
                <a:lnTo>
                  <a:pt x="1484776" y="1152249"/>
                </a:lnTo>
                <a:lnTo>
                  <a:pt x="1484776" y="1151687"/>
                </a:lnTo>
                <a:lnTo>
                  <a:pt x="1484747" y="1149306"/>
                </a:lnTo>
                <a:lnTo>
                  <a:pt x="1484671" y="1145105"/>
                </a:lnTo>
                <a:lnTo>
                  <a:pt x="1484643" y="1142686"/>
                </a:lnTo>
                <a:lnTo>
                  <a:pt x="1484643" y="1142057"/>
                </a:lnTo>
                <a:lnTo>
                  <a:pt x="1484671" y="1139676"/>
                </a:lnTo>
                <a:lnTo>
                  <a:pt x="1484747" y="1135542"/>
                </a:lnTo>
                <a:lnTo>
                  <a:pt x="1484776" y="1133189"/>
                </a:lnTo>
                <a:lnTo>
                  <a:pt x="1484776" y="1132627"/>
                </a:lnTo>
                <a:lnTo>
                  <a:pt x="1484795" y="1130246"/>
                </a:lnTo>
                <a:lnTo>
                  <a:pt x="1484824" y="1126046"/>
                </a:lnTo>
                <a:lnTo>
                  <a:pt x="1484843" y="1123683"/>
                </a:lnTo>
                <a:lnTo>
                  <a:pt x="1484833" y="1123150"/>
                </a:lnTo>
                <a:lnTo>
                  <a:pt x="1484833" y="1120769"/>
                </a:lnTo>
                <a:lnTo>
                  <a:pt x="1484833" y="1116540"/>
                </a:lnTo>
                <a:lnTo>
                  <a:pt x="1484833" y="1114158"/>
                </a:lnTo>
                <a:lnTo>
                  <a:pt x="1484824" y="1113615"/>
                </a:lnTo>
                <a:lnTo>
                  <a:pt x="1484824" y="1111234"/>
                </a:lnTo>
                <a:lnTo>
                  <a:pt x="1484824" y="1107015"/>
                </a:lnTo>
                <a:lnTo>
                  <a:pt x="1484824" y="1104624"/>
                </a:lnTo>
                <a:lnTo>
                  <a:pt x="1484814" y="1104081"/>
                </a:lnTo>
                <a:lnTo>
                  <a:pt x="1484814" y="1101700"/>
                </a:lnTo>
                <a:lnTo>
                  <a:pt x="1484814" y="1097480"/>
                </a:lnTo>
                <a:lnTo>
                  <a:pt x="1484814" y="1095099"/>
                </a:lnTo>
                <a:lnTo>
                  <a:pt x="1484805" y="1094556"/>
                </a:lnTo>
                <a:lnTo>
                  <a:pt x="1484805" y="1092175"/>
                </a:lnTo>
                <a:lnTo>
                  <a:pt x="1484805" y="1087955"/>
                </a:lnTo>
                <a:lnTo>
                  <a:pt x="1484805" y="1085574"/>
                </a:lnTo>
                <a:lnTo>
                  <a:pt x="1484805" y="1085031"/>
                </a:lnTo>
                <a:lnTo>
                  <a:pt x="1484805" y="1082650"/>
                </a:lnTo>
                <a:lnTo>
                  <a:pt x="1484805" y="1078430"/>
                </a:lnTo>
                <a:lnTo>
                  <a:pt x="1484805" y="1076049"/>
                </a:lnTo>
                <a:lnTo>
                  <a:pt x="1484805" y="1075506"/>
                </a:lnTo>
                <a:lnTo>
                  <a:pt x="1484786" y="1073125"/>
                </a:lnTo>
                <a:lnTo>
                  <a:pt x="1484747" y="1068905"/>
                </a:lnTo>
                <a:lnTo>
                  <a:pt x="1484728" y="1066505"/>
                </a:lnTo>
                <a:lnTo>
                  <a:pt x="1484728" y="1065924"/>
                </a:lnTo>
                <a:lnTo>
                  <a:pt x="1484747" y="1063542"/>
                </a:lnTo>
                <a:lnTo>
                  <a:pt x="1484786" y="1059361"/>
                </a:lnTo>
                <a:lnTo>
                  <a:pt x="1484805" y="1056999"/>
                </a:lnTo>
                <a:lnTo>
                  <a:pt x="1484814" y="1056456"/>
                </a:lnTo>
                <a:lnTo>
                  <a:pt x="1484795" y="1054075"/>
                </a:lnTo>
                <a:lnTo>
                  <a:pt x="1484757" y="1049855"/>
                </a:lnTo>
                <a:lnTo>
                  <a:pt x="1484738" y="1047464"/>
                </a:lnTo>
                <a:lnTo>
                  <a:pt x="1484738" y="1046883"/>
                </a:lnTo>
                <a:lnTo>
                  <a:pt x="1484757" y="1044502"/>
                </a:lnTo>
                <a:lnTo>
                  <a:pt x="1484795" y="1040321"/>
                </a:lnTo>
                <a:lnTo>
                  <a:pt x="1484814" y="1037949"/>
                </a:lnTo>
                <a:lnTo>
                  <a:pt x="1484814" y="1037406"/>
                </a:lnTo>
                <a:lnTo>
                  <a:pt x="1484814" y="1035025"/>
                </a:lnTo>
                <a:lnTo>
                  <a:pt x="1484814" y="1030805"/>
                </a:lnTo>
                <a:lnTo>
                  <a:pt x="1484814" y="1028424"/>
                </a:lnTo>
                <a:lnTo>
                  <a:pt x="1484814" y="1027881"/>
                </a:lnTo>
                <a:lnTo>
                  <a:pt x="1484814" y="1025500"/>
                </a:lnTo>
                <a:lnTo>
                  <a:pt x="1484814" y="1021280"/>
                </a:lnTo>
                <a:lnTo>
                  <a:pt x="1484814" y="1018899"/>
                </a:lnTo>
                <a:lnTo>
                  <a:pt x="1484814" y="1018356"/>
                </a:lnTo>
                <a:lnTo>
                  <a:pt x="1484814" y="1015975"/>
                </a:lnTo>
                <a:lnTo>
                  <a:pt x="1484814" y="1011755"/>
                </a:lnTo>
                <a:lnTo>
                  <a:pt x="1484814" y="1009383"/>
                </a:lnTo>
                <a:lnTo>
                  <a:pt x="1484814" y="1008840"/>
                </a:lnTo>
                <a:lnTo>
                  <a:pt x="1484814" y="1006459"/>
                </a:lnTo>
                <a:lnTo>
                  <a:pt x="1484814" y="1002240"/>
                </a:lnTo>
                <a:lnTo>
                  <a:pt x="1484814" y="999858"/>
                </a:lnTo>
                <a:lnTo>
                  <a:pt x="1484814" y="999315"/>
                </a:lnTo>
                <a:lnTo>
                  <a:pt x="1484795" y="996934"/>
                </a:lnTo>
                <a:lnTo>
                  <a:pt x="1484767" y="992715"/>
                </a:lnTo>
                <a:lnTo>
                  <a:pt x="1484747" y="990314"/>
                </a:lnTo>
                <a:lnTo>
                  <a:pt x="1484747" y="989733"/>
                </a:lnTo>
                <a:lnTo>
                  <a:pt x="1484747" y="987352"/>
                </a:lnTo>
                <a:lnTo>
                  <a:pt x="1484747" y="983171"/>
                </a:lnTo>
                <a:lnTo>
                  <a:pt x="1484747" y="980789"/>
                </a:lnTo>
                <a:lnTo>
                  <a:pt x="1484747" y="980208"/>
                </a:lnTo>
                <a:lnTo>
                  <a:pt x="1484747" y="977827"/>
                </a:lnTo>
                <a:lnTo>
                  <a:pt x="1484747" y="973646"/>
                </a:lnTo>
                <a:lnTo>
                  <a:pt x="1484747" y="971264"/>
                </a:lnTo>
                <a:lnTo>
                  <a:pt x="1484747" y="970683"/>
                </a:lnTo>
                <a:lnTo>
                  <a:pt x="1484747" y="968302"/>
                </a:lnTo>
                <a:lnTo>
                  <a:pt x="1484747" y="964121"/>
                </a:lnTo>
                <a:lnTo>
                  <a:pt x="1484747" y="961739"/>
                </a:lnTo>
                <a:lnTo>
                  <a:pt x="1484747" y="961158"/>
                </a:lnTo>
                <a:lnTo>
                  <a:pt x="1484747" y="958777"/>
                </a:lnTo>
                <a:lnTo>
                  <a:pt x="1484747" y="954596"/>
                </a:lnTo>
                <a:lnTo>
                  <a:pt x="1484747" y="952214"/>
                </a:lnTo>
                <a:lnTo>
                  <a:pt x="1484757" y="951643"/>
                </a:lnTo>
                <a:lnTo>
                  <a:pt x="1484757" y="949262"/>
                </a:lnTo>
                <a:lnTo>
                  <a:pt x="1484757" y="945071"/>
                </a:lnTo>
                <a:lnTo>
                  <a:pt x="1484757" y="942689"/>
                </a:lnTo>
                <a:lnTo>
                  <a:pt x="1484757" y="942118"/>
                </a:lnTo>
                <a:lnTo>
                  <a:pt x="1484757" y="939737"/>
                </a:lnTo>
                <a:lnTo>
                  <a:pt x="1484757" y="935546"/>
                </a:lnTo>
                <a:lnTo>
                  <a:pt x="1484757" y="933164"/>
                </a:lnTo>
                <a:lnTo>
                  <a:pt x="1484757" y="932593"/>
                </a:lnTo>
                <a:lnTo>
                  <a:pt x="1484757" y="930212"/>
                </a:lnTo>
                <a:lnTo>
                  <a:pt x="1484757" y="926021"/>
                </a:lnTo>
                <a:lnTo>
                  <a:pt x="1484757" y="923639"/>
                </a:lnTo>
                <a:lnTo>
                  <a:pt x="1484757" y="923068"/>
                </a:lnTo>
                <a:lnTo>
                  <a:pt x="1484776" y="920687"/>
                </a:lnTo>
                <a:lnTo>
                  <a:pt x="1484814" y="916496"/>
                </a:lnTo>
                <a:lnTo>
                  <a:pt x="1484833" y="914133"/>
                </a:lnTo>
                <a:lnTo>
                  <a:pt x="1484833" y="913600"/>
                </a:lnTo>
                <a:lnTo>
                  <a:pt x="1484852" y="911219"/>
                </a:lnTo>
                <a:lnTo>
                  <a:pt x="1484890" y="906990"/>
                </a:lnTo>
                <a:lnTo>
                  <a:pt x="1484909" y="904627"/>
                </a:lnTo>
                <a:lnTo>
                  <a:pt x="1484909" y="904132"/>
                </a:lnTo>
                <a:lnTo>
                  <a:pt x="1484890" y="901751"/>
                </a:lnTo>
                <a:lnTo>
                  <a:pt x="1484852" y="897484"/>
                </a:lnTo>
                <a:lnTo>
                  <a:pt x="1484833" y="895083"/>
                </a:lnTo>
                <a:lnTo>
                  <a:pt x="1484833" y="894550"/>
                </a:lnTo>
                <a:lnTo>
                  <a:pt x="1484833" y="892169"/>
                </a:lnTo>
                <a:lnTo>
                  <a:pt x="1484833" y="887940"/>
                </a:lnTo>
                <a:lnTo>
                  <a:pt x="1484824" y="885558"/>
                </a:lnTo>
                <a:lnTo>
                  <a:pt x="1484824" y="885015"/>
                </a:lnTo>
                <a:lnTo>
                  <a:pt x="1484824" y="882634"/>
                </a:lnTo>
                <a:lnTo>
                  <a:pt x="1484824" y="878415"/>
                </a:lnTo>
                <a:lnTo>
                  <a:pt x="1484814" y="876024"/>
                </a:lnTo>
                <a:lnTo>
                  <a:pt x="1484814" y="875481"/>
                </a:lnTo>
                <a:lnTo>
                  <a:pt x="1484833" y="873100"/>
                </a:lnTo>
                <a:lnTo>
                  <a:pt x="1484871" y="868880"/>
                </a:lnTo>
                <a:lnTo>
                  <a:pt x="1484890" y="866518"/>
                </a:lnTo>
                <a:lnTo>
                  <a:pt x="1484881" y="866013"/>
                </a:lnTo>
                <a:lnTo>
                  <a:pt x="1484862" y="863632"/>
                </a:lnTo>
                <a:lnTo>
                  <a:pt x="1484824" y="859374"/>
                </a:lnTo>
                <a:lnTo>
                  <a:pt x="1484805" y="856974"/>
                </a:lnTo>
                <a:lnTo>
                  <a:pt x="1484805" y="856431"/>
                </a:lnTo>
                <a:lnTo>
                  <a:pt x="1484805" y="854050"/>
                </a:lnTo>
                <a:lnTo>
                  <a:pt x="1484805" y="849830"/>
                </a:lnTo>
                <a:lnTo>
                  <a:pt x="1484805" y="847449"/>
                </a:lnTo>
                <a:lnTo>
                  <a:pt x="1484805" y="846906"/>
                </a:lnTo>
                <a:lnTo>
                  <a:pt x="1484824" y="844525"/>
                </a:lnTo>
                <a:lnTo>
                  <a:pt x="1484862" y="840305"/>
                </a:lnTo>
                <a:lnTo>
                  <a:pt x="1484881" y="837943"/>
                </a:lnTo>
                <a:lnTo>
                  <a:pt x="1484881" y="837438"/>
                </a:lnTo>
                <a:lnTo>
                  <a:pt x="1484881" y="835057"/>
                </a:lnTo>
                <a:lnTo>
                  <a:pt x="1484881" y="830799"/>
                </a:lnTo>
                <a:lnTo>
                  <a:pt x="1484881" y="828418"/>
                </a:lnTo>
                <a:lnTo>
                  <a:pt x="1484881" y="827913"/>
                </a:lnTo>
                <a:lnTo>
                  <a:pt x="1484900" y="825532"/>
                </a:lnTo>
                <a:lnTo>
                  <a:pt x="1484938" y="821274"/>
                </a:lnTo>
                <a:lnTo>
                  <a:pt x="1484957" y="818912"/>
                </a:lnTo>
                <a:lnTo>
                  <a:pt x="1484957" y="818445"/>
                </a:lnTo>
                <a:lnTo>
                  <a:pt x="1484938" y="816064"/>
                </a:lnTo>
                <a:lnTo>
                  <a:pt x="1484900" y="811768"/>
                </a:lnTo>
                <a:lnTo>
                  <a:pt x="1484881" y="809368"/>
                </a:lnTo>
                <a:lnTo>
                  <a:pt x="1484881" y="808863"/>
                </a:lnTo>
                <a:lnTo>
                  <a:pt x="1484900" y="806482"/>
                </a:lnTo>
                <a:lnTo>
                  <a:pt x="1484938" y="802224"/>
                </a:lnTo>
                <a:lnTo>
                  <a:pt x="1484967" y="799862"/>
                </a:lnTo>
                <a:lnTo>
                  <a:pt x="1484967" y="799395"/>
                </a:lnTo>
                <a:lnTo>
                  <a:pt x="1484967" y="797014"/>
                </a:lnTo>
                <a:lnTo>
                  <a:pt x="1484967" y="792718"/>
                </a:lnTo>
                <a:lnTo>
                  <a:pt x="1484967" y="790346"/>
                </a:lnTo>
                <a:lnTo>
                  <a:pt x="1484967" y="789880"/>
                </a:lnTo>
                <a:lnTo>
                  <a:pt x="1484948" y="787498"/>
                </a:lnTo>
                <a:lnTo>
                  <a:pt x="1484909" y="783203"/>
                </a:lnTo>
                <a:lnTo>
                  <a:pt x="1484890" y="780802"/>
                </a:lnTo>
                <a:lnTo>
                  <a:pt x="1484890" y="780298"/>
                </a:lnTo>
                <a:lnTo>
                  <a:pt x="1484871" y="777916"/>
                </a:lnTo>
                <a:lnTo>
                  <a:pt x="1484843" y="773659"/>
                </a:lnTo>
                <a:lnTo>
                  <a:pt x="1484814" y="771249"/>
                </a:lnTo>
                <a:lnTo>
                  <a:pt x="1484814" y="770706"/>
                </a:lnTo>
                <a:lnTo>
                  <a:pt x="1484814" y="768325"/>
                </a:lnTo>
                <a:lnTo>
                  <a:pt x="1484814" y="764105"/>
                </a:lnTo>
                <a:lnTo>
                  <a:pt x="1484814" y="761724"/>
                </a:lnTo>
                <a:lnTo>
                  <a:pt x="1484814" y="761181"/>
                </a:lnTo>
                <a:lnTo>
                  <a:pt x="1484833" y="758800"/>
                </a:lnTo>
                <a:lnTo>
                  <a:pt x="1484871" y="754580"/>
                </a:lnTo>
                <a:lnTo>
                  <a:pt x="1484890" y="752218"/>
                </a:lnTo>
                <a:lnTo>
                  <a:pt x="1484881" y="751713"/>
                </a:lnTo>
                <a:lnTo>
                  <a:pt x="1484881" y="749332"/>
                </a:lnTo>
                <a:lnTo>
                  <a:pt x="1484881" y="745074"/>
                </a:lnTo>
                <a:lnTo>
                  <a:pt x="1484881" y="742693"/>
                </a:lnTo>
                <a:lnTo>
                  <a:pt x="1484881" y="742188"/>
                </a:lnTo>
                <a:lnTo>
                  <a:pt x="1484881" y="739807"/>
                </a:lnTo>
                <a:lnTo>
                  <a:pt x="1484881" y="735549"/>
                </a:lnTo>
                <a:lnTo>
                  <a:pt x="1484881" y="733168"/>
                </a:lnTo>
                <a:lnTo>
                  <a:pt x="1484881" y="732663"/>
                </a:lnTo>
                <a:lnTo>
                  <a:pt x="1484900" y="730282"/>
                </a:lnTo>
                <a:lnTo>
                  <a:pt x="1484938" y="726024"/>
                </a:lnTo>
                <a:lnTo>
                  <a:pt x="1484957" y="723662"/>
                </a:lnTo>
                <a:lnTo>
                  <a:pt x="1484967" y="723195"/>
                </a:lnTo>
                <a:lnTo>
                  <a:pt x="1484967" y="720814"/>
                </a:lnTo>
                <a:lnTo>
                  <a:pt x="1484967" y="716518"/>
                </a:lnTo>
                <a:lnTo>
                  <a:pt x="1484967" y="714146"/>
                </a:lnTo>
                <a:lnTo>
                  <a:pt x="1484967" y="713680"/>
                </a:lnTo>
                <a:lnTo>
                  <a:pt x="1484967" y="711298"/>
                </a:lnTo>
                <a:lnTo>
                  <a:pt x="1484967" y="707003"/>
                </a:lnTo>
                <a:lnTo>
                  <a:pt x="1484967" y="704621"/>
                </a:lnTo>
                <a:lnTo>
                  <a:pt x="1484976" y="704155"/>
                </a:lnTo>
                <a:lnTo>
                  <a:pt x="1484957" y="701773"/>
                </a:lnTo>
                <a:lnTo>
                  <a:pt x="1484919" y="697478"/>
                </a:lnTo>
                <a:lnTo>
                  <a:pt x="1484900" y="695077"/>
                </a:lnTo>
                <a:lnTo>
                  <a:pt x="1484909" y="694582"/>
                </a:lnTo>
                <a:lnTo>
                  <a:pt x="1484890" y="692201"/>
                </a:lnTo>
                <a:lnTo>
                  <a:pt x="1484852" y="687934"/>
                </a:lnTo>
                <a:lnTo>
                  <a:pt x="1484833" y="685533"/>
                </a:lnTo>
                <a:lnTo>
                  <a:pt x="1484843" y="685009"/>
                </a:lnTo>
                <a:lnTo>
                  <a:pt x="1484862" y="682628"/>
                </a:lnTo>
                <a:lnTo>
                  <a:pt x="1484900" y="678390"/>
                </a:lnTo>
                <a:lnTo>
                  <a:pt x="1484919" y="676027"/>
                </a:lnTo>
                <a:lnTo>
                  <a:pt x="1484919" y="675542"/>
                </a:lnTo>
                <a:lnTo>
                  <a:pt x="1484909" y="673160"/>
                </a:lnTo>
                <a:lnTo>
                  <a:pt x="1484871" y="668884"/>
                </a:lnTo>
                <a:lnTo>
                  <a:pt x="1484852" y="666483"/>
                </a:lnTo>
                <a:lnTo>
                  <a:pt x="1484852" y="665959"/>
                </a:lnTo>
                <a:lnTo>
                  <a:pt x="1484871" y="663578"/>
                </a:lnTo>
                <a:lnTo>
                  <a:pt x="1484909" y="659340"/>
                </a:lnTo>
                <a:lnTo>
                  <a:pt x="1484919" y="656977"/>
                </a:lnTo>
                <a:lnTo>
                  <a:pt x="1484919" y="656492"/>
                </a:lnTo>
                <a:lnTo>
                  <a:pt x="1484919" y="654110"/>
                </a:lnTo>
                <a:lnTo>
                  <a:pt x="1484919" y="649834"/>
                </a:lnTo>
                <a:lnTo>
                  <a:pt x="1484919" y="647452"/>
                </a:lnTo>
                <a:lnTo>
                  <a:pt x="1484919" y="646957"/>
                </a:lnTo>
                <a:lnTo>
                  <a:pt x="1484871" y="644576"/>
                </a:lnTo>
                <a:lnTo>
                  <a:pt x="1484805" y="640309"/>
                </a:lnTo>
                <a:lnTo>
                  <a:pt x="1484767" y="637889"/>
                </a:lnTo>
                <a:lnTo>
                  <a:pt x="1484767" y="637327"/>
                </a:lnTo>
                <a:lnTo>
                  <a:pt x="1484757" y="634946"/>
                </a:lnTo>
                <a:lnTo>
                  <a:pt x="1484719" y="630746"/>
                </a:lnTo>
                <a:lnTo>
                  <a:pt x="1484700" y="628345"/>
                </a:lnTo>
                <a:lnTo>
                  <a:pt x="1484700" y="627745"/>
                </a:lnTo>
                <a:lnTo>
                  <a:pt x="1484995" y="627288"/>
                </a:lnTo>
                <a:lnTo>
                  <a:pt x="1485595" y="626955"/>
                </a:lnTo>
                <a:lnTo>
                  <a:pt x="1488100" y="627078"/>
                </a:lnTo>
                <a:lnTo>
                  <a:pt x="1492510" y="627650"/>
                </a:lnTo>
                <a:lnTo>
                  <a:pt x="1494473" y="625735"/>
                </a:lnTo>
                <a:lnTo>
                  <a:pt x="1494006" y="621325"/>
                </a:lnTo>
                <a:lnTo>
                  <a:pt x="1493920" y="618858"/>
                </a:lnTo>
                <a:lnTo>
                  <a:pt x="1494215" y="618334"/>
                </a:lnTo>
                <a:lnTo>
                  <a:pt x="1494634" y="618068"/>
                </a:lnTo>
                <a:lnTo>
                  <a:pt x="1495158" y="618068"/>
                </a:lnTo>
                <a:lnTo>
                  <a:pt x="1497521" y="618049"/>
                </a:lnTo>
                <a:lnTo>
                  <a:pt x="1501721" y="618011"/>
                </a:lnTo>
                <a:lnTo>
                  <a:pt x="1504102" y="617992"/>
                </a:lnTo>
                <a:lnTo>
                  <a:pt x="1504664" y="617992"/>
                </a:lnTo>
                <a:lnTo>
                  <a:pt x="1507046" y="617982"/>
                </a:lnTo>
                <a:lnTo>
                  <a:pt x="1511237" y="617982"/>
                </a:lnTo>
                <a:lnTo>
                  <a:pt x="1513618" y="617992"/>
                </a:lnTo>
                <a:lnTo>
                  <a:pt x="1514189" y="617992"/>
                </a:lnTo>
                <a:lnTo>
                  <a:pt x="1516571" y="618001"/>
                </a:lnTo>
                <a:lnTo>
                  <a:pt x="1520771" y="618001"/>
                </a:lnTo>
                <a:lnTo>
                  <a:pt x="1523152" y="618001"/>
                </a:lnTo>
                <a:lnTo>
                  <a:pt x="1523714" y="617992"/>
                </a:lnTo>
                <a:lnTo>
                  <a:pt x="1526067" y="617963"/>
                </a:lnTo>
                <a:lnTo>
                  <a:pt x="1530191" y="617887"/>
                </a:lnTo>
                <a:lnTo>
                  <a:pt x="1532573" y="617858"/>
                </a:lnTo>
                <a:lnTo>
                  <a:pt x="1533211" y="617858"/>
                </a:lnTo>
                <a:lnTo>
                  <a:pt x="1535573" y="617849"/>
                </a:lnTo>
                <a:lnTo>
                  <a:pt x="1539669" y="617811"/>
                </a:lnTo>
                <a:lnTo>
                  <a:pt x="1542050" y="617801"/>
                </a:lnTo>
                <a:lnTo>
                  <a:pt x="1542717" y="617801"/>
                </a:lnTo>
                <a:lnTo>
                  <a:pt x="1545098" y="617801"/>
                </a:lnTo>
                <a:lnTo>
                  <a:pt x="1549194" y="617801"/>
                </a:lnTo>
                <a:lnTo>
                  <a:pt x="1551575" y="617801"/>
                </a:lnTo>
                <a:lnTo>
                  <a:pt x="1552242" y="617801"/>
                </a:lnTo>
                <a:lnTo>
                  <a:pt x="1554604" y="617782"/>
                </a:lnTo>
                <a:lnTo>
                  <a:pt x="1558671" y="617744"/>
                </a:lnTo>
                <a:lnTo>
                  <a:pt x="1561052" y="617734"/>
                </a:lnTo>
                <a:lnTo>
                  <a:pt x="1561748" y="617734"/>
                </a:lnTo>
                <a:lnTo>
                  <a:pt x="1564081" y="617687"/>
                </a:lnTo>
                <a:lnTo>
                  <a:pt x="1568053" y="617582"/>
                </a:lnTo>
                <a:lnTo>
                  <a:pt x="1570434" y="617534"/>
                </a:lnTo>
                <a:lnTo>
                  <a:pt x="1571225" y="617534"/>
                </a:lnTo>
                <a:lnTo>
                  <a:pt x="1572111" y="617934"/>
                </a:lnTo>
                <a:lnTo>
                  <a:pt x="1573092" y="618725"/>
                </a:lnTo>
                <a:lnTo>
                  <a:pt x="1575473" y="621097"/>
                </a:lnTo>
                <a:lnTo>
                  <a:pt x="1579255" y="625031"/>
                </a:lnTo>
                <a:lnTo>
                  <a:pt x="1581588" y="627412"/>
                </a:lnTo>
                <a:lnTo>
                  <a:pt x="1582464" y="628240"/>
                </a:lnTo>
                <a:lnTo>
                  <a:pt x="1584589" y="630784"/>
                </a:lnTo>
                <a:lnTo>
                  <a:pt x="1587979" y="635041"/>
                </a:lnTo>
                <a:lnTo>
                  <a:pt x="1589561" y="637423"/>
                </a:lnTo>
                <a:lnTo>
                  <a:pt x="1589322" y="637927"/>
                </a:lnTo>
                <a:lnTo>
                  <a:pt x="1589580" y="638423"/>
                </a:lnTo>
                <a:lnTo>
                  <a:pt x="1590313" y="638927"/>
                </a:lnTo>
                <a:lnTo>
                  <a:pt x="1591018" y="641309"/>
                </a:lnTo>
                <a:lnTo>
                  <a:pt x="1591704" y="645566"/>
                </a:lnTo>
                <a:lnTo>
                  <a:pt x="1592047" y="648043"/>
                </a:lnTo>
                <a:lnTo>
                  <a:pt x="1592056" y="648738"/>
                </a:lnTo>
                <a:lnTo>
                  <a:pt x="1592066" y="651119"/>
                </a:lnTo>
                <a:lnTo>
                  <a:pt x="1592066" y="655187"/>
                </a:lnTo>
                <a:lnTo>
                  <a:pt x="1592066" y="657577"/>
                </a:lnTo>
                <a:lnTo>
                  <a:pt x="1592075" y="658273"/>
                </a:lnTo>
                <a:lnTo>
                  <a:pt x="1592056" y="660654"/>
                </a:lnTo>
                <a:lnTo>
                  <a:pt x="1592018" y="664721"/>
                </a:lnTo>
                <a:lnTo>
                  <a:pt x="1592028" y="667112"/>
                </a:lnTo>
                <a:lnTo>
                  <a:pt x="1592085" y="667826"/>
                </a:lnTo>
                <a:lnTo>
                  <a:pt x="1592123" y="670208"/>
                </a:lnTo>
                <a:lnTo>
                  <a:pt x="1592151" y="674256"/>
                </a:lnTo>
                <a:lnTo>
                  <a:pt x="1594171" y="678313"/>
                </a:lnTo>
                <a:lnTo>
                  <a:pt x="1598190" y="682400"/>
                </a:lnTo>
                <a:lnTo>
                  <a:pt x="1602343" y="684543"/>
                </a:lnTo>
                <a:lnTo>
                  <a:pt x="1606629" y="684743"/>
                </a:lnTo>
                <a:lnTo>
                  <a:pt x="1608706" y="682704"/>
                </a:lnTo>
                <a:lnTo>
                  <a:pt x="1608582" y="678418"/>
                </a:lnTo>
                <a:lnTo>
                  <a:pt x="1608544" y="675999"/>
                </a:lnTo>
                <a:lnTo>
                  <a:pt x="1608592" y="675446"/>
                </a:lnTo>
                <a:lnTo>
                  <a:pt x="1608896" y="675132"/>
                </a:lnTo>
                <a:lnTo>
                  <a:pt x="1609449" y="675065"/>
                </a:lnTo>
                <a:lnTo>
                  <a:pt x="1611878" y="675122"/>
                </a:lnTo>
                <a:lnTo>
                  <a:pt x="1616192" y="675294"/>
                </a:lnTo>
                <a:lnTo>
                  <a:pt x="1618269" y="673217"/>
                </a:lnTo>
                <a:lnTo>
                  <a:pt x="1618097" y="668903"/>
                </a:lnTo>
                <a:lnTo>
                  <a:pt x="1618031" y="666464"/>
                </a:lnTo>
                <a:lnTo>
                  <a:pt x="1618078" y="665893"/>
                </a:lnTo>
                <a:lnTo>
                  <a:pt x="1618393" y="665617"/>
                </a:lnTo>
                <a:lnTo>
                  <a:pt x="1618964" y="665626"/>
                </a:lnTo>
                <a:lnTo>
                  <a:pt x="1621450" y="665731"/>
                </a:lnTo>
                <a:lnTo>
                  <a:pt x="1625851" y="665931"/>
                </a:lnTo>
                <a:lnTo>
                  <a:pt x="1628232" y="665064"/>
                </a:lnTo>
                <a:lnTo>
                  <a:pt x="1628594" y="663140"/>
                </a:lnTo>
                <a:lnTo>
                  <a:pt x="1630289" y="662454"/>
                </a:lnTo>
                <a:lnTo>
                  <a:pt x="1633309" y="662997"/>
                </a:lnTo>
                <a:lnTo>
                  <a:pt x="1634814" y="661759"/>
                </a:lnTo>
                <a:lnTo>
                  <a:pt x="1634814" y="658739"/>
                </a:lnTo>
                <a:lnTo>
                  <a:pt x="1635576" y="657111"/>
                </a:lnTo>
                <a:lnTo>
                  <a:pt x="1637090" y="656892"/>
                </a:lnTo>
                <a:lnTo>
                  <a:pt x="1637967" y="656720"/>
                </a:lnTo>
                <a:lnTo>
                  <a:pt x="1638186" y="656615"/>
                </a:lnTo>
                <a:lnTo>
                  <a:pt x="1640576" y="656625"/>
                </a:lnTo>
                <a:lnTo>
                  <a:pt x="1645139" y="656749"/>
                </a:lnTo>
                <a:lnTo>
                  <a:pt x="1647206" y="654539"/>
                </a:lnTo>
                <a:lnTo>
                  <a:pt x="1646787" y="649976"/>
                </a:lnTo>
                <a:lnTo>
                  <a:pt x="1646672" y="647490"/>
                </a:lnTo>
                <a:lnTo>
                  <a:pt x="1646873" y="647062"/>
                </a:lnTo>
                <a:lnTo>
                  <a:pt x="1647187" y="646843"/>
                </a:lnTo>
                <a:lnTo>
                  <a:pt x="1647615" y="646843"/>
                </a:lnTo>
                <a:lnTo>
                  <a:pt x="1650111" y="646967"/>
                </a:lnTo>
                <a:lnTo>
                  <a:pt x="1654693" y="647214"/>
                </a:lnTo>
                <a:lnTo>
                  <a:pt x="1657074" y="647100"/>
                </a:lnTo>
                <a:lnTo>
                  <a:pt x="1657255" y="646614"/>
                </a:lnTo>
                <a:lnTo>
                  <a:pt x="1659398" y="646367"/>
                </a:lnTo>
                <a:lnTo>
                  <a:pt x="1663494" y="646367"/>
                </a:lnTo>
                <a:lnTo>
                  <a:pt x="1665246" y="644319"/>
                </a:lnTo>
                <a:lnTo>
                  <a:pt x="1664637" y="640223"/>
                </a:lnTo>
                <a:lnTo>
                  <a:pt x="1664770" y="637985"/>
                </a:lnTo>
                <a:lnTo>
                  <a:pt x="1665665" y="637604"/>
                </a:lnTo>
                <a:lnTo>
                  <a:pt x="1666304" y="637394"/>
                </a:lnTo>
                <a:lnTo>
                  <a:pt x="1666685" y="637365"/>
                </a:lnTo>
                <a:lnTo>
                  <a:pt x="1669180" y="637489"/>
                </a:lnTo>
                <a:lnTo>
                  <a:pt x="1673800" y="637756"/>
                </a:lnTo>
                <a:lnTo>
                  <a:pt x="1676181" y="637718"/>
                </a:lnTo>
                <a:lnTo>
                  <a:pt x="1676324" y="637384"/>
                </a:lnTo>
                <a:lnTo>
                  <a:pt x="1678410" y="637089"/>
                </a:lnTo>
                <a:lnTo>
                  <a:pt x="1682429" y="636822"/>
                </a:lnTo>
                <a:lnTo>
                  <a:pt x="1683991" y="634679"/>
                </a:lnTo>
                <a:lnTo>
                  <a:pt x="1683115" y="630660"/>
                </a:lnTo>
                <a:lnTo>
                  <a:pt x="1683191" y="628355"/>
                </a:lnTo>
                <a:lnTo>
                  <a:pt x="1684239" y="627774"/>
                </a:lnTo>
                <a:lnTo>
                  <a:pt x="1685049" y="627478"/>
                </a:lnTo>
                <a:lnTo>
                  <a:pt x="1685630" y="627459"/>
                </a:lnTo>
                <a:lnTo>
                  <a:pt x="1688278" y="627726"/>
                </a:lnTo>
                <a:lnTo>
                  <a:pt x="1692993" y="628279"/>
                </a:lnTo>
                <a:lnTo>
                  <a:pt x="1695374" y="628536"/>
                </a:lnTo>
                <a:lnTo>
                  <a:pt x="1697793" y="628488"/>
                </a:lnTo>
                <a:lnTo>
                  <a:pt x="1702479" y="628488"/>
                </a:lnTo>
                <a:lnTo>
                  <a:pt x="1704527" y="626154"/>
                </a:lnTo>
                <a:lnTo>
                  <a:pt x="1703937" y="621468"/>
                </a:lnTo>
                <a:lnTo>
                  <a:pt x="1703765" y="618915"/>
                </a:lnTo>
                <a:lnTo>
                  <a:pt x="1704013" y="618496"/>
                </a:lnTo>
                <a:lnTo>
                  <a:pt x="1704346" y="618287"/>
                </a:lnTo>
                <a:lnTo>
                  <a:pt x="1704765" y="618287"/>
                </a:lnTo>
                <a:lnTo>
                  <a:pt x="1707042" y="618182"/>
                </a:lnTo>
                <a:lnTo>
                  <a:pt x="1711185" y="617982"/>
                </a:lnTo>
                <a:lnTo>
                  <a:pt x="1713567" y="617868"/>
                </a:lnTo>
                <a:lnTo>
                  <a:pt x="1714186" y="617858"/>
                </a:lnTo>
                <a:lnTo>
                  <a:pt x="1716681" y="617963"/>
                </a:lnTo>
                <a:lnTo>
                  <a:pt x="1721034" y="618201"/>
                </a:lnTo>
                <a:lnTo>
                  <a:pt x="1723415" y="618277"/>
                </a:lnTo>
                <a:lnTo>
                  <a:pt x="1723825" y="618201"/>
                </a:lnTo>
                <a:lnTo>
                  <a:pt x="1726263" y="618268"/>
                </a:lnTo>
                <a:lnTo>
                  <a:pt x="1730750" y="618468"/>
                </a:lnTo>
                <a:lnTo>
                  <a:pt x="1733131" y="618449"/>
                </a:lnTo>
                <a:lnTo>
                  <a:pt x="1733407" y="618201"/>
                </a:lnTo>
                <a:lnTo>
                  <a:pt x="1735626" y="618039"/>
                </a:lnTo>
                <a:lnTo>
                  <a:pt x="1739779" y="617944"/>
                </a:lnTo>
                <a:lnTo>
                  <a:pt x="1741913" y="615829"/>
                </a:lnTo>
                <a:lnTo>
                  <a:pt x="1742037" y="611676"/>
                </a:lnTo>
                <a:lnTo>
                  <a:pt x="1742237" y="609495"/>
                </a:lnTo>
                <a:lnTo>
                  <a:pt x="1742513" y="609286"/>
                </a:lnTo>
                <a:close/>
                <a:moveTo>
                  <a:pt x="3285173" y="608333"/>
                </a:moveTo>
                <a:lnTo>
                  <a:pt x="3285811" y="608343"/>
                </a:lnTo>
                <a:lnTo>
                  <a:pt x="3288154" y="608295"/>
                </a:lnTo>
                <a:lnTo>
                  <a:pt x="3292202" y="608219"/>
                </a:lnTo>
                <a:lnTo>
                  <a:pt x="3294583" y="608181"/>
                </a:lnTo>
                <a:lnTo>
                  <a:pt x="3295298" y="608181"/>
                </a:lnTo>
                <a:lnTo>
                  <a:pt x="3297679" y="608171"/>
                </a:lnTo>
                <a:lnTo>
                  <a:pt x="3301727" y="608171"/>
                </a:lnTo>
                <a:lnTo>
                  <a:pt x="3304108" y="608171"/>
                </a:lnTo>
                <a:lnTo>
                  <a:pt x="3304823" y="608171"/>
                </a:lnTo>
                <a:lnTo>
                  <a:pt x="3307213" y="608190"/>
                </a:lnTo>
                <a:lnTo>
                  <a:pt x="3311300" y="608219"/>
                </a:lnTo>
                <a:lnTo>
                  <a:pt x="3313681" y="608238"/>
                </a:lnTo>
                <a:lnTo>
                  <a:pt x="3314357" y="608238"/>
                </a:lnTo>
                <a:lnTo>
                  <a:pt x="3316719" y="608219"/>
                </a:lnTo>
                <a:lnTo>
                  <a:pt x="3320777" y="608190"/>
                </a:lnTo>
                <a:lnTo>
                  <a:pt x="3323158" y="608171"/>
                </a:lnTo>
                <a:lnTo>
                  <a:pt x="3323863" y="608171"/>
                </a:lnTo>
                <a:lnTo>
                  <a:pt x="3326244" y="608171"/>
                </a:lnTo>
                <a:lnTo>
                  <a:pt x="3330302" y="608171"/>
                </a:lnTo>
                <a:lnTo>
                  <a:pt x="3332683" y="608171"/>
                </a:lnTo>
                <a:lnTo>
                  <a:pt x="3333388" y="608171"/>
                </a:lnTo>
                <a:lnTo>
                  <a:pt x="3335788" y="608190"/>
                </a:lnTo>
                <a:lnTo>
                  <a:pt x="3339875" y="608219"/>
                </a:lnTo>
                <a:lnTo>
                  <a:pt x="3342256" y="608238"/>
                </a:lnTo>
                <a:lnTo>
                  <a:pt x="3342932" y="608247"/>
                </a:lnTo>
                <a:lnTo>
                  <a:pt x="3345313" y="608247"/>
                </a:lnTo>
                <a:lnTo>
                  <a:pt x="3349400" y="608247"/>
                </a:lnTo>
                <a:lnTo>
                  <a:pt x="3351781" y="608247"/>
                </a:lnTo>
                <a:lnTo>
                  <a:pt x="3352457" y="608247"/>
                </a:lnTo>
                <a:lnTo>
                  <a:pt x="3354810" y="608219"/>
                </a:lnTo>
                <a:lnTo>
                  <a:pt x="3358829" y="608152"/>
                </a:lnTo>
                <a:lnTo>
                  <a:pt x="3361211" y="608124"/>
                </a:lnTo>
                <a:lnTo>
                  <a:pt x="3361954" y="608124"/>
                </a:lnTo>
                <a:lnTo>
                  <a:pt x="3364440" y="608228"/>
                </a:lnTo>
                <a:lnTo>
                  <a:pt x="3368678" y="608438"/>
                </a:lnTo>
                <a:lnTo>
                  <a:pt x="3371059" y="608543"/>
                </a:lnTo>
                <a:lnTo>
                  <a:pt x="3371583" y="608543"/>
                </a:lnTo>
                <a:lnTo>
                  <a:pt x="3373917" y="608809"/>
                </a:lnTo>
                <a:lnTo>
                  <a:pt x="3378041" y="609333"/>
                </a:lnTo>
                <a:lnTo>
                  <a:pt x="3380423" y="610553"/>
                </a:lnTo>
                <a:lnTo>
                  <a:pt x="3381061" y="612458"/>
                </a:lnTo>
                <a:lnTo>
                  <a:pt x="3381975" y="613058"/>
                </a:lnTo>
                <a:lnTo>
                  <a:pt x="3383166" y="612334"/>
                </a:lnTo>
                <a:lnTo>
                  <a:pt x="3385547" y="613467"/>
                </a:lnTo>
                <a:lnTo>
                  <a:pt x="3389119" y="616448"/>
                </a:lnTo>
                <a:lnTo>
                  <a:pt x="3392900" y="617849"/>
                </a:lnTo>
                <a:lnTo>
                  <a:pt x="3396901" y="617687"/>
                </a:lnTo>
                <a:lnTo>
                  <a:pt x="3399282" y="617763"/>
                </a:lnTo>
                <a:lnTo>
                  <a:pt x="3400044" y="618087"/>
                </a:lnTo>
                <a:lnTo>
                  <a:pt x="3402425" y="618077"/>
                </a:lnTo>
                <a:lnTo>
                  <a:pt x="3406416" y="617753"/>
                </a:lnTo>
                <a:lnTo>
                  <a:pt x="3408797" y="617658"/>
                </a:lnTo>
                <a:lnTo>
                  <a:pt x="3409569" y="617782"/>
                </a:lnTo>
                <a:lnTo>
                  <a:pt x="3411941" y="617772"/>
                </a:lnTo>
                <a:lnTo>
                  <a:pt x="3415922" y="617630"/>
                </a:lnTo>
                <a:lnTo>
                  <a:pt x="3418303" y="617582"/>
                </a:lnTo>
                <a:lnTo>
                  <a:pt x="3419084" y="617620"/>
                </a:lnTo>
                <a:lnTo>
                  <a:pt x="3420275" y="618020"/>
                </a:lnTo>
                <a:lnTo>
                  <a:pt x="3421885" y="618754"/>
                </a:lnTo>
                <a:lnTo>
                  <a:pt x="3424266" y="621001"/>
                </a:lnTo>
                <a:lnTo>
                  <a:pt x="3427419" y="624764"/>
                </a:lnTo>
                <a:lnTo>
                  <a:pt x="3430638" y="626393"/>
                </a:lnTo>
                <a:lnTo>
                  <a:pt x="3433905" y="625916"/>
                </a:lnTo>
                <a:lnTo>
                  <a:pt x="3436287" y="626050"/>
                </a:lnTo>
                <a:lnTo>
                  <a:pt x="3437782" y="626812"/>
                </a:lnTo>
                <a:lnTo>
                  <a:pt x="3440459" y="627107"/>
                </a:lnTo>
                <a:lnTo>
                  <a:pt x="3444316" y="626935"/>
                </a:lnTo>
                <a:lnTo>
                  <a:pt x="3446697" y="626878"/>
                </a:lnTo>
                <a:lnTo>
                  <a:pt x="3447602" y="626945"/>
                </a:lnTo>
                <a:lnTo>
                  <a:pt x="3448641" y="627393"/>
                </a:lnTo>
                <a:lnTo>
                  <a:pt x="3449812" y="628231"/>
                </a:lnTo>
                <a:lnTo>
                  <a:pt x="3452193" y="630669"/>
                </a:lnTo>
                <a:lnTo>
                  <a:pt x="3455784" y="634717"/>
                </a:lnTo>
                <a:lnTo>
                  <a:pt x="3459432" y="636575"/>
                </a:lnTo>
                <a:lnTo>
                  <a:pt x="3463147" y="636241"/>
                </a:lnTo>
                <a:lnTo>
                  <a:pt x="3465528" y="636232"/>
                </a:lnTo>
                <a:lnTo>
                  <a:pt x="3466576" y="636537"/>
                </a:lnTo>
                <a:lnTo>
                  <a:pt x="3467643" y="637061"/>
                </a:lnTo>
                <a:lnTo>
                  <a:pt x="3468719" y="637804"/>
                </a:lnTo>
                <a:lnTo>
                  <a:pt x="3471101" y="640185"/>
                </a:lnTo>
                <a:lnTo>
                  <a:pt x="3474787" y="644204"/>
                </a:lnTo>
                <a:lnTo>
                  <a:pt x="3478530" y="646100"/>
                </a:lnTo>
                <a:lnTo>
                  <a:pt x="3482330" y="645890"/>
                </a:lnTo>
                <a:lnTo>
                  <a:pt x="3484712" y="645938"/>
                </a:lnTo>
                <a:lnTo>
                  <a:pt x="3485674" y="646252"/>
                </a:lnTo>
                <a:lnTo>
                  <a:pt x="3486483" y="646728"/>
                </a:lnTo>
                <a:lnTo>
                  <a:pt x="3487150" y="647376"/>
                </a:lnTo>
                <a:lnTo>
                  <a:pt x="3489531" y="649757"/>
                </a:lnTo>
                <a:lnTo>
                  <a:pt x="3493627" y="653863"/>
                </a:lnTo>
                <a:lnTo>
                  <a:pt x="3496161" y="656244"/>
                </a:lnTo>
                <a:lnTo>
                  <a:pt x="3497123" y="656901"/>
                </a:lnTo>
                <a:lnTo>
                  <a:pt x="3499504" y="659340"/>
                </a:lnTo>
                <a:lnTo>
                  <a:pt x="3503305" y="663559"/>
                </a:lnTo>
                <a:lnTo>
                  <a:pt x="3505667" y="665940"/>
                </a:lnTo>
                <a:lnTo>
                  <a:pt x="3506610" y="666483"/>
                </a:lnTo>
                <a:lnTo>
                  <a:pt x="3508991" y="668417"/>
                </a:lnTo>
                <a:lnTo>
                  <a:pt x="3512810" y="671751"/>
                </a:lnTo>
                <a:lnTo>
                  <a:pt x="3515535" y="674132"/>
                </a:lnTo>
                <a:lnTo>
                  <a:pt x="3517163" y="675561"/>
                </a:lnTo>
                <a:lnTo>
                  <a:pt x="3519545" y="678009"/>
                </a:lnTo>
                <a:lnTo>
                  <a:pt x="3522678" y="681485"/>
                </a:lnTo>
                <a:lnTo>
                  <a:pt x="3524698" y="683866"/>
                </a:lnTo>
                <a:lnTo>
                  <a:pt x="3525603" y="685152"/>
                </a:lnTo>
                <a:lnTo>
                  <a:pt x="3527984" y="687600"/>
                </a:lnTo>
                <a:lnTo>
                  <a:pt x="3531841" y="691191"/>
                </a:lnTo>
                <a:lnTo>
                  <a:pt x="3534166" y="693572"/>
                </a:lnTo>
                <a:lnTo>
                  <a:pt x="3534956" y="694744"/>
                </a:lnTo>
                <a:lnTo>
                  <a:pt x="3537337" y="697287"/>
                </a:lnTo>
                <a:lnTo>
                  <a:pt x="3541309" y="701221"/>
                </a:lnTo>
                <a:lnTo>
                  <a:pt x="3543614" y="703602"/>
                </a:lnTo>
                <a:lnTo>
                  <a:pt x="3544243" y="704431"/>
                </a:lnTo>
                <a:lnTo>
                  <a:pt x="3545234" y="705841"/>
                </a:lnTo>
                <a:lnTo>
                  <a:pt x="3546596" y="707831"/>
                </a:lnTo>
                <a:lnTo>
                  <a:pt x="3547043" y="710213"/>
                </a:lnTo>
                <a:lnTo>
                  <a:pt x="3546596" y="712984"/>
                </a:lnTo>
                <a:lnTo>
                  <a:pt x="3547986" y="715889"/>
                </a:lnTo>
                <a:lnTo>
                  <a:pt x="3551215" y="718918"/>
                </a:lnTo>
                <a:lnTo>
                  <a:pt x="3553092" y="721300"/>
                </a:lnTo>
                <a:lnTo>
                  <a:pt x="3553635" y="723033"/>
                </a:lnTo>
                <a:lnTo>
                  <a:pt x="3554530" y="724795"/>
                </a:lnTo>
                <a:lnTo>
                  <a:pt x="3555778" y="726577"/>
                </a:lnTo>
                <a:lnTo>
                  <a:pt x="3556302" y="728958"/>
                </a:lnTo>
                <a:lnTo>
                  <a:pt x="3556102" y="731939"/>
                </a:lnTo>
                <a:lnTo>
                  <a:pt x="3557588" y="734682"/>
                </a:lnTo>
                <a:lnTo>
                  <a:pt x="3560759" y="737187"/>
                </a:lnTo>
                <a:lnTo>
                  <a:pt x="3562702" y="739569"/>
                </a:lnTo>
                <a:lnTo>
                  <a:pt x="3563417" y="741826"/>
                </a:lnTo>
                <a:lnTo>
                  <a:pt x="3563845" y="743379"/>
                </a:lnTo>
                <a:lnTo>
                  <a:pt x="3563979" y="744226"/>
                </a:lnTo>
                <a:lnTo>
                  <a:pt x="3563950" y="746608"/>
                </a:lnTo>
                <a:lnTo>
                  <a:pt x="3563750" y="750522"/>
                </a:lnTo>
                <a:lnTo>
                  <a:pt x="3564065" y="753218"/>
                </a:lnTo>
                <a:lnTo>
                  <a:pt x="3564903" y="754704"/>
                </a:lnTo>
                <a:lnTo>
                  <a:pt x="3565236" y="757085"/>
                </a:lnTo>
                <a:lnTo>
                  <a:pt x="3565074" y="760362"/>
                </a:lnTo>
                <a:lnTo>
                  <a:pt x="3566712" y="763400"/>
                </a:lnTo>
                <a:lnTo>
                  <a:pt x="3570151" y="766210"/>
                </a:lnTo>
                <a:lnTo>
                  <a:pt x="3572256" y="768591"/>
                </a:lnTo>
                <a:lnTo>
                  <a:pt x="3573018" y="770544"/>
                </a:lnTo>
                <a:lnTo>
                  <a:pt x="3573399" y="771906"/>
                </a:lnTo>
                <a:lnTo>
                  <a:pt x="3573399" y="772668"/>
                </a:lnTo>
                <a:lnTo>
                  <a:pt x="3573399" y="775049"/>
                </a:lnTo>
                <a:lnTo>
                  <a:pt x="3573399" y="779050"/>
                </a:lnTo>
                <a:lnTo>
                  <a:pt x="3573447" y="781479"/>
                </a:lnTo>
                <a:lnTo>
                  <a:pt x="3573542" y="782336"/>
                </a:lnTo>
                <a:lnTo>
                  <a:pt x="3573532" y="784717"/>
                </a:lnTo>
                <a:lnTo>
                  <a:pt x="3573428" y="788622"/>
                </a:lnTo>
                <a:lnTo>
                  <a:pt x="3573447" y="791032"/>
                </a:lnTo>
                <a:lnTo>
                  <a:pt x="3573609" y="791937"/>
                </a:lnTo>
                <a:lnTo>
                  <a:pt x="3573666" y="794318"/>
                </a:lnTo>
                <a:lnTo>
                  <a:pt x="3573618" y="798176"/>
                </a:lnTo>
                <a:lnTo>
                  <a:pt x="3573742" y="800672"/>
                </a:lnTo>
                <a:lnTo>
                  <a:pt x="3574009" y="801805"/>
                </a:lnTo>
                <a:lnTo>
                  <a:pt x="3574094" y="804186"/>
                </a:lnTo>
                <a:lnTo>
                  <a:pt x="3573980" y="807815"/>
                </a:lnTo>
                <a:lnTo>
                  <a:pt x="3573999" y="810206"/>
                </a:lnTo>
                <a:lnTo>
                  <a:pt x="3574132" y="811368"/>
                </a:lnTo>
                <a:lnTo>
                  <a:pt x="3574228" y="813749"/>
                </a:lnTo>
                <a:lnTo>
                  <a:pt x="3574294" y="817350"/>
                </a:lnTo>
                <a:lnTo>
                  <a:pt x="3574361" y="819798"/>
                </a:lnTo>
                <a:lnTo>
                  <a:pt x="3574437" y="821103"/>
                </a:lnTo>
                <a:lnTo>
                  <a:pt x="3574475" y="823484"/>
                </a:lnTo>
                <a:lnTo>
                  <a:pt x="3574475" y="826941"/>
                </a:lnTo>
                <a:lnTo>
                  <a:pt x="3574475" y="829323"/>
                </a:lnTo>
                <a:lnTo>
                  <a:pt x="3574475" y="830628"/>
                </a:lnTo>
                <a:lnTo>
                  <a:pt x="3574475" y="833009"/>
                </a:lnTo>
                <a:lnTo>
                  <a:pt x="3574475" y="836466"/>
                </a:lnTo>
                <a:lnTo>
                  <a:pt x="3574485" y="838857"/>
                </a:lnTo>
                <a:lnTo>
                  <a:pt x="3574513" y="840181"/>
                </a:lnTo>
                <a:lnTo>
                  <a:pt x="3574523" y="842562"/>
                </a:lnTo>
                <a:lnTo>
                  <a:pt x="3574523" y="846001"/>
                </a:lnTo>
                <a:lnTo>
                  <a:pt x="3574523" y="848382"/>
                </a:lnTo>
                <a:lnTo>
                  <a:pt x="3574523" y="849706"/>
                </a:lnTo>
                <a:lnTo>
                  <a:pt x="3574485" y="852087"/>
                </a:lnTo>
                <a:lnTo>
                  <a:pt x="3574428" y="855526"/>
                </a:lnTo>
                <a:lnTo>
                  <a:pt x="3574409" y="857898"/>
                </a:lnTo>
                <a:lnTo>
                  <a:pt x="3574437" y="859184"/>
                </a:lnTo>
                <a:lnTo>
                  <a:pt x="3574456" y="861565"/>
                </a:lnTo>
                <a:lnTo>
                  <a:pt x="3574456" y="865041"/>
                </a:lnTo>
                <a:lnTo>
                  <a:pt x="3574456" y="867423"/>
                </a:lnTo>
                <a:lnTo>
                  <a:pt x="3574456" y="868709"/>
                </a:lnTo>
                <a:lnTo>
                  <a:pt x="3574456" y="871090"/>
                </a:lnTo>
                <a:lnTo>
                  <a:pt x="3574456" y="874566"/>
                </a:lnTo>
                <a:lnTo>
                  <a:pt x="3574447" y="876929"/>
                </a:lnTo>
                <a:lnTo>
                  <a:pt x="3574418" y="878195"/>
                </a:lnTo>
                <a:lnTo>
                  <a:pt x="3574371" y="880577"/>
                </a:lnTo>
                <a:lnTo>
                  <a:pt x="3574304" y="884072"/>
                </a:lnTo>
                <a:lnTo>
                  <a:pt x="3574266" y="886425"/>
                </a:lnTo>
                <a:lnTo>
                  <a:pt x="3574256" y="887616"/>
                </a:lnTo>
                <a:lnTo>
                  <a:pt x="3574256" y="889997"/>
                </a:lnTo>
                <a:lnTo>
                  <a:pt x="3574256" y="893569"/>
                </a:lnTo>
                <a:lnTo>
                  <a:pt x="3574256" y="895950"/>
                </a:lnTo>
                <a:lnTo>
                  <a:pt x="3574266" y="897150"/>
                </a:lnTo>
                <a:lnTo>
                  <a:pt x="3574342" y="899531"/>
                </a:lnTo>
                <a:lnTo>
                  <a:pt x="3574475" y="903094"/>
                </a:lnTo>
                <a:lnTo>
                  <a:pt x="3574532" y="905532"/>
                </a:lnTo>
                <a:lnTo>
                  <a:pt x="3574523" y="906856"/>
                </a:lnTo>
                <a:lnTo>
                  <a:pt x="3574485" y="909237"/>
                </a:lnTo>
                <a:lnTo>
                  <a:pt x="3574428" y="912676"/>
                </a:lnTo>
                <a:lnTo>
                  <a:pt x="3574390" y="915029"/>
                </a:lnTo>
                <a:lnTo>
                  <a:pt x="3574390" y="916286"/>
                </a:lnTo>
                <a:lnTo>
                  <a:pt x="3574361" y="918667"/>
                </a:lnTo>
                <a:lnTo>
                  <a:pt x="3574294" y="922172"/>
                </a:lnTo>
                <a:lnTo>
                  <a:pt x="3574256" y="924516"/>
                </a:lnTo>
                <a:lnTo>
                  <a:pt x="3574247" y="925697"/>
                </a:lnTo>
                <a:lnTo>
                  <a:pt x="3574209" y="928078"/>
                </a:lnTo>
                <a:lnTo>
                  <a:pt x="3574132" y="931659"/>
                </a:lnTo>
                <a:lnTo>
                  <a:pt x="3574113" y="934022"/>
                </a:lnTo>
                <a:lnTo>
                  <a:pt x="3574132" y="935155"/>
                </a:lnTo>
                <a:lnTo>
                  <a:pt x="3574142" y="937536"/>
                </a:lnTo>
                <a:lnTo>
                  <a:pt x="3574142" y="941165"/>
                </a:lnTo>
                <a:lnTo>
                  <a:pt x="3574151" y="943547"/>
                </a:lnTo>
                <a:lnTo>
                  <a:pt x="3574171" y="944699"/>
                </a:lnTo>
                <a:lnTo>
                  <a:pt x="3574180" y="947080"/>
                </a:lnTo>
                <a:lnTo>
                  <a:pt x="3574180" y="950690"/>
                </a:lnTo>
                <a:lnTo>
                  <a:pt x="3574180" y="953081"/>
                </a:lnTo>
                <a:lnTo>
                  <a:pt x="3574190" y="954234"/>
                </a:lnTo>
                <a:lnTo>
                  <a:pt x="3574190" y="956615"/>
                </a:lnTo>
                <a:lnTo>
                  <a:pt x="3574190" y="960225"/>
                </a:lnTo>
                <a:lnTo>
                  <a:pt x="3574209" y="962616"/>
                </a:lnTo>
                <a:lnTo>
                  <a:pt x="3574228" y="963797"/>
                </a:lnTo>
                <a:lnTo>
                  <a:pt x="3574237" y="966178"/>
                </a:lnTo>
                <a:lnTo>
                  <a:pt x="3574237" y="969759"/>
                </a:lnTo>
                <a:lnTo>
                  <a:pt x="3574247" y="972150"/>
                </a:lnTo>
                <a:lnTo>
                  <a:pt x="3574256" y="973341"/>
                </a:lnTo>
                <a:lnTo>
                  <a:pt x="3574294" y="975722"/>
                </a:lnTo>
                <a:lnTo>
                  <a:pt x="3574361" y="979294"/>
                </a:lnTo>
                <a:lnTo>
                  <a:pt x="3574399" y="981704"/>
                </a:lnTo>
                <a:lnTo>
                  <a:pt x="3574390" y="982961"/>
                </a:lnTo>
                <a:lnTo>
                  <a:pt x="3574390" y="985342"/>
                </a:lnTo>
                <a:lnTo>
                  <a:pt x="3574390" y="988847"/>
                </a:lnTo>
                <a:lnTo>
                  <a:pt x="3574390" y="991229"/>
                </a:lnTo>
                <a:lnTo>
                  <a:pt x="3574390" y="992486"/>
                </a:lnTo>
                <a:lnTo>
                  <a:pt x="3574352" y="994867"/>
                </a:lnTo>
                <a:lnTo>
                  <a:pt x="3574275" y="998372"/>
                </a:lnTo>
                <a:lnTo>
                  <a:pt x="3574228" y="1000706"/>
                </a:lnTo>
                <a:lnTo>
                  <a:pt x="3574209" y="1001859"/>
                </a:lnTo>
                <a:lnTo>
                  <a:pt x="3574190" y="1004240"/>
                </a:lnTo>
                <a:lnTo>
                  <a:pt x="3574190" y="1007850"/>
                </a:lnTo>
                <a:lnTo>
                  <a:pt x="3574171" y="1010212"/>
                </a:lnTo>
                <a:lnTo>
                  <a:pt x="3574132" y="1011326"/>
                </a:lnTo>
                <a:lnTo>
                  <a:pt x="3574075" y="1013708"/>
                </a:lnTo>
                <a:lnTo>
                  <a:pt x="3574009" y="1017356"/>
                </a:lnTo>
                <a:lnTo>
                  <a:pt x="3573961" y="1019689"/>
                </a:lnTo>
                <a:lnTo>
                  <a:pt x="3573932" y="1020709"/>
                </a:lnTo>
                <a:lnTo>
                  <a:pt x="3573875" y="1023090"/>
                </a:lnTo>
                <a:lnTo>
                  <a:pt x="3573809" y="1026833"/>
                </a:lnTo>
                <a:lnTo>
                  <a:pt x="3573751" y="1029157"/>
                </a:lnTo>
                <a:lnTo>
                  <a:pt x="3573732" y="1030081"/>
                </a:lnTo>
                <a:lnTo>
                  <a:pt x="3573751" y="1032462"/>
                </a:lnTo>
                <a:lnTo>
                  <a:pt x="3573828" y="1036301"/>
                </a:lnTo>
                <a:lnTo>
                  <a:pt x="3573866" y="1038720"/>
                </a:lnTo>
                <a:lnTo>
                  <a:pt x="3573856" y="1039711"/>
                </a:lnTo>
                <a:lnTo>
                  <a:pt x="3573818" y="1042092"/>
                </a:lnTo>
                <a:lnTo>
                  <a:pt x="3573742" y="1045864"/>
                </a:lnTo>
                <a:lnTo>
                  <a:pt x="3573704" y="1048207"/>
                </a:lnTo>
                <a:lnTo>
                  <a:pt x="3573694" y="1049112"/>
                </a:lnTo>
                <a:lnTo>
                  <a:pt x="3573732" y="1051493"/>
                </a:lnTo>
                <a:lnTo>
                  <a:pt x="3573799" y="1055351"/>
                </a:lnTo>
                <a:lnTo>
                  <a:pt x="3573837" y="1057770"/>
                </a:lnTo>
                <a:lnTo>
                  <a:pt x="3573837" y="1058751"/>
                </a:lnTo>
                <a:lnTo>
                  <a:pt x="3573875" y="1061133"/>
                </a:lnTo>
                <a:lnTo>
                  <a:pt x="3573942" y="1064914"/>
                </a:lnTo>
                <a:lnTo>
                  <a:pt x="3573980" y="1067324"/>
                </a:lnTo>
                <a:lnTo>
                  <a:pt x="3573980" y="1068381"/>
                </a:lnTo>
                <a:lnTo>
                  <a:pt x="3573942" y="1070762"/>
                </a:lnTo>
                <a:lnTo>
                  <a:pt x="3573875" y="1074468"/>
                </a:lnTo>
                <a:lnTo>
                  <a:pt x="3573847" y="1076830"/>
                </a:lnTo>
                <a:lnTo>
                  <a:pt x="3573866" y="1077830"/>
                </a:lnTo>
                <a:lnTo>
                  <a:pt x="3573875" y="1080211"/>
                </a:lnTo>
                <a:lnTo>
                  <a:pt x="3573875" y="1083974"/>
                </a:lnTo>
                <a:lnTo>
                  <a:pt x="3573894" y="1086364"/>
                </a:lnTo>
                <a:lnTo>
                  <a:pt x="3573913" y="1087393"/>
                </a:lnTo>
                <a:lnTo>
                  <a:pt x="3573932" y="1089774"/>
                </a:lnTo>
                <a:lnTo>
                  <a:pt x="3573932" y="1093508"/>
                </a:lnTo>
                <a:lnTo>
                  <a:pt x="3573942" y="1095899"/>
                </a:lnTo>
                <a:lnTo>
                  <a:pt x="3573961" y="1096947"/>
                </a:lnTo>
                <a:lnTo>
                  <a:pt x="3573971" y="1099328"/>
                </a:lnTo>
                <a:lnTo>
                  <a:pt x="3573971" y="1103043"/>
                </a:lnTo>
                <a:lnTo>
                  <a:pt x="3573990" y="1105443"/>
                </a:lnTo>
                <a:lnTo>
                  <a:pt x="3574037" y="1106538"/>
                </a:lnTo>
                <a:lnTo>
                  <a:pt x="3574056" y="1108920"/>
                </a:lnTo>
                <a:lnTo>
                  <a:pt x="3574056" y="1112587"/>
                </a:lnTo>
                <a:lnTo>
                  <a:pt x="3574066" y="1114977"/>
                </a:lnTo>
                <a:lnTo>
                  <a:pt x="3574085" y="1116082"/>
                </a:lnTo>
                <a:lnTo>
                  <a:pt x="3574047" y="1118464"/>
                </a:lnTo>
                <a:lnTo>
                  <a:pt x="3573971" y="1122121"/>
                </a:lnTo>
                <a:lnTo>
                  <a:pt x="3573932" y="1124464"/>
                </a:lnTo>
                <a:lnTo>
                  <a:pt x="3573942" y="1125503"/>
                </a:lnTo>
                <a:lnTo>
                  <a:pt x="3574028" y="1127884"/>
                </a:lnTo>
                <a:lnTo>
                  <a:pt x="3574180" y="1131608"/>
                </a:lnTo>
                <a:lnTo>
                  <a:pt x="3574266" y="1134085"/>
                </a:lnTo>
                <a:lnTo>
                  <a:pt x="3574294" y="1135294"/>
                </a:lnTo>
                <a:lnTo>
                  <a:pt x="3574266" y="1137676"/>
                </a:lnTo>
                <a:lnTo>
                  <a:pt x="3574190" y="1141228"/>
                </a:lnTo>
                <a:lnTo>
                  <a:pt x="3574161" y="1143581"/>
                </a:lnTo>
                <a:lnTo>
                  <a:pt x="3574180" y="1144734"/>
                </a:lnTo>
                <a:lnTo>
                  <a:pt x="3574228" y="1147115"/>
                </a:lnTo>
                <a:lnTo>
                  <a:pt x="3574304" y="1150725"/>
                </a:lnTo>
                <a:lnTo>
                  <a:pt x="3574380" y="1153182"/>
                </a:lnTo>
                <a:lnTo>
                  <a:pt x="3574466" y="1154506"/>
                </a:lnTo>
                <a:lnTo>
                  <a:pt x="3574428" y="1156887"/>
                </a:lnTo>
                <a:lnTo>
                  <a:pt x="3574266" y="1160326"/>
                </a:lnTo>
                <a:lnTo>
                  <a:pt x="3574113" y="1162555"/>
                </a:lnTo>
                <a:lnTo>
                  <a:pt x="3573971" y="1163574"/>
                </a:lnTo>
                <a:lnTo>
                  <a:pt x="3573942" y="1165955"/>
                </a:lnTo>
                <a:lnTo>
                  <a:pt x="3574018" y="1169699"/>
                </a:lnTo>
                <a:lnTo>
                  <a:pt x="3573790" y="1171851"/>
                </a:lnTo>
                <a:lnTo>
                  <a:pt x="3573247" y="1172404"/>
                </a:lnTo>
                <a:lnTo>
                  <a:pt x="3572999" y="1174785"/>
                </a:lnTo>
                <a:lnTo>
                  <a:pt x="3573037" y="1178995"/>
                </a:lnTo>
                <a:lnTo>
                  <a:pt x="3573018" y="1181357"/>
                </a:lnTo>
                <a:lnTo>
                  <a:pt x="3572932" y="1181862"/>
                </a:lnTo>
                <a:lnTo>
                  <a:pt x="3572637" y="1182214"/>
                </a:lnTo>
                <a:lnTo>
                  <a:pt x="3572132" y="1182414"/>
                </a:lnTo>
                <a:lnTo>
                  <a:pt x="3569713" y="1182376"/>
                </a:lnTo>
                <a:lnTo>
                  <a:pt x="3565388" y="1182110"/>
                </a:lnTo>
                <a:lnTo>
                  <a:pt x="3563436" y="1184138"/>
                </a:lnTo>
                <a:lnTo>
                  <a:pt x="3563845" y="1188463"/>
                </a:lnTo>
                <a:lnTo>
                  <a:pt x="3563931" y="1190930"/>
                </a:lnTo>
                <a:lnTo>
                  <a:pt x="3563703" y="1191549"/>
                </a:lnTo>
                <a:lnTo>
                  <a:pt x="3563274" y="1191863"/>
                </a:lnTo>
                <a:lnTo>
                  <a:pt x="3562655" y="1191854"/>
                </a:lnTo>
                <a:lnTo>
                  <a:pt x="3560188" y="1191768"/>
                </a:lnTo>
                <a:lnTo>
                  <a:pt x="3555854" y="1191578"/>
                </a:lnTo>
                <a:lnTo>
                  <a:pt x="3553473" y="1191482"/>
                </a:lnTo>
                <a:lnTo>
                  <a:pt x="3553044" y="1191482"/>
                </a:lnTo>
                <a:lnTo>
                  <a:pt x="3550577" y="1191406"/>
                </a:lnTo>
                <a:lnTo>
                  <a:pt x="3546081" y="1191244"/>
                </a:lnTo>
                <a:lnTo>
                  <a:pt x="3543700" y="1191158"/>
                </a:lnTo>
                <a:lnTo>
                  <a:pt x="3543433" y="1191158"/>
                </a:lnTo>
                <a:lnTo>
                  <a:pt x="3541071" y="1191177"/>
                </a:lnTo>
                <a:lnTo>
                  <a:pt x="3536613" y="1191216"/>
                </a:lnTo>
                <a:lnTo>
                  <a:pt x="3534232" y="1191244"/>
                </a:lnTo>
                <a:lnTo>
                  <a:pt x="3533927" y="1191235"/>
                </a:lnTo>
                <a:lnTo>
                  <a:pt x="3531565" y="1191263"/>
                </a:lnTo>
                <a:lnTo>
                  <a:pt x="3527155" y="1191301"/>
                </a:lnTo>
                <a:lnTo>
                  <a:pt x="3524774" y="1191320"/>
                </a:lnTo>
                <a:lnTo>
                  <a:pt x="3524421" y="1191320"/>
                </a:lnTo>
                <a:lnTo>
                  <a:pt x="3522021" y="1191301"/>
                </a:lnTo>
                <a:lnTo>
                  <a:pt x="3517563" y="1191263"/>
                </a:lnTo>
                <a:lnTo>
                  <a:pt x="3515182" y="1191235"/>
                </a:lnTo>
                <a:lnTo>
                  <a:pt x="3514877" y="1191235"/>
                </a:lnTo>
                <a:lnTo>
                  <a:pt x="3512515" y="1191254"/>
                </a:lnTo>
                <a:lnTo>
                  <a:pt x="3508105" y="1191301"/>
                </a:lnTo>
                <a:lnTo>
                  <a:pt x="3505724" y="1191320"/>
                </a:lnTo>
                <a:lnTo>
                  <a:pt x="3505371" y="1191311"/>
                </a:lnTo>
                <a:lnTo>
                  <a:pt x="3503143" y="1191463"/>
                </a:lnTo>
                <a:lnTo>
                  <a:pt x="3499018" y="1191758"/>
                </a:lnTo>
                <a:lnTo>
                  <a:pt x="3496637" y="1191901"/>
                </a:lnTo>
                <a:lnTo>
                  <a:pt x="3495999" y="1191901"/>
                </a:lnTo>
                <a:lnTo>
                  <a:pt x="3495075" y="1191587"/>
                </a:lnTo>
                <a:lnTo>
                  <a:pt x="3493875" y="1190949"/>
                </a:lnTo>
                <a:lnTo>
                  <a:pt x="3491494" y="1188625"/>
                </a:lnTo>
                <a:lnTo>
                  <a:pt x="3487931" y="1184624"/>
                </a:lnTo>
                <a:lnTo>
                  <a:pt x="3485779" y="1182243"/>
                </a:lnTo>
                <a:lnTo>
                  <a:pt x="3485026" y="1181481"/>
                </a:lnTo>
                <a:lnTo>
                  <a:pt x="3482645" y="1179338"/>
                </a:lnTo>
                <a:lnTo>
                  <a:pt x="3478635" y="1175814"/>
                </a:lnTo>
                <a:lnTo>
                  <a:pt x="3476292" y="1173432"/>
                </a:lnTo>
                <a:lnTo>
                  <a:pt x="3475615" y="1172194"/>
                </a:lnTo>
                <a:lnTo>
                  <a:pt x="3475234" y="1171194"/>
                </a:lnTo>
                <a:lnTo>
                  <a:pt x="3475139" y="1170432"/>
                </a:lnTo>
                <a:lnTo>
                  <a:pt x="3475177" y="1168051"/>
                </a:lnTo>
                <a:lnTo>
                  <a:pt x="3475330" y="1164050"/>
                </a:lnTo>
                <a:lnTo>
                  <a:pt x="3475406" y="1161736"/>
                </a:lnTo>
                <a:lnTo>
                  <a:pt x="3475387" y="1161117"/>
                </a:lnTo>
                <a:lnTo>
                  <a:pt x="3475472" y="1158735"/>
                </a:lnTo>
                <a:lnTo>
                  <a:pt x="3475644" y="1154592"/>
                </a:lnTo>
                <a:lnTo>
                  <a:pt x="3475758" y="1152335"/>
                </a:lnTo>
                <a:lnTo>
                  <a:pt x="3475815" y="1151944"/>
                </a:lnTo>
                <a:lnTo>
                  <a:pt x="3475777" y="1149563"/>
                </a:lnTo>
                <a:lnTo>
                  <a:pt x="3475625" y="1145191"/>
                </a:lnTo>
                <a:lnTo>
                  <a:pt x="3473920" y="1141105"/>
                </a:lnTo>
                <a:lnTo>
                  <a:pt x="3470672" y="1137314"/>
                </a:lnTo>
                <a:lnTo>
                  <a:pt x="3469072" y="1134932"/>
                </a:lnTo>
                <a:lnTo>
                  <a:pt x="3469138" y="1133961"/>
                </a:lnTo>
                <a:lnTo>
                  <a:pt x="3468653" y="1132703"/>
                </a:lnTo>
                <a:lnTo>
                  <a:pt x="3467614" y="1131170"/>
                </a:lnTo>
                <a:lnTo>
                  <a:pt x="3466509" y="1130579"/>
                </a:lnTo>
                <a:lnTo>
                  <a:pt x="3465319" y="1130922"/>
                </a:lnTo>
                <a:lnTo>
                  <a:pt x="3464757" y="1131694"/>
                </a:lnTo>
                <a:lnTo>
                  <a:pt x="3464843" y="1132884"/>
                </a:lnTo>
                <a:lnTo>
                  <a:pt x="3463290" y="1133704"/>
                </a:lnTo>
                <a:lnTo>
                  <a:pt x="3460099" y="1134170"/>
                </a:lnTo>
                <a:lnTo>
                  <a:pt x="3458270" y="1134608"/>
                </a:lnTo>
                <a:lnTo>
                  <a:pt x="3457804" y="1135028"/>
                </a:lnTo>
                <a:lnTo>
                  <a:pt x="3455565" y="1135161"/>
                </a:lnTo>
                <a:lnTo>
                  <a:pt x="3451546" y="1135028"/>
                </a:lnTo>
                <a:lnTo>
                  <a:pt x="3449669" y="1136971"/>
                </a:lnTo>
                <a:lnTo>
                  <a:pt x="3449926" y="1140990"/>
                </a:lnTo>
                <a:lnTo>
                  <a:pt x="3449822" y="1143267"/>
                </a:lnTo>
                <a:lnTo>
                  <a:pt x="3449336" y="1143791"/>
                </a:lnTo>
                <a:lnTo>
                  <a:pt x="3448841" y="1144114"/>
                </a:lnTo>
                <a:lnTo>
                  <a:pt x="3448317" y="1144257"/>
                </a:lnTo>
                <a:lnTo>
                  <a:pt x="3445935" y="1144257"/>
                </a:lnTo>
                <a:lnTo>
                  <a:pt x="3441697" y="1144114"/>
                </a:lnTo>
                <a:lnTo>
                  <a:pt x="3439744" y="1146172"/>
                </a:lnTo>
                <a:lnTo>
                  <a:pt x="3440087" y="1150410"/>
                </a:lnTo>
                <a:lnTo>
                  <a:pt x="3440182" y="1152877"/>
                </a:lnTo>
                <a:lnTo>
                  <a:pt x="3440030" y="1153592"/>
                </a:lnTo>
                <a:lnTo>
                  <a:pt x="3439592" y="1153954"/>
                </a:lnTo>
                <a:lnTo>
                  <a:pt x="3438877" y="1153954"/>
                </a:lnTo>
                <a:lnTo>
                  <a:pt x="3436410" y="1153868"/>
                </a:lnTo>
                <a:lnTo>
                  <a:pt x="3432191" y="1153697"/>
                </a:lnTo>
                <a:lnTo>
                  <a:pt x="3429810" y="1154906"/>
                </a:lnTo>
                <a:lnTo>
                  <a:pt x="3429267" y="1157516"/>
                </a:lnTo>
                <a:lnTo>
                  <a:pt x="3427990" y="1158611"/>
                </a:lnTo>
                <a:lnTo>
                  <a:pt x="3425962" y="1158202"/>
                </a:lnTo>
                <a:lnTo>
                  <a:pt x="3425114" y="1159012"/>
                </a:lnTo>
                <a:lnTo>
                  <a:pt x="3425438" y="1161040"/>
                </a:lnTo>
                <a:lnTo>
                  <a:pt x="3424323" y="1162298"/>
                </a:lnTo>
                <a:lnTo>
                  <a:pt x="3421761" y="1162802"/>
                </a:lnTo>
                <a:lnTo>
                  <a:pt x="3420227" y="1163107"/>
                </a:lnTo>
                <a:lnTo>
                  <a:pt x="3419723" y="1163203"/>
                </a:lnTo>
                <a:lnTo>
                  <a:pt x="3417370" y="1163231"/>
                </a:lnTo>
                <a:lnTo>
                  <a:pt x="3413160" y="1163183"/>
                </a:lnTo>
                <a:lnTo>
                  <a:pt x="3411036" y="1165260"/>
                </a:lnTo>
                <a:lnTo>
                  <a:pt x="3410998" y="1169470"/>
                </a:lnTo>
                <a:lnTo>
                  <a:pt x="3410922" y="1171785"/>
                </a:lnTo>
                <a:lnTo>
                  <a:pt x="3410826" y="1172194"/>
                </a:lnTo>
                <a:lnTo>
                  <a:pt x="3410569" y="1172404"/>
                </a:lnTo>
                <a:lnTo>
                  <a:pt x="3410160" y="1172404"/>
                </a:lnTo>
                <a:lnTo>
                  <a:pt x="3407902" y="1172528"/>
                </a:lnTo>
                <a:lnTo>
                  <a:pt x="3403806" y="1172775"/>
                </a:lnTo>
                <a:lnTo>
                  <a:pt x="3401425" y="1172947"/>
                </a:lnTo>
                <a:lnTo>
                  <a:pt x="3400758" y="1173042"/>
                </a:lnTo>
                <a:lnTo>
                  <a:pt x="3398368" y="1173032"/>
                </a:lnTo>
                <a:lnTo>
                  <a:pt x="3394243" y="1172918"/>
                </a:lnTo>
                <a:lnTo>
                  <a:pt x="3391862" y="1173594"/>
                </a:lnTo>
                <a:lnTo>
                  <a:pt x="3391224" y="1175052"/>
                </a:lnTo>
                <a:lnTo>
                  <a:pt x="3389376" y="1175595"/>
                </a:lnTo>
                <a:lnTo>
                  <a:pt x="3386338" y="1175214"/>
                </a:lnTo>
                <a:lnTo>
                  <a:pt x="3385195" y="1176538"/>
                </a:lnTo>
                <a:lnTo>
                  <a:pt x="3385937" y="1179576"/>
                </a:lnTo>
                <a:lnTo>
                  <a:pt x="3385452" y="1181471"/>
                </a:lnTo>
                <a:lnTo>
                  <a:pt x="3383718" y="1182214"/>
                </a:lnTo>
                <a:lnTo>
                  <a:pt x="3382489" y="1182586"/>
                </a:lnTo>
                <a:lnTo>
                  <a:pt x="3381746" y="1182605"/>
                </a:lnTo>
                <a:lnTo>
                  <a:pt x="3379270" y="1182510"/>
                </a:lnTo>
                <a:lnTo>
                  <a:pt x="3375050" y="1182291"/>
                </a:lnTo>
                <a:lnTo>
                  <a:pt x="3372669" y="1182329"/>
                </a:lnTo>
                <a:lnTo>
                  <a:pt x="3372126" y="1182624"/>
                </a:lnTo>
                <a:lnTo>
                  <a:pt x="3369802" y="1182681"/>
                </a:lnTo>
                <a:lnTo>
                  <a:pt x="3365706" y="1182519"/>
                </a:lnTo>
                <a:lnTo>
                  <a:pt x="3363325" y="1184339"/>
                </a:lnTo>
                <a:lnTo>
                  <a:pt x="3362658" y="1188129"/>
                </a:lnTo>
                <a:lnTo>
                  <a:pt x="3362163" y="1190015"/>
                </a:lnTo>
                <a:lnTo>
                  <a:pt x="3361830" y="1189987"/>
                </a:lnTo>
                <a:lnTo>
                  <a:pt x="3361858" y="1190463"/>
                </a:lnTo>
                <a:lnTo>
                  <a:pt x="3359953" y="1190930"/>
                </a:lnTo>
                <a:lnTo>
                  <a:pt x="3356010" y="1191549"/>
                </a:lnTo>
                <a:lnTo>
                  <a:pt x="3353724" y="1191863"/>
                </a:lnTo>
                <a:lnTo>
                  <a:pt x="3353105" y="1191882"/>
                </a:lnTo>
                <a:lnTo>
                  <a:pt x="3350733" y="1191882"/>
                </a:lnTo>
                <a:lnTo>
                  <a:pt x="3346599" y="1191882"/>
                </a:lnTo>
                <a:lnTo>
                  <a:pt x="3344218" y="1191901"/>
                </a:lnTo>
                <a:lnTo>
                  <a:pt x="3343589" y="1191939"/>
                </a:lnTo>
                <a:lnTo>
                  <a:pt x="3341208" y="1191939"/>
                </a:lnTo>
                <a:lnTo>
                  <a:pt x="3337074" y="1191901"/>
                </a:lnTo>
                <a:lnTo>
                  <a:pt x="3334693" y="1192016"/>
                </a:lnTo>
                <a:lnTo>
                  <a:pt x="3334064" y="1192292"/>
                </a:lnTo>
                <a:lnTo>
                  <a:pt x="3331740" y="1192349"/>
                </a:lnTo>
                <a:lnTo>
                  <a:pt x="3327711" y="1192178"/>
                </a:lnTo>
                <a:lnTo>
                  <a:pt x="3325330" y="1192597"/>
                </a:lnTo>
                <a:lnTo>
                  <a:pt x="3324596" y="1193587"/>
                </a:lnTo>
                <a:lnTo>
                  <a:pt x="3322653" y="1194025"/>
                </a:lnTo>
                <a:lnTo>
                  <a:pt x="3319520" y="1193921"/>
                </a:lnTo>
                <a:lnTo>
                  <a:pt x="3317396" y="1195445"/>
                </a:lnTo>
                <a:lnTo>
                  <a:pt x="3316281" y="1198578"/>
                </a:lnTo>
                <a:lnTo>
                  <a:pt x="3315529" y="1200207"/>
                </a:lnTo>
                <a:lnTo>
                  <a:pt x="3315119" y="1200312"/>
                </a:lnTo>
                <a:lnTo>
                  <a:pt x="3314862" y="1200369"/>
                </a:lnTo>
                <a:lnTo>
                  <a:pt x="3312671" y="1200664"/>
                </a:lnTo>
                <a:lnTo>
                  <a:pt x="3308604" y="1201255"/>
                </a:lnTo>
                <a:lnTo>
                  <a:pt x="3306223" y="1201550"/>
                </a:lnTo>
                <a:lnTo>
                  <a:pt x="3305527" y="1201550"/>
                </a:lnTo>
                <a:lnTo>
                  <a:pt x="3303108" y="1201512"/>
                </a:lnTo>
                <a:lnTo>
                  <a:pt x="3298974" y="1201445"/>
                </a:lnTo>
                <a:lnTo>
                  <a:pt x="3296593" y="1201407"/>
                </a:lnTo>
                <a:lnTo>
                  <a:pt x="3295964" y="1201417"/>
                </a:lnTo>
                <a:lnTo>
                  <a:pt x="3293602" y="1201436"/>
                </a:lnTo>
                <a:lnTo>
                  <a:pt x="3289506" y="1201464"/>
                </a:lnTo>
                <a:lnTo>
                  <a:pt x="3287125" y="1201484"/>
                </a:lnTo>
                <a:lnTo>
                  <a:pt x="3286458" y="1201484"/>
                </a:lnTo>
                <a:lnTo>
                  <a:pt x="3284058" y="1201464"/>
                </a:lnTo>
                <a:lnTo>
                  <a:pt x="3279934" y="1201436"/>
                </a:lnTo>
                <a:lnTo>
                  <a:pt x="3277553" y="1201417"/>
                </a:lnTo>
                <a:lnTo>
                  <a:pt x="3276914" y="1201417"/>
                </a:lnTo>
                <a:lnTo>
                  <a:pt x="3274552" y="1201436"/>
                </a:lnTo>
                <a:lnTo>
                  <a:pt x="3270466" y="1201474"/>
                </a:lnTo>
                <a:lnTo>
                  <a:pt x="3268085" y="1201493"/>
                </a:lnTo>
                <a:lnTo>
                  <a:pt x="3267408" y="1201493"/>
                </a:lnTo>
                <a:lnTo>
                  <a:pt x="3265027" y="1201493"/>
                </a:lnTo>
                <a:lnTo>
                  <a:pt x="3260941" y="1201493"/>
                </a:lnTo>
                <a:lnTo>
                  <a:pt x="3258560" y="1201493"/>
                </a:lnTo>
                <a:lnTo>
                  <a:pt x="3257883" y="1201493"/>
                </a:lnTo>
                <a:lnTo>
                  <a:pt x="3255559" y="1201550"/>
                </a:lnTo>
                <a:lnTo>
                  <a:pt x="3251568" y="1201655"/>
                </a:lnTo>
                <a:lnTo>
                  <a:pt x="3249187" y="1201703"/>
                </a:lnTo>
                <a:lnTo>
                  <a:pt x="3248416" y="1201703"/>
                </a:lnTo>
                <a:lnTo>
                  <a:pt x="3245758" y="1201426"/>
                </a:lnTo>
                <a:lnTo>
                  <a:pt x="3241224" y="1200883"/>
                </a:lnTo>
                <a:lnTo>
                  <a:pt x="3238843" y="1200607"/>
                </a:lnTo>
                <a:lnTo>
                  <a:pt x="3238014" y="1200493"/>
                </a:lnTo>
                <a:lnTo>
                  <a:pt x="3237052" y="1200264"/>
                </a:lnTo>
                <a:lnTo>
                  <a:pt x="3234671" y="1198512"/>
                </a:lnTo>
                <a:lnTo>
                  <a:pt x="3230870" y="1195245"/>
                </a:lnTo>
                <a:lnTo>
                  <a:pt x="3227337" y="1193616"/>
                </a:lnTo>
                <a:lnTo>
                  <a:pt x="3224070" y="1193616"/>
                </a:lnTo>
                <a:lnTo>
                  <a:pt x="3221688" y="1193225"/>
                </a:lnTo>
                <a:lnTo>
                  <a:pt x="3220193" y="1192454"/>
                </a:lnTo>
                <a:lnTo>
                  <a:pt x="3217555" y="1192197"/>
                </a:lnTo>
                <a:lnTo>
                  <a:pt x="3213773" y="1192454"/>
                </a:lnTo>
                <a:lnTo>
                  <a:pt x="3211392" y="1192406"/>
                </a:lnTo>
                <a:lnTo>
                  <a:pt x="3210411" y="1192054"/>
                </a:lnTo>
                <a:lnTo>
                  <a:pt x="3207896" y="1191920"/>
                </a:lnTo>
                <a:lnTo>
                  <a:pt x="3203839" y="1191997"/>
                </a:lnTo>
                <a:lnTo>
                  <a:pt x="3201457" y="1191987"/>
                </a:lnTo>
                <a:lnTo>
                  <a:pt x="3200752" y="1191892"/>
                </a:lnTo>
                <a:lnTo>
                  <a:pt x="3198076" y="1191597"/>
                </a:lnTo>
                <a:lnTo>
                  <a:pt x="3193418" y="1191092"/>
                </a:lnTo>
                <a:lnTo>
                  <a:pt x="3191037" y="1190835"/>
                </a:lnTo>
                <a:lnTo>
                  <a:pt x="3188237" y="1188596"/>
                </a:lnTo>
                <a:lnTo>
                  <a:pt x="3183646" y="1184539"/>
                </a:lnTo>
                <a:lnTo>
                  <a:pt x="3179474" y="1182662"/>
                </a:lnTo>
                <a:lnTo>
                  <a:pt x="3175721" y="1182967"/>
                </a:lnTo>
                <a:lnTo>
                  <a:pt x="3173339" y="1182948"/>
                </a:lnTo>
                <a:lnTo>
                  <a:pt x="3172330" y="1182595"/>
                </a:lnTo>
                <a:lnTo>
                  <a:pt x="3170958" y="1182100"/>
                </a:lnTo>
                <a:lnTo>
                  <a:pt x="3169225" y="1181433"/>
                </a:lnTo>
                <a:lnTo>
                  <a:pt x="3166843" y="1179366"/>
                </a:lnTo>
                <a:lnTo>
                  <a:pt x="3163814" y="1175890"/>
                </a:lnTo>
                <a:lnTo>
                  <a:pt x="3160719" y="1174309"/>
                </a:lnTo>
                <a:lnTo>
                  <a:pt x="3157557" y="1174613"/>
                </a:lnTo>
                <a:lnTo>
                  <a:pt x="3155175" y="1174271"/>
                </a:lnTo>
                <a:lnTo>
                  <a:pt x="3153575" y="1173280"/>
                </a:lnTo>
                <a:lnTo>
                  <a:pt x="3152127" y="1172480"/>
                </a:lnTo>
                <a:lnTo>
                  <a:pt x="3150841" y="1171880"/>
                </a:lnTo>
                <a:lnTo>
                  <a:pt x="3148460" y="1169670"/>
                </a:lnTo>
                <a:lnTo>
                  <a:pt x="3144984" y="1165850"/>
                </a:lnTo>
                <a:lnTo>
                  <a:pt x="3141602" y="1164203"/>
                </a:lnTo>
                <a:lnTo>
                  <a:pt x="3138307" y="1164727"/>
                </a:lnTo>
                <a:lnTo>
                  <a:pt x="3135925" y="1164603"/>
                </a:lnTo>
                <a:lnTo>
                  <a:pt x="3134458" y="1163831"/>
                </a:lnTo>
                <a:lnTo>
                  <a:pt x="3133363" y="1163098"/>
                </a:lnTo>
                <a:lnTo>
                  <a:pt x="3132630" y="1162402"/>
                </a:lnTo>
                <a:lnTo>
                  <a:pt x="3130248" y="1159964"/>
                </a:lnTo>
                <a:lnTo>
                  <a:pt x="3126219" y="1155792"/>
                </a:lnTo>
                <a:lnTo>
                  <a:pt x="3123829" y="1153411"/>
                </a:lnTo>
                <a:lnTo>
                  <a:pt x="3123086" y="1152820"/>
                </a:lnTo>
                <a:lnTo>
                  <a:pt x="3120704" y="1150601"/>
                </a:lnTo>
                <a:lnTo>
                  <a:pt x="3116685" y="1146753"/>
                </a:lnTo>
                <a:lnTo>
                  <a:pt x="3114189" y="1144372"/>
                </a:lnTo>
                <a:lnTo>
                  <a:pt x="3113208" y="1143457"/>
                </a:lnTo>
                <a:lnTo>
                  <a:pt x="3110827" y="1141066"/>
                </a:lnTo>
                <a:lnTo>
                  <a:pt x="3107045" y="1137190"/>
                </a:lnTo>
                <a:lnTo>
                  <a:pt x="3104779" y="1134809"/>
                </a:lnTo>
                <a:lnTo>
                  <a:pt x="3104045" y="1133923"/>
                </a:lnTo>
                <a:lnTo>
                  <a:pt x="3101664" y="1131522"/>
                </a:lnTo>
                <a:lnTo>
                  <a:pt x="3097635" y="1127608"/>
                </a:lnTo>
                <a:lnTo>
                  <a:pt x="3095254" y="1125226"/>
                </a:lnTo>
                <a:lnTo>
                  <a:pt x="3094520" y="1124379"/>
                </a:lnTo>
                <a:lnTo>
                  <a:pt x="3093672" y="1123102"/>
                </a:lnTo>
                <a:lnTo>
                  <a:pt x="3092710" y="1121407"/>
                </a:lnTo>
                <a:lnTo>
                  <a:pt x="3092463" y="1119026"/>
                </a:lnTo>
                <a:lnTo>
                  <a:pt x="3092929" y="1115959"/>
                </a:lnTo>
                <a:lnTo>
                  <a:pt x="3091396" y="1112701"/>
                </a:lnTo>
                <a:lnTo>
                  <a:pt x="3087862" y="1109243"/>
                </a:lnTo>
                <a:lnTo>
                  <a:pt x="3085814" y="1106862"/>
                </a:lnTo>
                <a:lnTo>
                  <a:pt x="3085252" y="1105557"/>
                </a:lnTo>
                <a:lnTo>
                  <a:pt x="3084157" y="1103805"/>
                </a:lnTo>
                <a:lnTo>
                  <a:pt x="3082538" y="1101623"/>
                </a:lnTo>
                <a:lnTo>
                  <a:pt x="3082004" y="1099242"/>
                </a:lnTo>
                <a:lnTo>
                  <a:pt x="3082557" y="1096661"/>
                </a:lnTo>
                <a:lnTo>
                  <a:pt x="3081271" y="1094127"/>
                </a:lnTo>
                <a:lnTo>
                  <a:pt x="3078137" y="1091641"/>
                </a:lnTo>
                <a:lnTo>
                  <a:pt x="3076270" y="1089260"/>
                </a:lnTo>
                <a:lnTo>
                  <a:pt x="3075670" y="1086983"/>
                </a:lnTo>
                <a:lnTo>
                  <a:pt x="3075289" y="1085469"/>
                </a:lnTo>
                <a:lnTo>
                  <a:pt x="3075118" y="1084697"/>
                </a:lnTo>
                <a:lnTo>
                  <a:pt x="3075156" y="1082316"/>
                </a:lnTo>
                <a:lnTo>
                  <a:pt x="3075403" y="1078325"/>
                </a:lnTo>
                <a:lnTo>
                  <a:pt x="3075108" y="1075639"/>
                </a:lnTo>
                <a:lnTo>
                  <a:pt x="3074260" y="1074277"/>
                </a:lnTo>
                <a:lnTo>
                  <a:pt x="3073956" y="1071896"/>
                </a:lnTo>
                <a:lnTo>
                  <a:pt x="3074184" y="1068495"/>
                </a:lnTo>
                <a:lnTo>
                  <a:pt x="3072489" y="1065486"/>
                </a:lnTo>
                <a:lnTo>
                  <a:pt x="3068860" y="1062847"/>
                </a:lnTo>
                <a:lnTo>
                  <a:pt x="3066679" y="1060466"/>
                </a:lnTo>
                <a:lnTo>
                  <a:pt x="3065926" y="1058342"/>
                </a:lnTo>
                <a:lnTo>
                  <a:pt x="3065545" y="1056894"/>
                </a:lnTo>
                <a:lnTo>
                  <a:pt x="3065536" y="1056132"/>
                </a:lnTo>
                <a:lnTo>
                  <a:pt x="3065564" y="1053751"/>
                </a:lnTo>
                <a:lnTo>
                  <a:pt x="3065640" y="1049750"/>
                </a:lnTo>
                <a:lnTo>
                  <a:pt x="3065669" y="1047398"/>
                </a:lnTo>
                <a:lnTo>
                  <a:pt x="3065659" y="1046702"/>
                </a:lnTo>
                <a:lnTo>
                  <a:pt x="3065650" y="1044321"/>
                </a:lnTo>
                <a:lnTo>
                  <a:pt x="3065650" y="1040254"/>
                </a:lnTo>
                <a:lnTo>
                  <a:pt x="3065650" y="1037873"/>
                </a:lnTo>
                <a:lnTo>
                  <a:pt x="3065650" y="1037177"/>
                </a:lnTo>
                <a:lnTo>
                  <a:pt x="3065650" y="1034796"/>
                </a:lnTo>
                <a:lnTo>
                  <a:pt x="3065650" y="1030729"/>
                </a:lnTo>
                <a:lnTo>
                  <a:pt x="3065650" y="1028348"/>
                </a:lnTo>
                <a:lnTo>
                  <a:pt x="3065650" y="1027652"/>
                </a:lnTo>
                <a:lnTo>
                  <a:pt x="3065650" y="1025271"/>
                </a:lnTo>
                <a:lnTo>
                  <a:pt x="3065650" y="1021204"/>
                </a:lnTo>
                <a:lnTo>
                  <a:pt x="3065650" y="1018832"/>
                </a:lnTo>
                <a:lnTo>
                  <a:pt x="3065659" y="1018137"/>
                </a:lnTo>
                <a:lnTo>
                  <a:pt x="3065631" y="1015756"/>
                </a:lnTo>
                <a:lnTo>
                  <a:pt x="3065555" y="1011688"/>
                </a:lnTo>
                <a:lnTo>
                  <a:pt x="3065526" y="1009279"/>
                </a:lnTo>
                <a:lnTo>
                  <a:pt x="3065545" y="1008526"/>
                </a:lnTo>
                <a:lnTo>
                  <a:pt x="3065507" y="1006145"/>
                </a:lnTo>
                <a:lnTo>
                  <a:pt x="3065402" y="1002135"/>
                </a:lnTo>
                <a:lnTo>
                  <a:pt x="3065364" y="999706"/>
                </a:lnTo>
                <a:lnTo>
                  <a:pt x="3065383" y="998877"/>
                </a:lnTo>
                <a:lnTo>
                  <a:pt x="3065802" y="997172"/>
                </a:lnTo>
                <a:lnTo>
                  <a:pt x="3066631" y="994601"/>
                </a:lnTo>
                <a:lnTo>
                  <a:pt x="3068660" y="994239"/>
                </a:lnTo>
                <a:lnTo>
                  <a:pt x="3071879" y="996105"/>
                </a:lnTo>
                <a:lnTo>
                  <a:pt x="3073365" y="995429"/>
                </a:lnTo>
                <a:lnTo>
                  <a:pt x="3073127" y="992210"/>
                </a:lnTo>
                <a:lnTo>
                  <a:pt x="3073689" y="990390"/>
                </a:lnTo>
                <a:lnTo>
                  <a:pt x="3075061" y="989981"/>
                </a:lnTo>
                <a:lnTo>
                  <a:pt x="3075680" y="987600"/>
                </a:lnTo>
                <a:lnTo>
                  <a:pt x="3075527" y="983247"/>
                </a:lnTo>
                <a:lnTo>
                  <a:pt x="3075575" y="980913"/>
                </a:lnTo>
                <a:lnTo>
                  <a:pt x="3075813" y="980599"/>
                </a:lnTo>
                <a:lnTo>
                  <a:pt x="3075756" y="978218"/>
                </a:lnTo>
                <a:lnTo>
                  <a:pt x="3075403" y="973769"/>
                </a:lnTo>
                <a:lnTo>
                  <a:pt x="3075251" y="971236"/>
                </a:lnTo>
                <a:lnTo>
                  <a:pt x="3075289" y="970607"/>
                </a:lnTo>
                <a:lnTo>
                  <a:pt x="3075632" y="968407"/>
                </a:lnTo>
                <a:lnTo>
                  <a:pt x="3076261" y="964644"/>
                </a:lnTo>
                <a:lnTo>
                  <a:pt x="3077004" y="963006"/>
                </a:lnTo>
                <a:lnTo>
                  <a:pt x="3077870" y="963511"/>
                </a:lnTo>
                <a:lnTo>
                  <a:pt x="3078309" y="963320"/>
                </a:lnTo>
                <a:lnTo>
                  <a:pt x="3078309" y="962454"/>
                </a:lnTo>
                <a:lnTo>
                  <a:pt x="3080099" y="961873"/>
                </a:lnTo>
                <a:lnTo>
                  <a:pt x="3083690" y="961568"/>
                </a:lnTo>
                <a:lnTo>
                  <a:pt x="3085395" y="959187"/>
                </a:lnTo>
                <a:lnTo>
                  <a:pt x="3085214" y="954729"/>
                </a:lnTo>
                <a:lnTo>
                  <a:pt x="3085157" y="952290"/>
                </a:lnTo>
                <a:lnTo>
                  <a:pt x="3085233" y="951881"/>
                </a:lnTo>
                <a:lnTo>
                  <a:pt x="3085481" y="950643"/>
                </a:lnTo>
                <a:lnTo>
                  <a:pt x="3085890" y="948595"/>
                </a:lnTo>
                <a:lnTo>
                  <a:pt x="3087548" y="947871"/>
                </a:lnTo>
                <a:lnTo>
                  <a:pt x="3090453" y="948471"/>
                </a:lnTo>
                <a:lnTo>
                  <a:pt x="3091805" y="947328"/>
                </a:lnTo>
                <a:lnTo>
                  <a:pt x="3091634" y="944423"/>
                </a:lnTo>
                <a:lnTo>
                  <a:pt x="3092415" y="942823"/>
                </a:lnTo>
                <a:lnTo>
                  <a:pt x="3094149" y="942518"/>
                </a:lnTo>
                <a:lnTo>
                  <a:pt x="3094863" y="940137"/>
                </a:lnTo>
                <a:lnTo>
                  <a:pt x="3094558" y="935679"/>
                </a:lnTo>
                <a:lnTo>
                  <a:pt x="3094415" y="933155"/>
                </a:lnTo>
                <a:lnTo>
                  <a:pt x="3094425" y="932555"/>
                </a:lnTo>
                <a:lnTo>
                  <a:pt x="3094730" y="932174"/>
                </a:lnTo>
                <a:lnTo>
                  <a:pt x="3095330" y="932012"/>
                </a:lnTo>
                <a:lnTo>
                  <a:pt x="3097816" y="932117"/>
                </a:lnTo>
                <a:lnTo>
                  <a:pt x="3102188" y="932488"/>
                </a:lnTo>
                <a:lnTo>
                  <a:pt x="3104236" y="930488"/>
                </a:lnTo>
                <a:lnTo>
                  <a:pt x="3103950" y="926116"/>
                </a:lnTo>
                <a:lnTo>
                  <a:pt x="3103883" y="923658"/>
                </a:lnTo>
                <a:lnTo>
                  <a:pt x="3104026" y="923134"/>
                </a:lnTo>
                <a:lnTo>
                  <a:pt x="3104359" y="922763"/>
                </a:lnTo>
                <a:lnTo>
                  <a:pt x="3104883" y="922544"/>
                </a:lnTo>
                <a:lnTo>
                  <a:pt x="3107284" y="922553"/>
                </a:lnTo>
                <a:lnTo>
                  <a:pt x="3111560" y="922811"/>
                </a:lnTo>
                <a:lnTo>
                  <a:pt x="3113665" y="920810"/>
                </a:lnTo>
                <a:lnTo>
                  <a:pt x="3113608" y="916534"/>
                </a:lnTo>
                <a:lnTo>
                  <a:pt x="3113665" y="914210"/>
                </a:lnTo>
                <a:lnTo>
                  <a:pt x="3113837" y="913838"/>
                </a:lnTo>
                <a:lnTo>
                  <a:pt x="3114113" y="913571"/>
                </a:lnTo>
                <a:lnTo>
                  <a:pt x="3114485" y="913419"/>
                </a:lnTo>
                <a:lnTo>
                  <a:pt x="3116961" y="913514"/>
                </a:lnTo>
                <a:lnTo>
                  <a:pt x="3121533" y="913848"/>
                </a:lnTo>
                <a:lnTo>
                  <a:pt x="3123629" y="911733"/>
                </a:lnTo>
                <a:lnTo>
                  <a:pt x="3123238" y="907161"/>
                </a:lnTo>
                <a:lnTo>
                  <a:pt x="3123124" y="904665"/>
                </a:lnTo>
                <a:lnTo>
                  <a:pt x="3123286" y="904246"/>
                </a:lnTo>
                <a:lnTo>
                  <a:pt x="3123571" y="904018"/>
                </a:lnTo>
                <a:lnTo>
                  <a:pt x="3123990" y="903970"/>
                </a:lnTo>
                <a:lnTo>
                  <a:pt x="3126438" y="904037"/>
                </a:lnTo>
                <a:lnTo>
                  <a:pt x="3130906" y="904208"/>
                </a:lnTo>
                <a:lnTo>
                  <a:pt x="3132963" y="902056"/>
                </a:lnTo>
                <a:lnTo>
                  <a:pt x="3132582" y="897588"/>
                </a:lnTo>
                <a:lnTo>
                  <a:pt x="3132420" y="895036"/>
                </a:lnTo>
                <a:lnTo>
                  <a:pt x="3132449" y="894407"/>
                </a:lnTo>
                <a:lnTo>
                  <a:pt x="3132782" y="894093"/>
                </a:lnTo>
                <a:lnTo>
                  <a:pt x="3133411" y="894102"/>
                </a:lnTo>
                <a:lnTo>
                  <a:pt x="3135925" y="894245"/>
                </a:lnTo>
                <a:lnTo>
                  <a:pt x="3140335" y="894512"/>
                </a:lnTo>
                <a:lnTo>
                  <a:pt x="3142717" y="894283"/>
                </a:lnTo>
                <a:lnTo>
                  <a:pt x="3143069" y="893569"/>
                </a:lnTo>
                <a:lnTo>
                  <a:pt x="3145155" y="893264"/>
                </a:lnTo>
                <a:lnTo>
                  <a:pt x="3148955" y="893369"/>
                </a:lnTo>
                <a:lnTo>
                  <a:pt x="3150746" y="891530"/>
                </a:lnTo>
                <a:lnTo>
                  <a:pt x="3150537" y="887730"/>
                </a:lnTo>
                <a:lnTo>
                  <a:pt x="3150822" y="885625"/>
                </a:lnTo>
                <a:lnTo>
                  <a:pt x="3151594" y="885234"/>
                </a:lnTo>
                <a:lnTo>
                  <a:pt x="3152184" y="885015"/>
                </a:lnTo>
                <a:lnTo>
                  <a:pt x="3152575" y="884987"/>
                </a:lnTo>
                <a:lnTo>
                  <a:pt x="3155032" y="885053"/>
                </a:lnTo>
                <a:lnTo>
                  <a:pt x="3159547" y="885234"/>
                </a:lnTo>
                <a:lnTo>
                  <a:pt x="3161929" y="884749"/>
                </a:lnTo>
                <a:lnTo>
                  <a:pt x="3162176" y="883596"/>
                </a:lnTo>
                <a:lnTo>
                  <a:pt x="3163805" y="882844"/>
                </a:lnTo>
                <a:lnTo>
                  <a:pt x="3166815" y="882491"/>
                </a:lnTo>
                <a:lnTo>
                  <a:pt x="3168005" y="880815"/>
                </a:lnTo>
                <a:lnTo>
                  <a:pt x="3167377" y="877805"/>
                </a:lnTo>
                <a:lnTo>
                  <a:pt x="3167996" y="876043"/>
                </a:lnTo>
                <a:lnTo>
                  <a:pt x="3169863" y="875528"/>
                </a:lnTo>
                <a:lnTo>
                  <a:pt x="3171053" y="875271"/>
                </a:lnTo>
                <a:lnTo>
                  <a:pt x="3171568" y="875252"/>
                </a:lnTo>
                <a:lnTo>
                  <a:pt x="3174111" y="875424"/>
                </a:lnTo>
                <a:lnTo>
                  <a:pt x="3178683" y="875757"/>
                </a:lnTo>
                <a:lnTo>
                  <a:pt x="3181064" y="875833"/>
                </a:lnTo>
                <a:lnTo>
                  <a:pt x="3181255" y="875652"/>
                </a:lnTo>
                <a:lnTo>
                  <a:pt x="3183503" y="875528"/>
                </a:lnTo>
                <a:lnTo>
                  <a:pt x="3187817" y="875443"/>
                </a:lnTo>
                <a:lnTo>
                  <a:pt x="3189665" y="873242"/>
                </a:lnTo>
                <a:lnTo>
                  <a:pt x="3189037" y="868928"/>
                </a:lnTo>
                <a:lnTo>
                  <a:pt x="3188970" y="866489"/>
                </a:lnTo>
                <a:lnTo>
                  <a:pt x="3189475" y="865908"/>
                </a:lnTo>
                <a:lnTo>
                  <a:pt x="3190008" y="865622"/>
                </a:lnTo>
                <a:lnTo>
                  <a:pt x="3190589" y="865632"/>
                </a:lnTo>
                <a:lnTo>
                  <a:pt x="3193066" y="865727"/>
                </a:lnTo>
                <a:lnTo>
                  <a:pt x="3197447" y="865918"/>
                </a:lnTo>
                <a:lnTo>
                  <a:pt x="3199829" y="866003"/>
                </a:lnTo>
                <a:lnTo>
                  <a:pt x="3200210" y="865984"/>
                </a:lnTo>
                <a:lnTo>
                  <a:pt x="3202667" y="866061"/>
                </a:lnTo>
                <a:lnTo>
                  <a:pt x="3207191" y="866223"/>
                </a:lnTo>
                <a:lnTo>
                  <a:pt x="3209573" y="866251"/>
                </a:lnTo>
                <a:lnTo>
                  <a:pt x="3209811" y="866137"/>
                </a:lnTo>
                <a:lnTo>
                  <a:pt x="3212135" y="866089"/>
                </a:lnTo>
                <a:lnTo>
                  <a:pt x="3216554" y="866089"/>
                </a:lnTo>
                <a:lnTo>
                  <a:pt x="3218936" y="865384"/>
                </a:lnTo>
                <a:lnTo>
                  <a:pt x="3219279" y="863984"/>
                </a:lnTo>
                <a:lnTo>
                  <a:pt x="3220622" y="862946"/>
                </a:lnTo>
                <a:lnTo>
                  <a:pt x="3222955" y="862260"/>
                </a:lnTo>
                <a:lnTo>
                  <a:pt x="3223755" y="860755"/>
                </a:lnTo>
                <a:lnTo>
                  <a:pt x="3223031" y="858422"/>
                </a:lnTo>
                <a:lnTo>
                  <a:pt x="3223908" y="856917"/>
                </a:lnTo>
                <a:lnTo>
                  <a:pt x="3226403" y="856250"/>
                </a:lnTo>
                <a:lnTo>
                  <a:pt x="3227975" y="855926"/>
                </a:lnTo>
                <a:lnTo>
                  <a:pt x="3228642" y="855917"/>
                </a:lnTo>
                <a:lnTo>
                  <a:pt x="3231128" y="856021"/>
                </a:lnTo>
                <a:lnTo>
                  <a:pt x="3235442" y="856240"/>
                </a:lnTo>
                <a:lnTo>
                  <a:pt x="3237824" y="856317"/>
                </a:lnTo>
                <a:lnTo>
                  <a:pt x="3238271" y="856259"/>
                </a:lnTo>
                <a:lnTo>
                  <a:pt x="3240691" y="856288"/>
                </a:lnTo>
                <a:lnTo>
                  <a:pt x="3245072" y="856421"/>
                </a:lnTo>
                <a:lnTo>
                  <a:pt x="3247454" y="856450"/>
                </a:lnTo>
                <a:lnTo>
                  <a:pt x="3247835" y="856393"/>
                </a:lnTo>
                <a:lnTo>
                  <a:pt x="3250292" y="856469"/>
                </a:lnTo>
                <a:lnTo>
                  <a:pt x="3254816" y="856679"/>
                </a:lnTo>
                <a:lnTo>
                  <a:pt x="3257198" y="856726"/>
                </a:lnTo>
                <a:lnTo>
                  <a:pt x="3257436" y="856621"/>
                </a:lnTo>
                <a:lnTo>
                  <a:pt x="3259722" y="856526"/>
                </a:lnTo>
                <a:lnTo>
                  <a:pt x="3264065" y="856450"/>
                </a:lnTo>
                <a:lnTo>
                  <a:pt x="3266446" y="856012"/>
                </a:lnTo>
                <a:lnTo>
                  <a:pt x="3266865" y="855193"/>
                </a:lnTo>
                <a:lnTo>
                  <a:pt x="3268837" y="854783"/>
                </a:lnTo>
                <a:lnTo>
                  <a:pt x="3272371" y="854783"/>
                </a:lnTo>
                <a:lnTo>
                  <a:pt x="3273457" y="853021"/>
                </a:lnTo>
                <a:lnTo>
                  <a:pt x="3272104" y="849487"/>
                </a:lnTo>
                <a:lnTo>
                  <a:pt x="3272390" y="847392"/>
                </a:lnTo>
                <a:lnTo>
                  <a:pt x="3274314" y="846725"/>
                </a:lnTo>
                <a:lnTo>
                  <a:pt x="3275600" y="846401"/>
                </a:lnTo>
                <a:lnTo>
                  <a:pt x="3276267" y="846401"/>
                </a:lnTo>
                <a:lnTo>
                  <a:pt x="3278648" y="846401"/>
                </a:lnTo>
                <a:lnTo>
                  <a:pt x="3282744" y="846401"/>
                </a:lnTo>
                <a:lnTo>
                  <a:pt x="3285125" y="846401"/>
                </a:lnTo>
                <a:lnTo>
                  <a:pt x="3285792" y="846401"/>
                </a:lnTo>
                <a:lnTo>
                  <a:pt x="3288211" y="846430"/>
                </a:lnTo>
                <a:lnTo>
                  <a:pt x="3292373" y="846496"/>
                </a:lnTo>
                <a:lnTo>
                  <a:pt x="3294755" y="846534"/>
                </a:lnTo>
                <a:lnTo>
                  <a:pt x="3295355" y="846525"/>
                </a:lnTo>
                <a:lnTo>
                  <a:pt x="3297746" y="846544"/>
                </a:lnTo>
                <a:lnTo>
                  <a:pt x="3301946" y="846582"/>
                </a:lnTo>
                <a:lnTo>
                  <a:pt x="3304327" y="846592"/>
                </a:lnTo>
                <a:lnTo>
                  <a:pt x="3304889" y="846592"/>
                </a:lnTo>
                <a:lnTo>
                  <a:pt x="3307271" y="846582"/>
                </a:lnTo>
                <a:lnTo>
                  <a:pt x="3311462" y="846582"/>
                </a:lnTo>
                <a:lnTo>
                  <a:pt x="3313843" y="846582"/>
                </a:lnTo>
                <a:lnTo>
                  <a:pt x="3314414" y="846572"/>
                </a:lnTo>
                <a:lnTo>
                  <a:pt x="3316796" y="846563"/>
                </a:lnTo>
                <a:lnTo>
                  <a:pt x="3320977" y="846563"/>
                </a:lnTo>
                <a:lnTo>
                  <a:pt x="3323358" y="846563"/>
                </a:lnTo>
                <a:lnTo>
                  <a:pt x="3323939" y="846553"/>
                </a:lnTo>
                <a:lnTo>
                  <a:pt x="3326292" y="846534"/>
                </a:lnTo>
                <a:lnTo>
                  <a:pt x="3330435" y="846496"/>
                </a:lnTo>
                <a:lnTo>
                  <a:pt x="3332817" y="846477"/>
                </a:lnTo>
                <a:lnTo>
                  <a:pt x="3333436" y="846468"/>
                </a:lnTo>
                <a:lnTo>
                  <a:pt x="3335817" y="846468"/>
                </a:lnTo>
                <a:lnTo>
                  <a:pt x="3339951" y="846468"/>
                </a:lnTo>
                <a:lnTo>
                  <a:pt x="3342332" y="846458"/>
                </a:lnTo>
                <a:lnTo>
                  <a:pt x="3342961" y="846458"/>
                </a:lnTo>
                <a:lnTo>
                  <a:pt x="3345361" y="846477"/>
                </a:lnTo>
                <a:lnTo>
                  <a:pt x="3349523" y="846515"/>
                </a:lnTo>
                <a:lnTo>
                  <a:pt x="3351905" y="846525"/>
                </a:lnTo>
                <a:lnTo>
                  <a:pt x="3352505" y="846525"/>
                </a:lnTo>
                <a:lnTo>
                  <a:pt x="3354915" y="846563"/>
                </a:lnTo>
                <a:lnTo>
                  <a:pt x="3359153" y="846639"/>
                </a:lnTo>
                <a:lnTo>
                  <a:pt x="3361534" y="846677"/>
                </a:lnTo>
                <a:lnTo>
                  <a:pt x="3362058" y="846677"/>
                </a:lnTo>
                <a:lnTo>
                  <a:pt x="3364421" y="846658"/>
                </a:lnTo>
                <a:lnTo>
                  <a:pt x="3368621" y="846611"/>
                </a:lnTo>
                <a:lnTo>
                  <a:pt x="3371002" y="846592"/>
                </a:lnTo>
                <a:lnTo>
                  <a:pt x="3371564" y="846592"/>
                </a:lnTo>
                <a:lnTo>
                  <a:pt x="3373907" y="846544"/>
                </a:lnTo>
                <a:lnTo>
                  <a:pt x="3378022" y="846468"/>
                </a:lnTo>
                <a:lnTo>
                  <a:pt x="3380403" y="846439"/>
                </a:lnTo>
                <a:lnTo>
                  <a:pt x="3381051" y="846449"/>
                </a:lnTo>
                <a:lnTo>
                  <a:pt x="3383366" y="846382"/>
                </a:lnTo>
                <a:lnTo>
                  <a:pt x="3387357" y="846239"/>
                </a:lnTo>
                <a:lnTo>
                  <a:pt x="3389738" y="846172"/>
                </a:lnTo>
                <a:lnTo>
                  <a:pt x="3390509" y="846182"/>
                </a:lnTo>
                <a:lnTo>
                  <a:pt x="3393091" y="846572"/>
                </a:lnTo>
                <a:lnTo>
                  <a:pt x="3397472" y="847344"/>
                </a:lnTo>
                <a:lnTo>
                  <a:pt x="3399854" y="848430"/>
                </a:lnTo>
                <a:lnTo>
                  <a:pt x="3400235" y="849830"/>
                </a:lnTo>
                <a:lnTo>
                  <a:pt x="3401025" y="850421"/>
                </a:lnTo>
                <a:lnTo>
                  <a:pt x="3402216" y="850211"/>
                </a:lnTo>
                <a:lnTo>
                  <a:pt x="3404597" y="851411"/>
                </a:lnTo>
                <a:lnTo>
                  <a:pt x="3408169" y="854012"/>
                </a:lnTo>
                <a:lnTo>
                  <a:pt x="3411779" y="855250"/>
                </a:lnTo>
                <a:lnTo>
                  <a:pt x="3415427" y="855097"/>
                </a:lnTo>
                <a:lnTo>
                  <a:pt x="3417808" y="855345"/>
                </a:lnTo>
                <a:lnTo>
                  <a:pt x="3418923" y="856002"/>
                </a:lnTo>
                <a:lnTo>
                  <a:pt x="3421466" y="856164"/>
                </a:lnTo>
                <a:lnTo>
                  <a:pt x="3425447" y="855850"/>
                </a:lnTo>
                <a:lnTo>
                  <a:pt x="3427828" y="855812"/>
                </a:lnTo>
                <a:lnTo>
                  <a:pt x="3428609" y="856050"/>
                </a:lnTo>
                <a:lnTo>
                  <a:pt x="3431010" y="856069"/>
                </a:lnTo>
                <a:lnTo>
                  <a:pt x="3435020" y="855859"/>
                </a:lnTo>
                <a:lnTo>
                  <a:pt x="3437401" y="855802"/>
                </a:lnTo>
                <a:lnTo>
                  <a:pt x="3438154" y="855907"/>
                </a:lnTo>
                <a:lnTo>
                  <a:pt x="3440516" y="855888"/>
                </a:lnTo>
                <a:lnTo>
                  <a:pt x="3444497" y="855755"/>
                </a:lnTo>
                <a:lnTo>
                  <a:pt x="3446878" y="855697"/>
                </a:lnTo>
                <a:lnTo>
                  <a:pt x="3447659" y="855716"/>
                </a:lnTo>
                <a:lnTo>
                  <a:pt x="3449022" y="856107"/>
                </a:lnTo>
                <a:lnTo>
                  <a:pt x="3450965" y="856869"/>
                </a:lnTo>
                <a:lnTo>
                  <a:pt x="3453346" y="859222"/>
                </a:lnTo>
                <a:lnTo>
                  <a:pt x="3456165" y="863165"/>
                </a:lnTo>
                <a:lnTo>
                  <a:pt x="3459547" y="865146"/>
                </a:lnTo>
                <a:lnTo>
                  <a:pt x="3463490" y="865146"/>
                </a:lnTo>
                <a:lnTo>
                  <a:pt x="3465871" y="865337"/>
                </a:lnTo>
                <a:lnTo>
                  <a:pt x="3466690" y="865718"/>
                </a:lnTo>
                <a:lnTo>
                  <a:pt x="3469196" y="865842"/>
                </a:lnTo>
                <a:lnTo>
                  <a:pt x="3473396" y="865708"/>
                </a:lnTo>
                <a:lnTo>
                  <a:pt x="3475434" y="863546"/>
                </a:lnTo>
                <a:lnTo>
                  <a:pt x="3475320" y="859346"/>
                </a:lnTo>
                <a:lnTo>
                  <a:pt x="3475387" y="857040"/>
                </a:lnTo>
                <a:lnTo>
                  <a:pt x="3475653" y="856612"/>
                </a:lnTo>
                <a:lnTo>
                  <a:pt x="3475834" y="854231"/>
                </a:lnTo>
                <a:lnTo>
                  <a:pt x="3475958" y="849897"/>
                </a:lnTo>
                <a:lnTo>
                  <a:pt x="3476006" y="847563"/>
                </a:lnTo>
                <a:lnTo>
                  <a:pt x="3475987" y="847239"/>
                </a:lnTo>
                <a:lnTo>
                  <a:pt x="3475873" y="844858"/>
                </a:lnTo>
                <a:lnTo>
                  <a:pt x="3475663" y="840419"/>
                </a:lnTo>
                <a:lnTo>
                  <a:pt x="3475558" y="837933"/>
                </a:lnTo>
                <a:lnTo>
                  <a:pt x="3475558" y="837400"/>
                </a:lnTo>
                <a:lnTo>
                  <a:pt x="3475596" y="835019"/>
                </a:lnTo>
                <a:lnTo>
                  <a:pt x="3475682" y="830790"/>
                </a:lnTo>
                <a:lnTo>
                  <a:pt x="3475711" y="828437"/>
                </a:lnTo>
                <a:lnTo>
                  <a:pt x="3475682" y="827961"/>
                </a:lnTo>
                <a:lnTo>
                  <a:pt x="3475653" y="825579"/>
                </a:lnTo>
                <a:lnTo>
                  <a:pt x="3475606" y="821293"/>
                </a:lnTo>
                <a:lnTo>
                  <a:pt x="3475501" y="818807"/>
                </a:lnTo>
                <a:lnTo>
                  <a:pt x="3475339" y="818121"/>
                </a:lnTo>
                <a:lnTo>
                  <a:pt x="3475425" y="815740"/>
                </a:lnTo>
                <a:lnTo>
                  <a:pt x="3475777" y="811663"/>
                </a:lnTo>
                <a:lnTo>
                  <a:pt x="3475673" y="809177"/>
                </a:lnTo>
                <a:lnTo>
                  <a:pt x="3475120" y="808282"/>
                </a:lnTo>
                <a:lnTo>
                  <a:pt x="3474911" y="805901"/>
                </a:lnTo>
                <a:lnTo>
                  <a:pt x="3475063" y="802034"/>
                </a:lnTo>
                <a:lnTo>
                  <a:pt x="3473129" y="798728"/>
                </a:lnTo>
                <a:lnTo>
                  <a:pt x="3469110" y="795995"/>
                </a:lnTo>
                <a:lnTo>
                  <a:pt x="3466767" y="793613"/>
                </a:lnTo>
                <a:lnTo>
                  <a:pt x="3466100" y="791585"/>
                </a:lnTo>
                <a:lnTo>
                  <a:pt x="3465738" y="790213"/>
                </a:lnTo>
                <a:lnTo>
                  <a:pt x="3465681" y="789489"/>
                </a:lnTo>
                <a:lnTo>
                  <a:pt x="3465747" y="787108"/>
                </a:lnTo>
                <a:lnTo>
                  <a:pt x="3465947" y="783069"/>
                </a:lnTo>
                <a:lnTo>
                  <a:pt x="3465443" y="780174"/>
                </a:lnTo>
                <a:lnTo>
                  <a:pt x="3464214" y="778431"/>
                </a:lnTo>
                <a:lnTo>
                  <a:pt x="3463842" y="776049"/>
                </a:lnTo>
                <a:lnTo>
                  <a:pt x="3464300" y="773030"/>
                </a:lnTo>
                <a:lnTo>
                  <a:pt x="3462795" y="770153"/>
                </a:lnTo>
                <a:lnTo>
                  <a:pt x="3459318" y="767410"/>
                </a:lnTo>
                <a:lnTo>
                  <a:pt x="3457242" y="765029"/>
                </a:lnTo>
                <a:lnTo>
                  <a:pt x="3456575" y="763010"/>
                </a:lnTo>
                <a:lnTo>
                  <a:pt x="3454194" y="760009"/>
                </a:lnTo>
                <a:lnTo>
                  <a:pt x="3450098" y="756037"/>
                </a:lnTo>
                <a:lnTo>
                  <a:pt x="3447707" y="753656"/>
                </a:lnTo>
                <a:lnTo>
                  <a:pt x="3447031" y="752866"/>
                </a:lnTo>
                <a:lnTo>
                  <a:pt x="3444650" y="750360"/>
                </a:lnTo>
                <a:lnTo>
                  <a:pt x="3440563" y="746141"/>
                </a:lnTo>
                <a:lnTo>
                  <a:pt x="3438258" y="743760"/>
                </a:lnTo>
                <a:lnTo>
                  <a:pt x="3437734" y="743217"/>
                </a:lnTo>
                <a:lnTo>
                  <a:pt x="3435353" y="740883"/>
                </a:lnTo>
                <a:lnTo>
                  <a:pt x="3431115" y="736749"/>
                </a:lnTo>
                <a:lnTo>
                  <a:pt x="3428676" y="734368"/>
                </a:lnTo>
                <a:lnTo>
                  <a:pt x="3428038" y="733739"/>
                </a:lnTo>
                <a:lnTo>
                  <a:pt x="3425657" y="731396"/>
                </a:lnTo>
                <a:lnTo>
                  <a:pt x="3421532" y="727348"/>
                </a:lnTo>
                <a:lnTo>
                  <a:pt x="3418780" y="724967"/>
                </a:lnTo>
                <a:lnTo>
                  <a:pt x="3417379" y="724252"/>
                </a:lnTo>
                <a:lnTo>
                  <a:pt x="3414998" y="722071"/>
                </a:lnTo>
                <a:lnTo>
                  <a:pt x="3411636" y="718404"/>
                </a:lnTo>
                <a:lnTo>
                  <a:pt x="3408207" y="716661"/>
                </a:lnTo>
                <a:lnTo>
                  <a:pt x="3404730" y="716852"/>
                </a:lnTo>
                <a:lnTo>
                  <a:pt x="3402349" y="716613"/>
                </a:lnTo>
                <a:lnTo>
                  <a:pt x="3401063" y="715966"/>
                </a:lnTo>
                <a:lnTo>
                  <a:pt x="3399520" y="715318"/>
                </a:lnTo>
                <a:lnTo>
                  <a:pt x="3397701" y="714689"/>
                </a:lnTo>
                <a:lnTo>
                  <a:pt x="3395320" y="712651"/>
                </a:lnTo>
                <a:lnTo>
                  <a:pt x="3392376" y="709212"/>
                </a:lnTo>
                <a:lnTo>
                  <a:pt x="3389347" y="707669"/>
                </a:lnTo>
                <a:lnTo>
                  <a:pt x="3386261" y="708012"/>
                </a:lnTo>
                <a:lnTo>
                  <a:pt x="3383880" y="707669"/>
                </a:lnTo>
                <a:lnTo>
                  <a:pt x="3382204" y="706650"/>
                </a:lnTo>
                <a:lnTo>
                  <a:pt x="3379337" y="706164"/>
                </a:lnTo>
                <a:lnTo>
                  <a:pt x="3375260" y="706203"/>
                </a:lnTo>
                <a:lnTo>
                  <a:pt x="3372879" y="706174"/>
                </a:lnTo>
                <a:lnTo>
                  <a:pt x="3372193" y="706088"/>
                </a:lnTo>
                <a:lnTo>
                  <a:pt x="3369802" y="706079"/>
                </a:lnTo>
                <a:lnTo>
                  <a:pt x="3365706" y="706145"/>
                </a:lnTo>
                <a:lnTo>
                  <a:pt x="3363325" y="706174"/>
                </a:lnTo>
                <a:lnTo>
                  <a:pt x="3362658" y="706174"/>
                </a:lnTo>
                <a:lnTo>
                  <a:pt x="3360925" y="705850"/>
                </a:lnTo>
                <a:lnTo>
                  <a:pt x="3358134" y="705183"/>
                </a:lnTo>
                <a:lnTo>
                  <a:pt x="3355753" y="703421"/>
                </a:lnTo>
                <a:lnTo>
                  <a:pt x="3353781" y="700564"/>
                </a:lnTo>
                <a:lnTo>
                  <a:pt x="3351371" y="699135"/>
                </a:lnTo>
                <a:lnTo>
                  <a:pt x="3348514" y="699135"/>
                </a:lnTo>
                <a:lnTo>
                  <a:pt x="3346133" y="698487"/>
                </a:lnTo>
                <a:lnTo>
                  <a:pt x="3344228" y="697201"/>
                </a:lnTo>
                <a:lnTo>
                  <a:pt x="3341237" y="696582"/>
                </a:lnTo>
                <a:lnTo>
                  <a:pt x="3337150" y="696649"/>
                </a:lnTo>
                <a:lnTo>
                  <a:pt x="3334769" y="696620"/>
                </a:lnTo>
                <a:lnTo>
                  <a:pt x="3334093" y="696487"/>
                </a:lnTo>
                <a:lnTo>
                  <a:pt x="3331645" y="696420"/>
                </a:lnTo>
                <a:lnTo>
                  <a:pt x="3327425" y="696420"/>
                </a:lnTo>
                <a:lnTo>
                  <a:pt x="3325044" y="696401"/>
                </a:lnTo>
                <a:lnTo>
                  <a:pt x="3324501" y="696373"/>
                </a:lnTo>
                <a:lnTo>
                  <a:pt x="3322129" y="696392"/>
                </a:lnTo>
                <a:lnTo>
                  <a:pt x="3317938" y="696439"/>
                </a:lnTo>
                <a:lnTo>
                  <a:pt x="3315557" y="696478"/>
                </a:lnTo>
                <a:lnTo>
                  <a:pt x="3314986" y="696497"/>
                </a:lnTo>
                <a:lnTo>
                  <a:pt x="3312585" y="696487"/>
                </a:lnTo>
                <a:lnTo>
                  <a:pt x="3308366" y="696430"/>
                </a:lnTo>
                <a:lnTo>
                  <a:pt x="3305985" y="696430"/>
                </a:lnTo>
                <a:lnTo>
                  <a:pt x="3305442" y="696487"/>
                </a:lnTo>
                <a:lnTo>
                  <a:pt x="3303089" y="696506"/>
                </a:lnTo>
                <a:lnTo>
                  <a:pt x="3298917" y="696506"/>
                </a:lnTo>
                <a:lnTo>
                  <a:pt x="3296536" y="696592"/>
                </a:lnTo>
                <a:lnTo>
                  <a:pt x="3295945" y="696773"/>
                </a:lnTo>
                <a:lnTo>
                  <a:pt x="3293650" y="696859"/>
                </a:lnTo>
                <a:lnTo>
                  <a:pt x="3289659" y="696859"/>
                </a:lnTo>
                <a:lnTo>
                  <a:pt x="3287278" y="697240"/>
                </a:lnTo>
                <a:lnTo>
                  <a:pt x="3286506" y="698002"/>
                </a:lnTo>
                <a:lnTo>
                  <a:pt x="3284382" y="698259"/>
                </a:lnTo>
                <a:lnTo>
                  <a:pt x="3280905" y="698011"/>
                </a:lnTo>
                <a:lnTo>
                  <a:pt x="3279362" y="699630"/>
                </a:lnTo>
                <a:lnTo>
                  <a:pt x="3279762" y="703107"/>
                </a:lnTo>
                <a:lnTo>
                  <a:pt x="3279334" y="705069"/>
                </a:lnTo>
                <a:lnTo>
                  <a:pt x="3278086" y="705498"/>
                </a:lnTo>
                <a:lnTo>
                  <a:pt x="3277248" y="705717"/>
                </a:lnTo>
                <a:lnTo>
                  <a:pt x="3276819" y="705707"/>
                </a:lnTo>
                <a:lnTo>
                  <a:pt x="3274533" y="705812"/>
                </a:lnTo>
                <a:lnTo>
                  <a:pt x="3270399" y="706012"/>
                </a:lnTo>
                <a:lnTo>
                  <a:pt x="3268018" y="706117"/>
                </a:lnTo>
                <a:lnTo>
                  <a:pt x="3267389" y="706107"/>
                </a:lnTo>
                <a:lnTo>
                  <a:pt x="3264989" y="706088"/>
                </a:lnTo>
                <a:lnTo>
                  <a:pt x="3260827" y="706060"/>
                </a:lnTo>
                <a:lnTo>
                  <a:pt x="3258445" y="706041"/>
                </a:lnTo>
                <a:lnTo>
                  <a:pt x="3257845" y="706050"/>
                </a:lnTo>
                <a:lnTo>
                  <a:pt x="3255435" y="706022"/>
                </a:lnTo>
                <a:lnTo>
                  <a:pt x="3251206" y="705945"/>
                </a:lnTo>
                <a:lnTo>
                  <a:pt x="3248825" y="705983"/>
                </a:lnTo>
                <a:lnTo>
                  <a:pt x="3248292" y="706117"/>
                </a:lnTo>
                <a:lnTo>
                  <a:pt x="3245929" y="706136"/>
                </a:lnTo>
                <a:lnTo>
                  <a:pt x="3241748" y="706050"/>
                </a:lnTo>
                <a:lnTo>
                  <a:pt x="3239367" y="706565"/>
                </a:lnTo>
                <a:lnTo>
                  <a:pt x="3238786" y="707698"/>
                </a:lnTo>
                <a:lnTo>
                  <a:pt x="3236919" y="708212"/>
                </a:lnTo>
                <a:lnTo>
                  <a:pt x="3233766" y="708108"/>
                </a:lnTo>
                <a:lnTo>
                  <a:pt x="3232452" y="709641"/>
                </a:lnTo>
                <a:lnTo>
                  <a:pt x="3232985" y="712794"/>
                </a:lnTo>
                <a:lnTo>
                  <a:pt x="3232499" y="714689"/>
                </a:lnTo>
                <a:lnTo>
                  <a:pt x="3230994" y="715318"/>
                </a:lnTo>
                <a:lnTo>
                  <a:pt x="3229918" y="715642"/>
                </a:lnTo>
                <a:lnTo>
                  <a:pt x="3229289" y="715651"/>
                </a:lnTo>
                <a:lnTo>
                  <a:pt x="3226822" y="715566"/>
                </a:lnTo>
                <a:lnTo>
                  <a:pt x="3222517" y="715385"/>
                </a:lnTo>
                <a:lnTo>
                  <a:pt x="3220136" y="715385"/>
                </a:lnTo>
                <a:lnTo>
                  <a:pt x="3219679" y="715566"/>
                </a:lnTo>
                <a:lnTo>
                  <a:pt x="3217335" y="715604"/>
                </a:lnTo>
                <a:lnTo>
                  <a:pt x="3213106" y="715499"/>
                </a:lnTo>
                <a:lnTo>
                  <a:pt x="3211144" y="717556"/>
                </a:lnTo>
                <a:lnTo>
                  <a:pt x="3211439" y="721785"/>
                </a:lnTo>
                <a:lnTo>
                  <a:pt x="3211478" y="724205"/>
                </a:lnTo>
                <a:lnTo>
                  <a:pt x="3211259" y="724824"/>
                </a:lnTo>
                <a:lnTo>
                  <a:pt x="3210849" y="725129"/>
                </a:lnTo>
                <a:lnTo>
                  <a:pt x="3210230" y="725129"/>
                </a:lnTo>
                <a:lnTo>
                  <a:pt x="3207791" y="725072"/>
                </a:lnTo>
                <a:lnTo>
                  <a:pt x="3203534" y="724957"/>
                </a:lnTo>
                <a:lnTo>
                  <a:pt x="3201152" y="724976"/>
                </a:lnTo>
                <a:lnTo>
                  <a:pt x="3200648" y="725129"/>
                </a:lnTo>
                <a:lnTo>
                  <a:pt x="3198324" y="725176"/>
                </a:lnTo>
                <a:lnTo>
                  <a:pt x="3194161" y="725129"/>
                </a:lnTo>
                <a:lnTo>
                  <a:pt x="3192199" y="727186"/>
                </a:lnTo>
                <a:lnTo>
                  <a:pt x="3192428" y="731349"/>
                </a:lnTo>
                <a:lnTo>
                  <a:pt x="3192456" y="733758"/>
                </a:lnTo>
                <a:lnTo>
                  <a:pt x="3192285" y="734416"/>
                </a:lnTo>
                <a:lnTo>
                  <a:pt x="3191866" y="734749"/>
                </a:lnTo>
                <a:lnTo>
                  <a:pt x="3191208" y="734749"/>
                </a:lnTo>
                <a:lnTo>
                  <a:pt x="3188770" y="734692"/>
                </a:lnTo>
                <a:lnTo>
                  <a:pt x="3184560" y="734587"/>
                </a:lnTo>
                <a:lnTo>
                  <a:pt x="3182179" y="734711"/>
                </a:lnTo>
                <a:lnTo>
                  <a:pt x="3181626" y="735073"/>
                </a:lnTo>
                <a:lnTo>
                  <a:pt x="3179397" y="735225"/>
                </a:lnTo>
                <a:lnTo>
                  <a:pt x="3175492" y="735168"/>
                </a:lnTo>
                <a:lnTo>
                  <a:pt x="3173597" y="737092"/>
                </a:lnTo>
                <a:lnTo>
                  <a:pt x="3173711" y="740997"/>
                </a:lnTo>
                <a:lnTo>
                  <a:pt x="3173578" y="743245"/>
                </a:lnTo>
                <a:lnTo>
                  <a:pt x="3173197" y="743836"/>
                </a:lnTo>
                <a:lnTo>
                  <a:pt x="3172711" y="744141"/>
                </a:lnTo>
                <a:lnTo>
                  <a:pt x="3172120" y="744160"/>
                </a:lnTo>
                <a:lnTo>
                  <a:pt x="3169691" y="744103"/>
                </a:lnTo>
                <a:lnTo>
                  <a:pt x="3165415" y="743988"/>
                </a:lnTo>
                <a:lnTo>
                  <a:pt x="3163033" y="744436"/>
                </a:lnTo>
                <a:lnTo>
                  <a:pt x="3162548" y="745465"/>
                </a:lnTo>
                <a:lnTo>
                  <a:pt x="3160719" y="746017"/>
                </a:lnTo>
                <a:lnTo>
                  <a:pt x="3157557" y="746112"/>
                </a:lnTo>
                <a:lnTo>
                  <a:pt x="3156271" y="747732"/>
                </a:lnTo>
                <a:lnTo>
                  <a:pt x="3156852" y="750894"/>
                </a:lnTo>
                <a:lnTo>
                  <a:pt x="3156442" y="752875"/>
                </a:lnTo>
                <a:lnTo>
                  <a:pt x="3155061" y="753666"/>
                </a:lnTo>
                <a:lnTo>
                  <a:pt x="3153966" y="754066"/>
                </a:lnTo>
                <a:lnTo>
                  <a:pt x="3153175" y="754066"/>
                </a:lnTo>
                <a:lnTo>
                  <a:pt x="3152108" y="753666"/>
                </a:lnTo>
                <a:lnTo>
                  <a:pt x="3150775" y="752875"/>
                </a:lnTo>
                <a:lnTo>
                  <a:pt x="3148394" y="750446"/>
                </a:lnTo>
                <a:lnTo>
                  <a:pt x="3144965" y="746398"/>
                </a:lnTo>
                <a:lnTo>
                  <a:pt x="3140974" y="744122"/>
                </a:lnTo>
                <a:lnTo>
                  <a:pt x="3136421" y="743617"/>
                </a:lnTo>
                <a:lnTo>
                  <a:pt x="3134039" y="743312"/>
                </a:lnTo>
                <a:lnTo>
                  <a:pt x="3132449" y="741836"/>
                </a:lnTo>
                <a:lnTo>
                  <a:pt x="3130334" y="739616"/>
                </a:lnTo>
                <a:lnTo>
                  <a:pt x="3128353" y="737235"/>
                </a:lnTo>
                <a:lnTo>
                  <a:pt x="3126486" y="734692"/>
                </a:lnTo>
                <a:lnTo>
                  <a:pt x="3125219" y="733130"/>
                </a:lnTo>
                <a:lnTo>
                  <a:pt x="3124543" y="732549"/>
                </a:lnTo>
                <a:lnTo>
                  <a:pt x="3123467" y="730167"/>
                </a:lnTo>
                <a:lnTo>
                  <a:pt x="3122000" y="725986"/>
                </a:lnTo>
                <a:lnTo>
                  <a:pt x="3119618" y="722195"/>
                </a:lnTo>
                <a:lnTo>
                  <a:pt x="3116323" y="718795"/>
                </a:lnTo>
                <a:lnTo>
                  <a:pt x="3114284" y="716413"/>
                </a:lnTo>
                <a:lnTo>
                  <a:pt x="3113503" y="715051"/>
                </a:lnTo>
                <a:lnTo>
                  <a:pt x="3111979" y="712861"/>
                </a:lnTo>
                <a:lnTo>
                  <a:pt x="3109732" y="709822"/>
                </a:lnTo>
                <a:lnTo>
                  <a:pt x="3108970" y="707441"/>
                </a:lnTo>
                <a:lnTo>
                  <a:pt x="3109712" y="705717"/>
                </a:lnTo>
                <a:lnTo>
                  <a:pt x="3108846" y="704050"/>
                </a:lnTo>
                <a:lnTo>
                  <a:pt x="3106379" y="702440"/>
                </a:lnTo>
                <a:lnTo>
                  <a:pt x="3104769" y="700059"/>
                </a:lnTo>
                <a:lnTo>
                  <a:pt x="3103997" y="696906"/>
                </a:lnTo>
                <a:lnTo>
                  <a:pt x="3103616" y="694944"/>
                </a:lnTo>
                <a:lnTo>
                  <a:pt x="3103616" y="694172"/>
                </a:lnTo>
                <a:lnTo>
                  <a:pt x="3103997" y="693487"/>
                </a:lnTo>
                <a:lnTo>
                  <a:pt x="3104769" y="692877"/>
                </a:lnTo>
                <a:lnTo>
                  <a:pt x="3107341" y="693068"/>
                </a:lnTo>
                <a:lnTo>
                  <a:pt x="3111732" y="694068"/>
                </a:lnTo>
                <a:lnTo>
                  <a:pt x="3113723" y="692382"/>
                </a:lnTo>
                <a:lnTo>
                  <a:pt x="3113332" y="687991"/>
                </a:lnTo>
                <a:lnTo>
                  <a:pt x="3113322" y="685600"/>
                </a:lnTo>
                <a:lnTo>
                  <a:pt x="3113703" y="685209"/>
                </a:lnTo>
                <a:lnTo>
                  <a:pt x="3114084" y="684533"/>
                </a:lnTo>
                <a:lnTo>
                  <a:pt x="3114475" y="683571"/>
                </a:lnTo>
                <a:lnTo>
                  <a:pt x="3116561" y="683276"/>
                </a:lnTo>
                <a:lnTo>
                  <a:pt x="3120323" y="683628"/>
                </a:lnTo>
                <a:lnTo>
                  <a:pt x="3121876" y="681923"/>
                </a:lnTo>
                <a:lnTo>
                  <a:pt x="3121228" y="678161"/>
                </a:lnTo>
                <a:lnTo>
                  <a:pt x="3121485" y="676027"/>
                </a:lnTo>
                <a:lnTo>
                  <a:pt x="3122638" y="675532"/>
                </a:lnTo>
                <a:lnTo>
                  <a:pt x="3123457" y="675113"/>
                </a:lnTo>
                <a:lnTo>
                  <a:pt x="3123952" y="674761"/>
                </a:lnTo>
                <a:lnTo>
                  <a:pt x="3126381" y="674808"/>
                </a:lnTo>
                <a:lnTo>
                  <a:pt x="3130753" y="675265"/>
                </a:lnTo>
                <a:lnTo>
                  <a:pt x="3132773" y="673303"/>
                </a:lnTo>
                <a:lnTo>
                  <a:pt x="3132439" y="668931"/>
                </a:lnTo>
                <a:lnTo>
                  <a:pt x="3132430" y="666540"/>
                </a:lnTo>
                <a:lnTo>
                  <a:pt x="3132744" y="666131"/>
                </a:lnTo>
                <a:lnTo>
                  <a:pt x="3133106" y="665902"/>
                </a:lnTo>
                <a:lnTo>
                  <a:pt x="3133515" y="665874"/>
                </a:lnTo>
                <a:lnTo>
                  <a:pt x="3135944" y="665921"/>
                </a:lnTo>
                <a:lnTo>
                  <a:pt x="3140383" y="666045"/>
                </a:lnTo>
                <a:lnTo>
                  <a:pt x="3142412" y="663883"/>
                </a:lnTo>
                <a:lnTo>
                  <a:pt x="3142021" y="659444"/>
                </a:lnTo>
                <a:lnTo>
                  <a:pt x="3141840" y="656882"/>
                </a:lnTo>
                <a:lnTo>
                  <a:pt x="3141869" y="656206"/>
                </a:lnTo>
                <a:lnTo>
                  <a:pt x="3142231" y="655872"/>
                </a:lnTo>
                <a:lnTo>
                  <a:pt x="3142907" y="655892"/>
                </a:lnTo>
                <a:lnTo>
                  <a:pt x="3145498" y="656101"/>
                </a:lnTo>
                <a:lnTo>
                  <a:pt x="3150003" y="656511"/>
                </a:lnTo>
                <a:lnTo>
                  <a:pt x="3152384" y="656625"/>
                </a:lnTo>
                <a:lnTo>
                  <a:pt x="3152642" y="656463"/>
                </a:lnTo>
                <a:lnTo>
                  <a:pt x="3155013" y="656444"/>
                </a:lnTo>
                <a:lnTo>
                  <a:pt x="3159481" y="656577"/>
                </a:lnTo>
                <a:lnTo>
                  <a:pt x="3161443" y="654406"/>
                </a:lnTo>
                <a:lnTo>
                  <a:pt x="3160909" y="649938"/>
                </a:lnTo>
                <a:lnTo>
                  <a:pt x="3160786" y="647433"/>
                </a:lnTo>
                <a:lnTo>
                  <a:pt x="3161100" y="646909"/>
                </a:lnTo>
                <a:lnTo>
                  <a:pt x="3161509" y="646652"/>
                </a:lnTo>
                <a:lnTo>
                  <a:pt x="3162033" y="646652"/>
                </a:lnTo>
                <a:lnTo>
                  <a:pt x="3164596" y="646824"/>
                </a:lnTo>
                <a:lnTo>
                  <a:pt x="3169177" y="647176"/>
                </a:lnTo>
                <a:lnTo>
                  <a:pt x="3171558" y="647252"/>
                </a:lnTo>
                <a:lnTo>
                  <a:pt x="3171739" y="647062"/>
                </a:lnTo>
                <a:lnTo>
                  <a:pt x="3174025" y="646967"/>
                </a:lnTo>
                <a:lnTo>
                  <a:pt x="3178416" y="646967"/>
                </a:lnTo>
                <a:lnTo>
                  <a:pt x="3180321" y="644766"/>
                </a:lnTo>
                <a:lnTo>
                  <a:pt x="3179740" y="640375"/>
                </a:lnTo>
                <a:lnTo>
                  <a:pt x="3179674" y="637927"/>
                </a:lnTo>
                <a:lnTo>
                  <a:pt x="3180140" y="637442"/>
                </a:lnTo>
                <a:lnTo>
                  <a:pt x="3180617" y="637194"/>
                </a:lnTo>
                <a:lnTo>
                  <a:pt x="3181102" y="637184"/>
                </a:lnTo>
                <a:lnTo>
                  <a:pt x="3183598" y="637299"/>
                </a:lnTo>
                <a:lnTo>
                  <a:pt x="3188103" y="637537"/>
                </a:lnTo>
                <a:lnTo>
                  <a:pt x="3190484" y="637584"/>
                </a:lnTo>
                <a:lnTo>
                  <a:pt x="3190742" y="637461"/>
                </a:lnTo>
                <a:lnTo>
                  <a:pt x="3193094" y="637432"/>
                </a:lnTo>
                <a:lnTo>
                  <a:pt x="3197533" y="637489"/>
                </a:lnTo>
                <a:lnTo>
                  <a:pt x="3199676" y="635308"/>
                </a:lnTo>
                <a:lnTo>
                  <a:pt x="3199543" y="630869"/>
                </a:lnTo>
                <a:lnTo>
                  <a:pt x="3199543" y="628488"/>
                </a:lnTo>
                <a:lnTo>
                  <a:pt x="3199686" y="628174"/>
                </a:lnTo>
                <a:lnTo>
                  <a:pt x="3199924" y="628012"/>
                </a:lnTo>
                <a:lnTo>
                  <a:pt x="3200238" y="628012"/>
                </a:lnTo>
                <a:lnTo>
                  <a:pt x="3202496" y="627888"/>
                </a:lnTo>
                <a:lnTo>
                  <a:pt x="3206677" y="627631"/>
                </a:lnTo>
                <a:lnTo>
                  <a:pt x="3209058" y="627488"/>
                </a:lnTo>
                <a:lnTo>
                  <a:pt x="3209639" y="627459"/>
                </a:lnTo>
                <a:lnTo>
                  <a:pt x="3212240" y="627678"/>
                </a:lnTo>
                <a:lnTo>
                  <a:pt x="3216859" y="628136"/>
                </a:lnTo>
                <a:lnTo>
                  <a:pt x="3219240" y="628317"/>
                </a:lnTo>
                <a:lnTo>
                  <a:pt x="3221679" y="628145"/>
                </a:lnTo>
                <a:lnTo>
                  <a:pt x="3226137" y="628069"/>
                </a:lnTo>
                <a:lnTo>
                  <a:pt x="3228518" y="625812"/>
                </a:lnTo>
                <a:lnTo>
                  <a:pt x="3228823" y="621354"/>
                </a:lnTo>
                <a:lnTo>
                  <a:pt x="3230994" y="618763"/>
                </a:lnTo>
                <a:lnTo>
                  <a:pt x="3235042" y="618049"/>
                </a:lnTo>
                <a:lnTo>
                  <a:pt x="3237424" y="617687"/>
                </a:lnTo>
                <a:lnTo>
                  <a:pt x="3238138" y="617677"/>
                </a:lnTo>
                <a:lnTo>
                  <a:pt x="3240586" y="617734"/>
                </a:lnTo>
                <a:lnTo>
                  <a:pt x="3244767" y="617877"/>
                </a:lnTo>
                <a:lnTo>
                  <a:pt x="3247149" y="617934"/>
                </a:lnTo>
                <a:lnTo>
                  <a:pt x="3247730" y="617906"/>
                </a:lnTo>
                <a:lnTo>
                  <a:pt x="3250197" y="617992"/>
                </a:lnTo>
                <a:lnTo>
                  <a:pt x="3254550" y="618192"/>
                </a:lnTo>
                <a:lnTo>
                  <a:pt x="3256931" y="618230"/>
                </a:lnTo>
                <a:lnTo>
                  <a:pt x="3257340" y="618096"/>
                </a:lnTo>
                <a:lnTo>
                  <a:pt x="3259712" y="618087"/>
                </a:lnTo>
                <a:lnTo>
                  <a:pt x="3264037" y="618192"/>
                </a:lnTo>
                <a:lnTo>
                  <a:pt x="3266418" y="618087"/>
                </a:lnTo>
                <a:lnTo>
                  <a:pt x="3266856" y="617744"/>
                </a:lnTo>
                <a:lnTo>
                  <a:pt x="3269028" y="617525"/>
                </a:lnTo>
                <a:lnTo>
                  <a:pt x="3272923" y="617439"/>
                </a:lnTo>
                <a:lnTo>
                  <a:pt x="3275305" y="615858"/>
                </a:lnTo>
                <a:lnTo>
                  <a:pt x="3276171" y="612781"/>
                </a:lnTo>
                <a:lnTo>
                  <a:pt x="3277010" y="611238"/>
                </a:lnTo>
                <a:lnTo>
                  <a:pt x="3277829" y="611238"/>
                </a:lnTo>
                <a:lnTo>
                  <a:pt x="3278057" y="610829"/>
                </a:lnTo>
                <a:lnTo>
                  <a:pt x="3277695" y="610010"/>
                </a:lnTo>
                <a:lnTo>
                  <a:pt x="3279353" y="609286"/>
                </a:lnTo>
                <a:lnTo>
                  <a:pt x="3283020" y="608648"/>
                </a:lnTo>
                <a:close/>
                <a:moveTo>
                  <a:pt x="2199256" y="617763"/>
                </a:moveTo>
                <a:lnTo>
                  <a:pt x="2199932" y="617763"/>
                </a:lnTo>
                <a:lnTo>
                  <a:pt x="2202313" y="617772"/>
                </a:lnTo>
                <a:lnTo>
                  <a:pt x="2206400" y="617772"/>
                </a:lnTo>
                <a:lnTo>
                  <a:pt x="2208781" y="617772"/>
                </a:lnTo>
                <a:lnTo>
                  <a:pt x="2209457" y="617772"/>
                </a:lnTo>
                <a:lnTo>
                  <a:pt x="2211829" y="617763"/>
                </a:lnTo>
                <a:lnTo>
                  <a:pt x="2215877" y="617725"/>
                </a:lnTo>
                <a:lnTo>
                  <a:pt x="2218258" y="617706"/>
                </a:lnTo>
                <a:lnTo>
                  <a:pt x="2218973" y="617706"/>
                </a:lnTo>
                <a:lnTo>
                  <a:pt x="2221335" y="617687"/>
                </a:lnTo>
                <a:lnTo>
                  <a:pt x="2225354" y="617658"/>
                </a:lnTo>
                <a:lnTo>
                  <a:pt x="2227736" y="617639"/>
                </a:lnTo>
                <a:lnTo>
                  <a:pt x="2228479" y="617639"/>
                </a:lnTo>
                <a:lnTo>
                  <a:pt x="2230860" y="617639"/>
                </a:lnTo>
                <a:lnTo>
                  <a:pt x="2234879" y="617639"/>
                </a:lnTo>
                <a:lnTo>
                  <a:pt x="2237261" y="617639"/>
                </a:lnTo>
                <a:lnTo>
                  <a:pt x="2238004" y="617649"/>
                </a:lnTo>
                <a:lnTo>
                  <a:pt x="2240404" y="617668"/>
                </a:lnTo>
                <a:lnTo>
                  <a:pt x="2244461" y="617696"/>
                </a:lnTo>
                <a:lnTo>
                  <a:pt x="2246843" y="617715"/>
                </a:lnTo>
                <a:lnTo>
                  <a:pt x="2247548" y="617715"/>
                </a:lnTo>
                <a:lnTo>
                  <a:pt x="2249929" y="617715"/>
                </a:lnTo>
                <a:lnTo>
                  <a:pt x="2253986" y="617715"/>
                </a:lnTo>
                <a:lnTo>
                  <a:pt x="2256368" y="617725"/>
                </a:lnTo>
                <a:lnTo>
                  <a:pt x="2257073" y="617725"/>
                </a:lnTo>
                <a:lnTo>
                  <a:pt x="2259425" y="617696"/>
                </a:lnTo>
                <a:lnTo>
                  <a:pt x="2263426" y="617630"/>
                </a:lnTo>
                <a:lnTo>
                  <a:pt x="2265807" y="617601"/>
                </a:lnTo>
                <a:lnTo>
                  <a:pt x="2266569" y="617601"/>
                </a:lnTo>
                <a:lnTo>
                  <a:pt x="2268674" y="617982"/>
                </a:lnTo>
                <a:lnTo>
                  <a:pt x="2272113" y="618744"/>
                </a:lnTo>
                <a:lnTo>
                  <a:pt x="2274494" y="620106"/>
                </a:lnTo>
                <a:lnTo>
                  <a:pt x="2275818" y="622059"/>
                </a:lnTo>
                <a:lnTo>
                  <a:pt x="2277285" y="622868"/>
                </a:lnTo>
                <a:lnTo>
                  <a:pt x="2278894" y="622516"/>
                </a:lnTo>
                <a:lnTo>
                  <a:pt x="2281276" y="623611"/>
                </a:lnTo>
                <a:lnTo>
                  <a:pt x="2284428" y="626135"/>
                </a:lnTo>
                <a:lnTo>
                  <a:pt x="2286314" y="627707"/>
                </a:lnTo>
                <a:lnTo>
                  <a:pt x="2286953" y="628336"/>
                </a:lnTo>
                <a:lnTo>
                  <a:pt x="2288429" y="630117"/>
                </a:lnTo>
                <a:lnTo>
                  <a:pt x="2290724" y="633051"/>
                </a:lnTo>
                <a:lnTo>
                  <a:pt x="2291639" y="635432"/>
                </a:lnTo>
                <a:lnTo>
                  <a:pt x="2291163" y="637261"/>
                </a:lnTo>
                <a:lnTo>
                  <a:pt x="2292077" y="639023"/>
                </a:lnTo>
                <a:lnTo>
                  <a:pt x="2294372" y="640709"/>
                </a:lnTo>
                <a:lnTo>
                  <a:pt x="2295868" y="643090"/>
                </a:lnTo>
                <a:lnTo>
                  <a:pt x="2296544" y="646166"/>
                </a:lnTo>
                <a:lnTo>
                  <a:pt x="2296897" y="648043"/>
                </a:lnTo>
                <a:lnTo>
                  <a:pt x="2296906" y="648738"/>
                </a:lnTo>
                <a:lnTo>
                  <a:pt x="2296916" y="651119"/>
                </a:lnTo>
                <a:lnTo>
                  <a:pt x="2296916" y="655187"/>
                </a:lnTo>
                <a:lnTo>
                  <a:pt x="2296916" y="657568"/>
                </a:lnTo>
                <a:lnTo>
                  <a:pt x="2296916" y="658263"/>
                </a:lnTo>
                <a:lnTo>
                  <a:pt x="2296916" y="660644"/>
                </a:lnTo>
                <a:lnTo>
                  <a:pt x="2296916" y="664712"/>
                </a:lnTo>
                <a:lnTo>
                  <a:pt x="2296916" y="667102"/>
                </a:lnTo>
                <a:lnTo>
                  <a:pt x="2296916" y="667798"/>
                </a:lnTo>
                <a:lnTo>
                  <a:pt x="2296916" y="670179"/>
                </a:lnTo>
                <a:lnTo>
                  <a:pt x="2296916" y="674246"/>
                </a:lnTo>
                <a:lnTo>
                  <a:pt x="2296916" y="676618"/>
                </a:lnTo>
                <a:lnTo>
                  <a:pt x="2296916" y="677313"/>
                </a:lnTo>
                <a:lnTo>
                  <a:pt x="2296944" y="679694"/>
                </a:lnTo>
                <a:lnTo>
                  <a:pt x="2297011" y="683762"/>
                </a:lnTo>
                <a:lnTo>
                  <a:pt x="2297039" y="686181"/>
                </a:lnTo>
                <a:lnTo>
                  <a:pt x="2297039" y="686933"/>
                </a:lnTo>
                <a:lnTo>
                  <a:pt x="2297049" y="689315"/>
                </a:lnTo>
                <a:lnTo>
                  <a:pt x="2297087" y="693325"/>
                </a:lnTo>
                <a:lnTo>
                  <a:pt x="2297097" y="695716"/>
                </a:lnTo>
                <a:lnTo>
                  <a:pt x="2297087" y="696497"/>
                </a:lnTo>
                <a:lnTo>
                  <a:pt x="2297087" y="698878"/>
                </a:lnTo>
                <a:lnTo>
                  <a:pt x="2297087" y="702859"/>
                </a:lnTo>
                <a:lnTo>
                  <a:pt x="2297078" y="705241"/>
                </a:lnTo>
                <a:lnTo>
                  <a:pt x="2297078" y="706012"/>
                </a:lnTo>
                <a:lnTo>
                  <a:pt x="2297087" y="708393"/>
                </a:lnTo>
                <a:lnTo>
                  <a:pt x="2297116" y="712384"/>
                </a:lnTo>
                <a:lnTo>
                  <a:pt x="2297125" y="714775"/>
                </a:lnTo>
                <a:lnTo>
                  <a:pt x="2297125" y="715566"/>
                </a:lnTo>
                <a:lnTo>
                  <a:pt x="2297116" y="717947"/>
                </a:lnTo>
                <a:lnTo>
                  <a:pt x="2297116" y="721919"/>
                </a:lnTo>
                <a:lnTo>
                  <a:pt x="2297116" y="724300"/>
                </a:lnTo>
                <a:lnTo>
                  <a:pt x="2297116" y="725091"/>
                </a:lnTo>
                <a:lnTo>
                  <a:pt x="2297116" y="727472"/>
                </a:lnTo>
                <a:lnTo>
                  <a:pt x="2297116" y="731444"/>
                </a:lnTo>
                <a:lnTo>
                  <a:pt x="2297116" y="733825"/>
                </a:lnTo>
                <a:lnTo>
                  <a:pt x="2297116" y="734616"/>
                </a:lnTo>
                <a:lnTo>
                  <a:pt x="2297116" y="736997"/>
                </a:lnTo>
                <a:lnTo>
                  <a:pt x="2297116" y="740969"/>
                </a:lnTo>
                <a:lnTo>
                  <a:pt x="2297116" y="743350"/>
                </a:lnTo>
                <a:lnTo>
                  <a:pt x="2297116" y="744141"/>
                </a:lnTo>
                <a:lnTo>
                  <a:pt x="2297097" y="746522"/>
                </a:lnTo>
                <a:lnTo>
                  <a:pt x="2297068" y="750494"/>
                </a:lnTo>
                <a:lnTo>
                  <a:pt x="2297049" y="752856"/>
                </a:lnTo>
                <a:lnTo>
                  <a:pt x="2297049" y="753618"/>
                </a:lnTo>
                <a:lnTo>
                  <a:pt x="2297068" y="755999"/>
                </a:lnTo>
                <a:lnTo>
                  <a:pt x="2297097" y="760000"/>
                </a:lnTo>
                <a:lnTo>
                  <a:pt x="2297116" y="762400"/>
                </a:lnTo>
                <a:lnTo>
                  <a:pt x="2297116" y="763191"/>
                </a:lnTo>
                <a:lnTo>
                  <a:pt x="2297116" y="765572"/>
                </a:lnTo>
                <a:lnTo>
                  <a:pt x="2297116" y="769544"/>
                </a:lnTo>
                <a:lnTo>
                  <a:pt x="2297116" y="771925"/>
                </a:lnTo>
                <a:lnTo>
                  <a:pt x="2297116" y="772716"/>
                </a:lnTo>
                <a:lnTo>
                  <a:pt x="2297097" y="775097"/>
                </a:lnTo>
                <a:lnTo>
                  <a:pt x="2297068" y="779069"/>
                </a:lnTo>
                <a:lnTo>
                  <a:pt x="2297049" y="781431"/>
                </a:lnTo>
                <a:lnTo>
                  <a:pt x="2297049" y="782193"/>
                </a:lnTo>
                <a:lnTo>
                  <a:pt x="2297030" y="784574"/>
                </a:lnTo>
                <a:lnTo>
                  <a:pt x="2297001" y="788575"/>
                </a:lnTo>
                <a:lnTo>
                  <a:pt x="2296992" y="790946"/>
                </a:lnTo>
                <a:lnTo>
                  <a:pt x="2296992" y="791680"/>
                </a:lnTo>
                <a:lnTo>
                  <a:pt x="2296982" y="794061"/>
                </a:lnTo>
                <a:lnTo>
                  <a:pt x="2296944" y="798090"/>
                </a:lnTo>
                <a:lnTo>
                  <a:pt x="2296935" y="800452"/>
                </a:lnTo>
                <a:lnTo>
                  <a:pt x="2296935" y="801167"/>
                </a:lnTo>
                <a:lnTo>
                  <a:pt x="2296963" y="803548"/>
                </a:lnTo>
                <a:lnTo>
                  <a:pt x="2296992" y="807596"/>
                </a:lnTo>
                <a:lnTo>
                  <a:pt x="2297011" y="809996"/>
                </a:lnTo>
                <a:lnTo>
                  <a:pt x="2297020" y="810749"/>
                </a:lnTo>
                <a:lnTo>
                  <a:pt x="2297001" y="813130"/>
                </a:lnTo>
                <a:lnTo>
                  <a:pt x="2296973" y="817140"/>
                </a:lnTo>
                <a:lnTo>
                  <a:pt x="2296954" y="819512"/>
                </a:lnTo>
                <a:lnTo>
                  <a:pt x="2296963" y="820226"/>
                </a:lnTo>
                <a:lnTo>
                  <a:pt x="2296944" y="822608"/>
                </a:lnTo>
                <a:lnTo>
                  <a:pt x="2296906" y="826656"/>
                </a:lnTo>
                <a:lnTo>
                  <a:pt x="2296897" y="829018"/>
                </a:lnTo>
                <a:lnTo>
                  <a:pt x="2296897" y="829704"/>
                </a:lnTo>
                <a:lnTo>
                  <a:pt x="2296906" y="832085"/>
                </a:lnTo>
                <a:lnTo>
                  <a:pt x="2296944" y="836162"/>
                </a:lnTo>
                <a:lnTo>
                  <a:pt x="2296963" y="838562"/>
                </a:lnTo>
                <a:lnTo>
                  <a:pt x="2296963" y="839276"/>
                </a:lnTo>
                <a:lnTo>
                  <a:pt x="2296954" y="841658"/>
                </a:lnTo>
                <a:lnTo>
                  <a:pt x="2296954" y="845706"/>
                </a:lnTo>
                <a:lnTo>
                  <a:pt x="2296954" y="848077"/>
                </a:lnTo>
                <a:lnTo>
                  <a:pt x="2296954" y="848801"/>
                </a:lnTo>
                <a:lnTo>
                  <a:pt x="2296954" y="851183"/>
                </a:lnTo>
                <a:lnTo>
                  <a:pt x="2296954" y="855221"/>
                </a:lnTo>
                <a:lnTo>
                  <a:pt x="2296954" y="857602"/>
                </a:lnTo>
                <a:lnTo>
                  <a:pt x="2296944" y="858317"/>
                </a:lnTo>
                <a:lnTo>
                  <a:pt x="2296963" y="860698"/>
                </a:lnTo>
                <a:lnTo>
                  <a:pt x="2296992" y="864746"/>
                </a:lnTo>
                <a:lnTo>
                  <a:pt x="2297011" y="867146"/>
                </a:lnTo>
                <a:lnTo>
                  <a:pt x="2297011" y="867889"/>
                </a:lnTo>
                <a:lnTo>
                  <a:pt x="2296992" y="870271"/>
                </a:lnTo>
                <a:lnTo>
                  <a:pt x="2296963" y="874290"/>
                </a:lnTo>
                <a:lnTo>
                  <a:pt x="2296944" y="876652"/>
                </a:lnTo>
                <a:lnTo>
                  <a:pt x="2296935" y="877357"/>
                </a:lnTo>
                <a:lnTo>
                  <a:pt x="2296963" y="879739"/>
                </a:lnTo>
                <a:lnTo>
                  <a:pt x="2297030" y="883796"/>
                </a:lnTo>
                <a:lnTo>
                  <a:pt x="2297068" y="886206"/>
                </a:lnTo>
                <a:lnTo>
                  <a:pt x="2297059" y="886978"/>
                </a:lnTo>
                <a:lnTo>
                  <a:pt x="2297049" y="889359"/>
                </a:lnTo>
                <a:lnTo>
                  <a:pt x="2297011" y="893350"/>
                </a:lnTo>
                <a:lnTo>
                  <a:pt x="2296992" y="895712"/>
                </a:lnTo>
                <a:lnTo>
                  <a:pt x="2296992" y="896445"/>
                </a:lnTo>
                <a:lnTo>
                  <a:pt x="2296973" y="898827"/>
                </a:lnTo>
                <a:lnTo>
                  <a:pt x="2296935" y="902856"/>
                </a:lnTo>
                <a:lnTo>
                  <a:pt x="2296925" y="905227"/>
                </a:lnTo>
                <a:lnTo>
                  <a:pt x="2296925" y="905923"/>
                </a:lnTo>
                <a:lnTo>
                  <a:pt x="2296925" y="908304"/>
                </a:lnTo>
                <a:lnTo>
                  <a:pt x="2296925" y="912371"/>
                </a:lnTo>
                <a:lnTo>
                  <a:pt x="2296925" y="914752"/>
                </a:lnTo>
                <a:lnTo>
                  <a:pt x="2296925" y="915448"/>
                </a:lnTo>
                <a:lnTo>
                  <a:pt x="2296944" y="917829"/>
                </a:lnTo>
                <a:lnTo>
                  <a:pt x="2296973" y="921896"/>
                </a:lnTo>
                <a:lnTo>
                  <a:pt x="2296992" y="924296"/>
                </a:lnTo>
                <a:lnTo>
                  <a:pt x="2296992" y="925030"/>
                </a:lnTo>
                <a:lnTo>
                  <a:pt x="2296992" y="927411"/>
                </a:lnTo>
                <a:lnTo>
                  <a:pt x="2296992" y="931440"/>
                </a:lnTo>
                <a:lnTo>
                  <a:pt x="2296992" y="933821"/>
                </a:lnTo>
                <a:lnTo>
                  <a:pt x="2296992" y="934555"/>
                </a:lnTo>
                <a:lnTo>
                  <a:pt x="2296982" y="936936"/>
                </a:lnTo>
                <a:lnTo>
                  <a:pt x="2296944" y="940965"/>
                </a:lnTo>
                <a:lnTo>
                  <a:pt x="2296935" y="943327"/>
                </a:lnTo>
                <a:lnTo>
                  <a:pt x="2296935" y="944032"/>
                </a:lnTo>
                <a:lnTo>
                  <a:pt x="2296935" y="946414"/>
                </a:lnTo>
                <a:lnTo>
                  <a:pt x="2296935" y="950471"/>
                </a:lnTo>
                <a:lnTo>
                  <a:pt x="2296944" y="952852"/>
                </a:lnTo>
                <a:lnTo>
                  <a:pt x="2296954" y="953576"/>
                </a:lnTo>
                <a:lnTo>
                  <a:pt x="2296954" y="955958"/>
                </a:lnTo>
                <a:lnTo>
                  <a:pt x="2296954" y="959996"/>
                </a:lnTo>
                <a:lnTo>
                  <a:pt x="2296954" y="962387"/>
                </a:lnTo>
                <a:lnTo>
                  <a:pt x="2296954" y="963101"/>
                </a:lnTo>
                <a:lnTo>
                  <a:pt x="2296954" y="965483"/>
                </a:lnTo>
                <a:lnTo>
                  <a:pt x="2296954" y="969531"/>
                </a:lnTo>
                <a:lnTo>
                  <a:pt x="2296954" y="971912"/>
                </a:lnTo>
                <a:lnTo>
                  <a:pt x="2296954" y="972626"/>
                </a:lnTo>
                <a:lnTo>
                  <a:pt x="2296973" y="975008"/>
                </a:lnTo>
                <a:lnTo>
                  <a:pt x="2297011" y="979056"/>
                </a:lnTo>
                <a:lnTo>
                  <a:pt x="2297020" y="981446"/>
                </a:lnTo>
                <a:lnTo>
                  <a:pt x="2297020" y="982199"/>
                </a:lnTo>
                <a:lnTo>
                  <a:pt x="2297011" y="984580"/>
                </a:lnTo>
                <a:lnTo>
                  <a:pt x="2296973" y="988590"/>
                </a:lnTo>
                <a:lnTo>
                  <a:pt x="2296954" y="990962"/>
                </a:lnTo>
                <a:lnTo>
                  <a:pt x="2296954" y="991676"/>
                </a:lnTo>
                <a:lnTo>
                  <a:pt x="2296954" y="994058"/>
                </a:lnTo>
                <a:lnTo>
                  <a:pt x="2296954" y="998106"/>
                </a:lnTo>
                <a:lnTo>
                  <a:pt x="2296954" y="1000477"/>
                </a:lnTo>
                <a:lnTo>
                  <a:pt x="2296954" y="1001201"/>
                </a:lnTo>
                <a:lnTo>
                  <a:pt x="2296954" y="1003583"/>
                </a:lnTo>
                <a:lnTo>
                  <a:pt x="2296954" y="1007621"/>
                </a:lnTo>
                <a:lnTo>
                  <a:pt x="2296954" y="1010002"/>
                </a:lnTo>
                <a:lnTo>
                  <a:pt x="2296944" y="1010717"/>
                </a:lnTo>
                <a:lnTo>
                  <a:pt x="2296963" y="1013098"/>
                </a:lnTo>
                <a:lnTo>
                  <a:pt x="2296992" y="1017146"/>
                </a:lnTo>
                <a:lnTo>
                  <a:pt x="2297011" y="1019546"/>
                </a:lnTo>
                <a:lnTo>
                  <a:pt x="2297001" y="1020280"/>
                </a:lnTo>
                <a:lnTo>
                  <a:pt x="2297020" y="1022661"/>
                </a:lnTo>
                <a:lnTo>
                  <a:pt x="2297049" y="1026690"/>
                </a:lnTo>
                <a:lnTo>
                  <a:pt x="2297059" y="1029081"/>
                </a:lnTo>
                <a:lnTo>
                  <a:pt x="2297059" y="1029843"/>
                </a:lnTo>
                <a:lnTo>
                  <a:pt x="2297068" y="1032224"/>
                </a:lnTo>
                <a:lnTo>
                  <a:pt x="2297097" y="1036225"/>
                </a:lnTo>
                <a:lnTo>
                  <a:pt x="2297116" y="1038625"/>
                </a:lnTo>
                <a:lnTo>
                  <a:pt x="2297116" y="1039416"/>
                </a:lnTo>
                <a:lnTo>
                  <a:pt x="2297097" y="1041797"/>
                </a:lnTo>
                <a:lnTo>
                  <a:pt x="2297068" y="1045769"/>
                </a:lnTo>
                <a:lnTo>
                  <a:pt x="2297049" y="1048131"/>
                </a:lnTo>
                <a:lnTo>
                  <a:pt x="2297049" y="1048893"/>
                </a:lnTo>
                <a:lnTo>
                  <a:pt x="2297049" y="1051274"/>
                </a:lnTo>
                <a:lnTo>
                  <a:pt x="2297049" y="1055275"/>
                </a:lnTo>
                <a:lnTo>
                  <a:pt x="2297049" y="1057656"/>
                </a:lnTo>
                <a:lnTo>
                  <a:pt x="2297049" y="1058418"/>
                </a:lnTo>
                <a:lnTo>
                  <a:pt x="2297049" y="1060799"/>
                </a:lnTo>
                <a:lnTo>
                  <a:pt x="2297049" y="1064800"/>
                </a:lnTo>
                <a:lnTo>
                  <a:pt x="2297049" y="1067181"/>
                </a:lnTo>
                <a:lnTo>
                  <a:pt x="2297049" y="1067943"/>
                </a:lnTo>
                <a:lnTo>
                  <a:pt x="2297049" y="1070324"/>
                </a:lnTo>
                <a:lnTo>
                  <a:pt x="2297049" y="1074325"/>
                </a:lnTo>
                <a:lnTo>
                  <a:pt x="2297049" y="1076706"/>
                </a:lnTo>
                <a:lnTo>
                  <a:pt x="2297049" y="1077468"/>
                </a:lnTo>
                <a:lnTo>
                  <a:pt x="2297030" y="1079849"/>
                </a:lnTo>
                <a:lnTo>
                  <a:pt x="2297001" y="1083850"/>
                </a:lnTo>
                <a:lnTo>
                  <a:pt x="2296982" y="1086221"/>
                </a:lnTo>
                <a:lnTo>
                  <a:pt x="2296992" y="1086955"/>
                </a:lnTo>
                <a:lnTo>
                  <a:pt x="2297011" y="1089336"/>
                </a:lnTo>
                <a:lnTo>
                  <a:pt x="2297039" y="1093365"/>
                </a:lnTo>
                <a:lnTo>
                  <a:pt x="2297059" y="1095766"/>
                </a:lnTo>
                <a:lnTo>
                  <a:pt x="2297068" y="1096537"/>
                </a:lnTo>
                <a:lnTo>
                  <a:pt x="2297059" y="1098918"/>
                </a:lnTo>
                <a:lnTo>
                  <a:pt x="2297020" y="1102909"/>
                </a:lnTo>
                <a:lnTo>
                  <a:pt x="2297011" y="1105271"/>
                </a:lnTo>
                <a:lnTo>
                  <a:pt x="2297020" y="1106024"/>
                </a:lnTo>
                <a:lnTo>
                  <a:pt x="2297011" y="1108405"/>
                </a:lnTo>
                <a:lnTo>
                  <a:pt x="2296982" y="1112415"/>
                </a:lnTo>
                <a:lnTo>
                  <a:pt x="2296963" y="1114787"/>
                </a:lnTo>
                <a:lnTo>
                  <a:pt x="2296963" y="1115511"/>
                </a:lnTo>
                <a:lnTo>
                  <a:pt x="2296954" y="1117892"/>
                </a:lnTo>
                <a:lnTo>
                  <a:pt x="2296916" y="1121931"/>
                </a:lnTo>
                <a:lnTo>
                  <a:pt x="2296906" y="1124293"/>
                </a:lnTo>
                <a:lnTo>
                  <a:pt x="2296906" y="1124988"/>
                </a:lnTo>
                <a:lnTo>
                  <a:pt x="2296944" y="1127369"/>
                </a:lnTo>
                <a:lnTo>
                  <a:pt x="2297011" y="1131437"/>
                </a:lnTo>
                <a:lnTo>
                  <a:pt x="2297049" y="1133856"/>
                </a:lnTo>
                <a:lnTo>
                  <a:pt x="2297049" y="1134618"/>
                </a:lnTo>
                <a:lnTo>
                  <a:pt x="2297049" y="1136999"/>
                </a:lnTo>
                <a:lnTo>
                  <a:pt x="2297049" y="1141000"/>
                </a:lnTo>
                <a:lnTo>
                  <a:pt x="2297049" y="1143381"/>
                </a:lnTo>
                <a:lnTo>
                  <a:pt x="2297059" y="1144153"/>
                </a:lnTo>
                <a:lnTo>
                  <a:pt x="2297059" y="1146534"/>
                </a:lnTo>
                <a:lnTo>
                  <a:pt x="2297059" y="1150525"/>
                </a:lnTo>
                <a:lnTo>
                  <a:pt x="2297059" y="1152906"/>
                </a:lnTo>
                <a:lnTo>
                  <a:pt x="2297059" y="1153668"/>
                </a:lnTo>
                <a:lnTo>
                  <a:pt x="2297059" y="1156049"/>
                </a:lnTo>
                <a:lnTo>
                  <a:pt x="2297059" y="1160050"/>
                </a:lnTo>
                <a:lnTo>
                  <a:pt x="2297049" y="1162431"/>
                </a:lnTo>
                <a:lnTo>
                  <a:pt x="2297039" y="1163183"/>
                </a:lnTo>
                <a:lnTo>
                  <a:pt x="2297059" y="1165565"/>
                </a:lnTo>
                <a:lnTo>
                  <a:pt x="2297087" y="1169575"/>
                </a:lnTo>
                <a:lnTo>
                  <a:pt x="2297106" y="1171975"/>
                </a:lnTo>
                <a:lnTo>
                  <a:pt x="2297106" y="1172766"/>
                </a:lnTo>
                <a:lnTo>
                  <a:pt x="2296716" y="1173537"/>
                </a:lnTo>
                <a:lnTo>
                  <a:pt x="2295925" y="1174290"/>
                </a:lnTo>
                <a:lnTo>
                  <a:pt x="2293639" y="1174385"/>
                </a:lnTo>
                <a:lnTo>
                  <a:pt x="2289877" y="1173842"/>
                </a:lnTo>
                <a:lnTo>
                  <a:pt x="2287915" y="1175452"/>
                </a:lnTo>
                <a:lnTo>
                  <a:pt x="2287762" y="1179214"/>
                </a:lnTo>
                <a:lnTo>
                  <a:pt x="2287467" y="1181291"/>
                </a:lnTo>
                <a:lnTo>
                  <a:pt x="2287010" y="1181681"/>
                </a:lnTo>
                <a:lnTo>
                  <a:pt x="2286581" y="1182062"/>
                </a:lnTo>
                <a:lnTo>
                  <a:pt x="2286191" y="1182434"/>
                </a:lnTo>
                <a:lnTo>
                  <a:pt x="2284038" y="1182653"/>
                </a:lnTo>
                <a:lnTo>
                  <a:pt x="2280104" y="1182729"/>
                </a:lnTo>
                <a:lnTo>
                  <a:pt x="2278266" y="1184729"/>
                </a:lnTo>
                <a:lnTo>
                  <a:pt x="2278523" y="1188663"/>
                </a:lnTo>
                <a:lnTo>
                  <a:pt x="2278390" y="1190911"/>
                </a:lnTo>
                <a:lnTo>
                  <a:pt x="2277885" y="1191492"/>
                </a:lnTo>
                <a:lnTo>
                  <a:pt x="2277342" y="1191778"/>
                </a:lnTo>
                <a:lnTo>
                  <a:pt x="2276761" y="1191778"/>
                </a:lnTo>
                <a:lnTo>
                  <a:pt x="2274380" y="1191778"/>
                </a:lnTo>
                <a:lnTo>
                  <a:pt x="2270198" y="1191778"/>
                </a:lnTo>
                <a:lnTo>
                  <a:pt x="2267817" y="1191778"/>
                </a:lnTo>
                <a:lnTo>
                  <a:pt x="2267236" y="1191787"/>
                </a:lnTo>
                <a:lnTo>
                  <a:pt x="2264788" y="1191711"/>
                </a:lnTo>
                <a:lnTo>
                  <a:pt x="2260454" y="1191558"/>
                </a:lnTo>
                <a:lnTo>
                  <a:pt x="2258073" y="1191482"/>
                </a:lnTo>
                <a:lnTo>
                  <a:pt x="2257644" y="1191482"/>
                </a:lnTo>
                <a:lnTo>
                  <a:pt x="2255244" y="1191463"/>
                </a:lnTo>
                <a:lnTo>
                  <a:pt x="2250872" y="1191425"/>
                </a:lnTo>
                <a:lnTo>
                  <a:pt x="2248491" y="1191406"/>
                </a:lnTo>
                <a:lnTo>
                  <a:pt x="2248100" y="1191406"/>
                </a:lnTo>
                <a:lnTo>
                  <a:pt x="2245719" y="1191416"/>
                </a:lnTo>
                <a:lnTo>
                  <a:pt x="2241347" y="1191416"/>
                </a:lnTo>
                <a:lnTo>
                  <a:pt x="2238966" y="1191416"/>
                </a:lnTo>
                <a:lnTo>
                  <a:pt x="2238575" y="1191416"/>
                </a:lnTo>
                <a:lnTo>
                  <a:pt x="2236175" y="1191387"/>
                </a:lnTo>
                <a:lnTo>
                  <a:pt x="2231765" y="1191349"/>
                </a:lnTo>
                <a:lnTo>
                  <a:pt x="2229383" y="1191330"/>
                </a:lnTo>
                <a:lnTo>
                  <a:pt x="2229031" y="1191330"/>
                </a:lnTo>
                <a:lnTo>
                  <a:pt x="2226688" y="1191377"/>
                </a:lnTo>
                <a:lnTo>
                  <a:pt x="2222363" y="1191454"/>
                </a:lnTo>
                <a:lnTo>
                  <a:pt x="2219982" y="1191501"/>
                </a:lnTo>
                <a:lnTo>
                  <a:pt x="2219544" y="1191501"/>
                </a:lnTo>
                <a:lnTo>
                  <a:pt x="2217239" y="1191578"/>
                </a:lnTo>
                <a:lnTo>
                  <a:pt x="2213067" y="1191730"/>
                </a:lnTo>
                <a:lnTo>
                  <a:pt x="2210686" y="1191806"/>
                </a:lnTo>
                <a:lnTo>
                  <a:pt x="2210095" y="1191797"/>
                </a:lnTo>
                <a:lnTo>
                  <a:pt x="2208705" y="1191501"/>
                </a:lnTo>
                <a:lnTo>
                  <a:pt x="2206504" y="1190920"/>
                </a:lnTo>
                <a:lnTo>
                  <a:pt x="2204123" y="1189253"/>
                </a:lnTo>
                <a:lnTo>
                  <a:pt x="2201561" y="1186510"/>
                </a:lnTo>
                <a:lnTo>
                  <a:pt x="2199704" y="1184129"/>
                </a:lnTo>
                <a:lnTo>
                  <a:pt x="2198551" y="1182110"/>
                </a:lnTo>
                <a:lnTo>
                  <a:pt x="2196170" y="1179519"/>
                </a:lnTo>
                <a:lnTo>
                  <a:pt x="2192560" y="1176347"/>
                </a:lnTo>
                <a:lnTo>
                  <a:pt x="2190379" y="1173966"/>
                </a:lnTo>
                <a:lnTo>
                  <a:pt x="2189626" y="1172375"/>
                </a:lnTo>
                <a:lnTo>
                  <a:pt x="2189255" y="1171204"/>
                </a:lnTo>
                <a:lnTo>
                  <a:pt x="2189264" y="1170461"/>
                </a:lnTo>
                <a:lnTo>
                  <a:pt x="2189293" y="1168079"/>
                </a:lnTo>
                <a:lnTo>
                  <a:pt x="2189359" y="1164060"/>
                </a:lnTo>
                <a:lnTo>
                  <a:pt x="2189397" y="1161717"/>
                </a:lnTo>
                <a:lnTo>
                  <a:pt x="2189407" y="1161040"/>
                </a:lnTo>
                <a:lnTo>
                  <a:pt x="2189369" y="1158659"/>
                </a:lnTo>
                <a:lnTo>
                  <a:pt x="2189302" y="1154573"/>
                </a:lnTo>
                <a:lnTo>
                  <a:pt x="2189274" y="1152154"/>
                </a:lnTo>
                <a:lnTo>
                  <a:pt x="2189274" y="1151420"/>
                </a:lnTo>
                <a:lnTo>
                  <a:pt x="2189283" y="1149039"/>
                </a:lnTo>
                <a:lnTo>
                  <a:pt x="2189283" y="1145010"/>
                </a:lnTo>
                <a:lnTo>
                  <a:pt x="2189283" y="1142629"/>
                </a:lnTo>
                <a:lnTo>
                  <a:pt x="2189283" y="1141895"/>
                </a:lnTo>
                <a:lnTo>
                  <a:pt x="2189283" y="1139514"/>
                </a:lnTo>
                <a:lnTo>
                  <a:pt x="2189283" y="1135485"/>
                </a:lnTo>
                <a:lnTo>
                  <a:pt x="2189283" y="1133104"/>
                </a:lnTo>
                <a:lnTo>
                  <a:pt x="2189283" y="1132370"/>
                </a:lnTo>
                <a:lnTo>
                  <a:pt x="2189312" y="1129989"/>
                </a:lnTo>
                <a:lnTo>
                  <a:pt x="2189378" y="1125960"/>
                </a:lnTo>
                <a:lnTo>
                  <a:pt x="2189417" y="1123617"/>
                </a:lnTo>
                <a:lnTo>
                  <a:pt x="2189417" y="1122950"/>
                </a:lnTo>
                <a:lnTo>
                  <a:pt x="2189407" y="1120569"/>
                </a:lnTo>
                <a:lnTo>
                  <a:pt x="2189369" y="1116473"/>
                </a:lnTo>
                <a:lnTo>
                  <a:pt x="2189359" y="1114073"/>
                </a:lnTo>
                <a:lnTo>
                  <a:pt x="2189359" y="1113377"/>
                </a:lnTo>
                <a:lnTo>
                  <a:pt x="2189359" y="1110996"/>
                </a:lnTo>
                <a:lnTo>
                  <a:pt x="2189359" y="1106929"/>
                </a:lnTo>
                <a:lnTo>
                  <a:pt x="2189359" y="1104548"/>
                </a:lnTo>
                <a:lnTo>
                  <a:pt x="2189359" y="1103852"/>
                </a:lnTo>
                <a:lnTo>
                  <a:pt x="2189359" y="1101471"/>
                </a:lnTo>
                <a:lnTo>
                  <a:pt x="2189359" y="1097404"/>
                </a:lnTo>
                <a:lnTo>
                  <a:pt x="2189359" y="1095023"/>
                </a:lnTo>
                <a:lnTo>
                  <a:pt x="2189359" y="1094327"/>
                </a:lnTo>
                <a:lnTo>
                  <a:pt x="2189359" y="1091946"/>
                </a:lnTo>
                <a:lnTo>
                  <a:pt x="2189359" y="1087879"/>
                </a:lnTo>
                <a:lnTo>
                  <a:pt x="2189359" y="1085498"/>
                </a:lnTo>
                <a:lnTo>
                  <a:pt x="2189359" y="1084802"/>
                </a:lnTo>
                <a:lnTo>
                  <a:pt x="2189359" y="1082421"/>
                </a:lnTo>
                <a:lnTo>
                  <a:pt x="2189359" y="1078354"/>
                </a:lnTo>
                <a:lnTo>
                  <a:pt x="2189359" y="1075973"/>
                </a:lnTo>
                <a:lnTo>
                  <a:pt x="2189350" y="1075277"/>
                </a:lnTo>
                <a:lnTo>
                  <a:pt x="2189350" y="1072896"/>
                </a:lnTo>
                <a:lnTo>
                  <a:pt x="2189350" y="1068829"/>
                </a:lnTo>
                <a:lnTo>
                  <a:pt x="2189350" y="1066448"/>
                </a:lnTo>
                <a:lnTo>
                  <a:pt x="2189350" y="1065752"/>
                </a:lnTo>
                <a:lnTo>
                  <a:pt x="2189369" y="1063371"/>
                </a:lnTo>
                <a:lnTo>
                  <a:pt x="2189397" y="1059304"/>
                </a:lnTo>
                <a:lnTo>
                  <a:pt x="2189417" y="1056942"/>
                </a:lnTo>
                <a:lnTo>
                  <a:pt x="2189407" y="1056265"/>
                </a:lnTo>
                <a:lnTo>
                  <a:pt x="2189407" y="1053884"/>
                </a:lnTo>
                <a:lnTo>
                  <a:pt x="2189407" y="1049798"/>
                </a:lnTo>
                <a:lnTo>
                  <a:pt x="2189407" y="1047407"/>
                </a:lnTo>
                <a:lnTo>
                  <a:pt x="2189397" y="1046731"/>
                </a:lnTo>
                <a:lnTo>
                  <a:pt x="2189417" y="1044350"/>
                </a:lnTo>
                <a:lnTo>
                  <a:pt x="2189445" y="1040263"/>
                </a:lnTo>
                <a:lnTo>
                  <a:pt x="2189464" y="1037901"/>
                </a:lnTo>
                <a:lnTo>
                  <a:pt x="2189455" y="1037253"/>
                </a:lnTo>
                <a:lnTo>
                  <a:pt x="2189436" y="1034872"/>
                </a:lnTo>
                <a:lnTo>
                  <a:pt x="2189407" y="1030757"/>
                </a:lnTo>
                <a:lnTo>
                  <a:pt x="2189388" y="1028357"/>
                </a:lnTo>
                <a:lnTo>
                  <a:pt x="2189378" y="1027671"/>
                </a:lnTo>
                <a:lnTo>
                  <a:pt x="2189397" y="1025290"/>
                </a:lnTo>
                <a:lnTo>
                  <a:pt x="2189436" y="1021213"/>
                </a:lnTo>
                <a:lnTo>
                  <a:pt x="2189455" y="1018851"/>
                </a:lnTo>
                <a:lnTo>
                  <a:pt x="2189455" y="1018203"/>
                </a:lnTo>
                <a:lnTo>
                  <a:pt x="2189436" y="1015822"/>
                </a:lnTo>
                <a:lnTo>
                  <a:pt x="2189397" y="1011707"/>
                </a:lnTo>
                <a:lnTo>
                  <a:pt x="2189378" y="1009307"/>
                </a:lnTo>
                <a:lnTo>
                  <a:pt x="2189378" y="1008621"/>
                </a:lnTo>
                <a:lnTo>
                  <a:pt x="2189397" y="1006240"/>
                </a:lnTo>
                <a:lnTo>
                  <a:pt x="2189436" y="1002163"/>
                </a:lnTo>
                <a:lnTo>
                  <a:pt x="2189455" y="999801"/>
                </a:lnTo>
                <a:lnTo>
                  <a:pt x="2189455" y="999153"/>
                </a:lnTo>
                <a:lnTo>
                  <a:pt x="2189455" y="996772"/>
                </a:lnTo>
                <a:lnTo>
                  <a:pt x="2189455" y="992657"/>
                </a:lnTo>
                <a:lnTo>
                  <a:pt x="2189455" y="990276"/>
                </a:lnTo>
                <a:lnTo>
                  <a:pt x="2189455" y="989628"/>
                </a:lnTo>
                <a:lnTo>
                  <a:pt x="2189464" y="987247"/>
                </a:lnTo>
                <a:lnTo>
                  <a:pt x="2189502" y="983132"/>
                </a:lnTo>
                <a:lnTo>
                  <a:pt x="2189521" y="980770"/>
                </a:lnTo>
                <a:lnTo>
                  <a:pt x="2189531" y="980161"/>
                </a:lnTo>
                <a:lnTo>
                  <a:pt x="2189531" y="977779"/>
                </a:lnTo>
                <a:lnTo>
                  <a:pt x="2189531" y="973626"/>
                </a:lnTo>
                <a:lnTo>
                  <a:pt x="2189531" y="971245"/>
                </a:lnTo>
                <a:lnTo>
                  <a:pt x="2189540" y="970645"/>
                </a:lnTo>
                <a:lnTo>
                  <a:pt x="2189521" y="968264"/>
                </a:lnTo>
                <a:lnTo>
                  <a:pt x="2189483" y="964101"/>
                </a:lnTo>
                <a:lnTo>
                  <a:pt x="2189474" y="961701"/>
                </a:lnTo>
                <a:lnTo>
                  <a:pt x="2189474" y="961063"/>
                </a:lnTo>
                <a:lnTo>
                  <a:pt x="2189455" y="958682"/>
                </a:lnTo>
                <a:lnTo>
                  <a:pt x="2189426" y="954557"/>
                </a:lnTo>
                <a:lnTo>
                  <a:pt x="2189407" y="952167"/>
                </a:lnTo>
                <a:lnTo>
                  <a:pt x="2189407" y="951490"/>
                </a:lnTo>
                <a:lnTo>
                  <a:pt x="2189407" y="949109"/>
                </a:lnTo>
                <a:lnTo>
                  <a:pt x="2189407" y="945023"/>
                </a:lnTo>
                <a:lnTo>
                  <a:pt x="2189407" y="942642"/>
                </a:lnTo>
                <a:lnTo>
                  <a:pt x="2189407" y="941965"/>
                </a:lnTo>
                <a:lnTo>
                  <a:pt x="2189407" y="939584"/>
                </a:lnTo>
                <a:lnTo>
                  <a:pt x="2189407" y="935498"/>
                </a:lnTo>
                <a:lnTo>
                  <a:pt x="2189407" y="933117"/>
                </a:lnTo>
                <a:lnTo>
                  <a:pt x="2189407" y="932440"/>
                </a:lnTo>
                <a:lnTo>
                  <a:pt x="2189407" y="930059"/>
                </a:lnTo>
                <a:lnTo>
                  <a:pt x="2189407" y="925973"/>
                </a:lnTo>
                <a:lnTo>
                  <a:pt x="2189407" y="923592"/>
                </a:lnTo>
                <a:lnTo>
                  <a:pt x="2189407" y="922915"/>
                </a:lnTo>
                <a:lnTo>
                  <a:pt x="2189388" y="920534"/>
                </a:lnTo>
                <a:lnTo>
                  <a:pt x="2189350" y="916448"/>
                </a:lnTo>
                <a:lnTo>
                  <a:pt x="2189340" y="914048"/>
                </a:lnTo>
                <a:lnTo>
                  <a:pt x="2189331" y="913333"/>
                </a:lnTo>
                <a:lnTo>
                  <a:pt x="2189350" y="910952"/>
                </a:lnTo>
                <a:lnTo>
                  <a:pt x="2189388" y="906904"/>
                </a:lnTo>
                <a:lnTo>
                  <a:pt x="2189397" y="904532"/>
                </a:lnTo>
                <a:lnTo>
                  <a:pt x="2189388" y="903856"/>
                </a:lnTo>
                <a:lnTo>
                  <a:pt x="2189388" y="901475"/>
                </a:lnTo>
                <a:lnTo>
                  <a:pt x="2189388" y="897388"/>
                </a:lnTo>
                <a:lnTo>
                  <a:pt x="2189388" y="895007"/>
                </a:lnTo>
                <a:lnTo>
                  <a:pt x="2189388" y="894331"/>
                </a:lnTo>
                <a:lnTo>
                  <a:pt x="2189407" y="891950"/>
                </a:lnTo>
                <a:lnTo>
                  <a:pt x="2189436" y="887863"/>
                </a:lnTo>
                <a:lnTo>
                  <a:pt x="2189455" y="885501"/>
                </a:lnTo>
                <a:lnTo>
                  <a:pt x="2189455" y="884853"/>
                </a:lnTo>
                <a:lnTo>
                  <a:pt x="2189455" y="882472"/>
                </a:lnTo>
                <a:lnTo>
                  <a:pt x="2189455" y="878357"/>
                </a:lnTo>
                <a:lnTo>
                  <a:pt x="2189455" y="875976"/>
                </a:lnTo>
                <a:lnTo>
                  <a:pt x="2189455" y="875328"/>
                </a:lnTo>
                <a:lnTo>
                  <a:pt x="2189474" y="872947"/>
                </a:lnTo>
                <a:lnTo>
                  <a:pt x="2189512" y="868832"/>
                </a:lnTo>
                <a:lnTo>
                  <a:pt x="2189531" y="866470"/>
                </a:lnTo>
                <a:lnTo>
                  <a:pt x="2189521" y="865851"/>
                </a:lnTo>
                <a:lnTo>
                  <a:pt x="2189502" y="863470"/>
                </a:lnTo>
                <a:lnTo>
                  <a:pt x="2189464" y="859326"/>
                </a:lnTo>
                <a:lnTo>
                  <a:pt x="2189455" y="856926"/>
                </a:lnTo>
                <a:lnTo>
                  <a:pt x="2189455" y="856278"/>
                </a:lnTo>
                <a:lnTo>
                  <a:pt x="2189436" y="853897"/>
                </a:lnTo>
                <a:lnTo>
                  <a:pt x="2189407" y="849782"/>
                </a:lnTo>
                <a:lnTo>
                  <a:pt x="2189388" y="847382"/>
                </a:lnTo>
                <a:lnTo>
                  <a:pt x="2189388" y="846706"/>
                </a:lnTo>
                <a:lnTo>
                  <a:pt x="2189397" y="844325"/>
                </a:lnTo>
                <a:lnTo>
                  <a:pt x="2189397" y="840238"/>
                </a:lnTo>
                <a:lnTo>
                  <a:pt x="2189397" y="837867"/>
                </a:lnTo>
                <a:lnTo>
                  <a:pt x="2189397" y="837190"/>
                </a:lnTo>
                <a:lnTo>
                  <a:pt x="2189407" y="834809"/>
                </a:lnTo>
                <a:lnTo>
                  <a:pt x="2189407" y="830723"/>
                </a:lnTo>
                <a:lnTo>
                  <a:pt x="2189407" y="828342"/>
                </a:lnTo>
                <a:lnTo>
                  <a:pt x="2189397" y="827665"/>
                </a:lnTo>
                <a:lnTo>
                  <a:pt x="2189397" y="825284"/>
                </a:lnTo>
                <a:lnTo>
                  <a:pt x="2189397" y="821198"/>
                </a:lnTo>
                <a:lnTo>
                  <a:pt x="2189407" y="818817"/>
                </a:lnTo>
                <a:lnTo>
                  <a:pt x="2189407" y="818150"/>
                </a:lnTo>
                <a:lnTo>
                  <a:pt x="2189397" y="815769"/>
                </a:lnTo>
                <a:lnTo>
                  <a:pt x="2189359" y="811673"/>
                </a:lnTo>
                <a:lnTo>
                  <a:pt x="2189350" y="809273"/>
                </a:lnTo>
                <a:lnTo>
                  <a:pt x="2189350" y="808577"/>
                </a:lnTo>
                <a:lnTo>
                  <a:pt x="2189359" y="806196"/>
                </a:lnTo>
                <a:lnTo>
                  <a:pt x="2189359" y="802129"/>
                </a:lnTo>
                <a:lnTo>
                  <a:pt x="2189359" y="799748"/>
                </a:lnTo>
                <a:lnTo>
                  <a:pt x="2189359" y="799052"/>
                </a:lnTo>
                <a:lnTo>
                  <a:pt x="2189369" y="796671"/>
                </a:lnTo>
                <a:lnTo>
                  <a:pt x="2189407" y="792604"/>
                </a:lnTo>
                <a:lnTo>
                  <a:pt x="2189426" y="790242"/>
                </a:lnTo>
                <a:lnTo>
                  <a:pt x="2189426" y="789575"/>
                </a:lnTo>
                <a:lnTo>
                  <a:pt x="2189426" y="787194"/>
                </a:lnTo>
                <a:lnTo>
                  <a:pt x="2189426" y="783098"/>
                </a:lnTo>
                <a:lnTo>
                  <a:pt x="2189426" y="780717"/>
                </a:lnTo>
                <a:lnTo>
                  <a:pt x="2189426" y="780050"/>
                </a:lnTo>
                <a:lnTo>
                  <a:pt x="2189407" y="777669"/>
                </a:lnTo>
                <a:lnTo>
                  <a:pt x="2189369" y="773573"/>
                </a:lnTo>
                <a:lnTo>
                  <a:pt x="2189359" y="771173"/>
                </a:lnTo>
                <a:lnTo>
                  <a:pt x="2189359" y="770477"/>
                </a:lnTo>
                <a:lnTo>
                  <a:pt x="2189359" y="768096"/>
                </a:lnTo>
                <a:lnTo>
                  <a:pt x="2189359" y="764029"/>
                </a:lnTo>
                <a:lnTo>
                  <a:pt x="2189359" y="761648"/>
                </a:lnTo>
                <a:lnTo>
                  <a:pt x="2189350" y="760952"/>
                </a:lnTo>
                <a:lnTo>
                  <a:pt x="2189369" y="758571"/>
                </a:lnTo>
                <a:lnTo>
                  <a:pt x="2189407" y="754504"/>
                </a:lnTo>
                <a:lnTo>
                  <a:pt x="2189417" y="752142"/>
                </a:lnTo>
                <a:lnTo>
                  <a:pt x="2189407" y="751465"/>
                </a:lnTo>
                <a:lnTo>
                  <a:pt x="2189388" y="749084"/>
                </a:lnTo>
                <a:lnTo>
                  <a:pt x="2189359" y="744998"/>
                </a:lnTo>
                <a:lnTo>
                  <a:pt x="2189340" y="742598"/>
                </a:lnTo>
                <a:lnTo>
                  <a:pt x="2189331" y="741883"/>
                </a:lnTo>
                <a:lnTo>
                  <a:pt x="2189350" y="739502"/>
                </a:lnTo>
                <a:lnTo>
                  <a:pt x="2189378" y="735454"/>
                </a:lnTo>
                <a:lnTo>
                  <a:pt x="2189397" y="733082"/>
                </a:lnTo>
                <a:lnTo>
                  <a:pt x="2189388" y="732396"/>
                </a:lnTo>
                <a:lnTo>
                  <a:pt x="2189397" y="730015"/>
                </a:lnTo>
                <a:lnTo>
                  <a:pt x="2189436" y="725938"/>
                </a:lnTo>
                <a:lnTo>
                  <a:pt x="2189445" y="723576"/>
                </a:lnTo>
                <a:lnTo>
                  <a:pt x="2189436" y="722919"/>
                </a:lnTo>
                <a:lnTo>
                  <a:pt x="2189436" y="720538"/>
                </a:lnTo>
                <a:lnTo>
                  <a:pt x="2189436" y="716432"/>
                </a:lnTo>
                <a:lnTo>
                  <a:pt x="2189436" y="714051"/>
                </a:lnTo>
                <a:lnTo>
                  <a:pt x="2189436" y="713394"/>
                </a:lnTo>
                <a:lnTo>
                  <a:pt x="2189417" y="711013"/>
                </a:lnTo>
                <a:lnTo>
                  <a:pt x="2189388" y="706907"/>
                </a:lnTo>
                <a:lnTo>
                  <a:pt x="2189369" y="704507"/>
                </a:lnTo>
                <a:lnTo>
                  <a:pt x="2189369" y="703812"/>
                </a:lnTo>
                <a:lnTo>
                  <a:pt x="2189369" y="701431"/>
                </a:lnTo>
                <a:lnTo>
                  <a:pt x="2189369" y="697363"/>
                </a:lnTo>
                <a:lnTo>
                  <a:pt x="2189378" y="694982"/>
                </a:lnTo>
                <a:lnTo>
                  <a:pt x="2189378" y="694306"/>
                </a:lnTo>
                <a:lnTo>
                  <a:pt x="2189388" y="691925"/>
                </a:lnTo>
                <a:lnTo>
                  <a:pt x="2189388" y="687838"/>
                </a:lnTo>
                <a:lnTo>
                  <a:pt x="2189388" y="685467"/>
                </a:lnTo>
                <a:lnTo>
                  <a:pt x="2189397" y="684790"/>
                </a:lnTo>
                <a:lnTo>
                  <a:pt x="2189417" y="682409"/>
                </a:lnTo>
                <a:lnTo>
                  <a:pt x="2189455" y="678323"/>
                </a:lnTo>
                <a:lnTo>
                  <a:pt x="2189474" y="675961"/>
                </a:lnTo>
                <a:lnTo>
                  <a:pt x="2189483" y="675323"/>
                </a:lnTo>
                <a:lnTo>
                  <a:pt x="2189445" y="672941"/>
                </a:lnTo>
                <a:lnTo>
                  <a:pt x="2189378" y="668817"/>
                </a:lnTo>
                <a:lnTo>
                  <a:pt x="2189350" y="666398"/>
                </a:lnTo>
                <a:lnTo>
                  <a:pt x="2189350" y="665702"/>
                </a:lnTo>
                <a:lnTo>
                  <a:pt x="2189369" y="663321"/>
                </a:lnTo>
                <a:lnTo>
                  <a:pt x="2189397" y="659254"/>
                </a:lnTo>
                <a:lnTo>
                  <a:pt x="2189417" y="656892"/>
                </a:lnTo>
                <a:lnTo>
                  <a:pt x="2189417" y="656225"/>
                </a:lnTo>
                <a:lnTo>
                  <a:pt x="2189417" y="653844"/>
                </a:lnTo>
                <a:lnTo>
                  <a:pt x="2189417" y="649748"/>
                </a:lnTo>
                <a:lnTo>
                  <a:pt x="2189417" y="647367"/>
                </a:lnTo>
                <a:lnTo>
                  <a:pt x="2189407" y="646690"/>
                </a:lnTo>
                <a:lnTo>
                  <a:pt x="2189407" y="644309"/>
                </a:lnTo>
                <a:lnTo>
                  <a:pt x="2189407" y="640223"/>
                </a:lnTo>
                <a:lnTo>
                  <a:pt x="2189397" y="637832"/>
                </a:lnTo>
                <a:lnTo>
                  <a:pt x="2189388" y="637146"/>
                </a:lnTo>
                <a:lnTo>
                  <a:pt x="2189397" y="634765"/>
                </a:lnTo>
                <a:lnTo>
                  <a:pt x="2189436" y="630688"/>
                </a:lnTo>
                <a:lnTo>
                  <a:pt x="2189455" y="628326"/>
                </a:lnTo>
                <a:lnTo>
                  <a:pt x="2189445" y="627669"/>
                </a:lnTo>
                <a:lnTo>
                  <a:pt x="2189769" y="626707"/>
                </a:lnTo>
                <a:lnTo>
                  <a:pt x="2190426" y="625421"/>
                </a:lnTo>
                <a:lnTo>
                  <a:pt x="2192645" y="625259"/>
                </a:lnTo>
                <a:lnTo>
                  <a:pt x="2196436" y="626221"/>
                </a:lnTo>
                <a:lnTo>
                  <a:pt x="2197808" y="624811"/>
                </a:lnTo>
                <a:lnTo>
                  <a:pt x="2196779" y="621020"/>
                </a:lnTo>
                <a:lnTo>
                  <a:pt x="2196922" y="618782"/>
                </a:lnTo>
                <a:lnTo>
                  <a:pt x="2198246" y="618106"/>
                </a:lnTo>
                <a:close/>
                <a:moveTo>
                  <a:pt x="2418569" y="618087"/>
                </a:moveTo>
                <a:lnTo>
                  <a:pt x="2419093" y="618096"/>
                </a:lnTo>
                <a:lnTo>
                  <a:pt x="2421493" y="618115"/>
                </a:lnTo>
                <a:lnTo>
                  <a:pt x="2425779" y="618153"/>
                </a:lnTo>
                <a:lnTo>
                  <a:pt x="2428161" y="618173"/>
                </a:lnTo>
                <a:lnTo>
                  <a:pt x="2428637" y="618173"/>
                </a:lnTo>
                <a:lnTo>
                  <a:pt x="2430999" y="618153"/>
                </a:lnTo>
                <a:lnTo>
                  <a:pt x="2435247" y="618115"/>
                </a:lnTo>
                <a:lnTo>
                  <a:pt x="2437628" y="618096"/>
                </a:lnTo>
                <a:lnTo>
                  <a:pt x="2438143" y="618096"/>
                </a:lnTo>
                <a:lnTo>
                  <a:pt x="2440448" y="618020"/>
                </a:lnTo>
                <a:lnTo>
                  <a:pt x="2444553" y="617877"/>
                </a:lnTo>
                <a:lnTo>
                  <a:pt x="2446934" y="617801"/>
                </a:lnTo>
                <a:lnTo>
                  <a:pt x="2447592" y="617792"/>
                </a:lnTo>
                <a:lnTo>
                  <a:pt x="2449954" y="617772"/>
                </a:lnTo>
                <a:lnTo>
                  <a:pt x="2454011" y="617734"/>
                </a:lnTo>
                <a:lnTo>
                  <a:pt x="2456393" y="617725"/>
                </a:lnTo>
                <a:lnTo>
                  <a:pt x="2457098" y="617725"/>
                </a:lnTo>
                <a:lnTo>
                  <a:pt x="2459479" y="617725"/>
                </a:lnTo>
                <a:lnTo>
                  <a:pt x="2463536" y="617725"/>
                </a:lnTo>
                <a:lnTo>
                  <a:pt x="2465918" y="617725"/>
                </a:lnTo>
                <a:lnTo>
                  <a:pt x="2466623" y="617734"/>
                </a:lnTo>
                <a:lnTo>
                  <a:pt x="2469004" y="617734"/>
                </a:lnTo>
                <a:lnTo>
                  <a:pt x="2473071" y="617734"/>
                </a:lnTo>
                <a:lnTo>
                  <a:pt x="2475452" y="617734"/>
                </a:lnTo>
                <a:lnTo>
                  <a:pt x="2476148" y="617734"/>
                </a:lnTo>
                <a:lnTo>
                  <a:pt x="2478519" y="617715"/>
                </a:lnTo>
                <a:lnTo>
                  <a:pt x="2482548" y="617687"/>
                </a:lnTo>
                <a:lnTo>
                  <a:pt x="2484930" y="617677"/>
                </a:lnTo>
                <a:lnTo>
                  <a:pt x="2485663" y="617687"/>
                </a:lnTo>
                <a:lnTo>
                  <a:pt x="2488044" y="617696"/>
                </a:lnTo>
                <a:lnTo>
                  <a:pt x="2492092" y="617696"/>
                </a:lnTo>
                <a:lnTo>
                  <a:pt x="2494474" y="617696"/>
                </a:lnTo>
                <a:lnTo>
                  <a:pt x="2495188" y="617706"/>
                </a:lnTo>
                <a:lnTo>
                  <a:pt x="2497541" y="617668"/>
                </a:lnTo>
                <a:lnTo>
                  <a:pt x="2501532" y="617601"/>
                </a:lnTo>
                <a:lnTo>
                  <a:pt x="2503913" y="617572"/>
                </a:lnTo>
                <a:lnTo>
                  <a:pt x="2504684" y="617582"/>
                </a:lnTo>
                <a:lnTo>
                  <a:pt x="2505637" y="617972"/>
                </a:lnTo>
                <a:lnTo>
                  <a:pt x="2506761" y="618744"/>
                </a:lnTo>
                <a:lnTo>
                  <a:pt x="2509142" y="621278"/>
                </a:lnTo>
                <a:lnTo>
                  <a:pt x="2512781" y="625573"/>
                </a:lnTo>
                <a:lnTo>
                  <a:pt x="2515343" y="627955"/>
                </a:lnTo>
                <a:lnTo>
                  <a:pt x="2516838" y="628421"/>
                </a:lnTo>
                <a:lnTo>
                  <a:pt x="2519220" y="629898"/>
                </a:lnTo>
                <a:lnTo>
                  <a:pt x="2522487" y="632384"/>
                </a:lnTo>
                <a:lnTo>
                  <a:pt x="2524592" y="634765"/>
                </a:lnTo>
                <a:lnTo>
                  <a:pt x="2525525" y="637042"/>
                </a:lnTo>
                <a:lnTo>
                  <a:pt x="2527906" y="640032"/>
                </a:lnTo>
                <a:lnTo>
                  <a:pt x="2531735" y="643757"/>
                </a:lnTo>
                <a:lnTo>
                  <a:pt x="2533964" y="646138"/>
                </a:lnTo>
                <a:lnTo>
                  <a:pt x="2534593" y="647176"/>
                </a:lnTo>
                <a:lnTo>
                  <a:pt x="2535003" y="648110"/>
                </a:lnTo>
                <a:lnTo>
                  <a:pt x="2535203" y="648929"/>
                </a:lnTo>
                <a:lnTo>
                  <a:pt x="2535184" y="651310"/>
                </a:lnTo>
                <a:lnTo>
                  <a:pt x="2534955" y="655253"/>
                </a:lnTo>
                <a:lnTo>
                  <a:pt x="2536927" y="659454"/>
                </a:lnTo>
                <a:lnTo>
                  <a:pt x="2541089" y="663902"/>
                </a:lnTo>
                <a:lnTo>
                  <a:pt x="2543289" y="666283"/>
                </a:lnTo>
                <a:lnTo>
                  <a:pt x="2543518" y="666598"/>
                </a:lnTo>
                <a:lnTo>
                  <a:pt x="2543651" y="666883"/>
                </a:lnTo>
                <a:lnTo>
                  <a:pt x="2543689" y="667150"/>
                </a:lnTo>
                <a:lnTo>
                  <a:pt x="2543899" y="669531"/>
                </a:lnTo>
                <a:lnTo>
                  <a:pt x="2544270" y="674027"/>
                </a:lnTo>
                <a:lnTo>
                  <a:pt x="2545061" y="677199"/>
                </a:lnTo>
                <a:lnTo>
                  <a:pt x="2546271" y="679056"/>
                </a:lnTo>
                <a:lnTo>
                  <a:pt x="2546880" y="681438"/>
                </a:lnTo>
                <a:lnTo>
                  <a:pt x="2546880" y="684343"/>
                </a:lnTo>
                <a:lnTo>
                  <a:pt x="2548338" y="687076"/>
                </a:lnTo>
                <a:lnTo>
                  <a:pt x="2551243" y="689629"/>
                </a:lnTo>
                <a:lnTo>
                  <a:pt x="2553071" y="692010"/>
                </a:lnTo>
                <a:lnTo>
                  <a:pt x="2553814" y="694220"/>
                </a:lnTo>
                <a:lnTo>
                  <a:pt x="2554453" y="695954"/>
                </a:lnTo>
                <a:lnTo>
                  <a:pt x="2554967" y="697220"/>
                </a:lnTo>
                <a:lnTo>
                  <a:pt x="2555119" y="699602"/>
                </a:lnTo>
                <a:lnTo>
                  <a:pt x="2554919" y="703097"/>
                </a:lnTo>
                <a:lnTo>
                  <a:pt x="2556662" y="706526"/>
                </a:lnTo>
                <a:lnTo>
                  <a:pt x="2560368" y="709889"/>
                </a:lnTo>
                <a:lnTo>
                  <a:pt x="2562644" y="712270"/>
                </a:lnTo>
                <a:lnTo>
                  <a:pt x="2563492" y="713670"/>
                </a:lnTo>
                <a:lnTo>
                  <a:pt x="2564044" y="714918"/>
                </a:lnTo>
                <a:lnTo>
                  <a:pt x="2564292" y="716013"/>
                </a:lnTo>
                <a:lnTo>
                  <a:pt x="2564292" y="718395"/>
                </a:lnTo>
                <a:lnTo>
                  <a:pt x="2564044" y="722062"/>
                </a:lnTo>
                <a:lnTo>
                  <a:pt x="2565883" y="726119"/>
                </a:lnTo>
                <a:lnTo>
                  <a:pt x="2569797" y="730558"/>
                </a:lnTo>
                <a:lnTo>
                  <a:pt x="2571874" y="732939"/>
                </a:lnTo>
                <a:lnTo>
                  <a:pt x="2572112" y="733263"/>
                </a:lnTo>
                <a:lnTo>
                  <a:pt x="2572245" y="733558"/>
                </a:lnTo>
                <a:lnTo>
                  <a:pt x="2572274" y="733825"/>
                </a:lnTo>
                <a:lnTo>
                  <a:pt x="2572541" y="736206"/>
                </a:lnTo>
                <a:lnTo>
                  <a:pt x="2573074" y="740702"/>
                </a:lnTo>
                <a:lnTo>
                  <a:pt x="2573922" y="743931"/>
                </a:lnTo>
                <a:lnTo>
                  <a:pt x="2575093" y="745893"/>
                </a:lnTo>
                <a:lnTo>
                  <a:pt x="2575531" y="748274"/>
                </a:lnTo>
                <a:lnTo>
                  <a:pt x="2575255" y="751075"/>
                </a:lnTo>
                <a:lnTo>
                  <a:pt x="2576655" y="753942"/>
                </a:lnTo>
                <a:lnTo>
                  <a:pt x="2579732" y="756876"/>
                </a:lnTo>
                <a:lnTo>
                  <a:pt x="2581618" y="759257"/>
                </a:lnTo>
                <a:lnTo>
                  <a:pt x="2582313" y="761086"/>
                </a:lnTo>
                <a:lnTo>
                  <a:pt x="2582923" y="762610"/>
                </a:lnTo>
                <a:lnTo>
                  <a:pt x="2583447" y="763819"/>
                </a:lnTo>
                <a:lnTo>
                  <a:pt x="2583523" y="766201"/>
                </a:lnTo>
                <a:lnTo>
                  <a:pt x="2583142" y="769753"/>
                </a:lnTo>
                <a:lnTo>
                  <a:pt x="2584914" y="773240"/>
                </a:lnTo>
                <a:lnTo>
                  <a:pt x="2588838" y="776678"/>
                </a:lnTo>
                <a:lnTo>
                  <a:pt x="2591162" y="779059"/>
                </a:lnTo>
                <a:lnTo>
                  <a:pt x="2591886" y="780383"/>
                </a:lnTo>
                <a:lnTo>
                  <a:pt x="2592362" y="781526"/>
                </a:lnTo>
                <a:lnTo>
                  <a:pt x="2592591" y="782479"/>
                </a:lnTo>
                <a:lnTo>
                  <a:pt x="2592495" y="784860"/>
                </a:lnTo>
                <a:lnTo>
                  <a:pt x="2592067" y="788670"/>
                </a:lnTo>
                <a:lnTo>
                  <a:pt x="2593972" y="792671"/>
                </a:lnTo>
                <a:lnTo>
                  <a:pt x="2598210" y="796871"/>
                </a:lnTo>
                <a:lnTo>
                  <a:pt x="2600525" y="799252"/>
                </a:lnTo>
                <a:lnTo>
                  <a:pt x="2600925" y="799814"/>
                </a:lnTo>
                <a:lnTo>
                  <a:pt x="2601144" y="800319"/>
                </a:lnTo>
                <a:lnTo>
                  <a:pt x="2601182" y="800757"/>
                </a:lnTo>
                <a:lnTo>
                  <a:pt x="2601268" y="803138"/>
                </a:lnTo>
                <a:lnTo>
                  <a:pt x="2601401" y="807463"/>
                </a:lnTo>
                <a:lnTo>
                  <a:pt x="2601925" y="810358"/>
                </a:lnTo>
                <a:lnTo>
                  <a:pt x="2602821" y="811835"/>
                </a:lnTo>
                <a:lnTo>
                  <a:pt x="2603316" y="814216"/>
                </a:lnTo>
                <a:lnTo>
                  <a:pt x="2603392" y="817502"/>
                </a:lnTo>
                <a:lnTo>
                  <a:pt x="2605030" y="820722"/>
                </a:lnTo>
                <a:lnTo>
                  <a:pt x="2608240" y="823855"/>
                </a:lnTo>
                <a:lnTo>
                  <a:pt x="2610145" y="826237"/>
                </a:lnTo>
                <a:lnTo>
                  <a:pt x="2610745" y="827865"/>
                </a:lnTo>
                <a:lnTo>
                  <a:pt x="2611231" y="829161"/>
                </a:lnTo>
                <a:lnTo>
                  <a:pt x="2611603" y="830132"/>
                </a:lnTo>
                <a:lnTo>
                  <a:pt x="2611679" y="832514"/>
                </a:lnTo>
                <a:lnTo>
                  <a:pt x="2611460" y="836305"/>
                </a:lnTo>
                <a:lnTo>
                  <a:pt x="2613355" y="839972"/>
                </a:lnTo>
                <a:lnTo>
                  <a:pt x="2617365" y="843524"/>
                </a:lnTo>
                <a:lnTo>
                  <a:pt x="2619756" y="845906"/>
                </a:lnTo>
                <a:lnTo>
                  <a:pt x="2620518" y="847115"/>
                </a:lnTo>
                <a:lnTo>
                  <a:pt x="2621013" y="848220"/>
                </a:lnTo>
                <a:lnTo>
                  <a:pt x="2621232" y="849201"/>
                </a:lnTo>
                <a:lnTo>
                  <a:pt x="2621194" y="851583"/>
                </a:lnTo>
                <a:lnTo>
                  <a:pt x="2620899" y="855364"/>
                </a:lnTo>
                <a:lnTo>
                  <a:pt x="2622785" y="859355"/>
                </a:lnTo>
                <a:lnTo>
                  <a:pt x="2626862" y="863575"/>
                </a:lnTo>
                <a:lnTo>
                  <a:pt x="2629110" y="865956"/>
                </a:lnTo>
                <a:lnTo>
                  <a:pt x="2629519" y="866499"/>
                </a:lnTo>
                <a:lnTo>
                  <a:pt x="2629748" y="866994"/>
                </a:lnTo>
                <a:lnTo>
                  <a:pt x="2629776" y="867442"/>
                </a:lnTo>
                <a:lnTo>
                  <a:pt x="2629872" y="869823"/>
                </a:lnTo>
                <a:lnTo>
                  <a:pt x="2630024" y="874138"/>
                </a:lnTo>
                <a:lnTo>
                  <a:pt x="2630729" y="877224"/>
                </a:lnTo>
                <a:lnTo>
                  <a:pt x="2631977" y="879081"/>
                </a:lnTo>
                <a:lnTo>
                  <a:pt x="2632567" y="881463"/>
                </a:lnTo>
                <a:lnTo>
                  <a:pt x="2632481" y="884368"/>
                </a:lnTo>
                <a:lnTo>
                  <a:pt x="2633939" y="887139"/>
                </a:lnTo>
                <a:lnTo>
                  <a:pt x="2636930" y="889749"/>
                </a:lnTo>
                <a:lnTo>
                  <a:pt x="2638787" y="892131"/>
                </a:lnTo>
                <a:lnTo>
                  <a:pt x="2639501" y="894283"/>
                </a:lnTo>
                <a:lnTo>
                  <a:pt x="2640206" y="896045"/>
                </a:lnTo>
                <a:lnTo>
                  <a:pt x="2640882" y="897446"/>
                </a:lnTo>
                <a:lnTo>
                  <a:pt x="2641073" y="899827"/>
                </a:lnTo>
                <a:lnTo>
                  <a:pt x="2640768" y="903189"/>
                </a:lnTo>
                <a:lnTo>
                  <a:pt x="2642454" y="906504"/>
                </a:lnTo>
                <a:lnTo>
                  <a:pt x="2646121" y="909761"/>
                </a:lnTo>
                <a:lnTo>
                  <a:pt x="2648341" y="912143"/>
                </a:lnTo>
                <a:lnTo>
                  <a:pt x="2649131" y="913648"/>
                </a:lnTo>
                <a:lnTo>
                  <a:pt x="2649674" y="914933"/>
                </a:lnTo>
                <a:lnTo>
                  <a:pt x="2649960" y="916010"/>
                </a:lnTo>
                <a:lnTo>
                  <a:pt x="2649807" y="918391"/>
                </a:lnTo>
                <a:lnTo>
                  <a:pt x="2649236" y="922077"/>
                </a:lnTo>
                <a:lnTo>
                  <a:pt x="2651074" y="925897"/>
                </a:lnTo>
                <a:lnTo>
                  <a:pt x="2655341" y="929831"/>
                </a:lnTo>
                <a:lnTo>
                  <a:pt x="2657770" y="932212"/>
                </a:lnTo>
                <a:lnTo>
                  <a:pt x="2658370" y="933040"/>
                </a:lnTo>
                <a:lnTo>
                  <a:pt x="2658713" y="933793"/>
                </a:lnTo>
                <a:lnTo>
                  <a:pt x="2658799" y="934479"/>
                </a:lnTo>
                <a:lnTo>
                  <a:pt x="2658770" y="936860"/>
                </a:lnTo>
                <a:lnTo>
                  <a:pt x="2658637" y="940937"/>
                </a:lnTo>
                <a:lnTo>
                  <a:pt x="2659999" y="944680"/>
                </a:lnTo>
                <a:lnTo>
                  <a:pt x="2662876" y="948099"/>
                </a:lnTo>
                <a:lnTo>
                  <a:pt x="2664352" y="950481"/>
                </a:lnTo>
                <a:lnTo>
                  <a:pt x="2664428" y="951824"/>
                </a:lnTo>
                <a:lnTo>
                  <a:pt x="2665105" y="953100"/>
                </a:lnTo>
                <a:lnTo>
                  <a:pt x="2666371" y="954291"/>
                </a:lnTo>
                <a:lnTo>
                  <a:pt x="2667286" y="956672"/>
                </a:lnTo>
                <a:lnTo>
                  <a:pt x="2667867" y="960244"/>
                </a:lnTo>
                <a:lnTo>
                  <a:pt x="2668591" y="962749"/>
                </a:lnTo>
                <a:lnTo>
                  <a:pt x="2669467" y="964206"/>
                </a:lnTo>
                <a:lnTo>
                  <a:pt x="2669629" y="966587"/>
                </a:lnTo>
                <a:lnTo>
                  <a:pt x="2669086" y="969893"/>
                </a:lnTo>
                <a:lnTo>
                  <a:pt x="2670743" y="973207"/>
                </a:lnTo>
                <a:lnTo>
                  <a:pt x="2674601" y="976513"/>
                </a:lnTo>
                <a:lnTo>
                  <a:pt x="2676801" y="978894"/>
                </a:lnTo>
                <a:lnTo>
                  <a:pt x="2677354" y="980351"/>
                </a:lnTo>
                <a:lnTo>
                  <a:pt x="2677830" y="981551"/>
                </a:lnTo>
                <a:lnTo>
                  <a:pt x="2678240" y="982513"/>
                </a:lnTo>
                <a:lnTo>
                  <a:pt x="2678344" y="984895"/>
                </a:lnTo>
                <a:lnTo>
                  <a:pt x="2678163" y="988695"/>
                </a:lnTo>
                <a:lnTo>
                  <a:pt x="2680068" y="992315"/>
                </a:lnTo>
                <a:lnTo>
                  <a:pt x="2684059" y="995753"/>
                </a:lnTo>
                <a:lnTo>
                  <a:pt x="2686441" y="998134"/>
                </a:lnTo>
                <a:lnTo>
                  <a:pt x="2687231" y="999458"/>
                </a:lnTo>
                <a:lnTo>
                  <a:pt x="2687717" y="1000611"/>
                </a:lnTo>
                <a:lnTo>
                  <a:pt x="2687898" y="1001582"/>
                </a:lnTo>
                <a:lnTo>
                  <a:pt x="2687822" y="1003964"/>
                </a:lnTo>
                <a:lnTo>
                  <a:pt x="2687488" y="1007755"/>
                </a:lnTo>
                <a:lnTo>
                  <a:pt x="2689384" y="1011955"/>
                </a:lnTo>
                <a:lnTo>
                  <a:pt x="2693508" y="1016556"/>
                </a:lnTo>
                <a:lnTo>
                  <a:pt x="2695632" y="1018937"/>
                </a:lnTo>
                <a:lnTo>
                  <a:pt x="2696099" y="1021756"/>
                </a:lnTo>
                <a:lnTo>
                  <a:pt x="2696623" y="1026385"/>
                </a:lnTo>
                <a:lnTo>
                  <a:pt x="2697328" y="1029472"/>
                </a:lnTo>
                <a:lnTo>
                  <a:pt x="2698213" y="1031015"/>
                </a:lnTo>
                <a:lnTo>
                  <a:pt x="2698661" y="1033396"/>
                </a:lnTo>
                <a:lnTo>
                  <a:pt x="2698661" y="1036615"/>
                </a:lnTo>
                <a:lnTo>
                  <a:pt x="2700271" y="1039835"/>
                </a:lnTo>
                <a:lnTo>
                  <a:pt x="2703490" y="1043054"/>
                </a:lnTo>
                <a:lnTo>
                  <a:pt x="2705414" y="1045435"/>
                </a:lnTo>
                <a:lnTo>
                  <a:pt x="2706043" y="1046978"/>
                </a:lnTo>
                <a:lnTo>
                  <a:pt x="2706843" y="1048560"/>
                </a:lnTo>
                <a:lnTo>
                  <a:pt x="2707834" y="1050169"/>
                </a:lnTo>
                <a:lnTo>
                  <a:pt x="2708119" y="1052551"/>
                </a:lnTo>
                <a:lnTo>
                  <a:pt x="2707719" y="1055703"/>
                </a:lnTo>
                <a:lnTo>
                  <a:pt x="2709301" y="1059199"/>
                </a:lnTo>
                <a:lnTo>
                  <a:pt x="2712853" y="1063047"/>
                </a:lnTo>
                <a:lnTo>
                  <a:pt x="2716397" y="1064819"/>
                </a:lnTo>
                <a:lnTo>
                  <a:pt x="2719949" y="1064524"/>
                </a:lnTo>
                <a:lnTo>
                  <a:pt x="2721645" y="1062599"/>
                </a:lnTo>
                <a:lnTo>
                  <a:pt x="2721473" y="1059047"/>
                </a:lnTo>
                <a:lnTo>
                  <a:pt x="2721816" y="1057018"/>
                </a:lnTo>
                <a:lnTo>
                  <a:pt x="2722683" y="1056503"/>
                </a:lnTo>
                <a:lnTo>
                  <a:pt x="2722997" y="1054122"/>
                </a:lnTo>
                <a:lnTo>
                  <a:pt x="2722740" y="1049874"/>
                </a:lnTo>
                <a:lnTo>
                  <a:pt x="2722616" y="1047369"/>
                </a:lnTo>
                <a:lnTo>
                  <a:pt x="2722616" y="1046607"/>
                </a:lnTo>
                <a:lnTo>
                  <a:pt x="2723007" y="1045959"/>
                </a:lnTo>
                <a:lnTo>
                  <a:pt x="2723769" y="1045435"/>
                </a:lnTo>
                <a:lnTo>
                  <a:pt x="2726246" y="1045531"/>
                </a:lnTo>
                <a:lnTo>
                  <a:pt x="2730437" y="1046245"/>
                </a:lnTo>
                <a:lnTo>
                  <a:pt x="2732494" y="1044512"/>
                </a:lnTo>
                <a:lnTo>
                  <a:pt x="2732427" y="1040321"/>
                </a:lnTo>
                <a:lnTo>
                  <a:pt x="2732532" y="1038044"/>
                </a:lnTo>
                <a:lnTo>
                  <a:pt x="2732818" y="1037692"/>
                </a:lnTo>
                <a:lnTo>
                  <a:pt x="2732865" y="1035310"/>
                </a:lnTo>
                <a:lnTo>
                  <a:pt x="2732665" y="1030900"/>
                </a:lnTo>
                <a:lnTo>
                  <a:pt x="2732580" y="1028433"/>
                </a:lnTo>
                <a:lnTo>
                  <a:pt x="2732589" y="1027890"/>
                </a:lnTo>
                <a:lnTo>
                  <a:pt x="2732865" y="1026957"/>
                </a:lnTo>
                <a:lnTo>
                  <a:pt x="2733408" y="1025642"/>
                </a:lnTo>
                <a:lnTo>
                  <a:pt x="2735513" y="1025376"/>
                </a:lnTo>
                <a:lnTo>
                  <a:pt x="2739190" y="1026147"/>
                </a:lnTo>
                <a:lnTo>
                  <a:pt x="2741028" y="1024690"/>
                </a:lnTo>
                <a:lnTo>
                  <a:pt x="2741028" y="1021013"/>
                </a:lnTo>
                <a:lnTo>
                  <a:pt x="2741428" y="1019032"/>
                </a:lnTo>
                <a:lnTo>
                  <a:pt x="2742219" y="1018737"/>
                </a:lnTo>
                <a:lnTo>
                  <a:pt x="2742533" y="1016356"/>
                </a:lnTo>
                <a:lnTo>
                  <a:pt x="2742362" y="1011888"/>
                </a:lnTo>
                <a:lnTo>
                  <a:pt x="2742295" y="1009440"/>
                </a:lnTo>
                <a:lnTo>
                  <a:pt x="2742343" y="1009031"/>
                </a:lnTo>
                <a:lnTo>
                  <a:pt x="2742276" y="1006650"/>
                </a:lnTo>
                <a:lnTo>
                  <a:pt x="2742086" y="1002297"/>
                </a:lnTo>
                <a:lnTo>
                  <a:pt x="2741990" y="999820"/>
                </a:lnTo>
                <a:lnTo>
                  <a:pt x="2741990" y="999211"/>
                </a:lnTo>
                <a:lnTo>
                  <a:pt x="2742286" y="998772"/>
                </a:lnTo>
                <a:lnTo>
                  <a:pt x="2742895" y="998496"/>
                </a:lnTo>
                <a:lnTo>
                  <a:pt x="2745391" y="998601"/>
                </a:lnTo>
                <a:lnTo>
                  <a:pt x="2749763" y="999096"/>
                </a:lnTo>
                <a:lnTo>
                  <a:pt x="2751915" y="997163"/>
                </a:lnTo>
                <a:lnTo>
                  <a:pt x="2751858" y="992791"/>
                </a:lnTo>
                <a:lnTo>
                  <a:pt x="2751906" y="990448"/>
                </a:lnTo>
                <a:lnTo>
                  <a:pt x="2752058" y="990152"/>
                </a:lnTo>
                <a:lnTo>
                  <a:pt x="2752020" y="987771"/>
                </a:lnTo>
                <a:lnTo>
                  <a:pt x="2751792" y="983304"/>
                </a:lnTo>
                <a:lnTo>
                  <a:pt x="2751677" y="980808"/>
                </a:lnTo>
                <a:lnTo>
                  <a:pt x="2751677" y="980284"/>
                </a:lnTo>
                <a:lnTo>
                  <a:pt x="2751934" y="979627"/>
                </a:lnTo>
                <a:lnTo>
                  <a:pt x="2752458" y="978837"/>
                </a:lnTo>
                <a:lnTo>
                  <a:pt x="2754649" y="978646"/>
                </a:lnTo>
                <a:lnTo>
                  <a:pt x="2758507" y="979056"/>
                </a:lnTo>
                <a:lnTo>
                  <a:pt x="2760440" y="977332"/>
                </a:lnTo>
                <a:lnTo>
                  <a:pt x="2760440" y="973474"/>
                </a:lnTo>
                <a:lnTo>
                  <a:pt x="2760716" y="971369"/>
                </a:lnTo>
                <a:lnTo>
                  <a:pt x="2761269" y="971017"/>
                </a:lnTo>
                <a:lnTo>
                  <a:pt x="2761450" y="968635"/>
                </a:lnTo>
                <a:lnTo>
                  <a:pt x="2761250" y="964225"/>
                </a:lnTo>
                <a:lnTo>
                  <a:pt x="2761164" y="961758"/>
                </a:lnTo>
                <a:lnTo>
                  <a:pt x="2761193" y="961234"/>
                </a:lnTo>
                <a:lnTo>
                  <a:pt x="2761459" y="959215"/>
                </a:lnTo>
                <a:lnTo>
                  <a:pt x="2761983" y="955710"/>
                </a:lnTo>
                <a:lnTo>
                  <a:pt x="2762917" y="954253"/>
                </a:lnTo>
                <a:lnTo>
                  <a:pt x="2764250" y="954862"/>
                </a:lnTo>
                <a:lnTo>
                  <a:pt x="2764917" y="954500"/>
                </a:lnTo>
                <a:lnTo>
                  <a:pt x="2764917" y="953167"/>
                </a:lnTo>
                <a:lnTo>
                  <a:pt x="2766470" y="952338"/>
                </a:lnTo>
                <a:lnTo>
                  <a:pt x="2769575" y="952014"/>
                </a:lnTo>
                <a:lnTo>
                  <a:pt x="2771080" y="949633"/>
                </a:lnTo>
                <a:lnTo>
                  <a:pt x="2770984" y="945194"/>
                </a:lnTo>
                <a:lnTo>
                  <a:pt x="2770975" y="942804"/>
                </a:lnTo>
                <a:lnTo>
                  <a:pt x="2771061" y="942470"/>
                </a:lnTo>
                <a:lnTo>
                  <a:pt x="2770908" y="940089"/>
                </a:lnTo>
                <a:lnTo>
                  <a:pt x="2770508" y="935660"/>
                </a:lnTo>
                <a:lnTo>
                  <a:pt x="2770318" y="933088"/>
                </a:lnTo>
                <a:lnTo>
                  <a:pt x="2770318" y="932355"/>
                </a:lnTo>
                <a:lnTo>
                  <a:pt x="2770680" y="931716"/>
                </a:lnTo>
                <a:lnTo>
                  <a:pt x="2771413" y="931174"/>
                </a:lnTo>
                <a:lnTo>
                  <a:pt x="2774023" y="931412"/>
                </a:lnTo>
                <a:lnTo>
                  <a:pt x="2778528" y="932421"/>
                </a:lnTo>
                <a:lnTo>
                  <a:pt x="2780738" y="930678"/>
                </a:lnTo>
                <a:lnTo>
                  <a:pt x="2780662" y="926173"/>
                </a:lnTo>
                <a:lnTo>
                  <a:pt x="2780700" y="923839"/>
                </a:lnTo>
                <a:lnTo>
                  <a:pt x="2780862" y="923658"/>
                </a:lnTo>
                <a:lnTo>
                  <a:pt x="2780776" y="921277"/>
                </a:lnTo>
                <a:lnTo>
                  <a:pt x="2780462" y="916696"/>
                </a:lnTo>
                <a:lnTo>
                  <a:pt x="2780300" y="914152"/>
                </a:lnTo>
                <a:lnTo>
                  <a:pt x="2780309" y="913657"/>
                </a:lnTo>
                <a:lnTo>
                  <a:pt x="2780557" y="911752"/>
                </a:lnTo>
                <a:lnTo>
                  <a:pt x="2781052" y="908437"/>
                </a:lnTo>
                <a:lnTo>
                  <a:pt x="2782195" y="907199"/>
                </a:lnTo>
                <a:lnTo>
                  <a:pt x="2783977" y="908028"/>
                </a:lnTo>
                <a:lnTo>
                  <a:pt x="2785167" y="907552"/>
                </a:lnTo>
                <a:lnTo>
                  <a:pt x="2785767" y="905770"/>
                </a:lnTo>
                <a:lnTo>
                  <a:pt x="2787158" y="904780"/>
                </a:lnTo>
                <a:lnTo>
                  <a:pt x="2789358" y="904599"/>
                </a:lnTo>
                <a:lnTo>
                  <a:pt x="2790368" y="902218"/>
                </a:lnTo>
                <a:lnTo>
                  <a:pt x="2790196" y="897636"/>
                </a:lnTo>
                <a:lnTo>
                  <a:pt x="2790149" y="895217"/>
                </a:lnTo>
                <a:lnTo>
                  <a:pt x="2790244" y="894950"/>
                </a:lnTo>
                <a:lnTo>
                  <a:pt x="2790130" y="892569"/>
                </a:lnTo>
                <a:lnTo>
                  <a:pt x="2789815" y="888073"/>
                </a:lnTo>
                <a:lnTo>
                  <a:pt x="2789653" y="885530"/>
                </a:lnTo>
                <a:lnTo>
                  <a:pt x="2789653" y="884939"/>
                </a:lnTo>
                <a:lnTo>
                  <a:pt x="2789939" y="884349"/>
                </a:lnTo>
                <a:lnTo>
                  <a:pt x="2790530" y="883749"/>
                </a:lnTo>
                <a:lnTo>
                  <a:pt x="2792863" y="883701"/>
                </a:lnTo>
                <a:lnTo>
                  <a:pt x="2796950" y="884206"/>
                </a:lnTo>
                <a:lnTo>
                  <a:pt x="2798950" y="882425"/>
                </a:lnTo>
                <a:lnTo>
                  <a:pt x="2798864" y="878338"/>
                </a:lnTo>
                <a:lnTo>
                  <a:pt x="2799026" y="876119"/>
                </a:lnTo>
                <a:lnTo>
                  <a:pt x="2799417" y="875748"/>
                </a:lnTo>
                <a:lnTo>
                  <a:pt x="2799483" y="873366"/>
                </a:lnTo>
                <a:lnTo>
                  <a:pt x="2799197" y="868975"/>
                </a:lnTo>
                <a:lnTo>
                  <a:pt x="2799074" y="866461"/>
                </a:lnTo>
                <a:lnTo>
                  <a:pt x="2799083" y="865832"/>
                </a:lnTo>
                <a:lnTo>
                  <a:pt x="2799407" y="864746"/>
                </a:lnTo>
                <a:lnTo>
                  <a:pt x="2800036" y="863213"/>
                </a:lnTo>
                <a:lnTo>
                  <a:pt x="2802217" y="863013"/>
                </a:lnTo>
                <a:lnTo>
                  <a:pt x="2805941" y="864137"/>
                </a:lnTo>
                <a:lnTo>
                  <a:pt x="2807808" y="862841"/>
                </a:lnTo>
                <a:lnTo>
                  <a:pt x="2807808" y="859117"/>
                </a:lnTo>
                <a:lnTo>
                  <a:pt x="2808189" y="857117"/>
                </a:lnTo>
                <a:lnTo>
                  <a:pt x="2808961" y="856850"/>
                </a:lnTo>
                <a:lnTo>
                  <a:pt x="2809161" y="854469"/>
                </a:lnTo>
                <a:lnTo>
                  <a:pt x="2808799" y="849973"/>
                </a:lnTo>
                <a:lnTo>
                  <a:pt x="2808656" y="847449"/>
                </a:lnTo>
                <a:lnTo>
                  <a:pt x="2808732" y="846896"/>
                </a:lnTo>
                <a:lnTo>
                  <a:pt x="2808884" y="844515"/>
                </a:lnTo>
                <a:lnTo>
                  <a:pt x="2809123" y="840305"/>
                </a:lnTo>
                <a:lnTo>
                  <a:pt x="2809246" y="838038"/>
                </a:lnTo>
                <a:lnTo>
                  <a:pt x="2809237" y="837724"/>
                </a:lnTo>
                <a:lnTo>
                  <a:pt x="2809399" y="837514"/>
                </a:lnTo>
                <a:lnTo>
                  <a:pt x="2809713" y="837419"/>
                </a:lnTo>
                <a:lnTo>
                  <a:pt x="2812047" y="837381"/>
                </a:lnTo>
                <a:lnTo>
                  <a:pt x="2816400" y="837381"/>
                </a:lnTo>
                <a:lnTo>
                  <a:pt x="2818524" y="835200"/>
                </a:lnTo>
                <a:lnTo>
                  <a:pt x="2818419" y="830847"/>
                </a:lnTo>
                <a:lnTo>
                  <a:pt x="2818428" y="828475"/>
                </a:lnTo>
                <a:lnTo>
                  <a:pt x="2818552" y="828084"/>
                </a:lnTo>
                <a:lnTo>
                  <a:pt x="2818533" y="825703"/>
                </a:lnTo>
                <a:lnTo>
                  <a:pt x="2818381" y="821331"/>
                </a:lnTo>
                <a:lnTo>
                  <a:pt x="2818305" y="818874"/>
                </a:lnTo>
                <a:lnTo>
                  <a:pt x="2818305" y="818331"/>
                </a:lnTo>
                <a:lnTo>
                  <a:pt x="2818581" y="817836"/>
                </a:lnTo>
                <a:lnTo>
                  <a:pt x="2819124" y="817388"/>
                </a:lnTo>
                <a:lnTo>
                  <a:pt x="2821524" y="817397"/>
                </a:lnTo>
                <a:lnTo>
                  <a:pt x="2825772" y="817883"/>
                </a:lnTo>
                <a:lnTo>
                  <a:pt x="2827820" y="815997"/>
                </a:lnTo>
                <a:lnTo>
                  <a:pt x="2827668" y="811749"/>
                </a:lnTo>
                <a:lnTo>
                  <a:pt x="2827744" y="809444"/>
                </a:lnTo>
                <a:lnTo>
                  <a:pt x="2828049" y="809082"/>
                </a:lnTo>
                <a:lnTo>
                  <a:pt x="2828068" y="806701"/>
                </a:lnTo>
                <a:lnTo>
                  <a:pt x="2827792" y="802300"/>
                </a:lnTo>
                <a:lnTo>
                  <a:pt x="2827658" y="799795"/>
                </a:lnTo>
                <a:lnTo>
                  <a:pt x="2827677" y="799176"/>
                </a:lnTo>
                <a:lnTo>
                  <a:pt x="2828001" y="797709"/>
                </a:lnTo>
                <a:lnTo>
                  <a:pt x="2828620" y="795385"/>
                </a:lnTo>
                <a:lnTo>
                  <a:pt x="2830135" y="794528"/>
                </a:lnTo>
                <a:lnTo>
                  <a:pt x="2832564" y="795128"/>
                </a:lnTo>
                <a:lnTo>
                  <a:pt x="2833773" y="794214"/>
                </a:lnTo>
                <a:lnTo>
                  <a:pt x="2833773" y="791785"/>
                </a:lnTo>
                <a:lnTo>
                  <a:pt x="2834716" y="790346"/>
                </a:lnTo>
                <a:lnTo>
                  <a:pt x="2836602" y="789889"/>
                </a:lnTo>
                <a:lnTo>
                  <a:pt x="2837498" y="787508"/>
                </a:lnTo>
                <a:lnTo>
                  <a:pt x="2837412" y="783203"/>
                </a:lnTo>
                <a:lnTo>
                  <a:pt x="2837402" y="780812"/>
                </a:lnTo>
                <a:lnTo>
                  <a:pt x="2837469" y="780345"/>
                </a:lnTo>
                <a:lnTo>
                  <a:pt x="2837364" y="777964"/>
                </a:lnTo>
                <a:lnTo>
                  <a:pt x="2837069" y="773668"/>
                </a:lnTo>
                <a:lnTo>
                  <a:pt x="2836926" y="771144"/>
                </a:lnTo>
                <a:lnTo>
                  <a:pt x="2836926" y="770382"/>
                </a:lnTo>
                <a:lnTo>
                  <a:pt x="2837307" y="769791"/>
                </a:lnTo>
                <a:lnTo>
                  <a:pt x="2838069" y="769391"/>
                </a:lnTo>
                <a:lnTo>
                  <a:pt x="2840641" y="769582"/>
                </a:lnTo>
                <a:lnTo>
                  <a:pt x="2845032" y="770372"/>
                </a:lnTo>
                <a:lnTo>
                  <a:pt x="2847223" y="768582"/>
                </a:lnTo>
                <a:lnTo>
                  <a:pt x="2847223" y="764191"/>
                </a:lnTo>
                <a:lnTo>
                  <a:pt x="2847299" y="761886"/>
                </a:lnTo>
                <a:lnTo>
                  <a:pt x="2847442" y="761657"/>
                </a:lnTo>
                <a:lnTo>
                  <a:pt x="2847337" y="759276"/>
                </a:lnTo>
                <a:lnTo>
                  <a:pt x="2846984" y="754742"/>
                </a:lnTo>
                <a:lnTo>
                  <a:pt x="2846803" y="752189"/>
                </a:lnTo>
                <a:lnTo>
                  <a:pt x="2846822" y="751608"/>
                </a:lnTo>
                <a:lnTo>
                  <a:pt x="2847108" y="750846"/>
                </a:lnTo>
                <a:lnTo>
                  <a:pt x="2847689" y="749884"/>
                </a:lnTo>
                <a:lnTo>
                  <a:pt x="2850071" y="749884"/>
                </a:lnTo>
                <a:lnTo>
                  <a:pt x="2854262" y="750846"/>
                </a:lnTo>
                <a:lnTo>
                  <a:pt x="2856300" y="749237"/>
                </a:lnTo>
                <a:lnTo>
                  <a:pt x="2856176" y="745046"/>
                </a:lnTo>
                <a:lnTo>
                  <a:pt x="2856338" y="742826"/>
                </a:lnTo>
                <a:lnTo>
                  <a:pt x="2856786" y="742588"/>
                </a:lnTo>
                <a:lnTo>
                  <a:pt x="2856890" y="740207"/>
                </a:lnTo>
                <a:lnTo>
                  <a:pt x="2856624" y="735682"/>
                </a:lnTo>
                <a:lnTo>
                  <a:pt x="2856519" y="733196"/>
                </a:lnTo>
                <a:lnTo>
                  <a:pt x="2856576" y="732749"/>
                </a:lnTo>
                <a:lnTo>
                  <a:pt x="2856748" y="730367"/>
                </a:lnTo>
                <a:lnTo>
                  <a:pt x="2857052" y="726053"/>
                </a:lnTo>
                <a:lnTo>
                  <a:pt x="2857205" y="723824"/>
                </a:lnTo>
                <a:lnTo>
                  <a:pt x="2859815" y="723529"/>
                </a:lnTo>
                <a:lnTo>
                  <a:pt x="2864453" y="723605"/>
                </a:lnTo>
                <a:lnTo>
                  <a:pt x="2866711" y="721328"/>
                </a:lnTo>
                <a:lnTo>
                  <a:pt x="2866596" y="716690"/>
                </a:lnTo>
                <a:lnTo>
                  <a:pt x="2866568" y="714289"/>
                </a:lnTo>
                <a:lnTo>
                  <a:pt x="2866444" y="711727"/>
                </a:lnTo>
                <a:lnTo>
                  <a:pt x="2865996" y="707146"/>
                </a:lnTo>
                <a:lnTo>
                  <a:pt x="2865768" y="704536"/>
                </a:lnTo>
                <a:lnTo>
                  <a:pt x="2865768" y="703907"/>
                </a:lnTo>
                <a:lnTo>
                  <a:pt x="2866082" y="703278"/>
                </a:lnTo>
                <a:lnTo>
                  <a:pt x="2866711" y="702659"/>
                </a:lnTo>
                <a:lnTo>
                  <a:pt x="2869301" y="702878"/>
                </a:lnTo>
                <a:lnTo>
                  <a:pt x="2873864" y="703926"/>
                </a:lnTo>
                <a:lnTo>
                  <a:pt x="2875969" y="702164"/>
                </a:lnTo>
                <a:lnTo>
                  <a:pt x="2875607" y="697601"/>
                </a:lnTo>
                <a:lnTo>
                  <a:pt x="2875578" y="695192"/>
                </a:lnTo>
                <a:lnTo>
                  <a:pt x="2875883" y="694934"/>
                </a:lnTo>
                <a:lnTo>
                  <a:pt x="2875874" y="692553"/>
                </a:lnTo>
                <a:lnTo>
                  <a:pt x="2875569" y="688048"/>
                </a:lnTo>
                <a:lnTo>
                  <a:pt x="2875417" y="685524"/>
                </a:lnTo>
                <a:lnTo>
                  <a:pt x="2875426" y="684962"/>
                </a:lnTo>
                <a:lnTo>
                  <a:pt x="2875712" y="683743"/>
                </a:lnTo>
                <a:lnTo>
                  <a:pt x="2876274" y="681857"/>
                </a:lnTo>
                <a:lnTo>
                  <a:pt x="2878617" y="681828"/>
                </a:lnTo>
                <a:lnTo>
                  <a:pt x="2882760" y="683647"/>
                </a:lnTo>
                <a:lnTo>
                  <a:pt x="2884589" y="682485"/>
                </a:lnTo>
                <a:lnTo>
                  <a:pt x="2884113" y="678342"/>
                </a:lnTo>
                <a:lnTo>
                  <a:pt x="2884322" y="676170"/>
                </a:lnTo>
                <a:lnTo>
                  <a:pt x="2885208" y="675961"/>
                </a:lnTo>
                <a:lnTo>
                  <a:pt x="2885599" y="673579"/>
                </a:lnTo>
                <a:lnTo>
                  <a:pt x="2885504" y="669026"/>
                </a:lnTo>
                <a:lnTo>
                  <a:pt x="2885475" y="666617"/>
                </a:lnTo>
                <a:lnTo>
                  <a:pt x="2885532" y="666359"/>
                </a:lnTo>
                <a:lnTo>
                  <a:pt x="2885370" y="663978"/>
                </a:lnTo>
                <a:lnTo>
                  <a:pt x="2884999" y="659473"/>
                </a:lnTo>
                <a:lnTo>
                  <a:pt x="2884808" y="656911"/>
                </a:lnTo>
                <a:lnTo>
                  <a:pt x="2884808" y="656273"/>
                </a:lnTo>
                <a:lnTo>
                  <a:pt x="2885123" y="655711"/>
                </a:lnTo>
                <a:lnTo>
                  <a:pt x="2885761" y="655225"/>
                </a:lnTo>
                <a:lnTo>
                  <a:pt x="2888247" y="655339"/>
                </a:lnTo>
                <a:lnTo>
                  <a:pt x="2892590" y="656034"/>
                </a:lnTo>
                <a:lnTo>
                  <a:pt x="2894695" y="654215"/>
                </a:lnTo>
                <a:lnTo>
                  <a:pt x="2894543" y="649872"/>
                </a:lnTo>
                <a:lnTo>
                  <a:pt x="2894590" y="647538"/>
                </a:lnTo>
                <a:lnTo>
                  <a:pt x="2894838" y="647224"/>
                </a:lnTo>
                <a:lnTo>
                  <a:pt x="2894857" y="644843"/>
                </a:lnTo>
                <a:lnTo>
                  <a:pt x="2894657" y="640394"/>
                </a:lnTo>
                <a:lnTo>
                  <a:pt x="2894562" y="637918"/>
                </a:lnTo>
                <a:lnTo>
                  <a:pt x="2894571" y="637413"/>
                </a:lnTo>
                <a:lnTo>
                  <a:pt x="2894838" y="636880"/>
                </a:lnTo>
                <a:lnTo>
                  <a:pt x="2895343" y="636327"/>
                </a:lnTo>
                <a:lnTo>
                  <a:pt x="2897600" y="636194"/>
                </a:lnTo>
                <a:lnTo>
                  <a:pt x="2901591" y="636489"/>
                </a:lnTo>
                <a:lnTo>
                  <a:pt x="2903630" y="634641"/>
                </a:lnTo>
                <a:lnTo>
                  <a:pt x="2903715" y="630650"/>
                </a:lnTo>
                <a:lnTo>
                  <a:pt x="2903944" y="628488"/>
                </a:lnTo>
                <a:lnTo>
                  <a:pt x="2904306" y="628174"/>
                </a:lnTo>
                <a:lnTo>
                  <a:pt x="2904649" y="627917"/>
                </a:lnTo>
                <a:lnTo>
                  <a:pt x="2904963" y="627717"/>
                </a:lnTo>
                <a:lnTo>
                  <a:pt x="2907392" y="627755"/>
                </a:lnTo>
                <a:lnTo>
                  <a:pt x="2911916" y="628040"/>
                </a:lnTo>
                <a:lnTo>
                  <a:pt x="2913755" y="625916"/>
                </a:lnTo>
                <a:lnTo>
                  <a:pt x="2912897" y="621392"/>
                </a:lnTo>
                <a:lnTo>
                  <a:pt x="2912669" y="618773"/>
                </a:lnTo>
                <a:lnTo>
                  <a:pt x="2913059" y="618077"/>
                </a:lnTo>
                <a:lnTo>
                  <a:pt x="2913602" y="617725"/>
                </a:lnTo>
                <a:lnTo>
                  <a:pt x="2914298" y="617725"/>
                </a:lnTo>
                <a:lnTo>
                  <a:pt x="2916717" y="617753"/>
                </a:lnTo>
                <a:lnTo>
                  <a:pt x="2920851" y="617830"/>
                </a:lnTo>
                <a:lnTo>
                  <a:pt x="2923232" y="617858"/>
                </a:lnTo>
                <a:lnTo>
                  <a:pt x="2923861" y="617858"/>
                </a:lnTo>
                <a:lnTo>
                  <a:pt x="2926223" y="617839"/>
                </a:lnTo>
                <a:lnTo>
                  <a:pt x="2930309" y="617801"/>
                </a:lnTo>
                <a:lnTo>
                  <a:pt x="2932690" y="617782"/>
                </a:lnTo>
                <a:lnTo>
                  <a:pt x="2933367" y="617792"/>
                </a:lnTo>
                <a:lnTo>
                  <a:pt x="2935729" y="617772"/>
                </a:lnTo>
                <a:lnTo>
                  <a:pt x="2939786" y="617734"/>
                </a:lnTo>
                <a:lnTo>
                  <a:pt x="2942168" y="617715"/>
                </a:lnTo>
                <a:lnTo>
                  <a:pt x="2942873" y="617725"/>
                </a:lnTo>
                <a:lnTo>
                  <a:pt x="2945235" y="617706"/>
                </a:lnTo>
                <a:lnTo>
                  <a:pt x="2949264" y="617677"/>
                </a:lnTo>
                <a:lnTo>
                  <a:pt x="2951645" y="617658"/>
                </a:lnTo>
                <a:lnTo>
                  <a:pt x="2952379" y="617658"/>
                </a:lnTo>
                <a:lnTo>
                  <a:pt x="2954769" y="617668"/>
                </a:lnTo>
                <a:lnTo>
                  <a:pt x="2958798" y="617668"/>
                </a:lnTo>
                <a:lnTo>
                  <a:pt x="2961180" y="617668"/>
                </a:lnTo>
                <a:lnTo>
                  <a:pt x="2961913" y="617677"/>
                </a:lnTo>
                <a:lnTo>
                  <a:pt x="2964313" y="617696"/>
                </a:lnTo>
                <a:lnTo>
                  <a:pt x="2968381" y="617725"/>
                </a:lnTo>
                <a:lnTo>
                  <a:pt x="2970762" y="617744"/>
                </a:lnTo>
                <a:lnTo>
                  <a:pt x="2971457" y="617753"/>
                </a:lnTo>
                <a:lnTo>
                  <a:pt x="2973838" y="617753"/>
                </a:lnTo>
                <a:lnTo>
                  <a:pt x="2977915" y="617753"/>
                </a:lnTo>
                <a:lnTo>
                  <a:pt x="2980296" y="617763"/>
                </a:lnTo>
                <a:lnTo>
                  <a:pt x="2980982" y="617772"/>
                </a:lnTo>
                <a:lnTo>
                  <a:pt x="2983401" y="617811"/>
                </a:lnTo>
                <a:lnTo>
                  <a:pt x="2987564" y="617877"/>
                </a:lnTo>
                <a:lnTo>
                  <a:pt x="2989945" y="617915"/>
                </a:lnTo>
                <a:lnTo>
                  <a:pt x="2990545" y="617915"/>
                </a:lnTo>
                <a:lnTo>
                  <a:pt x="2992879" y="617868"/>
                </a:lnTo>
                <a:lnTo>
                  <a:pt x="2996936" y="617763"/>
                </a:lnTo>
                <a:lnTo>
                  <a:pt x="2999318" y="617715"/>
                </a:lnTo>
                <a:lnTo>
                  <a:pt x="3000023" y="617725"/>
                </a:lnTo>
                <a:lnTo>
                  <a:pt x="3000766" y="618077"/>
                </a:lnTo>
                <a:lnTo>
                  <a:pt x="3001547" y="618773"/>
                </a:lnTo>
                <a:lnTo>
                  <a:pt x="3003928" y="621449"/>
                </a:lnTo>
                <a:lnTo>
                  <a:pt x="3007909" y="626088"/>
                </a:lnTo>
                <a:lnTo>
                  <a:pt x="3009948" y="628469"/>
                </a:lnTo>
                <a:lnTo>
                  <a:pt x="3010062" y="629641"/>
                </a:lnTo>
                <a:lnTo>
                  <a:pt x="3009957" y="631203"/>
                </a:lnTo>
                <a:lnTo>
                  <a:pt x="3009462" y="633089"/>
                </a:lnTo>
                <a:lnTo>
                  <a:pt x="3008576" y="635298"/>
                </a:lnTo>
                <a:lnTo>
                  <a:pt x="3008043" y="636851"/>
                </a:lnTo>
                <a:lnTo>
                  <a:pt x="3007852" y="637737"/>
                </a:lnTo>
                <a:lnTo>
                  <a:pt x="3006300" y="638556"/>
                </a:lnTo>
                <a:lnTo>
                  <a:pt x="3003366" y="639318"/>
                </a:lnTo>
                <a:lnTo>
                  <a:pt x="3001947" y="641699"/>
                </a:lnTo>
                <a:lnTo>
                  <a:pt x="3002023" y="645700"/>
                </a:lnTo>
                <a:lnTo>
                  <a:pt x="3001994" y="648052"/>
                </a:lnTo>
                <a:lnTo>
                  <a:pt x="3001851" y="648748"/>
                </a:lnTo>
                <a:lnTo>
                  <a:pt x="3001823" y="651129"/>
                </a:lnTo>
                <a:lnTo>
                  <a:pt x="3001928" y="655196"/>
                </a:lnTo>
                <a:lnTo>
                  <a:pt x="3001985" y="657635"/>
                </a:lnTo>
                <a:lnTo>
                  <a:pt x="3001994" y="658444"/>
                </a:lnTo>
                <a:lnTo>
                  <a:pt x="3001594" y="659044"/>
                </a:lnTo>
                <a:lnTo>
                  <a:pt x="3000785" y="659435"/>
                </a:lnTo>
                <a:lnTo>
                  <a:pt x="2998337" y="659378"/>
                </a:lnTo>
                <a:lnTo>
                  <a:pt x="2994269" y="658863"/>
                </a:lnTo>
                <a:lnTo>
                  <a:pt x="2992345" y="660644"/>
                </a:lnTo>
                <a:lnTo>
                  <a:pt x="2992565" y="664712"/>
                </a:lnTo>
                <a:lnTo>
                  <a:pt x="2992517" y="667045"/>
                </a:lnTo>
                <a:lnTo>
                  <a:pt x="2992203" y="667645"/>
                </a:lnTo>
                <a:lnTo>
                  <a:pt x="2992098" y="670027"/>
                </a:lnTo>
                <a:lnTo>
                  <a:pt x="2992212" y="674189"/>
                </a:lnTo>
                <a:lnTo>
                  <a:pt x="2992260" y="676627"/>
                </a:lnTo>
                <a:lnTo>
                  <a:pt x="2992250" y="677323"/>
                </a:lnTo>
                <a:lnTo>
                  <a:pt x="2991898" y="678009"/>
                </a:lnTo>
                <a:lnTo>
                  <a:pt x="2991202" y="678685"/>
                </a:lnTo>
                <a:lnTo>
                  <a:pt x="2989002" y="678866"/>
                </a:lnTo>
                <a:lnTo>
                  <a:pt x="2985297" y="678551"/>
                </a:lnTo>
                <a:lnTo>
                  <a:pt x="2983630" y="680247"/>
                </a:lnTo>
                <a:lnTo>
                  <a:pt x="2984002" y="683952"/>
                </a:lnTo>
                <a:lnTo>
                  <a:pt x="2983840" y="686171"/>
                </a:lnTo>
                <a:lnTo>
                  <a:pt x="2983163" y="686924"/>
                </a:lnTo>
                <a:lnTo>
                  <a:pt x="2982820" y="689305"/>
                </a:lnTo>
                <a:lnTo>
                  <a:pt x="2982820" y="693315"/>
                </a:lnTo>
                <a:lnTo>
                  <a:pt x="2982801" y="695677"/>
                </a:lnTo>
                <a:lnTo>
                  <a:pt x="2982763" y="696382"/>
                </a:lnTo>
                <a:lnTo>
                  <a:pt x="2982382" y="697830"/>
                </a:lnTo>
                <a:lnTo>
                  <a:pt x="2981677" y="700011"/>
                </a:lnTo>
                <a:lnTo>
                  <a:pt x="2979982" y="700697"/>
                </a:lnTo>
                <a:lnTo>
                  <a:pt x="2977296" y="699878"/>
                </a:lnTo>
                <a:lnTo>
                  <a:pt x="2976162" y="700821"/>
                </a:lnTo>
                <a:lnTo>
                  <a:pt x="2976601" y="703507"/>
                </a:lnTo>
                <a:lnTo>
                  <a:pt x="2975877" y="705164"/>
                </a:lnTo>
                <a:lnTo>
                  <a:pt x="2973991" y="705783"/>
                </a:lnTo>
                <a:lnTo>
                  <a:pt x="2973105" y="708165"/>
                </a:lnTo>
                <a:lnTo>
                  <a:pt x="2973219" y="712308"/>
                </a:lnTo>
                <a:lnTo>
                  <a:pt x="2973229" y="714689"/>
                </a:lnTo>
                <a:lnTo>
                  <a:pt x="2973114" y="715318"/>
                </a:lnTo>
                <a:lnTo>
                  <a:pt x="2972914" y="717699"/>
                </a:lnTo>
                <a:lnTo>
                  <a:pt x="2972619" y="721833"/>
                </a:lnTo>
                <a:lnTo>
                  <a:pt x="2972476" y="724071"/>
                </a:lnTo>
                <a:lnTo>
                  <a:pt x="2972476" y="724405"/>
                </a:lnTo>
                <a:lnTo>
                  <a:pt x="2972305" y="724624"/>
                </a:lnTo>
                <a:lnTo>
                  <a:pt x="2971971" y="724729"/>
                </a:lnTo>
                <a:lnTo>
                  <a:pt x="2969714" y="724853"/>
                </a:lnTo>
                <a:lnTo>
                  <a:pt x="2965533" y="725005"/>
                </a:lnTo>
                <a:lnTo>
                  <a:pt x="2963513" y="727158"/>
                </a:lnTo>
                <a:lnTo>
                  <a:pt x="2963656" y="731339"/>
                </a:lnTo>
                <a:lnTo>
                  <a:pt x="2963637" y="733701"/>
                </a:lnTo>
                <a:lnTo>
                  <a:pt x="2963475" y="734263"/>
                </a:lnTo>
                <a:lnTo>
                  <a:pt x="2963485" y="736644"/>
                </a:lnTo>
                <a:lnTo>
                  <a:pt x="2963647" y="740845"/>
                </a:lnTo>
                <a:lnTo>
                  <a:pt x="2963732" y="743312"/>
                </a:lnTo>
                <a:lnTo>
                  <a:pt x="2963732" y="744045"/>
                </a:lnTo>
                <a:lnTo>
                  <a:pt x="2963370" y="744598"/>
                </a:lnTo>
                <a:lnTo>
                  <a:pt x="2962637" y="744960"/>
                </a:lnTo>
                <a:lnTo>
                  <a:pt x="2960189" y="744893"/>
                </a:lnTo>
                <a:lnTo>
                  <a:pt x="2956017" y="744388"/>
                </a:lnTo>
                <a:lnTo>
                  <a:pt x="2954045" y="746217"/>
                </a:lnTo>
                <a:lnTo>
                  <a:pt x="2954264" y="750389"/>
                </a:lnTo>
                <a:lnTo>
                  <a:pt x="2954226" y="752742"/>
                </a:lnTo>
                <a:lnTo>
                  <a:pt x="2953941" y="753266"/>
                </a:lnTo>
                <a:lnTo>
                  <a:pt x="2953883" y="755647"/>
                </a:lnTo>
                <a:lnTo>
                  <a:pt x="2954055" y="759885"/>
                </a:lnTo>
                <a:lnTo>
                  <a:pt x="2954141" y="762352"/>
                </a:lnTo>
                <a:lnTo>
                  <a:pt x="2954141" y="763048"/>
                </a:lnTo>
                <a:lnTo>
                  <a:pt x="2953798" y="763876"/>
                </a:lnTo>
                <a:lnTo>
                  <a:pt x="2953102" y="764858"/>
                </a:lnTo>
                <a:lnTo>
                  <a:pt x="2950959" y="765096"/>
                </a:lnTo>
                <a:lnTo>
                  <a:pt x="2947378" y="764610"/>
                </a:lnTo>
                <a:lnTo>
                  <a:pt x="2945663" y="766153"/>
                </a:lnTo>
                <a:lnTo>
                  <a:pt x="2945816" y="769734"/>
                </a:lnTo>
                <a:lnTo>
                  <a:pt x="2945521" y="771811"/>
                </a:lnTo>
                <a:lnTo>
                  <a:pt x="2944749" y="772382"/>
                </a:lnTo>
                <a:lnTo>
                  <a:pt x="2944444" y="774764"/>
                </a:lnTo>
                <a:lnTo>
                  <a:pt x="2944597" y="778955"/>
                </a:lnTo>
                <a:lnTo>
                  <a:pt x="2944644" y="781383"/>
                </a:lnTo>
                <a:lnTo>
                  <a:pt x="2944597" y="782060"/>
                </a:lnTo>
                <a:lnTo>
                  <a:pt x="2944301" y="784441"/>
                </a:lnTo>
                <a:lnTo>
                  <a:pt x="2943768" y="788527"/>
                </a:lnTo>
                <a:lnTo>
                  <a:pt x="2943501" y="790642"/>
                </a:lnTo>
                <a:lnTo>
                  <a:pt x="2941187" y="791175"/>
                </a:lnTo>
                <a:lnTo>
                  <a:pt x="2937100" y="791680"/>
                </a:lnTo>
                <a:lnTo>
                  <a:pt x="2935129" y="793975"/>
                </a:lnTo>
                <a:lnTo>
                  <a:pt x="2935253" y="798062"/>
                </a:lnTo>
                <a:lnTo>
                  <a:pt x="2935243" y="800424"/>
                </a:lnTo>
                <a:lnTo>
                  <a:pt x="2935081" y="801081"/>
                </a:lnTo>
                <a:lnTo>
                  <a:pt x="2935072" y="803462"/>
                </a:lnTo>
                <a:lnTo>
                  <a:pt x="2935214" y="807568"/>
                </a:lnTo>
                <a:lnTo>
                  <a:pt x="2935281" y="810016"/>
                </a:lnTo>
                <a:lnTo>
                  <a:pt x="2935281" y="810806"/>
                </a:lnTo>
                <a:lnTo>
                  <a:pt x="2934881" y="811435"/>
                </a:lnTo>
                <a:lnTo>
                  <a:pt x="2934091" y="811882"/>
                </a:lnTo>
                <a:lnTo>
                  <a:pt x="2931709" y="811873"/>
                </a:lnTo>
                <a:lnTo>
                  <a:pt x="2927718" y="811406"/>
                </a:lnTo>
                <a:lnTo>
                  <a:pt x="2925804" y="813168"/>
                </a:lnTo>
                <a:lnTo>
                  <a:pt x="2925975" y="817159"/>
                </a:lnTo>
                <a:lnTo>
                  <a:pt x="2925880" y="819445"/>
                </a:lnTo>
                <a:lnTo>
                  <a:pt x="2925528" y="820026"/>
                </a:lnTo>
                <a:lnTo>
                  <a:pt x="2925413" y="822408"/>
                </a:lnTo>
                <a:lnTo>
                  <a:pt x="2925556" y="826589"/>
                </a:lnTo>
                <a:lnTo>
                  <a:pt x="2925623" y="829027"/>
                </a:lnTo>
                <a:lnTo>
                  <a:pt x="2925604" y="829742"/>
                </a:lnTo>
                <a:lnTo>
                  <a:pt x="2925242" y="830561"/>
                </a:lnTo>
                <a:lnTo>
                  <a:pt x="2924527" y="831485"/>
                </a:lnTo>
                <a:lnTo>
                  <a:pt x="2922327" y="831666"/>
                </a:lnTo>
                <a:lnTo>
                  <a:pt x="2918641" y="831104"/>
                </a:lnTo>
                <a:lnTo>
                  <a:pt x="2917022" y="832666"/>
                </a:lnTo>
                <a:lnTo>
                  <a:pt x="2917460" y="836352"/>
                </a:lnTo>
                <a:lnTo>
                  <a:pt x="2917260" y="838533"/>
                </a:lnTo>
                <a:lnTo>
                  <a:pt x="2916412" y="839210"/>
                </a:lnTo>
                <a:lnTo>
                  <a:pt x="2916012" y="841591"/>
                </a:lnTo>
                <a:lnTo>
                  <a:pt x="2916041" y="845677"/>
                </a:lnTo>
                <a:lnTo>
                  <a:pt x="2916050" y="848058"/>
                </a:lnTo>
                <a:lnTo>
                  <a:pt x="2916012" y="848735"/>
                </a:lnTo>
                <a:lnTo>
                  <a:pt x="2915660" y="850087"/>
                </a:lnTo>
                <a:lnTo>
                  <a:pt x="2914983" y="852106"/>
                </a:lnTo>
                <a:lnTo>
                  <a:pt x="2913174" y="852678"/>
                </a:lnTo>
                <a:lnTo>
                  <a:pt x="2910230" y="851792"/>
                </a:lnTo>
                <a:lnTo>
                  <a:pt x="2909040" y="852830"/>
                </a:lnTo>
                <a:lnTo>
                  <a:pt x="2909602" y="855774"/>
                </a:lnTo>
                <a:lnTo>
                  <a:pt x="2909021" y="857574"/>
                </a:lnTo>
                <a:lnTo>
                  <a:pt x="2907278" y="858212"/>
                </a:lnTo>
                <a:lnTo>
                  <a:pt x="2906439" y="860593"/>
                </a:lnTo>
                <a:lnTo>
                  <a:pt x="2906525" y="864718"/>
                </a:lnTo>
                <a:lnTo>
                  <a:pt x="2906516" y="867080"/>
                </a:lnTo>
                <a:lnTo>
                  <a:pt x="2906411" y="867699"/>
                </a:lnTo>
                <a:lnTo>
                  <a:pt x="2906420" y="870080"/>
                </a:lnTo>
                <a:lnTo>
                  <a:pt x="2906544" y="874224"/>
                </a:lnTo>
                <a:lnTo>
                  <a:pt x="2906620" y="876681"/>
                </a:lnTo>
                <a:lnTo>
                  <a:pt x="2906630" y="877433"/>
                </a:lnTo>
                <a:lnTo>
                  <a:pt x="2906258" y="877957"/>
                </a:lnTo>
                <a:lnTo>
                  <a:pt x="2905506" y="878243"/>
                </a:lnTo>
                <a:lnTo>
                  <a:pt x="2903087" y="878205"/>
                </a:lnTo>
                <a:lnTo>
                  <a:pt x="2899000" y="877843"/>
                </a:lnTo>
                <a:lnTo>
                  <a:pt x="2897057" y="879700"/>
                </a:lnTo>
                <a:lnTo>
                  <a:pt x="2897257" y="883787"/>
                </a:lnTo>
                <a:lnTo>
                  <a:pt x="2897238" y="886139"/>
                </a:lnTo>
                <a:lnTo>
                  <a:pt x="2896991" y="886778"/>
                </a:lnTo>
                <a:lnTo>
                  <a:pt x="2896886" y="889159"/>
                </a:lnTo>
                <a:lnTo>
                  <a:pt x="2896914" y="893283"/>
                </a:lnTo>
                <a:lnTo>
                  <a:pt x="2896943" y="895683"/>
                </a:lnTo>
                <a:lnTo>
                  <a:pt x="2896943" y="896360"/>
                </a:lnTo>
                <a:lnTo>
                  <a:pt x="2896610" y="897007"/>
                </a:lnTo>
                <a:lnTo>
                  <a:pt x="2895933" y="897626"/>
                </a:lnTo>
                <a:lnTo>
                  <a:pt x="2893628" y="897703"/>
                </a:lnTo>
                <a:lnTo>
                  <a:pt x="2889695" y="897236"/>
                </a:lnTo>
                <a:lnTo>
                  <a:pt x="2887799" y="898970"/>
                </a:lnTo>
                <a:lnTo>
                  <a:pt x="2887942" y="902903"/>
                </a:lnTo>
                <a:lnTo>
                  <a:pt x="2887780" y="905123"/>
                </a:lnTo>
                <a:lnTo>
                  <a:pt x="2887313" y="905627"/>
                </a:lnTo>
                <a:lnTo>
                  <a:pt x="2887189" y="908009"/>
                </a:lnTo>
                <a:lnTo>
                  <a:pt x="2887418" y="912266"/>
                </a:lnTo>
                <a:lnTo>
                  <a:pt x="2887523" y="914752"/>
                </a:lnTo>
                <a:lnTo>
                  <a:pt x="2887494" y="915457"/>
                </a:lnTo>
                <a:lnTo>
                  <a:pt x="2887132" y="916610"/>
                </a:lnTo>
                <a:lnTo>
                  <a:pt x="2886427" y="918220"/>
                </a:lnTo>
                <a:lnTo>
                  <a:pt x="2884541" y="918724"/>
                </a:lnTo>
                <a:lnTo>
                  <a:pt x="2881484" y="918105"/>
                </a:lnTo>
                <a:lnTo>
                  <a:pt x="2880141" y="919334"/>
                </a:lnTo>
                <a:lnTo>
                  <a:pt x="2880522" y="922391"/>
                </a:lnTo>
                <a:lnTo>
                  <a:pt x="2880008" y="924258"/>
                </a:lnTo>
                <a:lnTo>
                  <a:pt x="2878579" y="924916"/>
                </a:lnTo>
                <a:lnTo>
                  <a:pt x="2877922" y="927297"/>
                </a:lnTo>
                <a:lnTo>
                  <a:pt x="2878045" y="931402"/>
                </a:lnTo>
                <a:lnTo>
                  <a:pt x="2878055" y="933793"/>
                </a:lnTo>
                <a:lnTo>
                  <a:pt x="2877969" y="934488"/>
                </a:lnTo>
                <a:lnTo>
                  <a:pt x="2877807" y="936869"/>
                </a:lnTo>
                <a:lnTo>
                  <a:pt x="2877560" y="940937"/>
                </a:lnTo>
                <a:lnTo>
                  <a:pt x="2877436" y="943194"/>
                </a:lnTo>
                <a:lnTo>
                  <a:pt x="2877445" y="943642"/>
                </a:lnTo>
                <a:lnTo>
                  <a:pt x="2877217" y="943937"/>
                </a:lnTo>
                <a:lnTo>
                  <a:pt x="2876769" y="944061"/>
                </a:lnTo>
                <a:lnTo>
                  <a:pt x="2874445" y="944118"/>
                </a:lnTo>
                <a:lnTo>
                  <a:pt x="2870244" y="944108"/>
                </a:lnTo>
                <a:lnTo>
                  <a:pt x="2868244" y="946194"/>
                </a:lnTo>
                <a:lnTo>
                  <a:pt x="2868425" y="950395"/>
                </a:lnTo>
                <a:lnTo>
                  <a:pt x="2868435" y="952786"/>
                </a:lnTo>
                <a:lnTo>
                  <a:pt x="2868244" y="953348"/>
                </a:lnTo>
                <a:lnTo>
                  <a:pt x="2868244" y="955729"/>
                </a:lnTo>
                <a:lnTo>
                  <a:pt x="2868416" y="959930"/>
                </a:lnTo>
                <a:lnTo>
                  <a:pt x="2868492" y="962387"/>
                </a:lnTo>
                <a:lnTo>
                  <a:pt x="2868492" y="963120"/>
                </a:lnTo>
                <a:lnTo>
                  <a:pt x="2868120" y="963663"/>
                </a:lnTo>
                <a:lnTo>
                  <a:pt x="2867387" y="964035"/>
                </a:lnTo>
                <a:lnTo>
                  <a:pt x="2864939" y="963959"/>
                </a:lnTo>
                <a:lnTo>
                  <a:pt x="2860767" y="963454"/>
                </a:lnTo>
                <a:lnTo>
                  <a:pt x="2858786" y="965292"/>
                </a:lnTo>
                <a:lnTo>
                  <a:pt x="2859005" y="969464"/>
                </a:lnTo>
                <a:lnTo>
                  <a:pt x="2858976" y="971817"/>
                </a:lnTo>
                <a:lnTo>
                  <a:pt x="2858691" y="972341"/>
                </a:lnTo>
                <a:lnTo>
                  <a:pt x="2858633" y="974722"/>
                </a:lnTo>
                <a:lnTo>
                  <a:pt x="2858805" y="978960"/>
                </a:lnTo>
                <a:lnTo>
                  <a:pt x="2858891" y="981427"/>
                </a:lnTo>
                <a:lnTo>
                  <a:pt x="2858891" y="982123"/>
                </a:lnTo>
                <a:lnTo>
                  <a:pt x="2858548" y="982809"/>
                </a:lnTo>
                <a:lnTo>
                  <a:pt x="2857852" y="983494"/>
                </a:lnTo>
                <a:lnTo>
                  <a:pt x="2855481" y="983513"/>
                </a:lnTo>
                <a:lnTo>
                  <a:pt x="2851452" y="982866"/>
                </a:lnTo>
                <a:lnTo>
                  <a:pt x="2849613" y="984552"/>
                </a:lnTo>
                <a:lnTo>
                  <a:pt x="2849975" y="988581"/>
                </a:lnTo>
                <a:lnTo>
                  <a:pt x="2849870" y="990867"/>
                </a:lnTo>
                <a:lnTo>
                  <a:pt x="2849318" y="991400"/>
                </a:lnTo>
                <a:lnTo>
                  <a:pt x="2849128" y="993781"/>
                </a:lnTo>
                <a:lnTo>
                  <a:pt x="2849309" y="998010"/>
                </a:lnTo>
                <a:lnTo>
                  <a:pt x="2849385" y="1000477"/>
                </a:lnTo>
                <a:lnTo>
                  <a:pt x="2849375" y="1001173"/>
                </a:lnTo>
                <a:lnTo>
                  <a:pt x="2849023" y="1002144"/>
                </a:lnTo>
                <a:lnTo>
                  <a:pt x="2848327" y="1003392"/>
                </a:lnTo>
                <a:lnTo>
                  <a:pt x="2846099" y="1003554"/>
                </a:lnTo>
                <a:lnTo>
                  <a:pt x="2842346" y="1002611"/>
                </a:lnTo>
                <a:lnTo>
                  <a:pt x="2840755" y="1004021"/>
                </a:lnTo>
                <a:lnTo>
                  <a:pt x="2841336" y="1007774"/>
                </a:lnTo>
                <a:lnTo>
                  <a:pt x="2841117" y="1009936"/>
                </a:lnTo>
                <a:lnTo>
                  <a:pt x="2840088" y="1010498"/>
                </a:lnTo>
                <a:lnTo>
                  <a:pt x="2839650" y="1012879"/>
                </a:lnTo>
                <a:lnTo>
                  <a:pt x="2839793" y="1017080"/>
                </a:lnTo>
                <a:lnTo>
                  <a:pt x="2839850" y="1019508"/>
                </a:lnTo>
                <a:lnTo>
                  <a:pt x="2839803" y="1020175"/>
                </a:lnTo>
                <a:lnTo>
                  <a:pt x="2839450" y="1022233"/>
                </a:lnTo>
                <a:lnTo>
                  <a:pt x="2838783" y="1025681"/>
                </a:lnTo>
                <a:lnTo>
                  <a:pt x="2837859" y="1027138"/>
                </a:lnTo>
                <a:lnTo>
                  <a:pt x="2836669" y="1026595"/>
                </a:lnTo>
                <a:lnTo>
                  <a:pt x="2836164" y="1026919"/>
                </a:lnTo>
                <a:lnTo>
                  <a:pt x="2836354" y="1028109"/>
                </a:lnTo>
                <a:lnTo>
                  <a:pt x="2834811" y="1028948"/>
                </a:lnTo>
                <a:lnTo>
                  <a:pt x="2831554" y="1029452"/>
                </a:lnTo>
                <a:lnTo>
                  <a:pt x="2829992" y="1031834"/>
                </a:lnTo>
                <a:lnTo>
                  <a:pt x="2830116" y="1036091"/>
                </a:lnTo>
                <a:lnTo>
                  <a:pt x="2830135" y="1038492"/>
                </a:lnTo>
                <a:lnTo>
                  <a:pt x="2830030" y="1039016"/>
                </a:lnTo>
                <a:lnTo>
                  <a:pt x="2830058" y="1041397"/>
                </a:lnTo>
                <a:lnTo>
                  <a:pt x="2830230" y="1045635"/>
                </a:lnTo>
                <a:lnTo>
                  <a:pt x="2830316" y="1048102"/>
                </a:lnTo>
                <a:lnTo>
                  <a:pt x="2830316" y="1048798"/>
                </a:lnTo>
                <a:lnTo>
                  <a:pt x="2829973" y="1049312"/>
                </a:lnTo>
                <a:lnTo>
                  <a:pt x="2829277" y="1049636"/>
                </a:lnTo>
                <a:lnTo>
                  <a:pt x="2826801" y="1049550"/>
                </a:lnTo>
                <a:lnTo>
                  <a:pt x="2822553" y="1049036"/>
                </a:lnTo>
                <a:lnTo>
                  <a:pt x="2820591" y="1050903"/>
                </a:lnTo>
                <a:lnTo>
                  <a:pt x="2820914" y="1055151"/>
                </a:lnTo>
                <a:lnTo>
                  <a:pt x="2820934" y="1057561"/>
                </a:lnTo>
                <a:lnTo>
                  <a:pt x="2820667" y="1058123"/>
                </a:lnTo>
                <a:lnTo>
                  <a:pt x="2820562" y="1060504"/>
                </a:lnTo>
                <a:lnTo>
                  <a:pt x="2820638" y="1064705"/>
                </a:lnTo>
                <a:lnTo>
                  <a:pt x="2820676" y="1067124"/>
                </a:lnTo>
                <a:lnTo>
                  <a:pt x="2820676" y="1067762"/>
                </a:lnTo>
                <a:lnTo>
                  <a:pt x="2820362" y="1068505"/>
                </a:lnTo>
                <a:lnTo>
                  <a:pt x="2819724" y="1069362"/>
                </a:lnTo>
                <a:lnTo>
                  <a:pt x="2817505" y="1069524"/>
                </a:lnTo>
                <a:lnTo>
                  <a:pt x="2813714" y="1069010"/>
                </a:lnTo>
                <a:lnTo>
                  <a:pt x="2811904" y="1070639"/>
                </a:lnTo>
                <a:lnTo>
                  <a:pt x="2812066" y="1074430"/>
                </a:lnTo>
                <a:lnTo>
                  <a:pt x="2811837" y="1076573"/>
                </a:lnTo>
                <a:lnTo>
                  <a:pt x="2811199" y="1077077"/>
                </a:lnTo>
                <a:lnTo>
                  <a:pt x="2810961" y="1079459"/>
                </a:lnTo>
                <a:lnTo>
                  <a:pt x="2811113" y="1083716"/>
                </a:lnTo>
                <a:lnTo>
                  <a:pt x="2811170" y="1086164"/>
                </a:lnTo>
                <a:lnTo>
                  <a:pt x="2811132" y="1086783"/>
                </a:lnTo>
                <a:lnTo>
                  <a:pt x="2810808" y="1089108"/>
                </a:lnTo>
                <a:lnTo>
                  <a:pt x="2810189" y="1093146"/>
                </a:lnTo>
                <a:lnTo>
                  <a:pt x="2809799" y="1095146"/>
                </a:lnTo>
                <a:lnTo>
                  <a:pt x="2807570" y="1095661"/>
                </a:lnTo>
                <a:lnTo>
                  <a:pt x="2803522" y="1096232"/>
                </a:lnTo>
                <a:lnTo>
                  <a:pt x="2801598" y="1098614"/>
                </a:lnTo>
                <a:lnTo>
                  <a:pt x="2801817" y="1102805"/>
                </a:lnTo>
                <a:lnTo>
                  <a:pt x="2801864" y="1105233"/>
                </a:lnTo>
                <a:lnTo>
                  <a:pt x="2801741" y="1105891"/>
                </a:lnTo>
                <a:lnTo>
                  <a:pt x="2801741" y="1108272"/>
                </a:lnTo>
                <a:lnTo>
                  <a:pt x="2801884" y="1112377"/>
                </a:lnTo>
                <a:lnTo>
                  <a:pt x="2801950" y="1114825"/>
                </a:lnTo>
                <a:lnTo>
                  <a:pt x="2801950" y="1115625"/>
                </a:lnTo>
                <a:lnTo>
                  <a:pt x="2801550" y="1116187"/>
                </a:lnTo>
                <a:lnTo>
                  <a:pt x="2800750" y="1116501"/>
                </a:lnTo>
                <a:lnTo>
                  <a:pt x="2798254" y="1116397"/>
                </a:lnTo>
                <a:lnTo>
                  <a:pt x="2794073" y="1115854"/>
                </a:lnTo>
                <a:lnTo>
                  <a:pt x="2792035" y="1117673"/>
                </a:lnTo>
                <a:lnTo>
                  <a:pt x="2792149" y="1121855"/>
                </a:lnTo>
                <a:lnTo>
                  <a:pt x="2792092" y="1124179"/>
                </a:lnTo>
                <a:lnTo>
                  <a:pt x="2791863" y="1124645"/>
                </a:lnTo>
                <a:lnTo>
                  <a:pt x="2791882" y="1127027"/>
                </a:lnTo>
                <a:lnTo>
                  <a:pt x="2792130" y="1131322"/>
                </a:lnTo>
                <a:lnTo>
                  <a:pt x="2792254" y="1133827"/>
                </a:lnTo>
                <a:lnTo>
                  <a:pt x="2792244" y="1134532"/>
                </a:lnTo>
                <a:lnTo>
                  <a:pt x="2791882" y="1135151"/>
                </a:lnTo>
                <a:lnTo>
                  <a:pt x="2791177" y="1135675"/>
                </a:lnTo>
                <a:lnTo>
                  <a:pt x="2788796" y="1135675"/>
                </a:lnTo>
                <a:lnTo>
                  <a:pt x="2784739" y="1135151"/>
                </a:lnTo>
                <a:lnTo>
                  <a:pt x="2782872" y="1136914"/>
                </a:lnTo>
                <a:lnTo>
                  <a:pt x="2783176" y="1140971"/>
                </a:lnTo>
                <a:lnTo>
                  <a:pt x="2783110" y="1143286"/>
                </a:lnTo>
                <a:lnTo>
                  <a:pt x="2782662" y="1143857"/>
                </a:lnTo>
                <a:lnTo>
                  <a:pt x="2782510" y="1146239"/>
                </a:lnTo>
                <a:lnTo>
                  <a:pt x="2782653" y="1150430"/>
                </a:lnTo>
                <a:lnTo>
                  <a:pt x="2782710" y="1152877"/>
                </a:lnTo>
                <a:lnTo>
                  <a:pt x="2782700" y="1153573"/>
                </a:lnTo>
                <a:lnTo>
                  <a:pt x="2782348" y="1154735"/>
                </a:lnTo>
                <a:lnTo>
                  <a:pt x="2781652" y="1156383"/>
                </a:lnTo>
                <a:lnTo>
                  <a:pt x="2779566" y="1156678"/>
                </a:lnTo>
                <a:lnTo>
                  <a:pt x="2776109" y="1155640"/>
                </a:lnTo>
                <a:lnTo>
                  <a:pt x="2774499" y="1156859"/>
                </a:lnTo>
                <a:lnTo>
                  <a:pt x="2774747" y="1160316"/>
                </a:lnTo>
                <a:lnTo>
                  <a:pt x="2774318" y="1162269"/>
                </a:lnTo>
                <a:lnTo>
                  <a:pt x="2773204" y="1162698"/>
                </a:lnTo>
                <a:lnTo>
                  <a:pt x="2772708" y="1165079"/>
                </a:lnTo>
                <a:lnTo>
                  <a:pt x="2772832" y="1169413"/>
                </a:lnTo>
                <a:lnTo>
                  <a:pt x="2772861" y="1171823"/>
                </a:lnTo>
                <a:lnTo>
                  <a:pt x="2772785" y="1172308"/>
                </a:lnTo>
                <a:lnTo>
                  <a:pt x="2772508" y="1173623"/>
                </a:lnTo>
                <a:lnTo>
                  <a:pt x="2772023" y="1175776"/>
                </a:lnTo>
                <a:lnTo>
                  <a:pt x="2770308" y="1176442"/>
                </a:lnTo>
                <a:lnTo>
                  <a:pt x="2767365" y="1175633"/>
                </a:lnTo>
                <a:lnTo>
                  <a:pt x="2766308" y="1176690"/>
                </a:lnTo>
                <a:lnTo>
                  <a:pt x="2767117" y="1179633"/>
                </a:lnTo>
                <a:lnTo>
                  <a:pt x="2766460" y="1181348"/>
                </a:lnTo>
                <a:lnTo>
                  <a:pt x="2764317" y="1181843"/>
                </a:lnTo>
                <a:lnTo>
                  <a:pt x="2762993" y="1182881"/>
                </a:lnTo>
                <a:lnTo>
                  <a:pt x="2762498" y="1184443"/>
                </a:lnTo>
                <a:lnTo>
                  <a:pt x="2760678" y="1185005"/>
                </a:lnTo>
                <a:lnTo>
                  <a:pt x="2757526" y="1184548"/>
                </a:lnTo>
                <a:lnTo>
                  <a:pt x="2756449" y="1185901"/>
                </a:lnTo>
                <a:lnTo>
                  <a:pt x="2757449" y="1189053"/>
                </a:lnTo>
                <a:lnTo>
                  <a:pt x="2757002" y="1190987"/>
                </a:lnTo>
                <a:lnTo>
                  <a:pt x="2755125" y="1191720"/>
                </a:lnTo>
                <a:lnTo>
                  <a:pt x="2753820" y="1192082"/>
                </a:lnTo>
                <a:lnTo>
                  <a:pt x="2753087" y="1192082"/>
                </a:lnTo>
                <a:lnTo>
                  <a:pt x="2750610" y="1191978"/>
                </a:lnTo>
                <a:lnTo>
                  <a:pt x="2746372" y="1191778"/>
                </a:lnTo>
                <a:lnTo>
                  <a:pt x="2743991" y="1191673"/>
                </a:lnTo>
                <a:lnTo>
                  <a:pt x="2743467" y="1191673"/>
                </a:lnTo>
                <a:lnTo>
                  <a:pt x="2741114" y="1191711"/>
                </a:lnTo>
                <a:lnTo>
                  <a:pt x="2736952" y="1191778"/>
                </a:lnTo>
                <a:lnTo>
                  <a:pt x="2734570" y="1191816"/>
                </a:lnTo>
                <a:lnTo>
                  <a:pt x="2733970" y="1191816"/>
                </a:lnTo>
                <a:lnTo>
                  <a:pt x="2731589" y="1191816"/>
                </a:lnTo>
                <a:lnTo>
                  <a:pt x="2727427" y="1191816"/>
                </a:lnTo>
                <a:lnTo>
                  <a:pt x="2725045" y="1191816"/>
                </a:lnTo>
                <a:lnTo>
                  <a:pt x="2724445" y="1191816"/>
                </a:lnTo>
                <a:lnTo>
                  <a:pt x="2722064" y="1191816"/>
                </a:lnTo>
                <a:lnTo>
                  <a:pt x="2717902" y="1191816"/>
                </a:lnTo>
                <a:lnTo>
                  <a:pt x="2715520" y="1191816"/>
                </a:lnTo>
                <a:lnTo>
                  <a:pt x="2714920" y="1191816"/>
                </a:lnTo>
                <a:lnTo>
                  <a:pt x="2712539" y="1191816"/>
                </a:lnTo>
                <a:lnTo>
                  <a:pt x="2708377" y="1191816"/>
                </a:lnTo>
                <a:lnTo>
                  <a:pt x="2705995" y="1191816"/>
                </a:lnTo>
                <a:lnTo>
                  <a:pt x="2705395" y="1191816"/>
                </a:lnTo>
                <a:lnTo>
                  <a:pt x="2703014" y="1191816"/>
                </a:lnTo>
                <a:lnTo>
                  <a:pt x="2698852" y="1191816"/>
                </a:lnTo>
                <a:lnTo>
                  <a:pt x="2696470" y="1191816"/>
                </a:lnTo>
                <a:lnTo>
                  <a:pt x="2695870" y="1191816"/>
                </a:lnTo>
                <a:lnTo>
                  <a:pt x="2693508" y="1191835"/>
                </a:lnTo>
                <a:lnTo>
                  <a:pt x="2689374" y="1191863"/>
                </a:lnTo>
                <a:lnTo>
                  <a:pt x="2686993" y="1191882"/>
                </a:lnTo>
                <a:lnTo>
                  <a:pt x="2686364" y="1191882"/>
                </a:lnTo>
                <a:lnTo>
                  <a:pt x="2683916" y="1191816"/>
                </a:lnTo>
                <a:lnTo>
                  <a:pt x="2679640" y="1191673"/>
                </a:lnTo>
                <a:lnTo>
                  <a:pt x="2677258" y="1191606"/>
                </a:lnTo>
                <a:lnTo>
                  <a:pt x="2676773" y="1191606"/>
                </a:lnTo>
                <a:lnTo>
                  <a:pt x="2674496" y="1191711"/>
                </a:lnTo>
                <a:lnTo>
                  <a:pt x="2670429" y="1191911"/>
                </a:lnTo>
                <a:lnTo>
                  <a:pt x="2668048" y="1192016"/>
                </a:lnTo>
                <a:lnTo>
                  <a:pt x="2667352" y="1192016"/>
                </a:lnTo>
                <a:lnTo>
                  <a:pt x="2666476" y="1191673"/>
                </a:lnTo>
                <a:lnTo>
                  <a:pt x="2665428" y="1190977"/>
                </a:lnTo>
                <a:lnTo>
                  <a:pt x="2663047" y="1188672"/>
                </a:lnTo>
                <a:lnTo>
                  <a:pt x="2659332" y="1184767"/>
                </a:lnTo>
                <a:lnTo>
                  <a:pt x="2657132" y="1182386"/>
                </a:lnTo>
                <a:lnTo>
                  <a:pt x="2656456" y="1181529"/>
                </a:lnTo>
                <a:lnTo>
                  <a:pt x="2654075" y="1179014"/>
                </a:lnTo>
                <a:lnTo>
                  <a:pt x="2649988" y="1174842"/>
                </a:lnTo>
                <a:lnTo>
                  <a:pt x="2647702" y="1172461"/>
                </a:lnTo>
                <a:lnTo>
                  <a:pt x="2647217" y="1171870"/>
                </a:lnTo>
                <a:lnTo>
                  <a:pt x="2646940" y="1171299"/>
                </a:lnTo>
                <a:lnTo>
                  <a:pt x="2646874" y="1170737"/>
                </a:lnTo>
                <a:lnTo>
                  <a:pt x="2646759" y="1168356"/>
                </a:lnTo>
                <a:lnTo>
                  <a:pt x="2646597" y="1164155"/>
                </a:lnTo>
                <a:lnTo>
                  <a:pt x="2645635" y="1160812"/>
                </a:lnTo>
                <a:lnTo>
                  <a:pt x="2643864" y="1158326"/>
                </a:lnTo>
                <a:lnTo>
                  <a:pt x="2643207" y="1155944"/>
                </a:lnTo>
                <a:lnTo>
                  <a:pt x="2643645" y="1153668"/>
                </a:lnTo>
                <a:lnTo>
                  <a:pt x="2642511" y="1151344"/>
                </a:lnTo>
                <a:lnTo>
                  <a:pt x="2639787" y="1148991"/>
                </a:lnTo>
                <a:lnTo>
                  <a:pt x="2638111" y="1146610"/>
                </a:lnTo>
                <a:lnTo>
                  <a:pt x="2637473" y="1144200"/>
                </a:lnTo>
                <a:lnTo>
                  <a:pt x="2636891" y="1142429"/>
                </a:lnTo>
                <a:lnTo>
                  <a:pt x="2636377" y="1141276"/>
                </a:lnTo>
                <a:lnTo>
                  <a:pt x="2636282" y="1138895"/>
                </a:lnTo>
                <a:lnTo>
                  <a:pt x="2636596" y="1135285"/>
                </a:lnTo>
                <a:lnTo>
                  <a:pt x="2634786" y="1131694"/>
                </a:lnTo>
                <a:lnTo>
                  <a:pt x="2630862" y="1128141"/>
                </a:lnTo>
                <a:lnTo>
                  <a:pt x="2628576" y="1125760"/>
                </a:lnTo>
                <a:lnTo>
                  <a:pt x="2627919" y="1124550"/>
                </a:lnTo>
                <a:lnTo>
                  <a:pt x="2627481" y="1123512"/>
                </a:lnTo>
                <a:lnTo>
                  <a:pt x="2627271" y="1122645"/>
                </a:lnTo>
                <a:lnTo>
                  <a:pt x="2627309" y="1120264"/>
                </a:lnTo>
                <a:lnTo>
                  <a:pt x="2627595" y="1116368"/>
                </a:lnTo>
                <a:lnTo>
                  <a:pt x="2625642" y="1112510"/>
                </a:lnTo>
                <a:lnTo>
                  <a:pt x="2621461" y="1108672"/>
                </a:lnTo>
                <a:lnTo>
                  <a:pt x="2619032" y="1106291"/>
                </a:lnTo>
                <a:lnTo>
                  <a:pt x="2618356" y="1105367"/>
                </a:lnTo>
                <a:lnTo>
                  <a:pt x="2617975" y="1104519"/>
                </a:lnTo>
                <a:lnTo>
                  <a:pt x="2617899" y="1103767"/>
                </a:lnTo>
                <a:lnTo>
                  <a:pt x="2617927" y="1101385"/>
                </a:lnTo>
                <a:lnTo>
                  <a:pt x="2618051" y="1097375"/>
                </a:lnTo>
                <a:lnTo>
                  <a:pt x="2617394" y="1094346"/>
                </a:lnTo>
                <a:lnTo>
                  <a:pt x="2615965" y="1092279"/>
                </a:lnTo>
                <a:lnTo>
                  <a:pt x="2615336" y="1089898"/>
                </a:lnTo>
                <a:lnTo>
                  <a:pt x="2615517" y="1087203"/>
                </a:lnTo>
                <a:lnTo>
                  <a:pt x="2614165" y="1084678"/>
                </a:lnTo>
                <a:lnTo>
                  <a:pt x="2611288" y="1082345"/>
                </a:lnTo>
                <a:lnTo>
                  <a:pt x="2609479" y="1079964"/>
                </a:lnTo>
                <a:lnTo>
                  <a:pt x="2608745" y="1077535"/>
                </a:lnTo>
                <a:lnTo>
                  <a:pt x="2608088" y="1075658"/>
                </a:lnTo>
                <a:lnTo>
                  <a:pt x="2607497" y="1074334"/>
                </a:lnTo>
                <a:lnTo>
                  <a:pt x="2607402" y="1071953"/>
                </a:lnTo>
                <a:lnTo>
                  <a:pt x="2607793" y="1068515"/>
                </a:lnTo>
                <a:lnTo>
                  <a:pt x="2606069" y="1065057"/>
                </a:lnTo>
                <a:lnTo>
                  <a:pt x="2602240" y="1061561"/>
                </a:lnTo>
                <a:lnTo>
                  <a:pt x="2599973" y="1059180"/>
                </a:lnTo>
                <a:lnTo>
                  <a:pt x="2599277" y="1057913"/>
                </a:lnTo>
                <a:lnTo>
                  <a:pt x="2598811" y="1056808"/>
                </a:lnTo>
                <a:lnTo>
                  <a:pt x="2598572" y="1055875"/>
                </a:lnTo>
                <a:lnTo>
                  <a:pt x="2598563" y="1053494"/>
                </a:lnTo>
                <a:lnTo>
                  <a:pt x="2598782" y="1049665"/>
                </a:lnTo>
                <a:lnTo>
                  <a:pt x="2596877" y="1045816"/>
                </a:lnTo>
                <a:lnTo>
                  <a:pt x="2592819" y="1041949"/>
                </a:lnTo>
                <a:lnTo>
                  <a:pt x="2590467" y="1039568"/>
                </a:lnTo>
                <a:lnTo>
                  <a:pt x="2589800" y="1038673"/>
                </a:lnTo>
                <a:lnTo>
                  <a:pt x="2589419" y="1037844"/>
                </a:lnTo>
                <a:lnTo>
                  <a:pt x="2589314" y="1037072"/>
                </a:lnTo>
                <a:lnTo>
                  <a:pt x="2589333" y="1034691"/>
                </a:lnTo>
                <a:lnTo>
                  <a:pt x="2589495" y="1030700"/>
                </a:lnTo>
                <a:lnTo>
                  <a:pt x="2588476" y="1027290"/>
                </a:lnTo>
                <a:lnTo>
                  <a:pt x="2586276" y="1024480"/>
                </a:lnTo>
                <a:lnTo>
                  <a:pt x="2585323" y="1022099"/>
                </a:lnTo>
                <a:lnTo>
                  <a:pt x="2585637" y="1020147"/>
                </a:lnTo>
                <a:lnTo>
                  <a:pt x="2584656" y="1018346"/>
                </a:lnTo>
                <a:lnTo>
                  <a:pt x="2582399" y="1016699"/>
                </a:lnTo>
                <a:lnTo>
                  <a:pt x="2580913" y="1014317"/>
                </a:lnTo>
                <a:lnTo>
                  <a:pt x="2580199" y="1011203"/>
                </a:lnTo>
                <a:lnTo>
                  <a:pt x="2579351" y="1008802"/>
                </a:lnTo>
                <a:lnTo>
                  <a:pt x="2578370" y="1007107"/>
                </a:lnTo>
                <a:lnTo>
                  <a:pt x="2578017" y="1004726"/>
                </a:lnTo>
                <a:lnTo>
                  <a:pt x="2578303" y="1001659"/>
                </a:lnTo>
                <a:lnTo>
                  <a:pt x="2576770" y="998591"/>
                </a:lnTo>
                <a:lnTo>
                  <a:pt x="2573426" y="995524"/>
                </a:lnTo>
                <a:lnTo>
                  <a:pt x="2571398" y="993143"/>
                </a:lnTo>
                <a:lnTo>
                  <a:pt x="2570693" y="991448"/>
                </a:lnTo>
                <a:lnTo>
                  <a:pt x="2570083" y="989990"/>
                </a:lnTo>
                <a:lnTo>
                  <a:pt x="2569578" y="988781"/>
                </a:lnTo>
                <a:lnTo>
                  <a:pt x="2569435" y="986399"/>
                </a:lnTo>
                <a:lnTo>
                  <a:pt x="2569664" y="982847"/>
                </a:lnTo>
                <a:lnTo>
                  <a:pt x="2567883" y="979246"/>
                </a:lnTo>
                <a:lnTo>
                  <a:pt x="2564111" y="975589"/>
                </a:lnTo>
                <a:lnTo>
                  <a:pt x="2561911" y="973207"/>
                </a:lnTo>
                <a:lnTo>
                  <a:pt x="2561282" y="972102"/>
                </a:lnTo>
                <a:lnTo>
                  <a:pt x="2560872" y="971140"/>
                </a:lnTo>
                <a:lnTo>
                  <a:pt x="2560672" y="970312"/>
                </a:lnTo>
                <a:lnTo>
                  <a:pt x="2560749" y="967931"/>
                </a:lnTo>
                <a:lnTo>
                  <a:pt x="2561092" y="963997"/>
                </a:lnTo>
                <a:lnTo>
                  <a:pt x="2559129" y="960044"/>
                </a:lnTo>
                <a:lnTo>
                  <a:pt x="2554843" y="956072"/>
                </a:lnTo>
                <a:lnTo>
                  <a:pt x="2552405" y="953691"/>
                </a:lnTo>
                <a:lnTo>
                  <a:pt x="2551805" y="952900"/>
                </a:lnTo>
                <a:lnTo>
                  <a:pt x="2551471" y="952167"/>
                </a:lnTo>
                <a:lnTo>
                  <a:pt x="2551395" y="951490"/>
                </a:lnTo>
                <a:lnTo>
                  <a:pt x="2551386" y="949109"/>
                </a:lnTo>
                <a:lnTo>
                  <a:pt x="2551443" y="945023"/>
                </a:lnTo>
                <a:lnTo>
                  <a:pt x="2550538" y="941737"/>
                </a:lnTo>
                <a:lnTo>
                  <a:pt x="2548680" y="939260"/>
                </a:lnTo>
                <a:lnTo>
                  <a:pt x="2547899" y="936879"/>
                </a:lnTo>
                <a:lnTo>
                  <a:pt x="2548214" y="934593"/>
                </a:lnTo>
                <a:lnTo>
                  <a:pt x="2547071" y="932431"/>
                </a:lnTo>
                <a:lnTo>
                  <a:pt x="2544470" y="930392"/>
                </a:lnTo>
                <a:lnTo>
                  <a:pt x="2542832" y="928011"/>
                </a:lnTo>
                <a:lnTo>
                  <a:pt x="2542156" y="925287"/>
                </a:lnTo>
                <a:lnTo>
                  <a:pt x="2541394" y="923163"/>
                </a:lnTo>
                <a:lnTo>
                  <a:pt x="2540546" y="921639"/>
                </a:lnTo>
                <a:lnTo>
                  <a:pt x="2540394" y="919258"/>
                </a:lnTo>
                <a:lnTo>
                  <a:pt x="2540918" y="916019"/>
                </a:lnTo>
                <a:lnTo>
                  <a:pt x="2539298" y="912809"/>
                </a:lnTo>
                <a:lnTo>
                  <a:pt x="2535536" y="909638"/>
                </a:lnTo>
                <a:lnTo>
                  <a:pt x="2533307" y="907256"/>
                </a:lnTo>
                <a:lnTo>
                  <a:pt x="2532612" y="905666"/>
                </a:lnTo>
                <a:lnTo>
                  <a:pt x="2532069" y="904332"/>
                </a:lnTo>
                <a:lnTo>
                  <a:pt x="2531669" y="903237"/>
                </a:lnTo>
                <a:lnTo>
                  <a:pt x="2531697" y="900855"/>
                </a:lnTo>
                <a:lnTo>
                  <a:pt x="2532136" y="897188"/>
                </a:lnTo>
                <a:lnTo>
                  <a:pt x="2530297" y="893588"/>
                </a:lnTo>
                <a:lnTo>
                  <a:pt x="2526182" y="890054"/>
                </a:lnTo>
                <a:lnTo>
                  <a:pt x="2523744" y="887673"/>
                </a:lnTo>
                <a:lnTo>
                  <a:pt x="2522982" y="886444"/>
                </a:lnTo>
                <a:lnTo>
                  <a:pt x="2522496" y="885339"/>
                </a:lnTo>
                <a:lnTo>
                  <a:pt x="2522287" y="884368"/>
                </a:lnTo>
                <a:lnTo>
                  <a:pt x="2522353" y="881986"/>
                </a:lnTo>
                <a:lnTo>
                  <a:pt x="2522687" y="878195"/>
                </a:lnTo>
                <a:lnTo>
                  <a:pt x="2520791" y="874062"/>
                </a:lnTo>
                <a:lnTo>
                  <a:pt x="2516667" y="869585"/>
                </a:lnTo>
                <a:lnTo>
                  <a:pt x="2514495" y="867204"/>
                </a:lnTo>
                <a:lnTo>
                  <a:pt x="2514276" y="866918"/>
                </a:lnTo>
                <a:lnTo>
                  <a:pt x="2514152" y="866651"/>
                </a:lnTo>
                <a:lnTo>
                  <a:pt x="2514133" y="866413"/>
                </a:lnTo>
                <a:lnTo>
                  <a:pt x="2513952" y="864032"/>
                </a:lnTo>
                <a:lnTo>
                  <a:pt x="2513619" y="859507"/>
                </a:lnTo>
                <a:lnTo>
                  <a:pt x="2512619" y="856136"/>
                </a:lnTo>
                <a:lnTo>
                  <a:pt x="2510952" y="853897"/>
                </a:lnTo>
                <a:lnTo>
                  <a:pt x="2510219" y="851516"/>
                </a:lnTo>
                <a:lnTo>
                  <a:pt x="2510419" y="848992"/>
                </a:lnTo>
                <a:lnTo>
                  <a:pt x="2509161" y="846582"/>
                </a:lnTo>
                <a:lnTo>
                  <a:pt x="2506437" y="844306"/>
                </a:lnTo>
                <a:lnTo>
                  <a:pt x="2504742" y="841924"/>
                </a:lnTo>
                <a:lnTo>
                  <a:pt x="2504065" y="839438"/>
                </a:lnTo>
                <a:lnTo>
                  <a:pt x="2503199" y="837324"/>
                </a:lnTo>
                <a:lnTo>
                  <a:pt x="2502122" y="835581"/>
                </a:lnTo>
                <a:lnTo>
                  <a:pt x="2501741" y="833199"/>
                </a:lnTo>
                <a:lnTo>
                  <a:pt x="2502046" y="830180"/>
                </a:lnTo>
                <a:lnTo>
                  <a:pt x="2500532" y="827237"/>
                </a:lnTo>
                <a:lnTo>
                  <a:pt x="2497207" y="824351"/>
                </a:lnTo>
                <a:lnTo>
                  <a:pt x="2495179" y="821969"/>
                </a:lnTo>
                <a:lnTo>
                  <a:pt x="2494445" y="820093"/>
                </a:lnTo>
                <a:lnTo>
                  <a:pt x="2493788" y="818493"/>
                </a:lnTo>
                <a:lnTo>
                  <a:pt x="2493216" y="817178"/>
                </a:lnTo>
                <a:lnTo>
                  <a:pt x="2493064" y="814797"/>
                </a:lnTo>
                <a:lnTo>
                  <a:pt x="2493359" y="811349"/>
                </a:lnTo>
                <a:lnTo>
                  <a:pt x="2491626" y="807872"/>
                </a:lnTo>
                <a:lnTo>
                  <a:pt x="2487892" y="804367"/>
                </a:lnTo>
                <a:lnTo>
                  <a:pt x="2485673" y="801986"/>
                </a:lnTo>
                <a:lnTo>
                  <a:pt x="2484968" y="800729"/>
                </a:lnTo>
                <a:lnTo>
                  <a:pt x="2484491" y="799624"/>
                </a:lnTo>
                <a:lnTo>
                  <a:pt x="2484244" y="798671"/>
                </a:lnTo>
                <a:lnTo>
                  <a:pt x="2484215" y="796290"/>
                </a:lnTo>
                <a:lnTo>
                  <a:pt x="2484406" y="792480"/>
                </a:lnTo>
                <a:lnTo>
                  <a:pt x="2482501" y="788670"/>
                </a:lnTo>
                <a:lnTo>
                  <a:pt x="2478500" y="784860"/>
                </a:lnTo>
                <a:lnTo>
                  <a:pt x="2476148" y="782479"/>
                </a:lnTo>
                <a:lnTo>
                  <a:pt x="2475452" y="781526"/>
                </a:lnTo>
                <a:lnTo>
                  <a:pt x="2475052" y="780650"/>
                </a:lnTo>
                <a:lnTo>
                  <a:pt x="2474957" y="779850"/>
                </a:lnTo>
                <a:lnTo>
                  <a:pt x="2474986" y="777469"/>
                </a:lnTo>
                <a:lnTo>
                  <a:pt x="2475147" y="773506"/>
                </a:lnTo>
                <a:lnTo>
                  <a:pt x="2473166" y="769172"/>
                </a:lnTo>
                <a:lnTo>
                  <a:pt x="2469042" y="764467"/>
                </a:lnTo>
                <a:lnTo>
                  <a:pt x="2466956" y="762086"/>
                </a:lnTo>
                <a:lnTo>
                  <a:pt x="2466584" y="759543"/>
                </a:lnTo>
                <a:lnTo>
                  <a:pt x="2466013" y="754828"/>
                </a:lnTo>
                <a:lnTo>
                  <a:pt x="2464994" y="751437"/>
                </a:lnTo>
                <a:lnTo>
                  <a:pt x="2463536" y="749351"/>
                </a:lnTo>
                <a:lnTo>
                  <a:pt x="2462851" y="746970"/>
                </a:lnTo>
                <a:lnTo>
                  <a:pt x="2462936" y="744293"/>
                </a:lnTo>
                <a:lnTo>
                  <a:pt x="2461593" y="741693"/>
                </a:lnTo>
                <a:lnTo>
                  <a:pt x="2458831" y="739169"/>
                </a:lnTo>
                <a:lnTo>
                  <a:pt x="2457126" y="736787"/>
                </a:lnTo>
                <a:lnTo>
                  <a:pt x="2456478" y="734549"/>
                </a:lnTo>
                <a:lnTo>
                  <a:pt x="2455802" y="732749"/>
                </a:lnTo>
                <a:lnTo>
                  <a:pt x="2455107" y="731406"/>
                </a:lnTo>
                <a:lnTo>
                  <a:pt x="2454888" y="729024"/>
                </a:lnTo>
                <a:lnTo>
                  <a:pt x="2455154" y="725605"/>
                </a:lnTo>
                <a:lnTo>
                  <a:pt x="2453440" y="722224"/>
                </a:lnTo>
                <a:lnTo>
                  <a:pt x="2449763" y="718861"/>
                </a:lnTo>
                <a:lnTo>
                  <a:pt x="2447592" y="716480"/>
                </a:lnTo>
                <a:lnTo>
                  <a:pt x="2446925" y="715080"/>
                </a:lnTo>
                <a:lnTo>
                  <a:pt x="2446401" y="713842"/>
                </a:lnTo>
                <a:lnTo>
                  <a:pt x="2445991" y="712775"/>
                </a:lnTo>
                <a:lnTo>
                  <a:pt x="2445953" y="710394"/>
                </a:lnTo>
                <a:lnTo>
                  <a:pt x="2446268" y="706698"/>
                </a:lnTo>
                <a:lnTo>
                  <a:pt x="2444420" y="702955"/>
                </a:lnTo>
                <a:lnTo>
                  <a:pt x="2440410" y="699154"/>
                </a:lnTo>
                <a:lnTo>
                  <a:pt x="2438105" y="696773"/>
                </a:lnTo>
                <a:lnTo>
                  <a:pt x="2437505" y="695811"/>
                </a:lnTo>
                <a:lnTo>
                  <a:pt x="2437105" y="694915"/>
                </a:lnTo>
                <a:lnTo>
                  <a:pt x="2436886" y="694106"/>
                </a:lnTo>
                <a:lnTo>
                  <a:pt x="2436819" y="691725"/>
                </a:lnTo>
                <a:lnTo>
                  <a:pt x="2436914" y="687772"/>
                </a:lnTo>
                <a:lnTo>
                  <a:pt x="2434942" y="683866"/>
                </a:lnTo>
                <a:lnTo>
                  <a:pt x="2430894" y="680009"/>
                </a:lnTo>
                <a:lnTo>
                  <a:pt x="2428542" y="677628"/>
                </a:lnTo>
                <a:lnTo>
                  <a:pt x="2427875" y="676723"/>
                </a:lnTo>
                <a:lnTo>
                  <a:pt x="2427465" y="675856"/>
                </a:lnTo>
                <a:lnTo>
                  <a:pt x="2427284" y="675018"/>
                </a:lnTo>
                <a:lnTo>
                  <a:pt x="2427284" y="672636"/>
                </a:lnTo>
                <a:lnTo>
                  <a:pt x="2427456" y="668712"/>
                </a:lnTo>
                <a:lnTo>
                  <a:pt x="2425494" y="664588"/>
                </a:lnTo>
                <a:lnTo>
                  <a:pt x="2421398" y="660254"/>
                </a:lnTo>
                <a:lnTo>
                  <a:pt x="2419179" y="657873"/>
                </a:lnTo>
                <a:lnTo>
                  <a:pt x="2418826" y="657444"/>
                </a:lnTo>
                <a:lnTo>
                  <a:pt x="2418626" y="657025"/>
                </a:lnTo>
                <a:lnTo>
                  <a:pt x="2418569" y="656625"/>
                </a:lnTo>
                <a:lnTo>
                  <a:pt x="2418436" y="654244"/>
                </a:lnTo>
                <a:lnTo>
                  <a:pt x="2418217" y="649881"/>
                </a:lnTo>
                <a:lnTo>
                  <a:pt x="2416359" y="645633"/>
                </a:lnTo>
                <a:lnTo>
                  <a:pt x="2412844" y="641509"/>
                </a:lnTo>
                <a:lnTo>
                  <a:pt x="2411454" y="639128"/>
                </a:lnTo>
                <a:lnTo>
                  <a:pt x="2412187" y="638489"/>
                </a:lnTo>
                <a:lnTo>
                  <a:pt x="2411863" y="637937"/>
                </a:lnTo>
                <a:lnTo>
                  <a:pt x="2410501" y="637461"/>
                </a:lnTo>
                <a:lnTo>
                  <a:pt x="2409463" y="635079"/>
                </a:lnTo>
                <a:lnTo>
                  <a:pt x="2408730" y="630793"/>
                </a:lnTo>
                <a:lnTo>
                  <a:pt x="2408358" y="628279"/>
                </a:lnTo>
                <a:lnTo>
                  <a:pt x="2408339" y="627536"/>
                </a:lnTo>
                <a:lnTo>
                  <a:pt x="2408711" y="627088"/>
                </a:lnTo>
                <a:lnTo>
                  <a:pt x="2409454" y="626945"/>
                </a:lnTo>
                <a:lnTo>
                  <a:pt x="2411959" y="627069"/>
                </a:lnTo>
                <a:lnTo>
                  <a:pt x="2416235" y="627469"/>
                </a:lnTo>
                <a:lnTo>
                  <a:pt x="2418293" y="625535"/>
                </a:lnTo>
                <a:lnTo>
                  <a:pt x="2418159" y="621259"/>
                </a:lnTo>
                <a:lnTo>
                  <a:pt x="2418140" y="618868"/>
                </a:lnTo>
                <a:lnTo>
                  <a:pt x="2418255" y="618344"/>
                </a:lnTo>
                <a:close/>
                <a:moveTo>
                  <a:pt x="3322806" y="918229"/>
                </a:moveTo>
                <a:lnTo>
                  <a:pt x="3319958" y="918229"/>
                </a:lnTo>
                <a:lnTo>
                  <a:pt x="3317672" y="919658"/>
                </a:lnTo>
                <a:lnTo>
                  <a:pt x="3315938" y="922506"/>
                </a:lnTo>
                <a:lnTo>
                  <a:pt x="3314995" y="923944"/>
                </a:lnTo>
                <a:lnTo>
                  <a:pt x="3312614" y="924268"/>
                </a:lnTo>
                <a:lnTo>
                  <a:pt x="3308452" y="924830"/>
                </a:lnTo>
                <a:lnTo>
                  <a:pt x="3306070" y="925116"/>
                </a:lnTo>
                <a:lnTo>
                  <a:pt x="3305470" y="925125"/>
                </a:lnTo>
                <a:lnTo>
                  <a:pt x="3303108" y="925144"/>
                </a:lnTo>
                <a:lnTo>
                  <a:pt x="3298984" y="925182"/>
                </a:lnTo>
                <a:lnTo>
                  <a:pt x="3296603" y="925201"/>
                </a:lnTo>
                <a:lnTo>
                  <a:pt x="3295964" y="925201"/>
                </a:lnTo>
                <a:lnTo>
                  <a:pt x="3293554" y="925173"/>
                </a:lnTo>
                <a:lnTo>
                  <a:pt x="3289363" y="925097"/>
                </a:lnTo>
                <a:lnTo>
                  <a:pt x="3286982" y="925068"/>
                </a:lnTo>
                <a:lnTo>
                  <a:pt x="3286411" y="925078"/>
                </a:lnTo>
                <a:lnTo>
                  <a:pt x="3284029" y="925078"/>
                </a:lnTo>
                <a:lnTo>
                  <a:pt x="3279848" y="925078"/>
                </a:lnTo>
                <a:lnTo>
                  <a:pt x="3277467" y="925125"/>
                </a:lnTo>
                <a:lnTo>
                  <a:pt x="3276886" y="925220"/>
                </a:lnTo>
                <a:lnTo>
                  <a:pt x="3274514" y="925230"/>
                </a:lnTo>
                <a:lnTo>
                  <a:pt x="3270333" y="925144"/>
                </a:lnTo>
                <a:lnTo>
                  <a:pt x="3267951" y="925239"/>
                </a:lnTo>
                <a:lnTo>
                  <a:pt x="3267370" y="925535"/>
                </a:lnTo>
                <a:lnTo>
                  <a:pt x="3265103" y="925649"/>
                </a:lnTo>
                <a:lnTo>
                  <a:pt x="3261150" y="925582"/>
                </a:lnTo>
                <a:lnTo>
                  <a:pt x="3258769" y="927325"/>
                </a:lnTo>
                <a:lnTo>
                  <a:pt x="3257960" y="930878"/>
                </a:lnTo>
                <a:lnTo>
                  <a:pt x="3257350" y="932659"/>
                </a:lnTo>
                <a:lnTo>
                  <a:pt x="3256959" y="932659"/>
                </a:lnTo>
                <a:lnTo>
                  <a:pt x="3256817" y="932859"/>
                </a:lnTo>
                <a:lnTo>
                  <a:pt x="3256931" y="933250"/>
                </a:lnTo>
                <a:lnTo>
                  <a:pt x="3255074" y="933774"/>
                </a:lnTo>
                <a:lnTo>
                  <a:pt x="3251254" y="934431"/>
                </a:lnTo>
                <a:lnTo>
                  <a:pt x="3249006" y="934774"/>
                </a:lnTo>
                <a:lnTo>
                  <a:pt x="3248349" y="934784"/>
                </a:lnTo>
                <a:lnTo>
                  <a:pt x="3245920" y="934736"/>
                </a:lnTo>
                <a:lnTo>
                  <a:pt x="3241719" y="934622"/>
                </a:lnTo>
                <a:lnTo>
                  <a:pt x="3239338" y="934736"/>
                </a:lnTo>
                <a:lnTo>
                  <a:pt x="3238776" y="935079"/>
                </a:lnTo>
                <a:lnTo>
                  <a:pt x="3236481" y="935155"/>
                </a:lnTo>
                <a:lnTo>
                  <a:pt x="3232442" y="934984"/>
                </a:lnTo>
                <a:lnTo>
                  <a:pt x="3230613" y="936917"/>
                </a:lnTo>
                <a:lnTo>
                  <a:pt x="3231004" y="940956"/>
                </a:lnTo>
                <a:lnTo>
                  <a:pt x="3230985" y="943327"/>
                </a:lnTo>
                <a:lnTo>
                  <a:pt x="3230575" y="944023"/>
                </a:lnTo>
                <a:lnTo>
                  <a:pt x="3230023" y="944366"/>
                </a:lnTo>
                <a:lnTo>
                  <a:pt x="3229327" y="944356"/>
                </a:lnTo>
                <a:lnTo>
                  <a:pt x="3226832" y="944242"/>
                </a:lnTo>
                <a:lnTo>
                  <a:pt x="3222536" y="944023"/>
                </a:lnTo>
                <a:lnTo>
                  <a:pt x="3220155" y="944080"/>
                </a:lnTo>
                <a:lnTo>
                  <a:pt x="3219688" y="944404"/>
                </a:lnTo>
                <a:lnTo>
                  <a:pt x="3217374" y="944480"/>
                </a:lnTo>
                <a:lnTo>
                  <a:pt x="3213221" y="944289"/>
                </a:lnTo>
                <a:lnTo>
                  <a:pt x="3211373" y="946271"/>
                </a:lnTo>
                <a:lnTo>
                  <a:pt x="3211849" y="950424"/>
                </a:lnTo>
                <a:lnTo>
                  <a:pt x="3211868" y="952824"/>
                </a:lnTo>
                <a:lnTo>
                  <a:pt x="3211430" y="953462"/>
                </a:lnTo>
                <a:lnTo>
                  <a:pt x="3210887" y="953795"/>
                </a:lnTo>
                <a:lnTo>
                  <a:pt x="3210249" y="953824"/>
                </a:lnTo>
                <a:lnTo>
                  <a:pt x="3207763" y="953729"/>
                </a:lnTo>
                <a:lnTo>
                  <a:pt x="3203448" y="953500"/>
                </a:lnTo>
                <a:lnTo>
                  <a:pt x="3201438" y="955548"/>
                </a:lnTo>
                <a:lnTo>
                  <a:pt x="3201734" y="959863"/>
                </a:lnTo>
                <a:lnTo>
                  <a:pt x="3201867" y="962377"/>
                </a:lnTo>
                <a:lnTo>
                  <a:pt x="3201838" y="963101"/>
                </a:lnTo>
                <a:lnTo>
                  <a:pt x="3201467" y="963473"/>
                </a:lnTo>
                <a:lnTo>
                  <a:pt x="3200762" y="963501"/>
                </a:lnTo>
                <a:lnTo>
                  <a:pt x="3198200" y="963320"/>
                </a:lnTo>
                <a:lnTo>
                  <a:pt x="3193799" y="962939"/>
                </a:lnTo>
                <a:lnTo>
                  <a:pt x="3191761" y="964949"/>
                </a:lnTo>
                <a:lnTo>
                  <a:pt x="3192066" y="969350"/>
                </a:lnTo>
                <a:lnTo>
                  <a:pt x="3192209" y="971864"/>
                </a:lnTo>
                <a:lnTo>
                  <a:pt x="3192170" y="972503"/>
                </a:lnTo>
                <a:lnTo>
                  <a:pt x="3191828" y="972969"/>
                </a:lnTo>
                <a:lnTo>
                  <a:pt x="3191189" y="973274"/>
                </a:lnTo>
                <a:lnTo>
                  <a:pt x="3188751" y="973217"/>
                </a:lnTo>
                <a:lnTo>
                  <a:pt x="3184512" y="972798"/>
                </a:lnTo>
                <a:lnTo>
                  <a:pt x="3182550" y="974712"/>
                </a:lnTo>
                <a:lnTo>
                  <a:pt x="3182874" y="978951"/>
                </a:lnTo>
                <a:lnTo>
                  <a:pt x="3182893" y="981351"/>
                </a:lnTo>
                <a:lnTo>
                  <a:pt x="3182607" y="981913"/>
                </a:lnTo>
                <a:lnTo>
                  <a:pt x="3182560" y="984294"/>
                </a:lnTo>
                <a:lnTo>
                  <a:pt x="3182722" y="988495"/>
                </a:lnTo>
                <a:lnTo>
                  <a:pt x="3182807" y="990962"/>
                </a:lnTo>
                <a:lnTo>
                  <a:pt x="3182807" y="991695"/>
                </a:lnTo>
                <a:lnTo>
                  <a:pt x="3182445" y="992457"/>
                </a:lnTo>
                <a:lnTo>
                  <a:pt x="3181712" y="993248"/>
                </a:lnTo>
                <a:lnTo>
                  <a:pt x="3179445" y="993362"/>
                </a:lnTo>
                <a:lnTo>
                  <a:pt x="3175625" y="992781"/>
                </a:lnTo>
                <a:lnTo>
                  <a:pt x="3173854" y="994400"/>
                </a:lnTo>
                <a:lnTo>
                  <a:pt x="3174140" y="998220"/>
                </a:lnTo>
                <a:lnTo>
                  <a:pt x="3174006" y="1000468"/>
                </a:lnTo>
                <a:lnTo>
                  <a:pt x="3173454" y="1001144"/>
                </a:lnTo>
                <a:lnTo>
                  <a:pt x="3173225" y="1003525"/>
                </a:lnTo>
                <a:lnTo>
                  <a:pt x="3173301" y="1007612"/>
                </a:lnTo>
                <a:lnTo>
                  <a:pt x="3173301" y="1009983"/>
                </a:lnTo>
                <a:lnTo>
                  <a:pt x="3173216" y="1010660"/>
                </a:lnTo>
                <a:lnTo>
                  <a:pt x="3173206" y="1013041"/>
                </a:lnTo>
                <a:lnTo>
                  <a:pt x="3173282" y="1017127"/>
                </a:lnTo>
                <a:lnTo>
                  <a:pt x="3173320" y="1019546"/>
                </a:lnTo>
                <a:lnTo>
                  <a:pt x="3173330" y="1020299"/>
                </a:lnTo>
                <a:lnTo>
                  <a:pt x="3173330" y="1022680"/>
                </a:lnTo>
                <a:lnTo>
                  <a:pt x="3173330" y="1026690"/>
                </a:lnTo>
                <a:lnTo>
                  <a:pt x="3173368" y="1029119"/>
                </a:lnTo>
                <a:lnTo>
                  <a:pt x="3173454" y="1029957"/>
                </a:lnTo>
                <a:lnTo>
                  <a:pt x="3173425" y="1032339"/>
                </a:lnTo>
                <a:lnTo>
                  <a:pt x="3173263" y="1036263"/>
                </a:lnTo>
                <a:lnTo>
                  <a:pt x="3173320" y="1038701"/>
                </a:lnTo>
                <a:lnTo>
                  <a:pt x="3173606" y="1039663"/>
                </a:lnTo>
                <a:lnTo>
                  <a:pt x="3173663" y="1042045"/>
                </a:lnTo>
                <a:lnTo>
                  <a:pt x="3173492" y="1045845"/>
                </a:lnTo>
                <a:lnTo>
                  <a:pt x="3175387" y="1049655"/>
                </a:lnTo>
                <a:lnTo>
                  <a:pt x="3179359" y="1053455"/>
                </a:lnTo>
                <a:lnTo>
                  <a:pt x="3181636" y="1055837"/>
                </a:lnTo>
                <a:lnTo>
                  <a:pt x="3182207" y="1056799"/>
                </a:lnTo>
                <a:lnTo>
                  <a:pt x="3182531" y="1057599"/>
                </a:lnTo>
                <a:lnTo>
                  <a:pt x="3182617" y="1058256"/>
                </a:lnTo>
                <a:lnTo>
                  <a:pt x="3182522" y="1060637"/>
                </a:lnTo>
                <a:lnTo>
                  <a:pt x="3182264" y="1064743"/>
                </a:lnTo>
                <a:lnTo>
                  <a:pt x="3184322" y="1068819"/>
                </a:lnTo>
                <a:lnTo>
                  <a:pt x="3188694" y="1072848"/>
                </a:lnTo>
                <a:lnTo>
                  <a:pt x="3191199" y="1075230"/>
                </a:lnTo>
                <a:lnTo>
                  <a:pt x="3191837" y="1075963"/>
                </a:lnTo>
                <a:lnTo>
                  <a:pt x="3194218" y="1078316"/>
                </a:lnTo>
                <a:lnTo>
                  <a:pt x="3198343" y="1082307"/>
                </a:lnTo>
                <a:lnTo>
                  <a:pt x="3200781" y="1084688"/>
                </a:lnTo>
                <a:lnTo>
                  <a:pt x="3201543" y="1085459"/>
                </a:lnTo>
                <a:lnTo>
                  <a:pt x="3203924" y="1087879"/>
                </a:lnTo>
                <a:lnTo>
                  <a:pt x="3207925" y="1091946"/>
                </a:lnTo>
                <a:lnTo>
                  <a:pt x="3210430" y="1094327"/>
                </a:lnTo>
                <a:lnTo>
                  <a:pt x="3211449" y="1095023"/>
                </a:lnTo>
                <a:lnTo>
                  <a:pt x="3213830" y="1097366"/>
                </a:lnTo>
                <a:lnTo>
                  <a:pt x="3217574" y="1101347"/>
                </a:lnTo>
                <a:lnTo>
                  <a:pt x="3221279" y="1103176"/>
                </a:lnTo>
                <a:lnTo>
                  <a:pt x="3224936" y="1102852"/>
                </a:lnTo>
                <a:lnTo>
                  <a:pt x="3227318" y="1102862"/>
                </a:lnTo>
                <a:lnTo>
                  <a:pt x="3228423" y="1103205"/>
                </a:lnTo>
                <a:lnTo>
                  <a:pt x="3229547" y="1103757"/>
                </a:lnTo>
                <a:lnTo>
                  <a:pt x="3230680" y="1104519"/>
                </a:lnTo>
                <a:lnTo>
                  <a:pt x="3233061" y="1106929"/>
                </a:lnTo>
                <a:lnTo>
                  <a:pt x="3236690" y="1110996"/>
                </a:lnTo>
                <a:lnTo>
                  <a:pt x="3240405" y="1112901"/>
                </a:lnTo>
                <a:lnTo>
                  <a:pt x="3244215" y="1112644"/>
                </a:lnTo>
                <a:lnTo>
                  <a:pt x="3246596" y="1112682"/>
                </a:lnTo>
                <a:lnTo>
                  <a:pt x="3247549" y="1113006"/>
                </a:lnTo>
                <a:lnTo>
                  <a:pt x="3250073" y="1113149"/>
                </a:lnTo>
                <a:lnTo>
                  <a:pt x="3254169" y="1113111"/>
                </a:lnTo>
                <a:lnTo>
                  <a:pt x="3256550" y="1113101"/>
                </a:lnTo>
                <a:lnTo>
                  <a:pt x="3257217" y="1113101"/>
                </a:lnTo>
                <a:lnTo>
                  <a:pt x="3258474" y="1113425"/>
                </a:lnTo>
                <a:lnTo>
                  <a:pt x="3260331" y="1114092"/>
                </a:lnTo>
                <a:lnTo>
                  <a:pt x="3262713" y="1116254"/>
                </a:lnTo>
                <a:lnTo>
                  <a:pt x="3265618" y="1119921"/>
                </a:lnTo>
                <a:lnTo>
                  <a:pt x="3268904" y="1121750"/>
                </a:lnTo>
                <a:lnTo>
                  <a:pt x="3272571" y="1121750"/>
                </a:lnTo>
                <a:lnTo>
                  <a:pt x="3274952" y="1122026"/>
                </a:lnTo>
                <a:lnTo>
                  <a:pt x="3276048" y="1122559"/>
                </a:lnTo>
                <a:lnTo>
                  <a:pt x="3278667" y="1122797"/>
                </a:lnTo>
                <a:lnTo>
                  <a:pt x="3282810" y="1122740"/>
                </a:lnTo>
                <a:lnTo>
                  <a:pt x="3285192" y="1122788"/>
                </a:lnTo>
                <a:lnTo>
                  <a:pt x="3285811" y="1122959"/>
                </a:lnTo>
                <a:lnTo>
                  <a:pt x="3288278" y="1123036"/>
                </a:lnTo>
                <a:lnTo>
                  <a:pt x="3292583" y="1123036"/>
                </a:lnTo>
                <a:lnTo>
                  <a:pt x="3294964" y="1123055"/>
                </a:lnTo>
                <a:lnTo>
                  <a:pt x="3295421" y="1123083"/>
                </a:lnTo>
                <a:lnTo>
                  <a:pt x="3297793" y="1123083"/>
                </a:lnTo>
                <a:lnTo>
                  <a:pt x="3302089" y="1123036"/>
                </a:lnTo>
                <a:lnTo>
                  <a:pt x="3304470" y="1123026"/>
                </a:lnTo>
                <a:lnTo>
                  <a:pt x="3304937" y="1123055"/>
                </a:lnTo>
                <a:lnTo>
                  <a:pt x="3307375" y="1123102"/>
                </a:lnTo>
                <a:lnTo>
                  <a:pt x="3311776" y="1123188"/>
                </a:lnTo>
                <a:lnTo>
                  <a:pt x="3314157" y="1123226"/>
                </a:lnTo>
                <a:lnTo>
                  <a:pt x="3314519" y="1123217"/>
                </a:lnTo>
                <a:lnTo>
                  <a:pt x="3316938" y="1123255"/>
                </a:lnTo>
                <a:lnTo>
                  <a:pt x="3321415" y="1123340"/>
                </a:lnTo>
                <a:lnTo>
                  <a:pt x="3323796" y="1123369"/>
                </a:lnTo>
                <a:lnTo>
                  <a:pt x="3324082" y="1123340"/>
                </a:lnTo>
                <a:lnTo>
                  <a:pt x="3326473" y="1123350"/>
                </a:lnTo>
                <a:lnTo>
                  <a:pt x="3330978" y="1123398"/>
                </a:lnTo>
                <a:lnTo>
                  <a:pt x="3333359" y="1123359"/>
                </a:lnTo>
                <a:lnTo>
                  <a:pt x="3333617" y="1123236"/>
                </a:lnTo>
                <a:lnTo>
                  <a:pt x="3335941" y="1123169"/>
                </a:lnTo>
                <a:lnTo>
                  <a:pt x="3340313" y="1123169"/>
                </a:lnTo>
                <a:lnTo>
                  <a:pt x="3342694" y="1122940"/>
                </a:lnTo>
                <a:lnTo>
                  <a:pt x="3343085" y="1122483"/>
                </a:lnTo>
                <a:lnTo>
                  <a:pt x="3345161" y="1122178"/>
                </a:lnTo>
                <a:lnTo>
                  <a:pt x="3348942" y="1122045"/>
                </a:lnTo>
                <a:lnTo>
                  <a:pt x="3350704" y="1120092"/>
                </a:lnTo>
                <a:lnTo>
                  <a:pt x="3350466" y="1116311"/>
                </a:lnTo>
                <a:lnTo>
                  <a:pt x="3350790" y="1114254"/>
                </a:lnTo>
                <a:lnTo>
                  <a:pt x="3351676" y="1113920"/>
                </a:lnTo>
                <a:lnTo>
                  <a:pt x="3352295" y="1113749"/>
                </a:lnTo>
                <a:lnTo>
                  <a:pt x="3352629" y="1113749"/>
                </a:lnTo>
                <a:lnTo>
                  <a:pt x="3354934" y="1113673"/>
                </a:lnTo>
                <a:lnTo>
                  <a:pt x="3359210" y="1113520"/>
                </a:lnTo>
                <a:lnTo>
                  <a:pt x="3361592" y="1113444"/>
                </a:lnTo>
                <a:lnTo>
                  <a:pt x="3362077" y="1113444"/>
                </a:lnTo>
                <a:lnTo>
                  <a:pt x="3364621" y="1113606"/>
                </a:lnTo>
                <a:lnTo>
                  <a:pt x="3369202" y="1113920"/>
                </a:lnTo>
                <a:lnTo>
                  <a:pt x="3371583" y="1114044"/>
                </a:lnTo>
                <a:lnTo>
                  <a:pt x="3374088" y="1113939"/>
                </a:lnTo>
                <a:lnTo>
                  <a:pt x="3378565" y="1113882"/>
                </a:lnTo>
                <a:lnTo>
                  <a:pt x="3380946" y="1113168"/>
                </a:lnTo>
                <a:lnTo>
                  <a:pt x="3381232" y="1111787"/>
                </a:lnTo>
                <a:lnTo>
                  <a:pt x="3382737" y="1110910"/>
                </a:lnTo>
                <a:lnTo>
                  <a:pt x="3385461" y="1110529"/>
                </a:lnTo>
                <a:lnTo>
                  <a:pt x="3386499" y="1108986"/>
                </a:lnTo>
                <a:lnTo>
                  <a:pt x="3385861" y="1106262"/>
                </a:lnTo>
                <a:lnTo>
                  <a:pt x="3386633" y="1104652"/>
                </a:lnTo>
                <a:lnTo>
                  <a:pt x="3388814" y="1104148"/>
                </a:lnTo>
                <a:lnTo>
                  <a:pt x="3390148" y="1103890"/>
                </a:lnTo>
                <a:lnTo>
                  <a:pt x="3390652" y="1103871"/>
                </a:lnTo>
                <a:lnTo>
                  <a:pt x="3393148" y="1103976"/>
                </a:lnTo>
                <a:lnTo>
                  <a:pt x="3397634" y="1104224"/>
                </a:lnTo>
                <a:lnTo>
                  <a:pt x="3400015" y="1104148"/>
                </a:lnTo>
                <a:lnTo>
                  <a:pt x="3400292" y="1103747"/>
                </a:lnTo>
                <a:lnTo>
                  <a:pt x="3402330" y="1103414"/>
                </a:lnTo>
                <a:lnTo>
                  <a:pt x="3406150" y="1103147"/>
                </a:lnTo>
                <a:lnTo>
                  <a:pt x="3407835" y="1101100"/>
                </a:lnTo>
                <a:lnTo>
                  <a:pt x="3407388" y="1097280"/>
                </a:lnTo>
                <a:lnTo>
                  <a:pt x="3407550" y="1095061"/>
                </a:lnTo>
                <a:lnTo>
                  <a:pt x="3408321" y="1094442"/>
                </a:lnTo>
                <a:lnTo>
                  <a:pt x="3409017" y="1094118"/>
                </a:lnTo>
                <a:lnTo>
                  <a:pt x="3409636" y="1094099"/>
                </a:lnTo>
                <a:lnTo>
                  <a:pt x="3412112" y="1094194"/>
                </a:lnTo>
                <a:lnTo>
                  <a:pt x="3416427" y="1094384"/>
                </a:lnTo>
                <a:lnTo>
                  <a:pt x="3418808" y="1093718"/>
                </a:lnTo>
                <a:lnTo>
                  <a:pt x="3419256" y="1092175"/>
                </a:lnTo>
                <a:lnTo>
                  <a:pt x="3420866" y="1091403"/>
                </a:lnTo>
                <a:lnTo>
                  <a:pt x="3423647" y="1091403"/>
                </a:lnTo>
                <a:lnTo>
                  <a:pt x="3424971" y="1090022"/>
                </a:lnTo>
                <a:lnTo>
                  <a:pt x="3424866" y="1087241"/>
                </a:lnTo>
                <a:lnTo>
                  <a:pt x="3425619" y="1085612"/>
                </a:lnTo>
                <a:lnTo>
                  <a:pt x="3427238" y="1085136"/>
                </a:lnTo>
                <a:lnTo>
                  <a:pt x="3428286" y="1084802"/>
                </a:lnTo>
                <a:lnTo>
                  <a:pt x="3428762" y="1084631"/>
                </a:lnTo>
                <a:lnTo>
                  <a:pt x="3431076" y="1084564"/>
                </a:lnTo>
                <a:lnTo>
                  <a:pt x="3435239" y="1084621"/>
                </a:lnTo>
                <a:lnTo>
                  <a:pt x="3437220" y="1082564"/>
                </a:lnTo>
                <a:lnTo>
                  <a:pt x="3437020" y="1078401"/>
                </a:lnTo>
                <a:lnTo>
                  <a:pt x="3437020" y="1076030"/>
                </a:lnTo>
                <a:lnTo>
                  <a:pt x="3437230" y="1075430"/>
                </a:lnTo>
                <a:lnTo>
                  <a:pt x="3437630" y="1075087"/>
                </a:lnTo>
                <a:lnTo>
                  <a:pt x="3438230" y="1075001"/>
                </a:lnTo>
                <a:lnTo>
                  <a:pt x="3440678" y="1075058"/>
                </a:lnTo>
                <a:lnTo>
                  <a:pt x="3444973" y="1075287"/>
                </a:lnTo>
                <a:lnTo>
                  <a:pt x="3447069" y="1073248"/>
                </a:lnTo>
                <a:lnTo>
                  <a:pt x="3446983" y="1068953"/>
                </a:lnTo>
                <a:lnTo>
                  <a:pt x="3446974" y="1066562"/>
                </a:lnTo>
                <a:lnTo>
                  <a:pt x="3447059" y="1066095"/>
                </a:lnTo>
                <a:lnTo>
                  <a:pt x="3447345" y="1065762"/>
                </a:lnTo>
                <a:lnTo>
                  <a:pt x="3447812" y="1065571"/>
                </a:lnTo>
                <a:lnTo>
                  <a:pt x="3450212" y="1065590"/>
                </a:lnTo>
                <a:lnTo>
                  <a:pt x="3454527" y="1065809"/>
                </a:lnTo>
                <a:lnTo>
                  <a:pt x="3456689" y="1063752"/>
                </a:lnTo>
                <a:lnTo>
                  <a:pt x="3456689" y="1059437"/>
                </a:lnTo>
                <a:lnTo>
                  <a:pt x="3456756" y="1057123"/>
                </a:lnTo>
                <a:lnTo>
                  <a:pt x="3456899" y="1056818"/>
                </a:lnTo>
                <a:lnTo>
                  <a:pt x="3457118" y="1056256"/>
                </a:lnTo>
                <a:lnTo>
                  <a:pt x="3457423" y="1055437"/>
                </a:lnTo>
                <a:lnTo>
                  <a:pt x="3459528" y="1055160"/>
                </a:lnTo>
                <a:lnTo>
                  <a:pt x="3463423" y="1055418"/>
                </a:lnTo>
                <a:lnTo>
                  <a:pt x="3465309" y="1053598"/>
                </a:lnTo>
                <a:lnTo>
                  <a:pt x="3465176" y="1049703"/>
                </a:lnTo>
                <a:lnTo>
                  <a:pt x="3465471" y="1047617"/>
                </a:lnTo>
                <a:lnTo>
                  <a:pt x="3466205" y="1047359"/>
                </a:lnTo>
                <a:lnTo>
                  <a:pt x="3466490" y="1044978"/>
                </a:lnTo>
                <a:lnTo>
                  <a:pt x="3466338" y="1040473"/>
                </a:lnTo>
                <a:lnTo>
                  <a:pt x="3466262" y="1038015"/>
                </a:lnTo>
                <a:lnTo>
                  <a:pt x="3466271" y="1037606"/>
                </a:lnTo>
                <a:lnTo>
                  <a:pt x="3466481" y="1037072"/>
                </a:lnTo>
                <a:lnTo>
                  <a:pt x="3466890" y="1036415"/>
                </a:lnTo>
                <a:lnTo>
                  <a:pt x="3469348" y="1036491"/>
                </a:lnTo>
                <a:lnTo>
                  <a:pt x="3473853" y="1037301"/>
                </a:lnTo>
                <a:lnTo>
                  <a:pt x="3475987" y="1035453"/>
                </a:lnTo>
                <a:lnTo>
                  <a:pt x="3475758" y="1030948"/>
                </a:lnTo>
                <a:lnTo>
                  <a:pt x="3475787" y="1028605"/>
                </a:lnTo>
                <a:lnTo>
                  <a:pt x="3476092" y="1028414"/>
                </a:lnTo>
                <a:lnTo>
                  <a:pt x="3476130" y="1026033"/>
                </a:lnTo>
                <a:lnTo>
                  <a:pt x="3475911" y="1021461"/>
                </a:lnTo>
                <a:lnTo>
                  <a:pt x="3475815" y="1018985"/>
                </a:lnTo>
                <a:lnTo>
                  <a:pt x="3475853" y="1018613"/>
                </a:lnTo>
                <a:lnTo>
                  <a:pt x="3475796" y="1016232"/>
                </a:lnTo>
                <a:lnTo>
                  <a:pt x="3475653" y="1011841"/>
                </a:lnTo>
                <a:lnTo>
                  <a:pt x="3475577" y="1009383"/>
                </a:lnTo>
                <a:lnTo>
                  <a:pt x="3475577" y="1008859"/>
                </a:lnTo>
                <a:lnTo>
                  <a:pt x="3475596" y="1006478"/>
                </a:lnTo>
                <a:lnTo>
                  <a:pt x="3475634" y="1002240"/>
                </a:lnTo>
                <a:lnTo>
                  <a:pt x="3475644" y="999877"/>
                </a:lnTo>
                <a:lnTo>
                  <a:pt x="3475644" y="999392"/>
                </a:lnTo>
                <a:lnTo>
                  <a:pt x="3475644" y="997010"/>
                </a:lnTo>
                <a:lnTo>
                  <a:pt x="3475644" y="992734"/>
                </a:lnTo>
                <a:lnTo>
                  <a:pt x="3475644" y="990352"/>
                </a:lnTo>
                <a:lnTo>
                  <a:pt x="3475634" y="989857"/>
                </a:lnTo>
                <a:lnTo>
                  <a:pt x="3475673" y="987476"/>
                </a:lnTo>
                <a:lnTo>
                  <a:pt x="3475749" y="983209"/>
                </a:lnTo>
                <a:lnTo>
                  <a:pt x="3475777" y="980856"/>
                </a:lnTo>
                <a:lnTo>
                  <a:pt x="3475768" y="980427"/>
                </a:lnTo>
                <a:lnTo>
                  <a:pt x="3475787" y="978046"/>
                </a:lnTo>
                <a:lnTo>
                  <a:pt x="3475825" y="973712"/>
                </a:lnTo>
                <a:lnTo>
                  <a:pt x="3475834" y="971350"/>
                </a:lnTo>
                <a:lnTo>
                  <a:pt x="3475834" y="970950"/>
                </a:lnTo>
                <a:lnTo>
                  <a:pt x="3475825" y="968569"/>
                </a:lnTo>
                <a:lnTo>
                  <a:pt x="3475825" y="964206"/>
                </a:lnTo>
                <a:lnTo>
                  <a:pt x="3475825" y="961825"/>
                </a:lnTo>
                <a:lnTo>
                  <a:pt x="3475834" y="961434"/>
                </a:lnTo>
                <a:lnTo>
                  <a:pt x="3475853" y="959053"/>
                </a:lnTo>
                <a:lnTo>
                  <a:pt x="3475892" y="954681"/>
                </a:lnTo>
                <a:lnTo>
                  <a:pt x="3475853" y="952262"/>
                </a:lnTo>
                <a:lnTo>
                  <a:pt x="3475739" y="951795"/>
                </a:lnTo>
                <a:lnTo>
                  <a:pt x="3475682" y="949414"/>
                </a:lnTo>
                <a:lnTo>
                  <a:pt x="3475682" y="945118"/>
                </a:lnTo>
                <a:lnTo>
                  <a:pt x="3473539" y="940880"/>
                </a:lnTo>
                <a:lnTo>
                  <a:pt x="3469243" y="936689"/>
                </a:lnTo>
                <a:lnTo>
                  <a:pt x="3465147" y="934736"/>
                </a:lnTo>
                <a:lnTo>
                  <a:pt x="3461242" y="935022"/>
                </a:lnTo>
                <a:lnTo>
                  <a:pt x="3458861" y="935060"/>
                </a:lnTo>
                <a:lnTo>
                  <a:pt x="3458004" y="934860"/>
                </a:lnTo>
                <a:lnTo>
                  <a:pt x="3455575" y="934803"/>
                </a:lnTo>
                <a:lnTo>
                  <a:pt x="3451565" y="934907"/>
                </a:lnTo>
                <a:lnTo>
                  <a:pt x="3449183" y="934945"/>
                </a:lnTo>
                <a:lnTo>
                  <a:pt x="3448431" y="934926"/>
                </a:lnTo>
                <a:lnTo>
                  <a:pt x="3447098" y="934555"/>
                </a:lnTo>
                <a:lnTo>
                  <a:pt x="3445183" y="933821"/>
                </a:lnTo>
                <a:lnTo>
                  <a:pt x="3442802" y="931640"/>
                </a:lnTo>
                <a:lnTo>
                  <a:pt x="3439954" y="928030"/>
                </a:lnTo>
                <a:lnTo>
                  <a:pt x="3436811" y="926316"/>
                </a:lnTo>
                <a:lnTo>
                  <a:pt x="3433382" y="926497"/>
                </a:lnTo>
                <a:lnTo>
                  <a:pt x="3431000" y="926259"/>
                </a:lnTo>
                <a:lnTo>
                  <a:pt x="3429667" y="925592"/>
                </a:lnTo>
                <a:lnTo>
                  <a:pt x="3427000" y="925316"/>
                </a:lnTo>
                <a:lnTo>
                  <a:pt x="3423009" y="925411"/>
                </a:lnTo>
                <a:lnTo>
                  <a:pt x="3420628" y="925363"/>
                </a:lnTo>
                <a:lnTo>
                  <a:pt x="3419856" y="925163"/>
                </a:lnTo>
                <a:lnTo>
                  <a:pt x="3417437" y="925125"/>
                </a:lnTo>
                <a:lnTo>
                  <a:pt x="3413360" y="925239"/>
                </a:lnTo>
                <a:lnTo>
                  <a:pt x="3410979" y="925268"/>
                </a:lnTo>
                <a:lnTo>
                  <a:pt x="3410293" y="925230"/>
                </a:lnTo>
                <a:lnTo>
                  <a:pt x="3407959" y="925268"/>
                </a:lnTo>
                <a:lnTo>
                  <a:pt x="3403968" y="925411"/>
                </a:lnTo>
                <a:lnTo>
                  <a:pt x="3401587" y="925468"/>
                </a:lnTo>
                <a:lnTo>
                  <a:pt x="3400816" y="925459"/>
                </a:lnTo>
                <a:lnTo>
                  <a:pt x="3398406" y="925430"/>
                </a:lnTo>
                <a:lnTo>
                  <a:pt x="3394358" y="925382"/>
                </a:lnTo>
                <a:lnTo>
                  <a:pt x="3391976" y="925363"/>
                </a:lnTo>
                <a:lnTo>
                  <a:pt x="3391262" y="925363"/>
                </a:lnTo>
                <a:lnTo>
                  <a:pt x="3388547" y="925030"/>
                </a:lnTo>
                <a:lnTo>
                  <a:pt x="3383842" y="924373"/>
                </a:lnTo>
                <a:lnTo>
                  <a:pt x="3381461" y="924049"/>
                </a:lnTo>
                <a:lnTo>
                  <a:pt x="3381061" y="924011"/>
                </a:lnTo>
                <a:lnTo>
                  <a:pt x="3380423" y="923954"/>
                </a:lnTo>
                <a:lnTo>
                  <a:pt x="3378041" y="922611"/>
                </a:lnTo>
                <a:lnTo>
                  <a:pt x="3373917" y="919972"/>
                </a:lnTo>
                <a:lnTo>
                  <a:pt x="3370536" y="918658"/>
                </a:lnTo>
                <a:lnTo>
                  <a:pt x="3367897" y="918658"/>
                </a:lnTo>
                <a:lnTo>
                  <a:pt x="3365516" y="918248"/>
                </a:lnTo>
                <a:lnTo>
                  <a:pt x="3363392" y="917438"/>
                </a:lnTo>
                <a:lnTo>
                  <a:pt x="3360668" y="917096"/>
                </a:lnTo>
                <a:lnTo>
                  <a:pt x="3357353" y="917229"/>
                </a:lnTo>
                <a:lnTo>
                  <a:pt x="3354972" y="917172"/>
                </a:lnTo>
                <a:lnTo>
                  <a:pt x="3353524" y="916924"/>
                </a:lnTo>
                <a:lnTo>
                  <a:pt x="3351019" y="916810"/>
                </a:lnTo>
                <a:lnTo>
                  <a:pt x="3347456" y="916810"/>
                </a:lnTo>
                <a:lnTo>
                  <a:pt x="3345075" y="916753"/>
                </a:lnTo>
                <a:lnTo>
                  <a:pt x="3343875" y="916638"/>
                </a:lnTo>
                <a:lnTo>
                  <a:pt x="3341541" y="916676"/>
                </a:lnTo>
                <a:lnTo>
                  <a:pt x="3338065" y="916877"/>
                </a:lnTo>
                <a:lnTo>
                  <a:pt x="3335684" y="917048"/>
                </a:lnTo>
                <a:lnTo>
                  <a:pt x="3334398" y="917210"/>
                </a:lnTo>
                <a:lnTo>
                  <a:pt x="3332140" y="917334"/>
                </a:lnTo>
                <a:lnTo>
                  <a:pt x="3328921" y="917429"/>
                </a:lnTo>
                <a:lnTo>
                  <a:pt x="3326540" y="917667"/>
                </a:lnTo>
                <a:lnTo>
                  <a:pt x="3324997" y="918048"/>
                </a:lnTo>
                <a:close/>
              </a:path>
            </a:pathLst>
          </a:custGeom>
          <a:solidFill xmlns:a="http://schemas.openxmlformats.org/drawingml/2006/main">
            <a:srgbClr val="293C4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12858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2026-09-14T06:07:45.8940000Z</dcterms:created>
  <dcterms:modified xsi:type="dcterms:W3CDTF">2026-09-14T06:07:45.8940000Z</dcterms:modified>
</coreProperties>
</file>